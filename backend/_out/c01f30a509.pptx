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1474784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9A3"/>
    <a:srgbClr val="2082C8"/>
    <a:srgbClr val="9464B8"/>
    <a:srgbClr val="2181C5"/>
    <a:srgbClr val="4969A1"/>
    <a:srgbClr val="9063B3"/>
    <a:srgbClr val="7D95BE"/>
    <a:srgbClr val="B898D0"/>
    <a:srgbClr val="60A6D8"/>
    <a:srgbClr val="9A8D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B14FF-2979-47CD-8A49-F180705F899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F498E-1C09-4D1D-BCB0-53D45B27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535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66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258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D73A-94B4-030B-1DDB-EE33CFE53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2FD23-CA5D-11F4-0C7E-75ACB9B9E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CD4D9-02CF-432D-8247-626D40DD7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1334E-8314-1063-3197-E6ED15496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6014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943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989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671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92391-499F-BCD0-AF5D-878744C5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C442E-6CEF-DE6C-5432-07BC01138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0BD1F-5BA0-2FD8-4232-D368B3091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482C0-8B39-D537-6725-94AFF2F0F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839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E495-0075-E882-C2D0-2589E4F1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D9E9B-A76B-4498-6BA0-459A38D79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2F7B5-ADE8-707E-A086-DA010E09C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E0CF9-E278-6AA8-42D8-6FAAAA904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198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E1EDF-1AA9-1212-5192-AA0CD70B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9726A-93F2-232B-764F-F610B4D6E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B0080-04AB-086F-9681-E0D346D27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87041-CE01-B1E3-D806-FE84E8B08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93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090E1-8D1B-6B25-584C-923CA2FD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AB4DD-0857-B2F8-A5AE-C84B5A3F3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FCFF7-6BE4-CE68-0D17-83E44269C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50B6C-B1B8-3D8F-6F1E-F99E73200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771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10882-1DC2-E602-5791-91E95935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833AB-5CD2-B4B2-90F1-F05A88298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125DD-66D0-96B7-3360-DBF4C263D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BCEE2-E1EA-AFFC-1E91-60ADB0FFB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9973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7258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t>‹#›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  <a:endParaRPr lang="en-US" sz="680" kern="1200" baseline="0" dirty="0">
              <a:solidFill>
                <a:schemeClr val="tx1">
                  <a:lumMod val="65000"/>
                  <a:lumOff val="35000"/>
                </a:schemeClr>
              </a:solidFill>
              <a:latin typeface="Helvetica" panose="020B0604020202020204" pitchFamily="2" charset="0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1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F2570-1F13-D0E3-4AA9-4CA7314A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z="1800" dirty="0"/>
              <a:t>Procurement  future</a:t>
            </a:r>
            <a:endParaRPr lang="es-MX" sz="1800" dirty="0"/>
          </a:p>
        </p:txBody>
      </p:sp>
      <p:sp>
        <p:nvSpPr>
          <p:cNvPr id="76" name="Rounded Rectangle 2763">
            <a:extLst>
              <a:ext uri="{FF2B5EF4-FFF2-40B4-BE49-F238E27FC236}">
                <a16:creationId xmlns:a16="http://schemas.microsoft.com/office/drawing/2014/main" id="{E31815ED-43CC-CE33-F88D-08174B39F291}"/>
              </a:ext>
            </a:extLst>
          </p:cNvPr>
          <p:cNvSpPr/>
          <p:nvPr/>
        </p:nvSpPr>
        <p:spPr>
          <a:xfrm>
            <a:off x="1351281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9464B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5" name="TextBox 7">
            <a:extLst>
              <a:ext uri="{FF2B5EF4-FFF2-40B4-BE49-F238E27FC236}">
                <a16:creationId xmlns:a16="http://schemas.microsoft.com/office/drawing/2014/main" id="{A132EF55-6A28-05B1-275B-CDCB6C4C9E1E}"/>
              </a:ext>
            </a:extLst>
          </p:cNvPr>
          <p:cNvSpPr txBox="1"/>
          <p:nvPr/>
        </p:nvSpPr>
        <p:spPr>
          <a:xfrm>
            <a:off x="1408429" y="4529763"/>
            <a:ext cx="2868935" cy="93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Unified spend data across every category gives leaders a single source of truth.</a:t>
            </a:r>
          </a:p>
        </p:txBody>
      </p:sp>
      <p:sp>
        <p:nvSpPr>
          <p:cNvPr id="105" name="TextBox 8">
            <a:extLst>
              <a:ext uri="{FF2B5EF4-FFF2-40B4-BE49-F238E27FC236}">
                <a16:creationId xmlns:a16="http://schemas.microsoft.com/office/drawing/2014/main" id="{54A7E53C-C40E-C205-0625-5F989623900E}"/>
              </a:ext>
            </a:extLst>
          </p:cNvPr>
          <p:cNvSpPr txBox="1"/>
          <p:nvPr/>
        </p:nvSpPr>
        <p:spPr>
          <a:xfrm>
            <a:off x="2563038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78" name="Rounded Rectangle 2763">
            <a:extLst>
              <a:ext uri="{FF2B5EF4-FFF2-40B4-BE49-F238E27FC236}">
                <a16:creationId xmlns:a16="http://schemas.microsoft.com/office/drawing/2014/main" id="{75A350ED-8A5B-389B-1F2F-71E5D36B2206}"/>
              </a:ext>
            </a:extLst>
          </p:cNvPr>
          <p:cNvSpPr/>
          <p:nvPr/>
        </p:nvSpPr>
        <p:spPr>
          <a:xfrm>
            <a:off x="4563123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496AA4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7" name="TextBox 7">
            <a:extLst>
              <a:ext uri="{FF2B5EF4-FFF2-40B4-BE49-F238E27FC236}">
                <a16:creationId xmlns:a16="http://schemas.microsoft.com/office/drawing/2014/main" id="{EE8C3C63-7C08-244F-842B-E8FAA50B8E7D}"/>
              </a:ext>
            </a:extLst>
          </p:cNvPr>
          <p:cNvSpPr txBox="1"/>
          <p:nvPr/>
        </p:nvSpPr>
        <p:spPr>
          <a:xfrm>
            <a:off x="4673469" y="4360486"/>
            <a:ext cx="2657297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Touchless POs and auto-approvals cut cycle time and free up the team.</a:t>
            </a:r>
          </a:p>
        </p:txBody>
      </p:sp>
      <p:sp>
        <p:nvSpPr>
          <p:cNvPr id="106" name="TextBox 8">
            <a:extLst>
              <a:ext uri="{FF2B5EF4-FFF2-40B4-BE49-F238E27FC236}">
                <a16:creationId xmlns:a16="http://schemas.microsoft.com/office/drawing/2014/main" id="{47BD3F46-F43C-0975-C648-2F75BF1899D6}"/>
              </a:ext>
            </a:extLst>
          </p:cNvPr>
          <p:cNvSpPr txBox="1"/>
          <p:nvPr/>
        </p:nvSpPr>
        <p:spPr>
          <a:xfrm>
            <a:off x="5774880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80" name="Rounded Rectangle 2763">
            <a:extLst>
              <a:ext uri="{FF2B5EF4-FFF2-40B4-BE49-F238E27FC236}">
                <a16:creationId xmlns:a16="http://schemas.microsoft.com/office/drawing/2014/main" id="{4240B981-9B65-D240-D572-57845A044C4B}"/>
              </a:ext>
            </a:extLst>
          </p:cNvPr>
          <p:cNvSpPr/>
          <p:nvPr/>
        </p:nvSpPr>
        <p:spPr>
          <a:xfrm>
            <a:off x="7736857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2082C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9" name="TextBox 7">
            <a:extLst>
              <a:ext uri="{FF2B5EF4-FFF2-40B4-BE49-F238E27FC236}">
                <a16:creationId xmlns:a16="http://schemas.microsoft.com/office/drawing/2014/main" id="{CF39A84D-D3BD-D675-09FB-879D384375B6}"/>
              </a:ext>
            </a:extLst>
          </p:cNvPr>
          <p:cNvSpPr txBox="1"/>
          <p:nvPr/>
        </p:nvSpPr>
        <p:spPr>
          <a:xfrm>
            <a:off x="7829281" y="4360486"/>
            <a:ext cx="2710710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AI surfaces savings, risk and supplier insights before they become problems.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73E1DA0-3919-6A4E-5F57-66DA2AA5FC01}"/>
              </a:ext>
            </a:extLst>
          </p:cNvPr>
          <p:cNvSpPr txBox="1"/>
          <p:nvPr/>
        </p:nvSpPr>
        <p:spPr>
          <a:xfrm>
            <a:off x="8948614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03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B304F28-4776-286F-087F-CC08ED0C5EC2}"/>
              </a:ext>
            </a:extLst>
          </p:cNvPr>
          <p:cNvCxnSpPr>
            <a:cxnSpLocks/>
          </p:cNvCxnSpPr>
          <p:nvPr/>
        </p:nvCxnSpPr>
        <p:spPr bwMode="auto">
          <a:xfrm flipH="1">
            <a:off x="6072803" y="3043870"/>
            <a:ext cx="4017" cy="209474"/>
          </a:xfrm>
          <a:prstGeom prst="line">
            <a:avLst/>
          </a:prstGeom>
          <a:noFill/>
          <a:ln w="28575" cap="rnd">
            <a:solidFill>
              <a:schemeClr val="bg1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184E4143-93EB-C108-F7FA-322E4A8105AB}"/>
              </a:ext>
            </a:extLst>
          </p:cNvPr>
          <p:cNvSpPr/>
          <p:nvPr/>
        </p:nvSpPr>
        <p:spPr bwMode="auto">
          <a:xfrm>
            <a:off x="5708365" y="3027942"/>
            <a:ext cx="687003" cy="687003"/>
          </a:xfrm>
          <a:prstGeom prst="ellipse">
            <a:avLst/>
          </a:prstGeom>
          <a:solidFill>
            <a:srgbClr val="7D95BE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FF45134-2129-6561-78F0-0C8BA8D5CAE3}"/>
              </a:ext>
            </a:extLst>
          </p:cNvPr>
          <p:cNvSpPr/>
          <p:nvPr/>
        </p:nvSpPr>
        <p:spPr bwMode="auto">
          <a:xfrm>
            <a:off x="2541006" y="3027942"/>
            <a:ext cx="687003" cy="687003"/>
          </a:xfrm>
          <a:prstGeom prst="ellipse">
            <a:avLst/>
          </a:prstGeom>
          <a:solidFill>
            <a:srgbClr val="B898D0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1B2E579-166F-778E-0698-75A4870091A8}"/>
              </a:ext>
            </a:extLst>
          </p:cNvPr>
          <p:cNvSpPr/>
          <p:nvPr/>
        </p:nvSpPr>
        <p:spPr bwMode="auto">
          <a:xfrm>
            <a:off x="8911473" y="3027942"/>
            <a:ext cx="687003" cy="687003"/>
          </a:xfrm>
          <a:prstGeom prst="ellipse">
            <a:avLst/>
          </a:prstGeom>
          <a:solidFill>
            <a:srgbClr val="60A6D8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97A324B-23E3-90FA-4E0F-F0AD8BD8A2C0}"/>
              </a:ext>
            </a:extLst>
          </p:cNvPr>
          <p:cNvGrpSpPr/>
          <p:nvPr/>
        </p:nvGrpSpPr>
        <p:grpSpPr>
          <a:xfrm>
            <a:off x="4597262" y="829462"/>
            <a:ext cx="2962450" cy="1316801"/>
            <a:chOff x="4597262" y="822199"/>
            <a:chExt cx="2962450" cy="131680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0C936DF-2A90-643C-490C-C86AA33794A2}"/>
                </a:ext>
              </a:extLst>
            </p:cNvPr>
            <p:cNvSpPr/>
            <p:nvPr/>
          </p:nvSpPr>
          <p:spPr bwMode="auto">
            <a:xfrm>
              <a:off x="6515191" y="823351"/>
              <a:ext cx="1044521" cy="1010836"/>
            </a:xfrm>
            <a:custGeom>
              <a:avLst/>
              <a:gdLst>
                <a:gd name="connsiteX0" fmla="*/ 0 w 1044521"/>
                <a:gd name="connsiteY0" fmla="*/ 0 h 952568"/>
                <a:gd name="connsiteX1" fmla="*/ 1044521 w 1044521"/>
                <a:gd name="connsiteY1" fmla="*/ 0 h 952568"/>
                <a:gd name="connsiteX2" fmla="*/ 1037952 w 1044521"/>
                <a:gd name="connsiteY2" fmla="*/ 74626 h 952568"/>
                <a:gd name="connsiteX3" fmla="*/ 497065 w 1044521"/>
                <a:gd name="connsiteY3" fmla="*/ 943139 h 952568"/>
                <a:gd name="connsiteX4" fmla="*/ 482772 w 1044521"/>
                <a:gd name="connsiteY4" fmla="*/ 952568 h 9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4521" h="952568">
                  <a:moveTo>
                    <a:pt x="0" y="0"/>
                  </a:moveTo>
                  <a:lnTo>
                    <a:pt x="1044521" y="0"/>
                  </a:lnTo>
                  <a:lnTo>
                    <a:pt x="1037952" y="74626"/>
                  </a:lnTo>
                  <a:cubicBezTo>
                    <a:pt x="987576" y="425110"/>
                    <a:pt x="787137" y="732294"/>
                    <a:pt x="497065" y="943139"/>
                  </a:cubicBezTo>
                  <a:lnTo>
                    <a:pt x="482772" y="952568"/>
                  </a:lnTo>
                  <a:close/>
                </a:path>
              </a:pathLst>
            </a:custGeom>
            <a:solidFill>
              <a:srgbClr val="60A6D8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ECE1EF7-8558-7710-5FB3-BE3912659D84}"/>
                </a:ext>
              </a:extLst>
            </p:cNvPr>
            <p:cNvSpPr/>
            <p:nvPr/>
          </p:nvSpPr>
          <p:spPr bwMode="auto">
            <a:xfrm>
              <a:off x="5220424" y="824211"/>
              <a:ext cx="1667924" cy="1314789"/>
            </a:xfrm>
            <a:custGeom>
              <a:avLst/>
              <a:gdLst>
                <a:gd name="connsiteX0" fmla="*/ 1143119 w 1667924"/>
                <a:gd name="connsiteY0" fmla="*/ 0 h 1251795"/>
                <a:gd name="connsiteX1" fmla="*/ 1667924 w 1667924"/>
                <a:gd name="connsiteY1" fmla="*/ 1035507 h 1251795"/>
                <a:gd name="connsiteX2" fmla="*/ 1558414 w 1667924"/>
                <a:gd name="connsiteY2" fmla="*/ 1094364 h 1251795"/>
                <a:gd name="connsiteX3" fmla="*/ 864993 w 1667924"/>
                <a:gd name="connsiteY3" fmla="*/ 1251781 h 1251795"/>
                <a:gd name="connsiteX4" fmla="*/ 49816 w 1667924"/>
                <a:gd name="connsiteY4" fmla="*/ 1036857 h 1251795"/>
                <a:gd name="connsiteX5" fmla="*/ 0 w 1667924"/>
                <a:gd name="connsiteY5" fmla="*/ 1004680 h 1251795"/>
                <a:gd name="connsiteX6" fmla="*/ 507550 w 1667924"/>
                <a:gd name="connsiteY6" fmla="*/ 3220 h 1251795"/>
                <a:gd name="connsiteX7" fmla="*/ 1143119 w 1667924"/>
                <a:gd name="connsiteY7" fmla="*/ 0 h 1251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7924" h="1251795">
                  <a:moveTo>
                    <a:pt x="1143119" y="0"/>
                  </a:moveTo>
                  <a:lnTo>
                    <a:pt x="1667924" y="1035507"/>
                  </a:lnTo>
                  <a:lnTo>
                    <a:pt x="1558414" y="1094364"/>
                  </a:lnTo>
                  <a:cubicBezTo>
                    <a:pt x="1351468" y="1193964"/>
                    <a:pt x="1115410" y="1250753"/>
                    <a:pt x="864993" y="1251781"/>
                  </a:cubicBezTo>
                  <a:cubicBezTo>
                    <a:pt x="564954" y="1253013"/>
                    <a:pt x="284683" y="1174022"/>
                    <a:pt x="49816" y="1036857"/>
                  </a:cubicBezTo>
                  <a:lnTo>
                    <a:pt x="0" y="1004680"/>
                  </a:lnTo>
                  <a:lnTo>
                    <a:pt x="507550" y="3220"/>
                  </a:lnTo>
                  <a:lnTo>
                    <a:pt x="1143119" y="0"/>
                  </a:lnTo>
                  <a:close/>
                </a:path>
              </a:pathLst>
            </a:custGeom>
            <a:solidFill>
              <a:srgbClr val="7D95BE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F247918-04B7-CCE7-EE7F-BFEF47DCB718}"/>
                </a:ext>
              </a:extLst>
            </p:cNvPr>
            <p:cNvSpPr/>
            <p:nvPr/>
          </p:nvSpPr>
          <p:spPr bwMode="auto">
            <a:xfrm>
              <a:off x="4597262" y="822199"/>
              <a:ext cx="981247" cy="974614"/>
            </a:xfrm>
            <a:custGeom>
              <a:avLst/>
              <a:gdLst>
                <a:gd name="connsiteX0" fmla="*/ 0 w 981247"/>
                <a:gd name="connsiteY0" fmla="*/ 0 h 918434"/>
                <a:gd name="connsiteX1" fmla="*/ 981247 w 981247"/>
                <a:gd name="connsiteY1" fmla="*/ 0 h 918434"/>
                <a:gd name="connsiteX2" fmla="*/ 515776 w 981247"/>
                <a:gd name="connsiteY2" fmla="*/ 918434 h 918434"/>
                <a:gd name="connsiteX3" fmla="*/ 454198 w 981247"/>
                <a:gd name="connsiteY3" fmla="*/ 870218 h 918434"/>
                <a:gd name="connsiteX4" fmla="*/ 9094 w 981247"/>
                <a:gd name="connsiteY4" fmla="*/ 90444 h 918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1247" h="918434">
                  <a:moveTo>
                    <a:pt x="0" y="0"/>
                  </a:moveTo>
                  <a:lnTo>
                    <a:pt x="981247" y="0"/>
                  </a:lnTo>
                  <a:lnTo>
                    <a:pt x="515776" y="918434"/>
                  </a:lnTo>
                  <a:lnTo>
                    <a:pt x="454198" y="870218"/>
                  </a:lnTo>
                  <a:cubicBezTo>
                    <a:pt x="218826" y="667802"/>
                    <a:pt x="56887" y="396207"/>
                    <a:pt x="9094" y="90444"/>
                  </a:cubicBezTo>
                  <a:close/>
                </a:path>
              </a:pathLst>
            </a:custGeom>
            <a:solidFill>
              <a:srgbClr val="B898D0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3A9CE4F-DF3B-0180-23F0-96F74BBD1B8D}"/>
              </a:ext>
            </a:extLst>
          </p:cNvPr>
          <p:cNvSpPr/>
          <p:nvPr/>
        </p:nvSpPr>
        <p:spPr bwMode="auto">
          <a:xfrm>
            <a:off x="6997963" y="827602"/>
            <a:ext cx="1513117" cy="1729481"/>
          </a:xfrm>
          <a:custGeom>
            <a:avLst/>
            <a:gdLst>
              <a:gd name="connsiteX0" fmla="*/ 561397 w 1513117"/>
              <a:gd name="connsiteY0" fmla="*/ 0 h 1629789"/>
              <a:gd name="connsiteX1" fmla="*/ 1513117 w 1513117"/>
              <a:gd name="connsiteY1" fmla="*/ 0 h 1629789"/>
              <a:gd name="connsiteX2" fmla="*/ 1487687 w 1513117"/>
              <a:gd name="connsiteY2" fmla="*/ 223194 h 1629789"/>
              <a:gd name="connsiteX3" fmla="*/ 420531 w 1513117"/>
              <a:gd name="connsiteY3" fmla="*/ 1592739 h 1629789"/>
              <a:gd name="connsiteX4" fmla="*/ 345252 w 1513117"/>
              <a:gd name="connsiteY4" fmla="*/ 1629789 h 1629789"/>
              <a:gd name="connsiteX5" fmla="*/ 0 w 1513117"/>
              <a:gd name="connsiteY5" fmla="*/ 948563 h 1629789"/>
              <a:gd name="connsiteX6" fmla="*/ 14293 w 1513117"/>
              <a:gd name="connsiteY6" fmla="*/ 939134 h 1629789"/>
              <a:gd name="connsiteX7" fmla="*/ 555180 w 1513117"/>
              <a:gd name="connsiteY7" fmla="*/ 70621 h 162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3117" h="1629789">
                <a:moveTo>
                  <a:pt x="561397" y="0"/>
                </a:moveTo>
                <a:lnTo>
                  <a:pt x="1513117" y="0"/>
                </a:lnTo>
                <a:lnTo>
                  <a:pt x="1487687" y="223194"/>
                </a:lnTo>
                <a:cubicBezTo>
                  <a:pt x="1378882" y="795791"/>
                  <a:pt x="979994" y="1286991"/>
                  <a:pt x="420531" y="1592739"/>
                </a:cubicBezTo>
                <a:lnTo>
                  <a:pt x="345252" y="1629789"/>
                </a:lnTo>
                <a:lnTo>
                  <a:pt x="0" y="948563"/>
                </a:lnTo>
                <a:lnTo>
                  <a:pt x="14293" y="939134"/>
                </a:lnTo>
                <a:cubicBezTo>
                  <a:pt x="304365" y="728289"/>
                  <a:pt x="504804" y="421105"/>
                  <a:pt x="555180" y="70621"/>
                </a:cubicBezTo>
                <a:close/>
              </a:path>
            </a:pathLst>
          </a:custGeom>
          <a:solidFill>
            <a:srgbClr val="DFEDF7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D9ED9C6-354C-7624-8F7A-AB846A6E42F6}"/>
              </a:ext>
            </a:extLst>
          </p:cNvPr>
          <p:cNvSpPr/>
          <p:nvPr/>
        </p:nvSpPr>
        <p:spPr bwMode="auto">
          <a:xfrm>
            <a:off x="3632243" y="824211"/>
            <a:ext cx="1480794" cy="1711792"/>
          </a:xfrm>
          <a:custGeom>
            <a:avLst/>
            <a:gdLst>
              <a:gd name="connsiteX0" fmla="*/ 205876 w 1480794"/>
              <a:gd name="connsiteY0" fmla="*/ 0 h 1613119"/>
              <a:gd name="connsiteX1" fmla="*/ 965209 w 1480794"/>
              <a:gd name="connsiteY1" fmla="*/ 0 h 1613119"/>
              <a:gd name="connsiteX2" fmla="*/ 974112 w 1480794"/>
              <a:gd name="connsiteY2" fmla="*/ 88548 h 1613119"/>
              <a:gd name="connsiteX3" fmla="*/ 1419216 w 1480794"/>
              <a:gd name="connsiteY3" fmla="*/ 868322 h 1613119"/>
              <a:gd name="connsiteX4" fmla="*/ 1480794 w 1480794"/>
              <a:gd name="connsiteY4" fmla="*/ 916538 h 1613119"/>
              <a:gd name="connsiteX5" fmla="*/ 1127759 w 1480794"/>
              <a:gd name="connsiteY5" fmla="*/ 1613119 h 1613119"/>
              <a:gd name="connsiteX6" fmla="*/ 1114667 w 1480794"/>
              <a:gd name="connsiteY6" fmla="*/ 1606818 h 1613119"/>
              <a:gd name="connsiteX7" fmla="*/ 0 w 1480794"/>
              <a:gd name="connsiteY7" fmla="*/ 1043 h 1613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80794" h="1613119">
                <a:moveTo>
                  <a:pt x="205876" y="0"/>
                </a:moveTo>
                <a:lnTo>
                  <a:pt x="965209" y="0"/>
                </a:lnTo>
                <a:lnTo>
                  <a:pt x="974112" y="88548"/>
                </a:lnTo>
                <a:cubicBezTo>
                  <a:pt x="1021905" y="394311"/>
                  <a:pt x="1183844" y="665906"/>
                  <a:pt x="1419216" y="868322"/>
                </a:cubicBezTo>
                <a:lnTo>
                  <a:pt x="1480794" y="916538"/>
                </a:lnTo>
                <a:lnTo>
                  <a:pt x="1127759" y="1613119"/>
                </a:lnTo>
                <a:lnTo>
                  <a:pt x="1114667" y="1606818"/>
                </a:lnTo>
                <a:cubicBezTo>
                  <a:pt x="472713" y="1263465"/>
                  <a:pt x="36568" y="677373"/>
                  <a:pt x="0" y="1043"/>
                </a:cubicBezTo>
                <a:close/>
              </a:path>
            </a:pathLst>
          </a:custGeom>
          <a:solidFill>
            <a:srgbClr val="EDE5F3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C0FE6653-D5B6-B3E3-AD4B-A7C7AE873DCF}"/>
              </a:ext>
            </a:extLst>
          </p:cNvPr>
          <p:cNvSpPr/>
          <p:nvPr/>
        </p:nvSpPr>
        <p:spPr bwMode="auto">
          <a:xfrm>
            <a:off x="4877030" y="1876770"/>
            <a:ext cx="2349672" cy="995254"/>
          </a:xfrm>
          <a:custGeom>
            <a:avLst/>
            <a:gdLst>
              <a:gd name="connsiteX0" fmla="*/ 343394 w 2349672"/>
              <a:gd name="connsiteY0" fmla="*/ 0 h 937885"/>
              <a:gd name="connsiteX1" fmla="*/ 393210 w 2349672"/>
              <a:gd name="connsiteY1" fmla="*/ 32177 h 937885"/>
              <a:gd name="connsiteX2" fmla="*/ 1208387 w 2349672"/>
              <a:gd name="connsiteY2" fmla="*/ 247101 h 937885"/>
              <a:gd name="connsiteX3" fmla="*/ 1901808 w 2349672"/>
              <a:gd name="connsiteY3" fmla="*/ 89684 h 937885"/>
              <a:gd name="connsiteX4" fmla="*/ 2011318 w 2349672"/>
              <a:gd name="connsiteY4" fmla="*/ 30827 h 937885"/>
              <a:gd name="connsiteX5" fmla="*/ 2349672 w 2349672"/>
              <a:gd name="connsiteY5" fmla="*/ 698441 h 937885"/>
              <a:gd name="connsiteX6" fmla="*/ 2343549 w 2349672"/>
              <a:gd name="connsiteY6" fmla="*/ 701454 h 937885"/>
              <a:gd name="connsiteX7" fmla="*/ 1205818 w 2349672"/>
              <a:gd name="connsiteY7" fmla="*/ 937867 h 937885"/>
              <a:gd name="connsiteX8" fmla="*/ 68447 w 2349672"/>
              <a:gd name="connsiteY8" fmla="*/ 710503 h 937885"/>
              <a:gd name="connsiteX9" fmla="*/ 0 w 2349672"/>
              <a:gd name="connsiteY9" fmla="*/ 677559 h 937885"/>
              <a:gd name="connsiteX10" fmla="*/ 343394 w 2349672"/>
              <a:gd name="connsiteY10" fmla="*/ 0 h 93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49672" h="937885">
                <a:moveTo>
                  <a:pt x="343394" y="0"/>
                </a:moveTo>
                <a:lnTo>
                  <a:pt x="393210" y="32177"/>
                </a:lnTo>
                <a:cubicBezTo>
                  <a:pt x="628077" y="169342"/>
                  <a:pt x="908348" y="248333"/>
                  <a:pt x="1208387" y="247101"/>
                </a:cubicBezTo>
                <a:cubicBezTo>
                  <a:pt x="1458804" y="246073"/>
                  <a:pt x="1694862" y="189284"/>
                  <a:pt x="1901808" y="89684"/>
                </a:cubicBezTo>
                <a:lnTo>
                  <a:pt x="2011318" y="30827"/>
                </a:lnTo>
                <a:lnTo>
                  <a:pt x="2349672" y="698441"/>
                </a:lnTo>
                <a:lnTo>
                  <a:pt x="2343549" y="701454"/>
                </a:lnTo>
                <a:cubicBezTo>
                  <a:pt x="2003850" y="851169"/>
                  <a:pt x="1616551" y="936445"/>
                  <a:pt x="1205818" y="937867"/>
                </a:cubicBezTo>
                <a:cubicBezTo>
                  <a:pt x="796234" y="939285"/>
                  <a:pt x="409037" y="857143"/>
                  <a:pt x="68447" y="710503"/>
                </a:cubicBezTo>
                <a:lnTo>
                  <a:pt x="0" y="677559"/>
                </a:lnTo>
                <a:lnTo>
                  <a:pt x="343394" y="0"/>
                </a:lnTo>
                <a:close/>
              </a:path>
            </a:pathLst>
          </a:custGeom>
          <a:solidFill>
            <a:srgbClr val="E1E8EB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0" name="TextBox 8">
            <a:extLst>
              <a:ext uri="{FF2B5EF4-FFF2-40B4-BE49-F238E27FC236}">
                <a16:creationId xmlns:a16="http://schemas.microsoft.com/office/drawing/2014/main" id="{71D1364A-BADB-BBE8-CB47-CE44351F7AC7}"/>
              </a:ext>
            </a:extLst>
          </p:cNvPr>
          <p:cNvSpPr txBox="1"/>
          <p:nvPr/>
        </p:nvSpPr>
        <p:spPr>
          <a:xfrm>
            <a:off x="5463483" y="2210636"/>
            <a:ext cx="1227890" cy="326603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Automation</a:t>
            </a:r>
          </a:p>
        </p:txBody>
      </p:sp>
      <p:sp>
        <p:nvSpPr>
          <p:cNvPr id="91" name="TextBox 8">
            <a:extLst>
              <a:ext uri="{FF2B5EF4-FFF2-40B4-BE49-F238E27FC236}">
                <a16:creationId xmlns:a16="http://schemas.microsoft.com/office/drawing/2014/main" id="{90C9F0F4-08D8-D58F-35AB-AF4BFCB57AA3}"/>
              </a:ext>
            </a:extLst>
          </p:cNvPr>
          <p:cNvSpPr txBox="1"/>
          <p:nvPr/>
        </p:nvSpPr>
        <p:spPr>
          <a:xfrm rot="17774687">
            <a:off x="6908704" y="1105264"/>
            <a:ext cx="1302999" cy="52322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Intelligence</a:t>
            </a:r>
          </a:p>
        </p:txBody>
      </p:sp>
      <p:sp>
        <p:nvSpPr>
          <p:cNvPr id="83" name="TextBox 8">
            <a:extLst>
              <a:ext uri="{FF2B5EF4-FFF2-40B4-BE49-F238E27FC236}">
                <a16:creationId xmlns:a16="http://schemas.microsoft.com/office/drawing/2014/main" id="{9D0EFB51-EA91-4DEE-B5D9-EF36941E591F}"/>
              </a:ext>
            </a:extLst>
          </p:cNvPr>
          <p:cNvSpPr txBox="1"/>
          <p:nvPr/>
        </p:nvSpPr>
        <p:spPr>
          <a:xfrm rot="3514274">
            <a:off x="3774086" y="1279017"/>
            <a:ext cx="1302999" cy="30777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Visibility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6" name="Rounded Rectangle 2763">
            <a:extLst>
              <a:ext uri="{FF2B5EF4-FFF2-40B4-BE49-F238E27FC236}">
                <a16:creationId xmlns:a16="http://schemas.microsoft.com/office/drawing/2014/main" id="{04906C83-AFF6-306D-645C-B26B0CB0A428}"/>
              </a:ext>
            </a:extLst>
          </p:cNvPr>
          <p:cNvSpPr/>
          <p:nvPr/>
        </p:nvSpPr>
        <p:spPr>
          <a:xfrm>
            <a:off x="7570030" y="1781112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7" name="Rounded Rectangle 2763">
            <a:extLst>
              <a:ext uri="{FF2B5EF4-FFF2-40B4-BE49-F238E27FC236}">
                <a16:creationId xmlns:a16="http://schemas.microsoft.com/office/drawing/2014/main" id="{F2597D28-67B2-376D-4348-2342439129BF}"/>
              </a:ext>
            </a:extLst>
          </p:cNvPr>
          <p:cNvSpPr/>
          <p:nvPr/>
        </p:nvSpPr>
        <p:spPr>
          <a:xfrm>
            <a:off x="4048763" y="1781111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A338E2-11F5-CA36-9F37-1A6AE060D2FB}"/>
              </a:ext>
            </a:extLst>
          </p:cNvPr>
          <p:cNvCxnSpPr>
            <a:cxnSpLocks/>
          </p:cNvCxnSpPr>
          <p:nvPr/>
        </p:nvCxnSpPr>
        <p:spPr>
          <a:xfrm>
            <a:off x="6051866" y="2821384"/>
            <a:ext cx="0" cy="206558"/>
          </a:xfrm>
          <a:prstGeom prst="line">
            <a:avLst/>
          </a:prstGeom>
          <a:noFill/>
          <a:ln w="12700" cap="rnd">
            <a:solidFill>
              <a:srgbClr val="496AA4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BA80BD63-45F1-67E1-D3D9-D869D1357116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3168421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9464B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7ECEC92-D15E-992B-99F9-C4985F769A9D}"/>
              </a:ext>
            </a:extLst>
          </p:cNvPr>
          <p:cNvSpPr/>
          <p:nvPr/>
        </p:nvSpPr>
        <p:spPr>
          <a:xfrm>
            <a:off x="4815166" y="822200"/>
            <a:ext cx="2526887" cy="1105883"/>
          </a:xfrm>
          <a:custGeom>
            <a:avLst/>
            <a:gdLst>
              <a:gd name="connsiteX0" fmla="*/ 0 w 2526887"/>
              <a:gd name="connsiteY0" fmla="*/ 0 h 1105883"/>
              <a:gd name="connsiteX1" fmla="*/ 2526887 w 2526887"/>
              <a:gd name="connsiteY1" fmla="*/ 0 h 1105883"/>
              <a:gd name="connsiteX2" fmla="*/ 2513458 w 2526887"/>
              <a:gd name="connsiteY2" fmla="*/ 113049 h 1105883"/>
              <a:gd name="connsiteX3" fmla="*/ 1263930 w 2526887"/>
              <a:gd name="connsiteY3" fmla="*/ 1105883 h 1105883"/>
              <a:gd name="connsiteX4" fmla="*/ 13647 w 2526887"/>
              <a:gd name="connsiteY4" fmla="*/ 114017 h 1105883"/>
              <a:gd name="connsiteX5" fmla="*/ 0 w 2526887"/>
              <a:gd name="connsiteY5" fmla="*/ 0 h 110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6887" h="1105883">
                <a:moveTo>
                  <a:pt x="0" y="0"/>
                </a:moveTo>
                <a:lnTo>
                  <a:pt x="2526887" y="0"/>
                </a:lnTo>
                <a:lnTo>
                  <a:pt x="2513458" y="113049"/>
                </a:lnTo>
                <a:cubicBezTo>
                  <a:pt x="2416126" y="679256"/>
                  <a:pt x="1890761" y="1105669"/>
                  <a:pt x="1263930" y="1105883"/>
                </a:cubicBezTo>
                <a:cubicBezTo>
                  <a:pt x="637149" y="1106096"/>
                  <a:pt x="111476" y="680105"/>
                  <a:pt x="13647" y="11401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7FF17BF-E8EA-6103-7E42-8FEEA0E7CC61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8135288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60A6D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BA9DC8-535B-915D-B84F-EBCA78D24C8E}"/>
              </a:ext>
            </a:extLst>
          </p:cNvPr>
          <p:cNvCxnSpPr/>
          <p:nvPr/>
        </p:nvCxnSpPr>
        <p:spPr>
          <a:xfrm>
            <a:off x="1351280" y="4277936"/>
            <a:ext cx="3027656" cy="0"/>
          </a:xfrm>
          <a:prstGeom prst="line">
            <a:avLst/>
          </a:prstGeom>
          <a:ln>
            <a:solidFill>
              <a:srgbClr val="B898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2E3473-6B03-8507-41A3-F1CA4A223D47}"/>
              </a:ext>
            </a:extLst>
          </p:cNvPr>
          <p:cNvCxnSpPr>
            <a:cxnSpLocks/>
          </p:cNvCxnSpPr>
          <p:nvPr/>
        </p:nvCxnSpPr>
        <p:spPr>
          <a:xfrm>
            <a:off x="4563122" y="4277936"/>
            <a:ext cx="3027656" cy="0"/>
          </a:xfrm>
          <a:prstGeom prst="line">
            <a:avLst/>
          </a:prstGeom>
          <a:ln>
            <a:solidFill>
              <a:srgbClr val="7D9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848EE5-6A17-E862-97B9-B45686A8052D}"/>
              </a:ext>
            </a:extLst>
          </p:cNvPr>
          <p:cNvCxnSpPr>
            <a:cxnSpLocks/>
          </p:cNvCxnSpPr>
          <p:nvPr/>
        </p:nvCxnSpPr>
        <p:spPr>
          <a:xfrm>
            <a:off x="7736856" y="4277936"/>
            <a:ext cx="3027656" cy="0"/>
          </a:xfrm>
          <a:prstGeom prst="line">
            <a:avLst/>
          </a:prstGeom>
          <a:ln>
            <a:solidFill>
              <a:srgbClr val="60A6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B61682-CA37-51D6-A4F5-7F5F79173B02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934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4B057D8-9EB2-A690-1190-8E6DA14FC693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E3DB1-EA11-44B1-965B-AF448188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59EADB5-0090-4048-B76F-6C8F88BDAFDB}"/>
              </a:ext>
            </a:extLst>
          </p:cNvPr>
          <p:cNvGrpSpPr/>
          <p:nvPr/>
        </p:nvGrpSpPr>
        <p:grpSpPr>
          <a:xfrm>
            <a:off x="3629694" y="2281283"/>
            <a:ext cx="4446226" cy="3364224"/>
            <a:chOff x="3293294" y="1938749"/>
            <a:chExt cx="5119025" cy="387329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E69E27F-1385-A078-4B73-87CCFB6A8D45}"/>
                </a:ext>
              </a:extLst>
            </p:cNvPr>
            <p:cNvSpPr/>
            <p:nvPr/>
          </p:nvSpPr>
          <p:spPr>
            <a:xfrm>
              <a:off x="6921633" y="2041195"/>
              <a:ext cx="1490686" cy="368567"/>
            </a:xfrm>
            <a:custGeom>
              <a:avLst/>
              <a:gdLst>
                <a:gd name="connsiteX0" fmla="*/ 7925 w 1968021"/>
                <a:gd name="connsiteY0" fmla="*/ 486586 h 486586"/>
                <a:gd name="connsiteX1" fmla="*/ 0 w 1968021"/>
                <a:gd name="connsiteY1" fmla="*/ 472856 h 486586"/>
                <a:gd name="connsiteX2" fmla="*/ 819009 w 1968021"/>
                <a:gd name="connsiteY2" fmla="*/ 0 h 486586"/>
                <a:gd name="connsiteX3" fmla="*/ 1968022 w 1968021"/>
                <a:gd name="connsiteY3" fmla="*/ 0 h 486586"/>
                <a:gd name="connsiteX4" fmla="*/ 1968022 w 1968021"/>
                <a:gd name="connsiteY4" fmla="*/ 15850 h 486586"/>
                <a:gd name="connsiteX5" fmla="*/ 823249 w 1968021"/>
                <a:gd name="connsiteY5" fmla="*/ 15850 h 486586"/>
                <a:gd name="connsiteX6" fmla="*/ 7925 w 1968021"/>
                <a:gd name="connsiteY6" fmla="*/ 486586 h 48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8021" h="486586">
                  <a:moveTo>
                    <a:pt x="7925" y="486586"/>
                  </a:moveTo>
                  <a:lnTo>
                    <a:pt x="0" y="472856"/>
                  </a:lnTo>
                  <a:lnTo>
                    <a:pt x="819009" y="0"/>
                  </a:lnTo>
                  <a:lnTo>
                    <a:pt x="1968022" y="0"/>
                  </a:lnTo>
                  <a:lnTo>
                    <a:pt x="1968022" y="15850"/>
                  </a:lnTo>
                  <a:lnTo>
                    <a:pt x="823249" y="15850"/>
                  </a:lnTo>
                  <a:lnTo>
                    <a:pt x="7925" y="486586"/>
                  </a:ln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005D4C-A4E9-CCDE-E797-72A2D20CC216}"/>
                </a:ext>
              </a:extLst>
            </p:cNvPr>
            <p:cNvSpPr/>
            <p:nvPr/>
          </p:nvSpPr>
          <p:spPr>
            <a:xfrm>
              <a:off x="7482400" y="4878345"/>
              <a:ext cx="863902" cy="12006"/>
            </a:xfrm>
            <a:custGeom>
              <a:avLst/>
              <a:gdLst>
                <a:gd name="connsiteX0" fmla="*/ 0 w 1140533"/>
                <a:gd name="connsiteY0" fmla="*/ 0 h 15850"/>
                <a:gd name="connsiteX1" fmla="*/ 1140533 w 1140533"/>
                <a:gd name="connsiteY1" fmla="*/ 0 h 15850"/>
                <a:gd name="connsiteX2" fmla="*/ 1140533 w 1140533"/>
                <a:gd name="connsiteY2" fmla="*/ 15850 h 15850"/>
                <a:gd name="connsiteX3" fmla="*/ 0 w 1140533"/>
                <a:gd name="connsiteY3" fmla="*/ 15850 h 1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533" h="15850">
                  <a:moveTo>
                    <a:pt x="0" y="0"/>
                  </a:moveTo>
                  <a:lnTo>
                    <a:pt x="1140533" y="0"/>
                  </a:lnTo>
                  <a:lnTo>
                    <a:pt x="1140533" y="15850"/>
                  </a:lnTo>
                  <a:lnTo>
                    <a:pt x="0" y="15850"/>
                  </a:ln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B0FFA0-61EC-B836-0A12-EAF442F315D8}"/>
                </a:ext>
              </a:extLst>
            </p:cNvPr>
            <p:cNvSpPr/>
            <p:nvPr/>
          </p:nvSpPr>
          <p:spPr>
            <a:xfrm>
              <a:off x="3293294" y="5470717"/>
              <a:ext cx="1260833" cy="243209"/>
            </a:xfrm>
            <a:custGeom>
              <a:avLst/>
              <a:gdLst>
                <a:gd name="connsiteX0" fmla="*/ 1132172 w 1664566"/>
                <a:gd name="connsiteY0" fmla="*/ 321089 h 321088"/>
                <a:gd name="connsiteX1" fmla="*/ 0 w 1664566"/>
                <a:gd name="connsiteY1" fmla="*/ 321089 h 321088"/>
                <a:gd name="connsiteX2" fmla="*/ 0 w 1664566"/>
                <a:gd name="connsiteY2" fmla="*/ 305239 h 321088"/>
                <a:gd name="connsiteX3" fmla="*/ 1127932 w 1664566"/>
                <a:gd name="connsiteY3" fmla="*/ 305239 h 321088"/>
                <a:gd name="connsiteX4" fmla="*/ 1656641 w 1664566"/>
                <a:gd name="connsiteY4" fmla="*/ 0 h 321088"/>
                <a:gd name="connsiteX5" fmla="*/ 1664566 w 1664566"/>
                <a:gd name="connsiteY5" fmla="*/ 13730 h 321088"/>
                <a:gd name="connsiteX6" fmla="*/ 1132172 w 1664566"/>
                <a:gd name="connsiteY6" fmla="*/ 321089 h 321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4566" h="321088">
                  <a:moveTo>
                    <a:pt x="1132172" y="321089"/>
                  </a:moveTo>
                  <a:lnTo>
                    <a:pt x="0" y="321089"/>
                  </a:lnTo>
                  <a:lnTo>
                    <a:pt x="0" y="305239"/>
                  </a:lnTo>
                  <a:lnTo>
                    <a:pt x="1127932" y="305239"/>
                  </a:lnTo>
                  <a:lnTo>
                    <a:pt x="1656641" y="0"/>
                  </a:lnTo>
                  <a:lnTo>
                    <a:pt x="1664566" y="13730"/>
                  </a:lnTo>
                  <a:lnTo>
                    <a:pt x="1132172" y="321089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03B12D-4C28-BFD3-6D5B-1D2A82B95A50}"/>
                </a:ext>
              </a:extLst>
            </p:cNvPr>
            <p:cNvSpPr/>
            <p:nvPr/>
          </p:nvSpPr>
          <p:spPr>
            <a:xfrm>
              <a:off x="5017060" y="1938749"/>
              <a:ext cx="2124824" cy="2415177"/>
            </a:xfrm>
            <a:custGeom>
              <a:avLst/>
              <a:gdLst>
                <a:gd name="connsiteX0" fmla="*/ 25816 w 2805218"/>
                <a:gd name="connsiteY0" fmla="*/ 2793337 h 3188546"/>
                <a:gd name="connsiteX1" fmla="*/ 710334 w 2805218"/>
                <a:gd name="connsiteY1" fmla="*/ 3188546 h 3188546"/>
                <a:gd name="connsiteX2" fmla="*/ 710334 w 2805218"/>
                <a:gd name="connsiteY2" fmla="*/ 2530736 h 3188546"/>
                <a:gd name="connsiteX3" fmla="*/ 775777 w 2805218"/>
                <a:gd name="connsiteY3" fmla="*/ 2417386 h 3188546"/>
                <a:gd name="connsiteX4" fmla="*/ 2126744 w 2805218"/>
                <a:gd name="connsiteY4" fmla="*/ 1637410 h 3188546"/>
                <a:gd name="connsiteX5" fmla="*/ 2257628 w 2805218"/>
                <a:gd name="connsiteY5" fmla="*/ 1637410 h 3188546"/>
                <a:gd name="connsiteX6" fmla="*/ 2805219 w 2805218"/>
                <a:gd name="connsiteY6" fmla="*/ 1953565 h 3188546"/>
                <a:gd name="connsiteX7" fmla="*/ 2805219 w 2805218"/>
                <a:gd name="connsiteY7" fmla="*/ 831597 h 3188546"/>
                <a:gd name="connsiteX8" fmla="*/ 2779382 w 2805218"/>
                <a:gd name="connsiteY8" fmla="*/ 786859 h 3188546"/>
                <a:gd name="connsiteX9" fmla="*/ 1428416 w 2805218"/>
                <a:gd name="connsiteY9" fmla="*/ 6902 h 3188546"/>
                <a:gd name="connsiteX10" fmla="*/ 1376803 w 2805218"/>
                <a:gd name="connsiteY10" fmla="*/ 6902 h 3188546"/>
                <a:gd name="connsiteX11" fmla="*/ 25836 w 2805218"/>
                <a:gd name="connsiteY11" fmla="*/ 786879 h 3188546"/>
                <a:gd name="connsiteX12" fmla="*/ 0 w 2805218"/>
                <a:gd name="connsiteY12" fmla="*/ 831597 h 3188546"/>
                <a:gd name="connsiteX13" fmla="*/ 0 w 2805218"/>
                <a:gd name="connsiteY13" fmla="*/ 2748619 h 3188546"/>
                <a:gd name="connsiteX14" fmla="*/ 25816 w 2805218"/>
                <a:gd name="connsiteY14" fmla="*/ 2793337 h 3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05218" h="3188546">
                  <a:moveTo>
                    <a:pt x="25816" y="2793337"/>
                  </a:moveTo>
                  <a:lnTo>
                    <a:pt x="710334" y="3188546"/>
                  </a:lnTo>
                  <a:lnTo>
                    <a:pt x="710334" y="2530736"/>
                  </a:lnTo>
                  <a:cubicBezTo>
                    <a:pt x="710334" y="2484116"/>
                    <a:pt x="735418" y="2440686"/>
                    <a:pt x="775777" y="2417386"/>
                  </a:cubicBezTo>
                  <a:lnTo>
                    <a:pt x="2126744" y="1637410"/>
                  </a:lnTo>
                  <a:cubicBezTo>
                    <a:pt x="2166508" y="1614169"/>
                    <a:pt x="2217883" y="1614189"/>
                    <a:pt x="2257628" y="1637410"/>
                  </a:cubicBezTo>
                  <a:lnTo>
                    <a:pt x="2805219" y="1953565"/>
                  </a:lnTo>
                  <a:lnTo>
                    <a:pt x="2805219" y="831597"/>
                  </a:lnTo>
                  <a:cubicBezTo>
                    <a:pt x="2805219" y="813210"/>
                    <a:pt x="2795312" y="796072"/>
                    <a:pt x="2779382" y="786859"/>
                  </a:cubicBezTo>
                  <a:lnTo>
                    <a:pt x="1428416" y="6902"/>
                  </a:lnTo>
                  <a:cubicBezTo>
                    <a:pt x="1412486" y="-2291"/>
                    <a:pt x="1392713" y="-2311"/>
                    <a:pt x="1376803" y="6902"/>
                  </a:cubicBezTo>
                  <a:lnTo>
                    <a:pt x="25836" y="786879"/>
                  </a:lnTo>
                  <a:cubicBezTo>
                    <a:pt x="9906" y="796072"/>
                    <a:pt x="0" y="813230"/>
                    <a:pt x="0" y="831597"/>
                  </a:cubicBezTo>
                  <a:lnTo>
                    <a:pt x="0" y="2748619"/>
                  </a:lnTo>
                  <a:cubicBezTo>
                    <a:pt x="0" y="2767025"/>
                    <a:pt x="9887" y="2784144"/>
                    <a:pt x="25816" y="2793337"/>
                  </a:cubicBez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35595D7-A63F-7CC5-3F1A-E77233BCBD64}"/>
                </a:ext>
              </a:extLst>
            </p:cNvPr>
            <p:cNvSpPr/>
            <p:nvPr/>
          </p:nvSpPr>
          <p:spPr>
            <a:xfrm>
              <a:off x="4201482" y="3541785"/>
              <a:ext cx="2359060" cy="2270260"/>
            </a:xfrm>
            <a:custGeom>
              <a:avLst/>
              <a:gdLst>
                <a:gd name="connsiteX0" fmla="*/ 2422194 w 3114459"/>
                <a:gd name="connsiteY0" fmla="*/ 2416606 h 2997224"/>
                <a:gd name="connsiteX1" fmla="*/ 2422194 w 3114459"/>
                <a:gd name="connsiteY1" fmla="*/ 2416606 h 2997224"/>
                <a:gd name="connsiteX2" fmla="*/ 3053733 w 3114459"/>
                <a:gd name="connsiteY2" fmla="*/ 2051969 h 2997224"/>
                <a:gd name="connsiteX3" fmla="*/ 3088643 w 3114459"/>
                <a:gd name="connsiteY3" fmla="*/ 2031818 h 2997224"/>
                <a:gd name="connsiteX4" fmla="*/ 3114004 w 3114459"/>
                <a:gd name="connsiteY4" fmla="*/ 1993917 h 2997224"/>
                <a:gd name="connsiteX5" fmla="*/ 3114460 w 3114459"/>
                <a:gd name="connsiteY5" fmla="*/ 1987081 h 2997224"/>
                <a:gd name="connsiteX6" fmla="*/ 3114460 w 3114459"/>
                <a:gd name="connsiteY6" fmla="*/ 1196683 h 2997224"/>
                <a:gd name="connsiteX7" fmla="*/ 2544777 w 3114459"/>
                <a:gd name="connsiteY7" fmla="*/ 1525578 h 2997224"/>
                <a:gd name="connsiteX8" fmla="*/ 2413873 w 3114459"/>
                <a:gd name="connsiteY8" fmla="*/ 1525578 h 2997224"/>
                <a:gd name="connsiteX9" fmla="*/ 1062926 w 3114459"/>
                <a:gd name="connsiteY9" fmla="*/ 745621 h 2997224"/>
                <a:gd name="connsiteX10" fmla="*/ 1000040 w 3114459"/>
                <a:gd name="connsiteY10" fmla="*/ 658048 h 2997224"/>
                <a:gd name="connsiteX11" fmla="*/ 997464 w 3114459"/>
                <a:gd name="connsiteY11" fmla="*/ 632271 h 2997224"/>
                <a:gd name="connsiteX12" fmla="*/ 997464 w 3114459"/>
                <a:gd name="connsiteY12" fmla="*/ 0 h 2997224"/>
                <a:gd name="connsiteX13" fmla="*/ 25836 w 3114459"/>
                <a:gd name="connsiteY13" fmla="*/ 560964 h 2997224"/>
                <a:gd name="connsiteX14" fmla="*/ 0 w 3114459"/>
                <a:gd name="connsiteY14" fmla="*/ 605682 h 2997224"/>
                <a:gd name="connsiteX15" fmla="*/ 0 w 3114459"/>
                <a:gd name="connsiteY15" fmla="*/ 2165635 h 2997224"/>
                <a:gd name="connsiteX16" fmla="*/ 25816 w 3114459"/>
                <a:gd name="connsiteY16" fmla="*/ 2210333 h 2997224"/>
                <a:gd name="connsiteX17" fmla="*/ 1376783 w 3114459"/>
                <a:gd name="connsiteY17" fmla="*/ 2990330 h 2997224"/>
                <a:gd name="connsiteX18" fmla="*/ 1428416 w 3114459"/>
                <a:gd name="connsiteY18" fmla="*/ 2990330 h 2997224"/>
                <a:gd name="connsiteX19" fmla="*/ 2422155 w 3114459"/>
                <a:gd name="connsiteY19" fmla="*/ 2416606 h 299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14459" h="2997224">
                  <a:moveTo>
                    <a:pt x="2422194" y="2416606"/>
                  </a:moveTo>
                  <a:lnTo>
                    <a:pt x="2422194" y="2416606"/>
                  </a:lnTo>
                  <a:lnTo>
                    <a:pt x="3053733" y="2051969"/>
                  </a:lnTo>
                  <a:lnTo>
                    <a:pt x="3088643" y="2031818"/>
                  </a:lnTo>
                  <a:cubicBezTo>
                    <a:pt x="3102592" y="2023775"/>
                    <a:pt x="3111904" y="2009648"/>
                    <a:pt x="3114004" y="1993917"/>
                  </a:cubicBezTo>
                  <a:cubicBezTo>
                    <a:pt x="3114301" y="1991677"/>
                    <a:pt x="3114460" y="1989379"/>
                    <a:pt x="3114460" y="1987081"/>
                  </a:cubicBezTo>
                  <a:lnTo>
                    <a:pt x="3114460" y="1196683"/>
                  </a:lnTo>
                  <a:lnTo>
                    <a:pt x="2544777" y="1525578"/>
                  </a:lnTo>
                  <a:cubicBezTo>
                    <a:pt x="2504418" y="1548898"/>
                    <a:pt x="2454252" y="1548898"/>
                    <a:pt x="2413873" y="1525578"/>
                  </a:cubicBezTo>
                  <a:lnTo>
                    <a:pt x="1062926" y="745621"/>
                  </a:lnTo>
                  <a:cubicBezTo>
                    <a:pt x="1030116" y="726699"/>
                    <a:pt x="1007410" y="694464"/>
                    <a:pt x="1000040" y="658048"/>
                  </a:cubicBezTo>
                  <a:cubicBezTo>
                    <a:pt x="998336" y="649588"/>
                    <a:pt x="997464" y="640929"/>
                    <a:pt x="997464" y="632271"/>
                  </a:cubicBezTo>
                  <a:lnTo>
                    <a:pt x="997464" y="0"/>
                  </a:lnTo>
                  <a:lnTo>
                    <a:pt x="25836" y="560964"/>
                  </a:lnTo>
                  <a:cubicBezTo>
                    <a:pt x="9887" y="570157"/>
                    <a:pt x="0" y="587296"/>
                    <a:pt x="0" y="605682"/>
                  </a:cubicBezTo>
                  <a:lnTo>
                    <a:pt x="0" y="2165635"/>
                  </a:lnTo>
                  <a:cubicBezTo>
                    <a:pt x="0" y="2184022"/>
                    <a:pt x="9887" y="2201140"/>
                    <a:pt x="25816" y="2210333"/>
                  </a:cubicBezTo>
                  <a:lnTo>
                    <a:pt x="1376783" y="2990330"/>
                  </a:lnTo>
                  <a:cubicBezTo>
                    <a:pt x="1392713" y="2999523"/>
                    <a:pt x="1412486" y="2999523"/>
                    <a:pt x="1428416" y="2990330"/>
                  </a:cubicBezTo>
                  <a:lnTo>
                    <a:pt x="2422155" y="2416606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34E2CB-A963-6E81-3110-2F2D8419C129}"/>
                </a:ext>
              </a:extLst>
            </p:cNvPr>
            <p:cNvSpPr/>
            <p:nvPr/>
          </p:nvSpPr>
          <p:spPr>
            <a:xfrm>
              <a:off x="6029895" y="4448233"/>
              <a:ext cx="530647" cy="555483"/>
            </a:xfrm>
            <a:custGeom>
              <a:avLst/>
              <a:gdLst>
                <a:gd name="connsiteX0" fmla="*/ 700567 w 700566"/>
                <a:gd name="connsiteY0" fmla="*/ 0 h 733356"/>
                <a:gd name="connsiteX1" fmla="*/ 700567 w 700566"/>
                <a:gd name="connsiteY1" fmla="*/ 733357 h 733356"/>
                <a:gd name="connsiteX2" fmla="*/ 0 w 700566"/>
                <a:gd name="connsiteY2" fmla="*/ 328875 h 733356"/>
                <a:gd name="connsiteX3" fmla="*/ 130885 w 700566"/>
                <a:gd name="connsiteY3" fmla="*/ 328895 h 733356"/>
                <a:gd name="connsiteX4" fmla="*/ 700567 w 700566"/>
                <a:gd name="connsiteY4" fmla="*/ 0 h 73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66" h="733356">
                  <a:moveTo>
                    <a:pt x="700567" y="0"/>
                  </a:moveTo>
                  <a:lnTo>
                    <a:pt x="700567" y="733357"/>
                  </a:lnTo>
                  <a:lnTo>
                    <a:pt x="0" y="328875"/>
                  </a:lnTo>
                  <a:cubicBezTo>
                    <a:pt x="40359" y="352215"/>
                    <a:pt x="90525" y="352215"/>
                    <a:pt x="130885" y="328895"/>
                  </a:cubicBezTo>
                  <a:lnTo>
                    <a:pt x="700567" y="0"/>
                  </a:lnTo>
                  <a:close/>
                </a:path>
              </a:pathLst>
            </a:custGeom>
            <a:solidFill>
              <a:srgbClr val="2082C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D2C5F2C-EE82-2E4F-2369-88BCA8BCBACC}"/>
                </a:ext>
              </a:extLst>
            </p:cNvPr>
            <p:cNvSpPr/>
            <p:nvPr/>
          </p:nvSpPr>
          <p:spPr>
            <a:xfrm>
              <a:off x="6139495" y="3225771"/>
              <a:ext cx="1834671" cy="2576604"/>
            </a:xfrm>
            <a:custGeom>
              <a:avLst/>
              <a:gdLst>
                <a:gd name="connsiteX0" fmla="*/ 2396358 w 2422154"/>
                <a:gd name="connsiteY0" fmla="*/ 965411 h 3401664"/>
                <a:gd name="connsiteX1" fmla="*/ 1343180 w 2422154"/>
                <a:gd name="connsiteY1" fmla="*/ 357351 h 3401664"/>
                <a:gd name="connsiteX2" fmla="*/ 736171 w 2422154"/>
                <a:gd name="connsiteY2" fmla="*/ 6880 h 3401664"/>
                <a:gd name="connsiteX3" fmla="*/ 684498 w 2422154"/>
                <a:gd name="connsiteY3" fmla="*/ 6880 h 3401664"/>
                <a:gd name="connsiteX4" fmla="*/ 0 w 2422154"/>
                <a:gd name="connsiteY4" fmla="*/ 402069 h 3401664"/>
                <a:gd name="connsiteX5" fmla="*/ 569682 w 2422154"/>
                <a:gd name="connsiteY5" fmla="*/ 730984 h 3401664"/>
                <a:gd name="connsiteX6" fmla="*/ 635125 w 2422154"/>
                <a:gd name="connsiteY6" fmla="*/ 844334 h 3401664"/>
                <a:gd name="connsiteX7" fmla="*/ 635125 w 2422154"/>
                <a:gd name="connsiteY7" fmla="*/ 2404288 h 3401664"/>
                <a:gd name="connsiteX8" fmla="*/ 569662 w 2422154"/>
                <a:gd name="connsiteY8" fmla="*/ 2517657 h 3401664"/>
                <a:gd name="connsiteX9" fmla="*/ 22092 w 2422154"/>
                <a:gd name="connsiteY9" fmla="*/ 2833812 h 3401664"/>
                <a:gd name="connsiteX10" fmla="*/ 993739 w 2422154"/>
                <a:gd name="connsiteY10" fmla="*/ 3394777 h 3401664"/>
                <a:gd name="connsiteX11" fmla="*/ 1045371 w 2422154"/>
                <a:gd name="connsiteY11" fmla="*/ 3394777 h 3401664"/>
                <a:gd name="connsiteX12" fmla="*/ 2396319 w 2422154"/>
                <a:gd name="connsiteY12" fmla="*/ 2614800 h 3401664"/>
                <a:gd name="connsiteX13" fmla="*/ 2422155 w 2422154"/>
                <a:gd name="connsiteY13" fmla="*/ 2570063 h 3401664"/>
                <a:gd name="connsiteX14" fmla="*/ 2422155 w 2422154"/>
                <a:gd name="connsiteY14" fmla="*/ 1010129 h 3401664"/>
                <a:gd name="connsiteX15" fmla="*/ 2396338 w 2422154"/>
                <a:gd name="connsiteY15" fmla="*/ 965411 h 3401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22154" h="3401664">
                  <a:moveTo>
                    <a:pt x="2396358" y="965411"/>
                  </a:moveTo>
                  <a:lnTo>
                    <a:pt x="1343180" y="357351"/>
                  </a:lnTo>
                  <a:lnTo>
                    <a:pt x="736171" y="6880"/>
                  </a:lnTo>
                  <a:cubicBezTo>
                    <a:pt x="720419" y="-2254"/>
                    <a:pt x="700428" y="-2333"/>
                    <a:pt x="684498" y="6880"/>
                  </a:cubicBezTo>
                  <a:lnTo>
                    <a:pt x="0" y="402069"/>
                  </a:lnTo>
                  <a:lnTo>
                    <a:pt x="569682" y="730984"/>
                  </a:lnTo>
                  <a:cubicBezTo>
                    <a:pt x="610041" y="754265"/>
                    <a:pt x="635125" y="797694"/>
                    <a:pt x="635125" y="844334"/>
                  </a:cubicBezTo>
                  <a:lnTo>
                    <a:pt x="635125" y="2404288"/>
                  </a:lnTo>
                  <a:cubicBezTo>
                    <a:pt x="635125" y="2450927"/>
                    <a:pt x="610041" y="2494357"/>
                    <a:pt x="569662" y="2517657"/>
                  </a:cubicBezTo>
                  <a:lnTo>
                    <a:pt x="22092" y="2833812"/>
                  </a:lnTo>
                  <a:lnTo>
                    <a:pt x="993739" y="3394777"/>
                  </a:lnTo>
                  <a:cubicBezTo>
                    <a:pt x="1009668" y="3403950"/>
                    <a:pt x="1029442" y="3403970"/>
                    <a:pt x="1045371" y="3394777"/>
                  </a:cubicBezTo>
                  <a:lnTo>
                    <a:pt x="2396319" y="2614800"/>
                  </a:lnTo>
                  <a:cubicBezTo>
                    <a:pt x="2412268" y="2605607"/>
                    <a:pt x="2422155" y="2588469"/>
                    <a:pt x="2422155" y="2570063"/>
                  </a:cubicBezTo>
                  <a:lnTo>
                    <a:pt x="2422155" y="1010129"/>
                  </a:lnTo>
                  <a:cubicBezTo>
                    <a:pt x="2422155" y="991743"/>
                    <a:pt x="2412268" y="974604"/>
                    <a:pt x="2396338" y="965411"/>
                  </a:cubicBez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E3ECF5F-6840-2D9E-C4C4-54B821101E15}"/>
                </a:ext>
              </a:extLst>
            </p:cNvPr>
            <p:cNvSpPr/>
            <p:nvPr/>
          </p:nvSpPr>
          <p:spPr>
            <a:xfrm>
              <a:off x="5074014" y="3769808"/>
              <a:ext cx="530616" cy="584102"/>
            </a:xfrm>
            <a:custGeom>
              <a:avLst/>
              <a:gdLst>
                <a:gd name="connsiteX0" fmla="*/ 700527 w 700526"/>
                <a:gd name="connsiteY0" fmla="*/ 0 h 771139"/>
                <a:gd name="connsiteX1" fmla="*/ 635144 w 700526"/>
                <a:gd name="connsiteY1" fmla="*/ 113330 h 771139"/>
                <a:gd name="connsiteX2" fmla="*/ 635144 w 700526"/>
                <a:gd name="connsiteY2" fmla="*/ 771140 h 771139"/>
                <a:gd name="connsiteX3" fmla="*/ 0 w 700526"/>
                <a:gd name="connsiteY3" fmla="*/ 404462 h 771139"/>
                <a:gd name="connsiteX4" fmla="*/ 700527 w 700526"/>
                <a:gd name="connsiteY4" fmla="*/ 0 h 77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26" h="771139">
                  <a:moveTo>
                    <a:pt x="700527" y="0"/>
                  </a:moveTo>
                  <a:cubicBezTo>
                    <a:pt x="660188" y="23320"/>
                    <a:pt x="635144" y="66750"/>
                    <a:pt x="635144" y="113330"/>
                  </a:cubicBezTo>
                  <a:lnTo>
                    <a:pt x="635144" y="771140"/>
                  </a:lnTo>
                  <a:lnTo>
                    <a:pt x="0" y="404462"/>
                  </a:lnTo>
                  <a:lnTo>
                    <a:pt x="700527" y="0"/>
                  </a:lnTo>
                  <a:close/>
                </a:path>
              </a:pathLst>
            </a:custGeom>
            <a:solidFill>
              <a:srgbClr val="9464B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7CCC39E-84E2-0AF6-8AF1-B68067FC7A29}"/>
                </a:ext>
              </a:extLst>
            </p:cNvPr>
            <p:cNvSpPr/>
            <p:nvPr/>
          </p:nvSpPr>
          <p:spPr>
            <a:xfrm>
              <a:off x="6139495" y="3252592"/>
              <a:ext cx="481077" cy="612722"/>
            </a:xfrm>
            <a:custGeom>
              <a:avLst/>
              <a:gdLst>
                <a:gd name="connsiteX0" fmla="*/ 635125 w 635124"/>
                <a:gd name="connsiteY0" fmla="*/ 0 h 808923"/>
                <a:gd name="connsiteX1" fmla="*/ 635125 w 635124"/>
                <a:gd name="connsiteY1" fmla="*/ 808923 h 808923"/>
                <a:gd name="connsiteX2" fmla="*/ 569682 w 635124"/>
                <a:gd name="connsiteY2" fmla="*/ 695593 h 808923"/>
                <a:gd name="connsiteX3" fmla="*/ 0 w 635124"/>
                <a:gd name="connsiteY3" fmla="*/ 366679 h 808923"/>
                <a:gd name="connsiteX4" fmla="*/ 635125 w 635124"/>
                <a:gd name="connsiteY4" fmla="*/ 0 h 80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124" h="808923">
                  <a:moveTo>
                    <a:pt x="635125" y="0"/>
                  </a:moveTo>
                  <a:lnTo>
                    <a:pt x="635125" y="808923"/>
                  </a:lnTo>
                  <a:cubicBezTo>
                    <a:pt x="635125" y="762304"/>
                    <a:pt x="610041" y="718874"/>
                    <a:pt x="569682" y="695593"/>
                  </a:cubicBezTo>
                  <a:lnTo>
                    <a:pt x="0" y="366679"/>
                  </a:lnTo>
                  <a:lnTo>
                    <a:pt x="635125" y="0"/>
                  </a:lnTo>
                  <a:close/>
                </a:path>
              </a:pathLst>
            </a:custGeom>
            <a:solidFill>
              <a:srgbClr val="6035A3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6EE3155-7B18-A50A-45C9-3355D1D63F4A}"/>
              </a:ext>
            </a:extLst>
          </p:cNvPr>
          <p:cNvSpPr txBox="1"/>
          <p:nvPr/>
        </p:nvSpPr>
        <p:spPr>
          <a:xfrm>
            <a:off x="8159921" y="2124647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355BB6-BE4B-54F6-8D62-D04D3968E3C6}"/>
              </a:ext>
            </a:extLst>
          </p:cNvPr>
          <p:cNvSpPr txBox="1"/>
          <p:nvPr/>
        </p:nvSpPr>
        <p:spPr>
          <a:xfrm>
            <a:off x="8159921" y="4659568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ED9564-C2A3-7A51-48F4-1C1D545EEA27}"/>
              </a:ext>
            </a:extLst>
          </p:cNvPr>
          <p:cNvSpPr txBox="1"/>
          <p:nvPr/>
        </p:nvSpPr>
        <p:spPr>
          <a:xfrm>
            <a:off x="1107176" y="4995724"/>
            <a:ext cx="2916930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3030D28-06C9-ABA5-D950-7153066639EA}"/>
              </a:ext>
            </a:extLst>
          </p:cNvPr>
          <p:cNvSpPr/>
          <p:nvPr/>
        </p:nvSpPr>
        <p:spPr>
          <a:xfrm>
            <a:off x="346489" y="955867"/>
            <a:ext cx="11499023" cy="523415"/>
          </a:xfrm>
          <a:prstGeom prst="roundRect">
            <a:avLst>
              <a:gd name="adj" fmla="val 19282"/>
            </a:avLst>
          </a:prstGeom>
          <a:solidFill>
            <a:srgbClr val="7D95BE"/>
          </a:solidFill>
          <a:ln w="607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65F92A-840E-4AFE-C39A-40CED2AD0E0A}"/>
              </a:ext>
            </a:extLst>
          </p:cNvPr>
          <p:cNvSpPr txBox="1"/>
          <p:nvPr/>
        </p:nvSpPr>
        <p:spPr>
          <a:xfrm>
            <a:off x="5821759" y="2866370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C0980E-C78E-BE9D-ED9F-1B0067513313}"/>
              </a:ext>
            </a:extLst>
          </p:cNvPr>
          <p:cNvSpPr txBox="1"/>
          <p:nvPr/>
        </p:nvSpPr>
        <p:spPr>
          <a:xfrm>
            <a:off x="4860214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7F0361-E253-DD51-6C76-D41D8470C200}"/>
              </a:ext>
            </a:extLst>
          </p:cNvPr>
          <p:cNvSpPr txBox="1"/>
          <p:nvPr/>
        </p:nvSpPr>
        <p:spPr>
          <a:xfrm>
            <a:off x="6773538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20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4DD72-11CD-49C9-3C17-A3F856C4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D7D2-486F-3E2F-22BA-A95B8D5A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6DE1B4C4-68C4-FCC9-0726-E6539EFF3940}"/>
              </a:ext>
            </a:extLst>
          </p:cNvPr>
          <p:cNvGrpSpPr/>
          <p:nvPr/>
        </p:nvGrpSpPr>
        <p:grpSpPr>
          <a:xfrm>
            <a:off x="3502122" y="1152283"/>
            <a:ext cx="7557056" cy="1481811"/>
            <a:chOff x="3502122" y="1167974"/>
            <a:chExt cx="7557056" cy="1481811"/>
          </a:xfrm>
        </p:grpSpPr>
        <p:sp>
          <p:nvSpPr>
            <p:cNvPr id="520" name="Rectangle: Rounded Corners 519">
              <a:extLst>
                <a:ext uri="{FF2B5EF4-FFF2-40B4-BE49-F238E27FC236}">
                  <a16:creationId xmlns:a16="http://schemas.microsoft.com/office/drawing/2014/main" id="{9B31AF19-5FB9-9080-2D24-5F69ABFEE3CB}"/>
                </a:ext>
              </a:extLst>
            </p:cNvPr>
            <p:cNvSpPr/>
            <p:nvPr/>
          </p:nvSpPr>
          <p:spPr>
            <a:xfrm>
              <a:off x="3502122" y="1359771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1" name="Rectangle: Rounded Corners 520">
              <a:extLst>
                <a:ext uri="{FF2B5EF4-FFF2-40B4-BE49-F238E27FC236}">
                  <a16:creationId xmlns:a16="http://schemas.microsoft.com/office/drawing/2014/main" id="{AA6D111E-94BE-10E3-0FCB-C879008553BD}"/>
                </a:ext>
              </a:extLst>
            </p:cNvPr>
            <p:cNvSpPr/>
            <p:nvPr/>
          </p:nvSpPr>
          <p:spPr>
            <a:xfrm>
              <a:off x="3679973" y="1167974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74E1DA1-05C5-2044-1ECE-FFBFAA3538A9}"/>
              </a:ext>
            </a:extLst>
          </p:cNvPr>
          <p:cNvSpPr/>
          <p:nvPr/>
        </p:nvSpPr>
        <p:spPr>
          <a:xfrm>
            <a:off x="0" y="1369680"/>
            <a:ext cx="2039454" cy="4619788"/>
          </a:xfrm>
          <a:custGeom>
            <a:avLst/>
            <a:gdLst>
              <a:gd name="connsiteX0" fmla="*/ 0 w 2039454"/>
              <a:gd name="connsiteY0" fmla="*/ 0 h 4619788"/>
              <a:gd name="connsiteX1" fmla="*/ 179116 w 2039454"/>
              <a:gd name="connsiteY1" fmla="*/ 27336 h 4619788"/>
              <a:gd name="connsiteX2" fmla="*/ 2039454 w 2039454"/>
              <a:gd name="connsiteY2" fmla="*/ 2309894 h 4619788"/>
              <a:gd name="connsiteX3" fmla="*/ 179116 w 2039454"/>
              <a:gd name="connsiteY3" fmla="*/ 4592452 h 4619788"/>
              <a:gd name="connsiteX4" fmla="*/ 0 w 2039454"/>
              <a:gd name="connsiteY4" fmla="*/ 4619788 h 4619788"/>
              <a:gd name="connsiteX5" fmla="*/ 0 w 2039454"/>
              <a:gd name="connsiteY5" fmla="*/ 0 h 4619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9454" h="4619788">
                <a:moveTo>
                  <a:pt x="0" y="0"/>
                </a:moveTo>
                <a:lnTo>
                  <a:pt x="179116" y="27336"/>
                </a:lnTo>
                <a:cubicBezTo>
                  <a:pt x="1240808" y="244590"/>
                  <a:pt x="2039454" y="1183976"/>
                  <a:pt x="2039454" y="2309894"/>
                </a:cubicBezTo>
                <a:cubicBezTo>
                  <a:pt x="2039454" y="3435813"/>
                  <a:pt x="1240808" y="4375198"/>
                  <a:pt x="179116" y="4592452"/>
                </a:cubicBezTo>
                <a:lnTo>
                  <a:pt x="0" y="4619788"/>
                </a:lnTo>
                <a:lnTo>
                  <a:pt x="0" y="0"/>
                </a:lnTo>
                <a:close/>
              </a:path>
            </a:pathLst>
          </a:custGeom>
          <a:solidFill>
            <a:srgbClr val="DFE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4FFFBB7-E335-0187-9CD3-36BDD234ADD2}"/>
              </a:ext>
            </a:extLst>
          </p:cNvPr>
          <p:cNvSpPr/>
          <p:nvPr/>
        </p:nvSpPr>
        <p:spPr>
          <a:xfrm>
            <a:off x="-6959" y="1870554"/>
            <a:ext cx="1554285" cy="3568459"/>
          </a:xfrm>
          <a:custGeom>
            <a:avLst/>
            <a:gdLst>
              <a:gd name="connsiteX0" fmla="*/ 0 w 1554285"/>
              <a:gd name="connsiteY0" fmla="*/ 0 h 3568459"/>
              <a:gd name="connsiteX1" fmla="*/ 114315 w 1554285"/>
              <a:gd name="connsiteY1" fmla="*/ 17446 h 3568459"/>
              <a:gd name="connsiteX2" fmla="*/ 1554285 w 1554285"/>
              <a:gd name="connsiteY2" fmla="*/ 1784229 h 3568459"/>
              <a:gd name="connsiteX3" fmla="*/ 114315 w 1554285"/>
              <a:gd name="connsiteY3" fmla="*/ 3551012 h 3568459"/>
              <a:gd name="connsiteX4" fmla="*/ 0 w 1554285"/>
              <a:gd name="connsiteY4" fmla="*/ 3568459 h 3568459"/>
              <a:gd name="connsiteX5" fmla="*/ 0 w 1554285"/>
              <a:gd name="connsiteY5" fmla="*/ 0 h 3568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54285" h="3568459">
                <a:moveTo>
                  <a:pt x="0" y="0"/>
                </a:moveTo>
                <a:lnTo>
                  <a:pt x="114315" y="17446"/>
                </a:lnTo>
                <a:cubicBezTo>
                  <a:pt x="936104" y="185609"/>
                  <a:pt x="1554285" y="912727"/>
                  <a:pt x="1554285" y="1784229"/>
                </a:cubicBezTo>
                <a:cubicBezTo>
                  <a:pt x="1554285" y="2655731"/>
                  <a:pt x="936104" y="3382850"/>
                  <a:pt x="114315" y="3551012"/>
                </a:cubicBezTo>
                <a:lnTo>
                  <a:pt x="0" y="3568459"/>
                </a:lnTo>
                <a:lnTo>
                  <a:pt x="0" y="0"/>
                </a:lnTo>
                <a:close/>
              </a:path>
            </a:pathLst>
          </a:custGeom>
          <a:solidFill>
            <a:srgbClr val="60A6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4DA0AA9C-3E53-AAA3-79DE-B4C77A55008E}"/>
              </a:ext>
            </a:extLst>
          </p:cNvPr>
          <p:cNvGrpSpPr/>
          <p:nvPr/>
        </p:nvGrpSpPr>
        <p:grpSpPr>
          <a:xfrm>
            <a:off x="2514600" y="2815353"/>
            <a:ext cx="8907216" cy="1515331"/>
            <a:chOff x="2514600" y="2832625"/>
            <a:chExt cx="8907216" cy="1515331"/>
          </a:xfrm>
        </p:grpSpPr>
        <p:sp>
          <p:nvSpPr>
            <p:cNvPr id="789" name="Rectangle: Rounded Corners 788">
              <a:extLst>
                <a:ext uri="{FF2B5EF4-FFF2-40B4-BE49-F238E27FC236}">
                  <a16:creationId xmlns:a16="http://schemas.microsoft.com/office/drawing/2014/main" id="{FFFF8E67-8829-B9E6-75EF-CDCF36C33CFA}"/>
                </a:ext>
              </a:extLst>
            </p:cNvPr>
            <p:cNvSpPr/>
            <p:nvPr/>
          </p:nvSpPr>
          <p:spPr>
            <a:xfrm>
              <a:off x="3864760" y="3057942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15" name="Rectangle: Rounded Corners 514">
              <a:extLst>
                <a:ext uri="{FF2B5EF4-FFF2-40B4-BE49-F238E27FC236}">
                  <a16:creationId xmlns:a16="http://schemas.microsoft.com/office/drawing/2014/main" id="{D12EC4AE-DBA8-B4C6-E60E-AC9F4FA0FD3A}"/>
                </a:ext>
              </a:extLst>
            </p:cNvPr>
            <p:cNvSpPr/>
            <p:nvPr/>
          </p:nvSpPr>
          <p:spPr>
            <a:xfrm>
              <a:off x="4042611" y="2832625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8A0D1DE8-45D4-03E3-9D48-CE370AD3BC2A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00" y="3702949"/>
              <a:ext cx="1350160" cy="0"/>
            </a:xfrm>
            <a:prstGeom prst="line">
              <a:avLst/>
            </a:prstGeom>
            <a:noFill/>
            <a:ln w="3175">
              <a:solidFill>
                <a:srgbClr val="9464B8"/>
              </a:solidFill>
              <a:miter lim="800000"/>
              <a:headEnd type="oval" w="sm" len="sm"/>
              <a:tailEnd type="oval" w="sm" len="sm"/>
            </a:ln>
          </p:spPr>
        </p:cxnSp>
      </p:grpSp>
      <p:sp>
        <p:nvSpPr>
          <p:cNvPr id="2011" name="Oval 2010">
            <a:extLst>
              <a:ext uri="{FF2B5EF4-FFF2-40B4-BE49-F238E27FC236}">
                <a16:creationId xmlns:a16="http://schemas.microsoft.com/office/drawing/2014/main" id="{FBA4B89B-0CF2-A64B-DC51-3B8543EC3CAB}"/>
              </a:ext>
            </a:extLst>
          </p:cNvPr>
          <p:cNvSpPr/>
          <p:nvPr/>
        </p:nvSpPr>
        <p:spPr>
          <a:xfrm>
            <a:off x="1340074" y="2019097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12" name="Oval 2011">
            <a:extLst>
              <a:ext uri="{FF2B5EF4-FFF2-40B4-BE49-F238E27FC236}">
                <a16:creationId xmlns:a16="http://schemas.microsoft.com/office/drawing/2014/main" id="{13E4C9A3-932E-4A24-8260-F5E13ECFEF02}"/>
              </a:ext>
            </a:extLst>
          </p:cNvPr>
          <p:cNvSpPr/>
          <p:nvPr/>
        </p:nvSpPr>
        <p:spPr>
          <a:xfrm>
            <a:off x="1340074" y="4573580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13" name="Oval 2012">
            <a:extLst>
              <a:ext uri="{FF2B5EF4-FFF2-40B4-BE49-F238E27FC236}">
                <a16:creationId xmlns:a16="http://schemas.microsoft.com/office/drawing/2014/main" id="{84B36BB3-3B51-4F6B-36C4-7857FB511448}"/>
              </a:ext>
            </a:extLst>
          </p:cNvPr>
          <p:cNvSpPr/>
          <p:nvPr/>
        </p:nvSpPr>
        <p:spPr>
          <a:xfrm>
            <a:off x="1809739" y="3354454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3" name="TextBox 2042">
            <a:extLst>
              <a:ext uri="{FF2B5EF4-FFF2-40B4-BE49-F238E27FC236}">
                <a16:creationId xmlns:a16="http://schemas.microsoft.com/office/drawing/2014/main" id="{A7331970-A9A0-23FE-451E-BC556DABA34A}"/>
              </a:ext>
            </a:extLst>
          </p:cNvPr>
          <p:cNvSpPr txBox="1"/>
          <p:nvPr/>
        </p:nvSpPr>
        <p:spPr>
          <a:xfrm>
            <a:off x="169220" y="3454728"/>
            <a:ext cx="917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IN" sz="2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3BB9171-01F6-A84C-564D-0D057929F038}"/>
              </a:ext>
            </a:extLst>
          </p:cNvPr>
          <p:cNvGrpSpPr/>
          <p:nvPr/>
        </p:nvGrpSpPr>
        <p:grpSpPr>
          <a:xfrm>
            <a:off x="3502122" y="4515106"/>
            <a:ext cx="7557056" cy="1515331"/>
            <a:chOff x="3502122" y="4530797"/>
            <a:chExt cx="7557056" cy="1515331"/>
          </a:xfrm>
        </p:grpSpPr>
        <p:sp>
          <p:nvSpPr>
            <p:cNvPr id="523" name="Rectangle: Rounded Corners 522">
              <a:extLst>
                <a:ext uri="{FF2B5EF4-FFF2-40B4-BE49-F238E27FC236}">
                  <a16:creationId xmlns:a16="http://schemas.microsoft.com/office/drawing/2014/main" id="{292EAC91-EC43-2A9A-8614-A894B37E32A7}"/>
                </a:ext>
              </a:extLst>
            </p:cNvPr>
            <p:cNvSpPr/>
            <p:nvPr/>
          </p:nvSpPr>
          <p:spPr>
            <a:xfrm>
              <a:off x="3502122" y="4756114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4" name="Rectangle: Rounded Corners 523">
              <a:extLst>
                <a:ext uri="{FF2B5EF4-FFF2-40B4-BE49-F238E27FC236}">
                  <a16:creationId xmlns:a16="http://schemas.microsoft.com/office/drawing/2014/main" id="{5B81B4BA-8CE7-CCAA-10D2-258E00C880C0}"/>
                </a:ext>
              </a:extLst>
            </p:cNvPr>
            <p:cNvSpPr/>
            <p:nvPr/>
          </p:nvSpPr>
          <p:spPr>
            <a:xfrm>
              <a:off x="3679973" y="4530797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2000" name="Freeform: Shape 1999">
            <a:extLst>
              <a:ext uri="{FF2B5EF4-FFF2-40B4-BE49-F238E27FC236}">
                <a16:creationId xmlns:a16="http://schemas.microsoft.com/office/drawing/2014/main" id="{691975FC-34A9-9421-B444-59B0C43A3D59}"/>
              </a:ext>
            </a:extLst>
          </p:cNvPr>
          <p:cNvSpPr/>
          <p:nvPr/>
        </p:nvSpPr>
        <p:spPr bwMode="auto">
          <a:xfrm>
            <a:off x="2027238" y="1998159"/>
            <a:ext cx="1474884" cy="28623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0" name="Freeform: Shape 529">
            <a:extLst>
              <a:ext uri="{FF2B5EF4-FFF2-40B4-BE49-F238E27FC236}">
                <a16:creationId xmlns:a16="http://schemas.microsoft.com/office/drawing/2014/main" id="{3A313F65-8C01-F563-D13B-269E6B2169BD}"/>
              </a:ext>
            </a:extLst>
          </p:cNvPr>
          <p:cNvSpPr/>
          <p:nvPr/>
        </p:nvSpPr>
        <p:spPr bwMode="auto">
          <a:xfrm flipV="1">
            <a:off x="2027238" y="5056276"/>
            <a:ext cx="1474884" cy="3496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01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220023-7BE4-CD2A-8DB2-C1CFA697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BAEB48C-FEF8-4662-BF4E-AE4C60BB564E}"/>
              </a:ext>
            </a:extLst>
          </p:cNvPr>
          <p:cNvSpPr/>
          <p:nvPr/>
        </p:nvSpPr>
        <p:spPr>
          <a:xfrm>
            <a:off x="882315" y="1884345"/>
            <a:ext cx="1725801" cy="2566795"/>
          </a:xfrm>
          <a:custGeom>
            <a:avLst/>
            <a:gdLst>
              <a:gd name="connsiteX0" fmla="*/ 1725801 w 1725801"/>
              <a:gd name="connsiteY0" fmla="*/ 82245 h 2566795"/>
              <a:gd name="connsiteX1" fmla="*/ 1725801 w 1725801"/>
              <a:gd name="connsiteY1" fmla="*/ 1705411 h 2566795"/>
              <a:gd name="connsiteX2" fmla="*/ 1683081 w 1725801"/>
              <a:gd name="connsiteY2" fmla="*/ 1777480 h 2566795"/>
              <a:gd name="connsiteX3" fmla="*/ 747205 w 1725801"/>
              <a:gd name="connsiteY3" fmla="*/ 2289441 h 2566795"/>
              <a:gd name="connsiteX4" fmla="*/ 258757 w 1725801"/>
              <a:gd name="connsiteY4" fmla="*/ 2556668 h 2566795"/>
              <a:gd name="connsiteX5" fmla="*/ 143515 w 1725801"/>
              <a:gd name="connsiteY5" fmla="*/ 2516356 h 2566795"/>
              <a:gd name="connsiteX6" fmla="*/ 0 w 1725801"/>
              <a:gd name="connsiteY6" fmla="*/ 1807678 h 2566795"/>
              <a:gd name="connsiteX7" fmla="*/ 1635573 w 1725801"/>
              <a:gd name="connsiteY7" fmla="*/ 403 h 2566795"/>
              <a:gd name="connsiteX8" fmla="*/ 1725801 w 1725801"/>
              <a:gd name="connsiteY8" fmla="*/ 82245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801" h="2566795">
                <a:moveTo>
                  <a:pt x="1725801" y="82245"/>
                </a:moveTo>
                <a:lnTo>
                  <a:pt x="1725801" y="1705411"/>
                </a:lnTo>
                <a:cubicBezTo>
                  <a:pt x="1725801" y="1735411"/>
                  <a:pt x="1709399" y="1763089"/>
                  <a:pt x="1683081" y="1777480"/>
                </a:cubicBezTo>
                <a:lnTo>
                  <a:pt x="747205" y="2289441"/>
                </a:lnTo>
                <a:lnTo>
                  <a:pt x="258757" y="2556668"/>
                </a:lnTo>
                <a:cubicBezTo>
                  <a:pt x="215980" y="2580125"/>
                  <a:pt x="162580" y="2561258"/>
                  <a:pt x="143515" y="2516356"/>
                </a:cubicBezTo>
                <a:cubicBezTo>
                  <a:pt x="51105" y="2298620"/>
                  <a:pt x="0" y="2059126"/>
                  <a:pt x="0" y="1807678"/>
                </a:cubicBezTo>
                <a:cubicBezTo>
                  <a:pt x="0" y="865598"/>
                  <a:pt x="717290" y="91056"/>
                  <a:pt x="1635573" y="403"/>
                </a:cubicBezTo>
                <a:cubicBezTo>
                  <a:pt x="1683903" y="-4356"/>
                  <a:pt x="1725801" y="33661"/>
                  <a:pt x="1725801" y="82245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5ACDD79-8F94-98C0-15A3-3DE173A29817}"/>
              </a:ext>
            </a:extLst>
          </p:cNvPr>
          <p:cNvSpPr/>
          <p:nvPr/>
        </p:nvSpPr>
        <p:spPr>
          <a:xfrm>
            <a:off x="1185415" y="3806599"/>
            <a:ext cx="3026152" cy="1701650"/>
          </a:xfrm>
          <a:custGeom>
            <a:avLst/>
            <a:gdLst>
              <a:gd name="connsiteX0" fmla="*/ 3011560 w 3026152"/>
              <a:gd name="connsiteY0" fmla="*/ 911782 h 1701650"/>
              <a:gd name="connsiteX1" fmla="*/ 1513098 w 3026152"/>
              <a:gd name="connsiteY1" fmla="*/ 1701651 h 1701650"/>
              <a:gd name="connsiteX2" fmla="*/ 14580 w 3026152"/>
              <a:gd name="connsiteY2" fmla="*/ 911782 h 1701650"/>
              <a:gd name="connsiteX3" fmla="*/ 42654 w 3026152"/>
              <a:gd name="connsiteY3" fmla="*/ 792886 h 1701650"/>
              <a:gd name="connsiteX4" fmla="*/ 530989 w 3026152"/>
              <a:gd name="connsiteY4" fmla="*/ 525715 h 1701650"/>
              <a:gd name="connsiteX5" fmla="*/ 1473693 w 3026152"/>
              <a:gd name="connsiteY5" fmla="*/ 10071 h 1701650"/>
              <a:gd name="connsiteX6" fmla="*/ 1552532 w 3026152"/>
              <a:gd name="connsiteY6" fmla="*/ 10071 h 1701650"/>
              <a:gd name="connsiteX7" fmla="*/ 2495151 w 3026152"/>
              <a:gd name="connsiteY7" fmla="*/ 525715 h 1701650"/>
              <a:gd name="connsiteX8" fmla="*/ 2983486 w 3026152"/>
              <a:gd name="connsiteY8" fmla="*/ 792886 h 1701650"/>
              <a:gd name="connsiteX9" fmla="*/ 3011560 w 3026152"/>
              <a:gd name="connsiteY9" fmla="*/ 911782 h 170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26152" h="1701650">
                <a:moveTo>
                  <a:pt x="3011560" y="911782"/>
                </a:moveTo>
                <a:cubicBezTo>
                  <a:pt x="2684360" y="1388786"/>
                  <a:pt x="2135288" y="1701651"/>
                  <a:pt x="1513098" y="1701651"/>
                </a:cubicBezTo>
                <a:cubicBezTo>
                  <a:pt x="890909" y="1701651"/>
                  <a:pt x="341752" y="1388814"/>
                  <a:pt x="14580" y="911782"/>
                </a:cubicBezTo>
                <a:cubicBezTo>
                  <a:pt x="-13069" y="871584"/>
                  <a:pt x="-122" y="816314"/>
                  <a:pt x="42654" y="792886"/>
                </a:cubicBezTo>
                <a:lnTo>
                  <a:pt x="530989" y="525715"/>
                </a:lnTo>
                <a:lnTo>
                  <a:pt x="1473693" y="10071"/>
                </a:lnTo>
                <a:cubicBezTo>
                  <a:pt x="1498226" y="-3357"/>
                  <a:pt x="1527999" y="-3357"/>
                  <a:pt x="1552532" y="10071"/>
                </a:cubicBezTo>
                <a:lnTo>
                  <a:pt x="2495151" y="525715"/>
                </a:lnTo>
                <a:lnTo>
                  <a:pt x="2983486" y="792886"/>
                </a:lnTo>
                <a:cubicBezTo>
                  <a:pt x="3026262" y="816342"/>
                  <a:pt x="3039237" y="871584"/>
                  <a:pt x="3011560" y="911782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CE47AA9-BEE5-A390-D877-B37663CE545C}"/>
              </a:ext>
            </a:extLst>
          </p:cNvPr>
          <p:cNvSpPr/>
          <p:nvPr/>
        </p:nvSpPr>
        <p:spPr>
          <a:xfrm>
            <a:off x="2788940" y="1884345"/>
            <a:ext cx="1725744" cy="2566795"/>
          </a:xfrm>
          <a:custGeom>
            <a:avLst/>
            <a:gdLst>
              <a:gd name="connsiteX0" fmla="*/ 1725716 w 1725744"/>
              <a:gd name="connsiteY0" fmla="*/ 1807678 h 2566795"/>
              <a:gd name="connsiteX1" fmla="*/ 1582230 w 1725744"/>
              <a:gd name="connsiteY1" fmla="*/ 2516356 h 2566795"/>
              <a:gd name="connsiteX2" fmla="*/ 1466988 w 1725744"/>
              <a:gd name="connsiteY2" fmla="*/ 2556668 h 2566795"/>
              <a:gd name="connsiteX3" fmla="*/ 978539 w 1725744"/>
              <a:gd name="connsiteY3" fmla="*/ 2289441 h 2566795"/>
              <a:gd name="connsiteX4" fmla="*/ 42720 w 1725744"/>
              <a:gd name="connsiteY4" fmla="*/ 1777480 h 2566795"/>
              <a:gd name="connsiteX5" fmla="*/ 0 w 1725744"/>
              <a:gd name="connsiteY5" fmla="*/ 1705411 h 2566795"/>
              <a:gd name="connsiteX6" fmla="*/ 0 w 1725744"/>
              <a:gd name="connsiteY6" fmla="*/ 82245 h 2566795"/>
              <a:gd name="connsiteX7" fmla="*/ 90228 w 1725744"/>
              <a:gd name="connsiteY7" fmla="*/ 403 h 2566795"/>
              <a:gd name="connsiteX8" fmla="*/ 1725744 w 1725744"/>
              <a:gd name="connsiteY8" fmla="*/ 1807678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744" h="2566795">
                <a:moveTo>
                  <a:pt x="1725716" y="1807678"/>
                </a:moveTo>
                <a:cubicBezTo>
                  <a:pt x="1725716" y="2059098"/>
                  <a:pt x="1674611" y="2298620"/>
                  <a:pt x="1582230" y="2516356"/>
                </a:cubicBezTo>
                <a:cubicBezTo>
                  <a:pt x="1563193" y="2561258"/>
                  <a:pt x="1509793" y="2580125"/>
                  <a:pt x="1466988" y="2556668"/>
                </a:cubicBezTo>
                <a:lnTo>
                  <a:pt x="978539" y="2289441"/>
                </a:lnTo>
                <a:lnTo>
                  <a:pt x="42720" y="1777480"/>
                </a:lnTo>
                <a:cubicBezTo>
                  <a:pt x="16374" y="1763089"/>
                  <a:pt x="0" y="1735411"/>
                  <a:pt x="0" y="1705411"/>
                </a:cubicBezTo>
                <a:lnTo>
                  <a:pt x="0" y="82245"/>
                </a:lnTo>
                <a:cubicBezTo>
                  <a:pt x="0" y="33661"/>
                  <a:pt x="41898" y="-4356"/>
                  <a:pt x="90228" y="403"/>
                </a:cubicBezTo>
                <a:cubicBezTo>
                  <a:pt x="1008455" y="91056"/>
                  <a:pt x="1725744" y="865598"/>
                  <a:pt x="1725744" y="1807678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F92B6D-7F4D-1259-403B-5A89AB09FD9C}"/>
              </a:ext>
            </a:extLst>
          </p:cNvPr>
          <p:cNvSpPr/>
          <p:nvPr/>
        </p:nvSpPr>
        <p:spPr>
          <a:xfrm>
            <a:off x="1526289" y="2523283"/>
            <a:ext cx="1081855" cy="1650503"/>
          </a:xfrm>
          <a:custGeom>
            <a:avLst/>
            <a:gdLst>
              <a:gd name="connsiteX0" fmla="*/ 1039107 w 1081855"/>
              <a:gd name="connsiteY0" fmla="*/ 1138542 h 1650503"/>
              <a:gd name="connsiteX1" fmla="*/ 103231 w 1081855"/>
              <a:gd name="connsiteY1" fmla="*/ 1650503 h 1650503"/>
              <a:gd name="connsiteX2" fmla="*/ 0 w 1081855"/>
              <a:gd name="connsiteY2" fmla="*/ 1168740 h 1650503"/>
              <a:gd name="connsiteX3" fmla="*/ 1081855 w 1081855"/>
              <a:gd name="connsiteY3" fmla="*/ 0 h 1650503"/>
              <a:gd name="connsiteX4" fmla="*/ 1081855 w 1081855"/>
              <a:gd name="connsiteY4" fmla="*/ 1066473 h 1650503"/>
              <a:gd name="connsiteX5" fmla="*/ 1039135 w 1081855"/>
              <a:gd name="connsiteY5" fmla="*/ 1138542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855" h="1650503">
                <a:moveTo>
                  <a:pt x="1039107" y="1138542"/>
                </a:moveTo>
                <a:lnTo>
                  <a:pt x="103231" y="1650503"/>
                </a:lnTo>
                <a:cubicBezTo>
                  <a:pt x="36941" y="1503561"/>
                  <a:pt x="0" y="1340499"/>
                  <a:pt x="0" y="1168740"/>
                </a:cubicBezTo>
                <a:cubicBezTo>
                  <a:pt x="0" y="551792"/>
                  <a:pt x="476663" y="46148"/>
                  <a:pt x="1081855" y="0"/>
                </a:cubicBezTo>
                <a:lnTo>
                  <a:pt x="1081855" y="1066473"/>
                </a:lnTo>
                <a:cubicBezTo>
                  <a:pt x="1081855" y="1096473"/>
                  <a:pt x="1065453" y="1124151"/>
                  <a:pt x="1039135" y="1138542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288D9A8-CF43-25EA-C5E7-97F9FAA51097}"/>
              </a:ext>
            </a:extLst>
          </p:cNvPr>
          <p:cNvSpPr/>
          <p:nvPr/>
        </p:nvSpPr>
        <p:spPr>
          <a:xfrm>
            <a:off x="1716376" y="3806599"/>
            <a:ext cx="1964161" cy="1057676"/>
          </a:xfrm>
          <a:custGeom>
            <a:avLst/>
            <a:gdLst>
              <a:gd name="connsiteX0" fmla="*/ 1021543 w 1964161"/>
              <a:gd name="connsiteY0" fmla="*/ 10071 h 1057676"/>
              <a:gd name="connsiteX1" fmla="*/ 1964161 w 1964161"/>
              <a:gd name="connsiteY1" fmla="*/ 525715 h 1057676"/>
              <a:gd name="connsiteX2" fmla="*/ 982109 w 1964161"/>
              <a:gd name="connsiteY2" fmla="*/ 1057677 h 1057676"/>
              <a:gd name="connsiteX3" fmla="*/ 0 w 1964161"/>
              <a:gd name="connsiteY3" fmla="*/ 525715 h 1057676"/>
              <a:gd name="connsiteX4" fmla="*/ 942703 w 1964161"/>
              <a:gd name="connsiteY4" fmla="*/ 10071 h 1057676"/>
              <a:gd name="connsiteX5" fmla="*/ 1021543 w 1964161"/>
              <a:gd name="connsiteY5" fmla="*/ 10071 h 1057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4161" h="1057676">
                <a:moveTo>
                  <a:pt x="1021543" y="10071"/>
                </a:moveTo>
                <a:lnTo>
                  <a:pt x="1964161" y="525715"/>
                </a:lnTo>
                <a:cubicBezTo>
                  <a:pt x="1754980" y="846031"/>
                  <a:pt x="1393247" y="1057677"/>
                  <a:pt x="982109" y="1057677"/>
                </a:cubicBezTo>
                <a:cubicBezTo>
                  <a:pt x="570971" y="1057677"/>
                  <a:pt x="209238" y="846031"/>
                  <a:pt x="0" y="525715"/>
                </a:cubicBezTo>
                <a:lnTo>
                  <a:pt x="942703" y="10071"/>
                </a:lnTo>
                <a:cubicBezTo>
                  <a:pt x="967236" y="-3357"/>
                  <a:pt x="997010" y="-3357"/>
                  <a:pt x="1021543" y="10071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FB36EF-AAC0-4B12-213C-A4192C62DF13}"/>
              </a:ext>
            </a:extLst>
          </p:cNvPr>
          <p:cNvSpPr/>
          <p:nvPr/>
        </p:nvSpPr>
        <p:spPr>
          <a:xfrm>
            <a:off x="2788940" y="2523283"/>
            <a:ext cx="1081798" cy="1650503"/>
          </a:xfrm>
          <a:custGeom>
            <a:avLst/>
            <a:gdLst>
              <a:gd name="connsiteX0" fmla="*/ 1081770 w 1081798"/>
              <a:gd name="connsiteY0" fmla="*/ 1168740 h 1650503"/>
              <a:gd name="connsiteX1" fmla="*/ 978539 w 1081798"/>
              <a:gd name="connsiteY1" fmla="*/ 1650503 h 1650503"/>
              <a:gd name="connsiteX2" fmla="*/ 42720 w 1081798"/>
              <a:gd name="connsiteY2" fmla="*/ 1138542 h 1650503"/>
              <a:gd name="connsiteX3" fmla="*/ 0 w 1081798"/>
              <a:gd name="connsiteY3" fmla="*/ 1066473 h 1650503"/>
              <a:gd name="connsiteX4" fmla="*/ 0 w 1081798"/>
              <a:gd name="connsiteY4" fmla="*/ 0 h 1650503"/>
              <a:gd name="connsiteX5" fmla="*/ 1081799 w 1081798"/>
              <a:gd name="connsiteY5" fmla="*/ 1168740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798" h="1650503">
                <a:moveTo>
                  <a:pt x="1081770" y="1168740"/>
                </a:moveTo>
                <a:cubicBezTo>
                  <a:pt x="1081770" y="1340499"/>
                  <a:pt x="1044829" y="1503589"/>
                  <a:pt x="978539" y="1650503"/>
                </a:cubicBezTo>
                <a:lnTo>
                  <a:pt x="42720" y="1138542"/>
                </a:lnTo>
                <a:cubicBezTo>
                  <a:pt x="16374" y="1124151"/>
                  <a:pt x="0" y="1096473"/>
                  <a:pt x="0" y="1066473"/>
                </a:cubicBezTo>
                <a:lnTo>
                  <a:pt x="0" y="0"/>
                </a:lnTo>
                <a:cubicBezTo>
                  <a:pt x="605135" y="46176"/>
                  <a:pt x="1081799" y="551792"/>
                  <a:pt x="1081799" y="1168740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B474247-BCB0-36EC-BA86-78D44CA7AF6E}"/>
              </a:ext>
            </a:extLst>
          </p:cNvPr>
          <p:cNvSpPr/>
          <p:nvPr/>
        </p:nvSpPr>
        <p:spPr>
          <a:xfrm>
            <a:off x="1671871" y="2665437"/>
            <a:ext cx="2053227" cy="2053227"/>
          </a:xfrm>
          <a:custGeom>
            <a:avLst/>
            <a:gdLst>
              <a:gd name="connsiteX0" fmla="*/ 2053228 w 2053227"/>
              <a:gd name="connsiteY0" fmla="*/ 1026614 h 2053227"/>
              <a:gd name="connsiteX1" fmla="*/ 1026614 w 2053227"/>
              <a:gd name="connsiteY1" fmla="*/ 2053228 h 2053227"/>
              <a:gd name="connsiteX2" fmla="*/ 0 w 2053227"/>
              <a:gd name="connsiteY2" fmla="*/ 1026614 h 2053227"/>
              <a:gd name="connsiteX3" fmla="*/ 1026614 w 2053227"/>
              <a:gd name="connsiteY3" fmla="*/ 0 h 2053227"/>
              <a:gd name="connsiteX4" fmla="*/ 2053228 w 2053227"/>
              <a:gd name="connsiteY4" fmla="*/ 1026614 h 2053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3227" h="2053227">
                <a:moveTo>
                  <a:pt x="2053228" y="1026614"/>
                </a:moveTo>
                <a:cubicBezTo>
                  <a:pt x="2053228" y="1593597"/>
                  <a:pt x="1593597" y="2053228"/>
                  <a:pt x="1026614" y="2053228"/>
                </a:cubicBezTo>
                <a:cubicBezTo>
                  <a:pt x="459631" y="2053228"/>
                  <a:pt x="0" y="1593597"/>
                  <a:pt x="0" y="1026614"/>
                </a:cubicBezTo>
                <a:cubicBezTo>
                  <a:pt x="0" y="459631"/>
                  <a:pt x="459631" y="0"/>
                  <a:pt x="1026614" y="0"/>
                </a:cubicBezTo>
                <a:cubicBezTo>
                  <a:pt x="1593597" y="0"/>
                  <a:pt x="2053228" y="459631"/>
                  <a:pt x="2053228" y="1026614"/>
                </a:cubicBezTo>
                <a:close/>
              </a:path>
            </a:pathLst>
          </a:custGeom>
          <a:solidFill>
            <a:schemeClr val="bg1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81691A9-DA39-D1C2-97EB-B1437700A3B9}"/>
              </a:ext>
            </a:extLst>
          </p:cNvPr>
          <p:cNvSpPr/>
          <p:nvPr/>
        </p:nvSpPr>
        <p:spPr>
          <a:xfrm>
            <a:off x="5205118" y="1938799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578B3458-74C9-6F98-5330-FFC443D5C922}"/>
              </a:ext>
            </a:extLst>
          </p:cNvPr>
          <p:cNvSpPr/>
          <p:nvPr/>
        </p:nvSpPr>
        <p:spPr>
          <a:xfrm rot="5400000">
            <a:off x="8146522" y="-232454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7B7FB11-5785-E056-8CCE-5712818A8170}"/>
              </a:ext>
            </a:extLst>
          </p:cNvPr>
          <p:cNvSpPr/>
          <p:nvPr/>
        </p:nvSpPr>
        <p:spPr>
          <a:xfrm>
            <a:off x="5989972" y="186667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60A6D8"/>
          </a:solidFill>
          <a:ln w="3175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958E34E-BF31-DB5B-77B4-3A319C2BEEE6}"/>
              </a:ext>
            </a:extLst>
          </p:cNvPr>
          <p:cNvSpPr/>
          <p:nvPr/>
        </p:nvSpPr>
        <p:spPr>
          <a:xfrm>
            <a:off x="5946487" y="2030245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ECFA867-6719-3128-B2D1-9A11EFB6E594}"/>
              </a:ext>
            </a:extLst>
          </p:cNvPr>
          <p:cNvSpPr/>
          <p:nvPr/>
        </p:nvSpPr>
        <p:spPr>
          <a:xfrm>
            <a:off x="5205118" y="3236380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40F21F3-043D-B80D-84FC-A20730FE9B4B}"/>
              </a:ext>
            </a:extLst>
          </p:cNvPr>
          <p:cNvSpPr/>
          <p:nvPr/>
        </p:nvSpPr>
        <p:spPr>
          <a:xfrm>
            <a:off x="5989972" y="316425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B898D0"/>
          </a:solidFill>
          <a:ln w="3175" cap="flat">
            <a:solidFill>
              <a:srgbClr val="B898D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ED093F0-9B06-3901-E367-EC694F122479}"/>
              </a:ext>
            </a:extLst>
          </p:cNvPr>
          <p:cNvSpPr/>
          <p:nvPr/>
        </p:nvSpPr>
        <p:spPr>
          <a:xfrm>
            <a:off x="5946487" y="3327826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95A81C7-367D-67F0-A98E-EAABB43F8CE2}"/>
              </a:ext>
            </a:extLst>
          </p:cNvPr>
          <p:cNvSpPr/>
          <p:nvPr/>
        </p:nvSpPr>
        <p:spPr>
          <a:xfrm>
            <a:off x="5205118" y="4533988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3995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28B3138-8BA0-B689-5A2B-4E64121DD586}"/>
              </a:ext>
            </a:extLst>
          </p:cNvPr>
          <p:cNvSpPr/>
          <p:nvPr/>
        </p:nvSpPr>
        <p:spPr>
          <a:xfrm>
            <a:off x="5989972" y="4461863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9A8DC8"/>
          </a:solidFill>
          <a:ln w="3175" cap="flat">
            <a:solidFill>
              <a:srgbClr val="9A8DC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B20C141-777F-6BCE-9A81-E5C63DCB36D4}"/>
              </a:ext>
            </a:extLst>
          </p:cNvPr>
          <p:cNvSpPr/>
          <p:nvPr/>
        </p:nvSpPr>
        <p:spPr>
          <a:xfrm>
            <a:off x="5946487" y="4625434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8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7" name="Rectangle: Top Corners Rounded 96">
            <a:extLst>
              <a:ext uri="{FF2B5EF4-FFF2-40B4-BE49-F238E27FC236}">
                <a16:creationId xmlns:a16="http://schemas.microsoft.com/office/drawing/2014/main" id="{CF4D5D3D-60EB-AD9D-290A-FE80350F2CBA}"/>
              </a:ext>
            </a:extLst>
          </p:cNvPr>
          <p:cNvSpPr/>
          <p:nvPr/>
        </p:nvSpPr>
        <p:spPr>
          <a:xfrm rot="5400000">
            <a:off x="8146522" y="1065126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9464B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D190A6A2-789D-B128-47EE-3EDD78007340}"/>
              </a:ext>
            </a:extLst>
          </p:cNvPr>
          <p:cNvSpPr/>
          <p:nvPr/>
        </p:nvSpPr>
        <p:spPr>
          <a:xfrm rot="5400000">
            <a:off x="8146522" y="2362735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3175" cap="flat">
            <a:solidFill>
              <a:srgbClr val="6754A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198BE5B-71CD-AC89-D4CF-4396DD37F750}"/>
              </a:ext>
            </a:extLst>
          </p:cNvPr>
          <p:cNvSpPr txBox="1"/>
          <p:nvPr/>
        </p:nvSpPr>
        <p:spPr>
          <a:xfrm>
            <a:off x="2001066" y="3507384"/>
            <a:ext cx="139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</a:rPr>
              <a:t>Text</a:t>
            </a:r>
            <a:endParaRPr lang="en-IN" sz="1600" b="1" dirty="0">
              <a:latin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6869CF-5C3D-0A7A-D444-EB1AB70ED1C9}"/>
              </a:ext>
            </a:extLst>
          </p:cNvPr>
          <p:cNvSpPr txBox="1"/>
          <p:nvPr/>
        </p:nvSpPr>
        <p:spPr>
          <a:xfrm rot="17966177">
            <a:off x="1462166" y="2585641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6281817-2D01-BDE3-BF6C-72247E31C058}"/>
              </a:ext>
            </a:extLst>
          </p:cNvPr>
          <p:cNvSpPr txBox="1"/>
          <p:nvPr/>
        </p:nvSpPr>
        <p:spPr>
          <a:xfrm rot="3317464">
            <a:off x="2430138" y="2501086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355B98A-ABCE-FA62-6A8E-676128B517FA}"/>
              </a:ext>
            </a:extLst>
          </p:cNvPr>
          <p:cNvSpPr txBox="1"/>
          <p:nvPr/>
        </p:nvSpPr>
        <p:spPr>
          <a:xfrm>
            <a:off x="1973091" y="3545155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D27D025-9CCB-6E7C-4D2F-C08AD8BD4A2E}"/>
              </a:ext>
            </a:extLst>
          </p:cNvPr>
          <p:cNvSpPr txBox="1"/>
          <p:nvPr/>
        </p:nvSpPr>
        <p:spPr>
          <a:xfrm>
            <a:off x="6134364" y="216786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2BEB625-6933-1D92-BBC5-3F6BBB5001A5}"/>
              </a:ext>
            </a:extLst>
          </p:cNvPr>
          <p:cNvSpPr txBox="1"/>
          <p:nvPr/>
        </p:nvSpPr>
        <p:spPr>
          <a:xfrm>
            <a:off x="6134364" y="346544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968BAFC-02C1-9C83-DE11-645068F6A971}"/>
              </a:ext>
            </a:extLst>
          </p:cNvPr>
          <p:cNvSpPr txBox="1"/>
          <p:nvPr/>
        </p:nvSpPr>
        <p:spPr>
          <a:xfrm>
            <a:off x="6134364" y="4763049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69394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49452E-7B68-1D7B-71B1-1AAD0AA47101}"/>
              </a:ext>
            </a:extLst>
          </p:cNvPr>
          <p:cNvSpPr/>
          <p:nvPr/>
        </p:nvSpPr>
        <p:spPr>
          <a:xfrm>
            <a:off x="3691469" y="2796506"/>
            <a:ext cx="4809064" cy="2586962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EDE5F3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DC1880AE-E614-ED7C-6BC8-A6CA7603450D}"/>
              </a:ext>
            </a:extLst>
          </p:cNvPr>
          <p:cNvSpPr/>
          <p:nvPr/>
        </p:nvSpPr>
        <p:spPr>
          <a:xfrm>
            <a:off x="4749800" y="3935132"/>
            <a:ext cx="2692400" cy="1448336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9464B8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223B9FB-0949-0CC8-9501-5D5B50C667DF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BF0FD4-3797-50FC-E53C-AA3E6D26011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9DB0B769-4CED-AE1A-FCD1-B5D7536A5AA3}"/>
              </a:ext>
            </a:extLst>
          </p:cNvPr>
          <p:cNvSpPr/>
          <p:nvPr/>
        </p:nvSpPr>
        <p:spPr>
          <a:xfrm>
            <a:off x="327205" y="3893359"/>
            <a:ext cx="29514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72AD5BFD-0D7E-7734-DF72-A680807BD422}"/>
              </a:ext>
            </a:extLst>
          </p:cNvPr>
          <p:cNvSpPr/>
          <p:nvPr/>
        </p:nvSpPr>
        <p:spPr>
          <a:xfrm>
            <a:off x="8854610" y="3893359"/>
            <a:ext cx="29481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3CB60AA-8AD5-BDC5-A2A2-E82512E86E99}"/>
              </a:ext>
            </a:extLst>
          </p:cNvPr>
          <p:cNvSpPr/>
          <p:nvPr/>
        </p:nvSpPr>
        <p:spPr>
          <a:xfrm>
            <a:off x="4615988" y="1674429"/>
            <a:ext cx="29960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8F10BE69-3397-1456-C741-91A789D5B171}"/>
              </a:ext>
            </a:extLst>
          </p:cNvPr>
          <p:cNvSpPr/>
          <p:nvPr/>
        </p:nvSpPr>
        <p:spPr>
          <a:xfrm>
            <a:off x="6019438" y="2712720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524D31E4-DA71-FD5E-0E83-87BBA7723FFC}"/>
              </a:ext>
            </a:extLst>
          </p:cNvPr>
          <p:cNvSpPr/>
          <p:nvPr/>
        </p:nvSpPr>
        <p:spPr>
          <a:xfrm>
            <a:off x="3709033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F69CD66F-F29E-826E-80C6-9ED07521B734}"/>
              </a:ext>
            </a:extLst>
          </p:cNvPr>
          <p:cNvSpPr/>
          <p:nvPr/>
        </p:nvSpPr>
        <p:spPr>
          <a:xfrm>
            <a:off x="8329844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FF"/>
              </a:solidFill>
              <a:latin typeface="Arial"/>
              <a:cs typeface="Arial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428F6C5-99CD-7341-ABC5-D899724EFB83}"/>
              </a:ext>
            </a:extLst>
          </p:cNvPr>
          <p:cNvGrpSpPr/>
          <p:nvPr/>
        </p:nvGrpSpPr>
        <p:grpSpPr>
          <a:xfrm flipH="1">
            <a:off x="6959838" y="1528274"/>
            <a:ext cx="2225694" cy="2590133"/>
            <a:chOff x="2910328" y="2645899"/>
            <a:chExt cx="2225694" cy="2590133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2782681-2DEC-F37A-3648-215D76F151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A7348FA-D258-504C-66E4-096B48CB8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9AD073-29EB-0D73-0B1C-305605F00CAB}"/>
              </a:ext>
            </a:extLst>
          </p:cNvPr>
          <p:cNvGrpSpPr/>
          <p:nvPr/>
        </p:nvGrpSpPr>
        <p:grpSpPr>
          <a:xfrm>
            <a:off x="3006468" y="1528274"/>
            <a:ext cx="2225694" cy="2590133"/>
            <a:chOff x="2910328" y="2645899"/>
            <a:chExt cx="2225694" cy="2590133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CD21A22-FBBC-7A9A-4184-2E253F9EF9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4097E5E-7155-9B3E-B6E6-6DC447A6C1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6CBB3644-CD71-0569-D9BC-8243A26AF41B}"/>
              </a:ext>
            </a:extLst>
          </p:cNvPr>
          <p:cNvSpPr txBox="1"/>
          <p:nvPr/>
        </p:nvSpPr>
        <p:spPr>
          <a:xfrm>
            <a:off x="5229724" y="4599661"/>
            <a:ext cx="1732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B60D6A-00F9-DCEA-C9AD-7DD6B46611CA}"/>
              </a:ext>
            </a:extLst>
          </p:cNvPr>
          <p:cNvSpPr/>
          <p:nvPr/>
        </p:nvSpPr>
        <p:spPr>
          <a:xfrm>
            <a:off x="358203" y="5462404"/>
            <a:ext cx="11475595" cy="778933"/>
          </a:xfrm>
          <a:prstGeom prst="roundRect">
            <a:avLst>
              <a:gd name="adj" fmla="val 8152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39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B7FD-F21E-CC68-B73F-09612621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7F4B03C-1626-A056-DC4F-E959E9B2AA54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8FC8C-622D-62D7-61A9-5B1BF6164FE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4386B4B-B78D-E5AC-6A3D-B05F2311419B}"/>
              </a:ext>
            </a:extLst>
          </p:cNvPr>
          <p:cNvGrpSpPr/>
          <p:nvPr/>
        </p:nvGrpSpPr>
        <p:grpSpPr>
          <a:xfrm>
            <a:off x="489334" y="1898034"/>
            <a:ext cx="11213332" cy="4102619"/>
            <a:chOff x="489334" y="2092960"/>
            <a:chExt cx="11213332" cy="410261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2A753C4-A351-65C7-5A4B-9F280711A437}"/>
                </a:ext>
              </a:extLst>
            </p:cNvPr>
            <p:cNvGrpSpPr/>
            <p:nvPr/>
          </p:nvGrpSpPr>
          <p:grpSpPr>
            <a:xfrm>
              <a:off x="489334" y="2092960"/>
              <a:ext cx="4437147" cy="1336039"/>
              <a:chOff x="457381" y="2092960"/>
              <a:chExt cx="4437147" cy="1336039"/>
            </a:xfrm>
          </p:grpSpPr>
          <p:sp>
            <p:nvSpPr>
              <p:cNvPr id="25" name="Rounded Rectangle 2763">
                <a:extLst>
                  <a:ext uri="{FF2B5EF4-FFF2-40B4-BE49-F238E27FC236}">
                    <a16:creationId xmlns:a16="http://schemas.microsoft.com/office/drawing/2014/main" id="{89746D70-37EB-E81E-3E3D-FC45AA6D8274}"/>
                  </a:ext>
                </a:extLst>
              </p:cNvPr>
              <p:cNvSpPr/>
              <p:nvPr/>
            </p:nvSpPr>
            <p:spPr>
              <a:xfrm flipH="1">
                <a:off x="457381" y="2092960"/>
                <a:ext cx="4437147" cy="1336039"/>
              </a:xfrm>
              <a:prstGeom prst="roundRect">
                <a:avLst>
                  <a:gd name="adj" fmla="val 7605"/>
                </a:avLst>
              </a:prstGeom>
              <a:solidFill>
                <a:schemeClr val="bg1"/>
              </a:solidFill>
              <a:ln w="3175" cap="flat">
                <a:solidFill>
                  <a:srgbClr val="B898D0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159647E-480C-AB39-3E69-E6D0D330A6B8}"/>
                  </a:ext>
                </a:extLst>
              </p:cNvPr>
              <p:cNvSpPr/>
              <p:nvPr/>
            </p:nvSpPr>
            <p:spPr bwMode="auto">
              <a:xfrm flipH="1">
                <a:off x="533932" y="2177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B898D0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1ABAD38-32FC-CE16-0E7D-7B76C7BCDCC0}"/>
                  </a:ext>
                </a:extLst>
              </p:cNvPr>
              <p:cNvSpPr txBox="1"/>
              <p:nvPr/>
            </p:nvSpPr>
            <p:spPr>
              <a:xfrm>
                <a:off x="533932" y="2503309"/>
                <a:ext cx="41327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7" name="Rounded Rectangle 2763">
              <a:extLst>
                <a:ext uri="{FF2B5EF4-FFF2-40B4-BE49-F238E27FC236}">
                  <a16:creationId xmlns:a16="http://schemas.microsoft.com/office/drawing/2014/main" id="{A96EDB4A-38DF-89F9-F6BC-571B48F51F1E}"/>
                </a:ext>
              </a:extLst>
            </p:cNvPr>
            <p:cNvSpPr/>
            <p:nvPr/>
          </p:nvSpPr>
          <p:spPr>
            <a:xfrm flipH="1">
              <a:off x="7265519" y="2092960"/>
              <a:ext cx="4437147" cy="1336039"/>
            </a:xfrm>
            <a:prstGeom prst="roundRect">
              <a:avLst>
                <a:gd name="adj" fmla="val 7605"/>
              </a:avLst>
            </a:prstGeom>
            <a:solidFill>
              <a:schemeClr val="bg1"/>
            </a:solidFill>
            <a:ln w="3175" cap="flat">
              <a:solidFill>
                <a:srgbClr val="7D95BE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079500"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19DDBD54-09AD-7AA3-51BB-362623E0E8F6}"/>
                </a:ext>
              </a:extLst>
            </p:cNvPr>
            <p:cNvSpPr/>
            <p:nvPr/>
          </p:nvSpPr>
          <p:spPr bwMode="auto">
            <a:xfrm flipH="1">
              <a:off x="9508287" y="2177568"/>
              <a:ext cx="2117828" cy="289804"/>
            </a:xfrm>
            <a:prstGeom prst="roundRect">
              <a:avLst>
                <a:gd name="adj" fmla="val 21911"/>
              </a:avLst>
            </a:prstGeom>
            <a:solidFill>
              <a:srgbClr val="7D95BE"/>
            </a:solidFill>
            <a:ln w="3175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Title</a:t>
              </a: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6905F9A-F84E-C26A-D8C8-0C6F8AC4AA9E}"/>
                </a:ext>
              </a:extLst>
            </p:cNvPr>
            <p:cNvSpPr txBox="1"/>
            <p:nvPr/>
          </p:nvSpPr>
          <p:spPr>
            <a:xfrm>
              <a:off x="7493381" y="2503309"/>
              <a:ext cx="41327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Lorem ipsum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sit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amet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consectetuer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adipiscing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elit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commodo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ligula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eget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massa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Cum sociis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natoque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penatibus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et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magnis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dis parturient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montes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nascetur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ridiculus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mus.</a:t>
              </a:r>
              <a:endParaRPr lang="en-IN" sz="11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AFDF11C-3D80-8B8D-0F6F-EE2F5D7D992D}"/>
                </a:ext>
              </a:extLst>
            </p:cNvPr>
            <p:cNvGrpSpPr/>
            <p:nvPr/>
          </p:nvGrpSpPr>
          <p:grpSpPr>
            <a:xfrm>
              <a:off x="3581583" y="5013960"/>
              <a:ext cx="5028834" cy="1181619"/>
              <a:chOff x="3581583" y="5013960"/>
              <a:chExt cx="5028834" cy="1181619"/>
            </a:xfrm>
          </p:grpSpPr>
          <p:sp>
            <p:nvSpPr>
              <p:cNvPr id="341" name="Rounded Rectangle 2763">
                <a:extLst>
                  <a:ext uri="{FF2B5EF4-FFF2-40B4-BE49-F238E27FC236}">
                    <a16:creationId xmlns:a16="http://schemas.microsoft.com/office/drawing/2014/main" id="{95B316E5-D28C-5119-3355-98271E053F48}"/>
                  </a:ext>
                </a:extLst>
              </p:cNvPr>
              <p:cNvSpPr/>
              <p:nvPr/>
            </p:nvSpPr>
            <p:spPr>
              <a:xfrm flipH="1">
                <a:off x="3581583" y="5013960"/>
                <a:ext cx="5028834" cy="1181619"/>
              </a:xfrm>
              <a:prstGeom prst="roundRect">
                <a:avLst>
                  <a:gd name="adj" fmla="val 8598"/>
                </a:avLst>
              </a:prstGeom>
              <a:solidFill>
                <a:schemeClr val="bg1"/>
              </a:solidFill>
              <a:ln w="3175" cap="flat">
                <a:solidFill>
                  <a:srgbClr val="60A6D8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42" name="Rectangle: Rounded Corners 341">
                <a:extLst>
                  <a:ext uri="{FF2B5EF4-FFF2-40B4-BE49-F238E27FC236}">
                    <a16:creationId xmlns:a16="http://schemas.microsoft.com/office/drawing/2014/main" id="{9FA69C13-F51A-CC33-ACF9-D7CD9C490444}"/>
                  </a:ext>
                </a:extLst>
              </p:cNvPr>
              <p:cNvSpPr/>
              <p:nvPr/>
            </p:nvSpPr>
            <p:spPr bwMode="auto">
              <a:xfrm flipH="1">
                <a:off x="3658132" y="5098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60A6D8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840E13-2712-740F-6B64-7C65D1C15954}"/>
                  </a:ext>
                </a:extLst>
              </p:cNvPr>
              <p:cNvSpPr txBox="1"/>
              <p:nvPr/>
            </p:nvSpPr>
            <p:spPr>
              <a:xfrm>
                <a:off x="3658132" y="5424309"/>
                <a:ext cx="47882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999DC4-B371-419D-9B33-46605CEF370D}"/>
                </a:ext>
              </a:extLst>
            </p:cNvPr>
            <p:cNvGrpSpPr/>
            <p:nvPr/>
          </p:nvGrpSpPr>
          <p:grpSpPr>
            <a:xfrm>
              <a:off x="4734046" y="2506118"/>
              <a:ext cx="2723908" cy="2647956"/>
              <a:chOff x="4406901" y="1040145"/>
              <a:chExt cx="3378200" cy="3284004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24C27BD-6351-FF83-DCF7-918CCBF19E38}"/>
                  </a:ext>
                </a:extLst>
              </p:cNvPr>
              <p:cNvSpPr/>
              <p:nvPr/>
            </p:nvSpPr>
            <p:spPr>
              <a:xfrm>
                <a:off x="4930494" y="1235560"/>
                <a:ext cx="2331012" cy="2331009"/>
              </a:xfrm>
              <a:custGeom>
                <a:avLst/>
                <a:gdLst>
                  <a:gd name="connsiteX0" fmla="*/ 1227904 w 2455808"/>
                  <a:gd name="connsiteY0" fmla="*/ 2455807 h 2455807"/>
                  <a:gd name="connsiteX1" fmla="*/ 359640 w 2455808"/>
                  <a:gd name="connsiteY1" fmla="*/ 2096168 h 2455807"/>
                  <a:gd name="connsiteX2" fmla="*/ 0 w 2455808"/>
                  <a:gd name="connsiteY2" fmla="*/ 1227904 h 2455807"/>
                  <a:gd name="connsiteX3" fmla="*/ 359640 w 2455808"/>
                  <a:gd name="connsiteY3" fmla="*/ 359639 h 2455807"/>
                  <a:gd name="connsiteX4" fmla="*/ 1227904 w 2455808"/>
                  <a:gd name="connsiteY4" fmla="*/ 0 h 2455807"/>
                  <a:gd name="connsiteX5" fmla="*/ 2096169 w 2455808"/>
                  <a:gd name="connsiteY5" fmla="*/ 359639 h 2455807"/>
                  <a:gd name="connsiteX6" fmla="*/ 2455809 w 2455808"/>
                  <a:gd name="connsiteY6" fmla="*/ 1227904 h 2455807"/>
                  <a:gd name="connsiteX7" fmla="*/ 2096169 w 2455808"/>
                  <a:gd name="connsiteY7" fmla="*/ 2096168 h 2455807"/>
                  <a:gd name="connsiteX8" fmla="*/ 1227904 w 2455808"/>
                  <a:gd name="connsiteY8" fmla="*/ 2455807 h 2455807"/>
                  <a:gd name="connsiteX9" fmla="*/ 1227904 w 2455808"/>
                  <a:gd name="connsiteY9" fmla="*/ 155478 h 2455807"/>
                  <a:gd name="connsiteX10" fmla="*/ 155478 w 2455808"/>
                  <a:gd name="connsiteY10" fmla="*/ 1227904 h 2455807"/>
                  <a:gd name="connsiteX11" fmla="*/ 1227904 w 2455808"/>
                  <a:gd name="connsiteY11" fmla="*/ 2300329 h 2455807"/>
                  <a:gd name="connsiteX12" fmla="*/ 2300330 w 2455808"/>
                  <a:gd name="connsiteY12" fmla="*/ 1227904 h 2455807"/>
                  <a:gd name="connsiteX13" fmla="*/ 1227904 w 2455808"/>
                  <a:gd name="connsiteY13" fmla="*/ 155478 h 2455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5808" h="2455807">
                    <a:moveTo>
                      <a:pt x="1227904" y="2455807"/>
                    </a:moveTo>
                    <a:cubicBezTo>
                      <a:pt x="899908" y="2455807"/>
                      <a:pt x="591563" y="2328091"/>
                      <a:pt x="359640" y="2096168"/>
                    </a:cubicBezTo>
                    <a:cubicBezTo>
                      <a:pt x="127716" y="1864244"/>
                      <a:pt x="0" y="1555900"/>
                      <a:pt x="0" y="1227904"/>
                    </a:cubicBezTo>
                    <a:cubicBezTo>
                      <a:pt x="0" y="899907"/>
                      <a:pt x="127716" y="591563"/>
                      <a:pt x="359640" y="359639"/>
                    </a:cubicBezTo>
                    <a:cubicBezTo>
                      <a:pt x="591563" y="127716"/>
                      <a:pt x="899908" y="0"/>
                      <a:pt x="1227904" y="0"/>
                    </a:cubicBezTo>
                    <a:cubicBezTo>
                      <a:pt x="1555901" y="0"/>
                      <a:pt x="1864245" y="127716"/>
                      <a:pt x="2096169" y="359639"/>
                    </a:cubicBezTo>
                    <a:cubicBezTo>
                      <a:pt x="2328093" y="591563"/>
                      <a:pt x="2455809" y="899907"/>
                      <a:pt x="2455809" y="1227904"/>
                    </a:cubicBezTo>
                    <a:cubicBezTo>
                      <a:pt x="2455809" y="1555900"/>
                      <a:pt x="2328093" y="1864244"/>
                      <a:pt x="2096169" y="2096168"/>
                    </a:cubicBezTo>
                    <a:cubicBezTo>
                      <a:pt x="1864245" y="2328091"/>
                      <a:pt x="1555901" y="2455807"/>
                      <a:pt x="1227904" y="2455807"/>
                    </a:cubicBezTo>
                    <a:close/>
                    <a:moveTo>
                      <a:pt x="1227904" y="155478"/>
                    </a:moveTo>
                    <a:cubicBezTo>
                      <a:pt x="636565" y="155478"/>
                      <a:pt x="155478" y="636565"/>
                      <a:pt x="155478" y="1227904"/>
                    </a:cubicBezTo>
                    <a:cubicBezTo>
                      <a:pt x="155478" y="1819243"/>
                      <a:pt x="636565" y="2300329"/>
                      <a:pt x="1227904" y="2300329"/>
                    </a:cubicBezTo>
                    <a:cubicBezTo>
                      <a:pt x="1819244" y="2300329"/>
                      <a:pt x="2300330" y="1819243"/>
                      <a:pt x="2300330" y="1227904"/>
                    </a:cubicBezTo>
                    <a:cubicBezTo>
                      <a:pt x="2300330" y="636565"/>
                      <a:pt x="1819244" y="155478"/>
                      <a:pt x="1227904" y="155478"/>
                    </a:cubicBezTo>
                    <a:close/>
                  </a:path>
                </a:pathLst>
              </a:custGeom>
              <a:solidFill>
                <a:srgbClr val="E1E8EB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906CEC7-3264-C0AE-391E-77619C031BBC}"/>
                  </a:ext>
                </a:extLst>
              </p:cNvPr>
              <p:cNvSpPr/>
              <p:nvPr/>
            </p:nvSpPr>
            <p:spPr>
              <a:xfrm>
                <a:off x="4726483" y="1040145"/>
                <a:ext cx="1151079" cy="1793663"/>
              </a:xfrm>
              <a:custGeom>
                <a:avLst/>
                <a:gdLst>
                  <a:gd name="connsiteX0" fmla="*/ 1212680 w 1212704"/>
                  <a:gd name="connsiteY0" fmla="*/ 0 h 1889692"/>
                  <a:gd name="connsiteX1" fmla="*/ 1212680 w 1212704"/>
                  <a:gd name="connsiteY1" fmla="*/ 582135 h 1889692"/>
                  <a:gd name="connsiteX2" fmla="*/ 569473 w 1212704"/>
                  <a:gd name="connsiteY2" fmla="*/ 1424726 h 1889692"/>
                  <a:gd name="connsiteX3" fmla="*/ 590742 w 1212704"/>
                  <a:gd name="connsiteY3" fmla="*/ 1616649 h 1889692"/>
                  <a:gd name="connsiteX4" fmla="*/ 477231 w 1212704"/>
                  <a:gd name="connsiteY4" fmla="*/ 1676924 h 1889692"/>
                  <a:gd name="connsiteX5" fmla="*/ 76645 w 1212704"/>
                  <a:gd name="connsiteY5" fmla="*/ 1889693 h 1889692"/>
                  <a:gd name="connsiteX6" fmla="*/ 0 w 1212704"/>
                  <a:gd name="connsiteY6" fmla="*/ 1424751 h 1889692"/>
                  <a:gd name="connsiteX7" fmla="*/ 113512 w 1212704"/>
                  <a:gd name="connsiteY7" fmla="*/ 862990 h 1889692"/>
                  <a:gd name="connsiteX8" fmla="*/ 422602 w 1212704"/>
                  <a:gd name="connsiteY8" fmla="*/ 404442 h 1889692"/>
                  <a:gd name="connsiteX9" fmla="*/ 881151 w 1212704"/>
                  <a:gd name="connsiteY9" fmla="*/ 95352 h 1889692"/>
                  <a:gd name="connsiteX10" fmla="*/ 1212705 w 1212704"/>
                  <a:gd name="connsiteY10" fmla="*/ 50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680" y="0"/>
                    </a:moveTo>
                    <a:lnTo>
                      <a:pt x="1212680" y="582135"/>
                    </a:lnTo>
                    <a:cubicBezTo>
                      <a:pt x="842418" y="683357"/>
                      <a:pt x="569473" y="1022747"/>
                      <a:pt x="569473" y="1424726"/>
                    </a:cubicBezTo>
                    <a:cubicBezTo>
                      <a:pt x="569473" y="1490649"/>
                      <a:pt x="576836" y="1554905"/>
                      <a:pt x="590742" y="1616649"/>
                    </a:cubicBezTo>
                    <a:lnTo>
                      <a:pt x="477231" y="1676924"/>
                    </a:lnTo>
                    <a:lnTo>
                      <a:pt x="76645" y="1889693"/>
                    </a:lnTo>
                    <a:cubicBezTo>
                      <a:pt x="25722" y="1740434"/>
                      <a:pt x="0" y="1584483"/>
                      <a:pt x="0" y="1424751"/>
                    </a:cubicBezTo>
                    <a:cubicBezTo>
                      <a:pt x="0" y="1230068"/>
                      <a:pt x="38210" y="1041106"/>
                      <a:pt x="113512" y="862990"/>
                    </a:cubicBezTo>
                    <a:cubicBezTo>
                      <a:pt x="186226" y="691144"/>
                      <a:pt x="290209" y="536909"/>
                      <a:pt x="422602" y="404442"/>
                    </a:cubicBezTo>
                    <a:cubicBezTo>
                      <a:pt x="555020" y="272024"/>
                      <a:pt x="709304" y="168041"/>
                      <a:pt x="881151" y="95352"/>
                    </a:cubicBezTo>
                    <a:cubicBezTo>
                      <a:pt x="988070" y="50126"/>
                      <a:pt x="1098994" y="18284"/>
                      <a:pt x="1212705" y="50"/>
                    </a:cubicBezTo>
                    <a:close/>
                  </a:path>
                </a:pathLst>
              </a:custGeom>
              <a:solidFill>
                <a:srgbClr val="B898D0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10E310E-3895-0867-AF2C-144CFB0EA4CA}"/>
                  </a:ext>
                </a:extLst>
              </p:cNvPr>
              <p:cNvSpPr/>
              <p:nvPr/>
            </p:nvSpPr>
            <p:spPr>
              <a:xfrm>
                <a:off x="6314486" y="1040145"/>
                <a:ext cx="1151079" cy="1793663"/>
              </a:xfrm>
              <a:custGeom>
                <a:avLst/>
                <a:gdLst>
                  <a:gd name="connsiteX0" fmla="*/ 1212705 w 1212704"/>
                  <a:gd name="connsiteY0" fmla="*/ 1424702 h 1889692"/>
                  <a:gd name="connsiteX1" fmla="*/ 1136110 w 1212704"/>
                  <a:gd name="connsiteY1" fmla="*/ 1889693 h 1889692"/>
                  <a:gd name="connsiteX2" fmla="*/ 732190 w 1212704"/>
                  <a:gd name="connsiteY2" fmla="*/ 1675183 h 1889692"/>
                  <a:gd name="connsiteX3" fmla="*/ 621938 w 1212704"/>
                  <a:gd name="connsiteY3" fmla="*/ 1616624 h 1889692"/>
                  <a:gd name="connsiteX4" fmla="*/ 643207 w 1212704"/>
                  <a:gd name="connsiteY4" fmla="*/ 1424702 h 1889692"/>
                  <a:gd name="connsiteX5" fmla="*/ 0 w 1212704"/>
                  <a:gd name="connsiteY5" fmla="*/ 582110 h 1889692"/>
                  <a:gd name="connsiteX6" fmla="*/ 0 w 1212704"/>
                  <a:gd name="connsiteY6" fmla="*/ 0 h 1889692"/>
                  <a:gd name="connsiteX7" fmla="*/ 331554 w 1212704"/>
                  <a:gd name="connsiteY7" fmla="*/ 95302 h 1889692"/>
                  <a:gd name="connsiteX8" fmla="*/ 790153 w 1212704"/>
                  <a:gd name="connsiteY8" fmla="*/ 404392 h 1889692"/>
                  <a:gd name="connsiteX9" fmla="*/ 1099243 w 1212704"/>
                  <a:gd name="connsiteY9" fmla="*/ 862941 h 1889692"/>
                  <a:gd name="connsiteX10" fmla="*/ 1212705 w 1212704"/>
                  <a:gd name="connsiteY10" fmla="*/ 1424702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705" y="1424702"/>
                    </a:moveTo>
                    <a:cubicBezTo>
                      <a:pt x="1212705" y="1584458"/>
                      <a:pt x="1186983" y="1740434"/>
                      <a:pt x="1136110" y="1889693"/>
                    </a:cubicBezTo>
                    <a:lnTo>
                      <a:pt x="732190" y="1675183"/>
                    </a:lnTo>
                    <a:lnTo>
                      <a:pt x="621938" y="1616624"/>
                    </a:lnTo>
                    <a:cubicBezTo>
                      <a:pt x="635843" y="1554880"/>
                      <a:pt x="643207" y="1490624"/>
                      <a:pt x="643207" y="1424702"/>
                    </a:cubicBezTo>
                    <a:cubicBezTo>
                      <a:pt x="643207" y="1022722"/>
                      <a:pt x="370262" y="683357"/>
                      <a:pt x="0" y="582110"/>
                    </a:cubicBezTo>
                    <a:lnTo>
                      <a:pt x="0" y="0"/>
                    </a:lnTo>
                    <a:cubicBezTo>
                      <a:pt x="113711" y="18234"/>
                      <a:pt x="224610" y="50076"/>
                      <a:pt x="331554" y="95302"/>
                    </a:cubicBezTo>
                    <a:cubicBezTo>
                      <a:pt x="503451" y="168016"/>
                      <a:pt x="657685" y="272000"/>
                      <a:pt x="790153" y="404392"/>
                    </a:cubicBezTo>
                    <a:cubicBezTo>
                      <a:pt x="922570" y="536860"/>
                      <a:pt x="1026554" y="691094"/>
                      <a:pt x="1099243" y="862941"/>
                    </a:cubicBezTo>
                    <a:cubicBezTo>
                      <a:pt x="1174569" y="1041056"/>
                      <a:pt x="1212705" y="1230043"/>
                      <a:pt x="1212705" y="1424702"/>
                    </a:cubicBezTo>
                    <a:close/>
                  </a:path>
                </a:pathLst>
              </a:custGeom>
              <a:solidFill>
                <a:srgbClr val="7D95BE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CDE0ADF-260D-9CAA-1162-514422B904D1}"/>
                  </a:ext>
                </a:extLst>
              </p:cNvPr>
              <p:cNvSpPr/>
              <p:nvPr/>
            </p:nvSpPr>
            <p:spPr>
              <a:xfrm>
                <a:off x="5004283" y="2960276"/>
                <a:ext cx="2183435" cy="801685"/>
              </a:xfrm>
              <a:custGeom>
                <a:avLst/>
                <a:gdLst>
                  <a:gd name="connsiteX0" fmla="*/ 2300330 w 2300330"/>
                  <a:gd name="connsiteY0" fmla="*/ 273219 h 844606"/>
                  <a:gd name="connsiteX1" fmla="*/ 2170475 w 2300330"/>
                  <a:gd name="connsiteY1" fmla="*/ 422055 h 844606"/>
                  <a:gd name="connsiteX2" fmla="*/ 1711877 w 2300330"/>
                  <a:gd name="connsiteY2" fmla="*/ 731145 h 844606"/>
                  <a:gd name="connsiteX3" fmla="*/ 1150165 w 2300330"/>
                  <a:gd name="connsiteY3" fmla="*/ 844607 h 844606"/>
                  <a:gd name="connsiteX4" fmla="*/ 588454 w 2300330"/>
                  <a:gd name="connsiteY4" fmla="*/ 731145 h 844606"/>
                  <a:gd name="connsiteX5" fmla="*/ 129905 w 2300330"/>
                  <a:gd name="connsiteY5" fmla="*/ 422055 h 844606"/>
                  <a:gd name="connsiteX6" fmla="*/ 0 w 2300330"/>
                  <a:gd name="connsiteY6" fmla="*/ 273219 h 844606"/>
                  <a:gd name="connsiteX7" fmla="*/ 398422 w 2300330"/>
                  <a:gd name="connsiteY7" fmla="*/ 61594 h 844606"/>
                  <a:gd name="connsiteX8" fmla="*/ 514421 w 2300330"/>
                  <a:gd name="connsiteY8" fmla="*/ 0 h 844606"/>
                  <a:gd name="connsiteX9" fmla="*/ 1150165 w 2300330"/>
                  <a:gd name="connsiteY9" fmla="*/ 275109 h 844606"/>
                  <a:gd name="connsiteX10" fmla="*/ 1785909 w 2300330"/>
                  <a:gd name="connsiteY10" fmla="*/ 0 h 844606"/>
                  <a:gd name="connsiteX11" fmla="*/ 1899371 w 2300330"/>
                  <a:gd name="connsiteY11" fmla="*/ 60276 h 844606"/>
                  <a:gd name="connsiteX12" fmla="*/ 2300306 w 2300330"/>
                  <a:gd name="connsiteY12" fmla="*/ 273219 h 844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00330" h="844606">
                    <a:moveTo>
                      <a:pt x="2300330" y="273219"/>
                    </a:moveTo>
                    <a:cubicBezTo>
                      <a:pt x="2260752" y="325459"/>
                      <a:pt x="2217367" y="375113"/>
                      <a:pt x="2170475" y="422055"/>
                    </a:cubicBezTo>
                    <a:cubicBezTo>
                      <a:pt x="2038008" y="554472"/>
                      <a:pt x="1883773" y="658456"/>
                      <a:pt x="1711877" y="731145"/>
                    </a:cubicBezTo>
                    <a:cubicBezTo>
                      <a:pt x="1533811" y="806471"/>
                      <a:pt x="1344824" y="844607"/>
                      <a:pt x="1150165" y="844607"/>
                    </a:cubicBezTo>
                    <a:cubicBezTo>
                      <a:pt x="955507" y="844607"/>
                      <a:pt x="766520" y="806446"/>
                      <a:pt x="588454" y="731145"/>
                    </a:cubicBezTo>
                    <a:cubicBezTo>
                      <a:pt x="416607" y="658431"/>
                      <a:pt x="262323" y="554447"/>
                      <a:pt x="129905" y="422055"/>
                    </a:cubicBezTo>
                    <a:cubicBezTo>
                      <a:pt x="83013" y="375113"/>
                      <a:pt x="39628" y="325484"/>
                      <a:pt x="0" y="273219"/>
                    </a:cubicBezTo>
                    <a:lnTo>
                      <a:pt x="398422" y="61594"/>
                    </a:lnTo>
                    <a:lnTo>
                      <a:pt x="514421" y="0"/>
                    </a:lnTo>
                    <a:cubicBezTo>
                      <a:pt x="673830" y="169285"/>
                      <a:pt x="899883" y="275109"/>
                      <a:pt x="1150165" y="275109"/>
                    </a:cubicBezTo>
                    <a:cubicBezTo>
                      <a:pt x="1400448" y="275109"/>
                      <a:pt x="1626501" y="169285"/>
                      <a:pt x="1785909" y="0"/>
                    </a:cubicBezTo>
                    <a:lnTo>
                      <a:pt x="1899371" y="60276"/>
                    </a:lnTo>
                    <a:lnTo>
                      <a:pt x="2300306" y="273219"/>
                    </a:lnTo>
                    <a:close/>
                  </a:path>
                </a:pathLst>
              </a:custGeom>
              <a:solidFill>
                <a:srgbClr val="60A6D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028A10E-3DB0-27B8-89C6-65D340DB1804}"/>
                  </a:ext>
                </a:extLst>
              </p:cNvPr>
              <p:cNvSpPr/>
              <p:nvPr/>
            </p:nvSpPr>
            <p:spPr>
              <a:xfrm>
                <a:off x="5377323" y="1688274"/>
                <a:ext cx="1433867" cy="1433864"/>
              </a:xfrm>
              <a:custGeom>
                <a:avLst/>
                <a:gdLst>
                  <a:gd name="connsiteX0" fmla="*/ 1090338 w 1090337"/>
                  <a:gd name="connsiteY0" fmla="*/ 545168 h 1090336"/>
                  <a:gd name="connsiteX1" fmla="*/ 545169 w 1090337"/>
                  <a:gd name="connsiteY1" fmla="*/ 1090337 h 1090336"/>
                  <a:gd name="connsiteX2" fmla="*/ 0 w 1090337"/>
                  <a:gd name="connsiteY2" fmla="*/ 545168 h 1090336"/>
                  <a:gd name="connsiteX3" fmla="*/ 545169 w 1090337"/>
                  <a:gd name="connsiteY3" fmla="*/ 0 h 1090336"/>
                  <a:gd name="connsiteX4" fmla="*/ 1090338 w 1090337"/>
                  <a:gd name="connsiteY4" fmla="*/ 545168 h 109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0337" h="1090336">
                    <a:moveTo>
                      <a:pt x="1090338" y="545168"/>
                    </a:moveTo>
                    <a:cubicBezTo>
                      <a:pt x="1090338" y="846257"/>
                      <a:pt x="846257" y="1090337"/>
                      <a:pt x="545169" y="1090337"/>
                    </a:cubicBezTo>
                    <a:cubicBezTo>
                      <a:pt x="244080" y="1090337"/>
                      <a:pt x="0" y="846257"/>
                      <a:pt x="0" y="545168"/>
                    </a:cubicBezTo>
                    <a:cubicBezTo>
                      <a:pt x="0" y="244080"/>
                      <a:pt x="244080" y="0"/>
                      <a:pt x="545169" y="0"/>
                    </a:cubicBezTo>
                    <a:cubicBezTo>
                      <a:pt x="846257" y="0"/>
                      <a:pt x="1090338" y="244080"/>
                      <a:pt x="1090338" y="5451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solidFill>
                  <a:srgbClr val="7D95BE"/>
                </a:solidFill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767137A0-1ED8-A4BF-C208-712304FBF4BA}"/>
                  </a:ext>
                </a:extLst>
              </p:cNvPr>
              <p:cNvSpPr/>
              <p:nvPr/>
            </p:nvSpPr>
            <p:spPr>
              <a:xfrm>
                <a:off x="5150444" y="1480113"/>
                <a:ext cx="727095" cy="1151715"/>
              </a:xfrm>
              <a:custGeom>
                <a:avLst/>
                <a:gdLst>
                  <a:gd name="connsiteX0" fmla="*/ 122815 w 766022"/>
                  <a:gd name="connsiteY0" fmla="*/ 961178 h 1213375"/>
                  <a:gd name="connsiteX1" fmla="*/ 144085 w 766022"/>
                  <a:gd name="connsiteY1" fmla="*/ 1153100 h 1213375"/>
                  <a:gd name="connsiteX2" fmla="*/ 30573 w 766022"/>
                  <a:gd name="connsiteY2" fmla="*/ 1213376 h 1213375"/>
                  <a:gd name="connsiteX3" fmla="*/ 0 w 766022"/>
                  <a:gd name="connsiteY3" fmla="*/ 967969 h 1213375"/>
                  <a:gd name="connsiteX4" fmla="*/ 766022 w 766022"/>
                  <a:gd name="connsiteY4" fmla="*/ 0 h 1213375"/>
                  <a:gd name="connsiteX5" fmla="*/ 766022 w 766022"/>
                  <a:gd name="connsiteY5" fmla="*/ 118611 h 1213375"/>
                  <a:gd name="connsiteX6" fmla="*/ 122815 w 766022"/>
                  <a:gd name="connsiteY6" fmla="*/ 961203 h 121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6022" h="1213375">
                    <a:moveTo>
                      <a:pt x="122815" y="961178"/>
                    </a:moveTo>
                    <a:cubicBezTo>
                      <a:pt x="122815" y="1027101"/>
                      <a:pt x="130179" y="1091357"/>
                      <a:pt x="144085" y="1153100"/>
                    </a:cubicBezTo>
                    <a:lnTo>
                      <a:pt x="30573" y="1213376"/>
                    </a:lnTo>
                    <a:cubicBezTo>
                      <a:pt x="10597" y="1134890"/>
                      <a:pt x="0" y="1052674"/>
                      <a:pt x="0" y="967969"/>
                    </a:cubicBezTo>
                    <a:cubicBezTo>
                      <a:pt x="0" y="497405"/>
                      <a:pt x="326902" y="103188"/>
                      <a:pt x="766022" y="0"/>
                    </a:cubicBezTo>
                    <a:lnTo>
                      <a:pt x="766022" y="118611"/>
                    </a:lnTo>
                    <a:cubicBezTo>
                      <a:pt x="395760" y="219834"/>
                      <a:pt x="122815" y="559224"/>
                      <a:pt x="122815" y="961203"/>
                    </a:cubicBezTo>
                    <a:close/>
                  </a:path>
                </a:pathLst>
              </a:custGeom>
              <a:solidFill>
                <a:srgbClr val="9464B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7EA22F5F-94E3-66FF-9DD8-2F22D37857E6}"/>
                  </a:ext>
                </a:extLst>
              </p:cNvPr>
              <p:cNvSpPr/>
              <p:nvPr/>
            </p:nvSpPr>
            <p:spPr>
              <a:xfrm>
                <a:off x="5382458" y="2960276"/>
                <a:ext cx="1424699" cy="382448"/>
              </a:xfrm>
              <a:custGeom>
                <a:avLst/>
                <a:gdLst>
                  <a:gd name="connsiteX0" fmla="*/ 1387512 w 1500973"/>
                  <a:gd name="connsiteY0" fmla="*/ 0 h 402924"/>
                  <a:gd name="connsiteX1" fmla="*/ 1500974 w 1500973"/>
                  <a:gd name="connsiteY1" fmla="*/ 60276 h 402924"/>
                  <a:gd name="connsiteX2" fmla="*/ 749902 w 1500973"/>
                  <a:gd name="connsiteY2" fmla="*/ 402924 h 402924"/>
                  <a:gd name="connsiteX3" fmla="*/ 0 w 1500973"/>
                  <a:gd name="connsiteY3" fmla="*/ 61594 h 402924"/>
                  <a:gd name="connsiteX4" fmla="*/ 115999 w 1500973"/>
                  <a:gd name="connsiteY4" fmla="*/ 0 h 402924"/>
                  <a:gd name="connsiteX5" fmla="*/ 751743 w 1500973"/>
                  <a:gd name="connsiteY5" fmla="*/ 275109 h 402924"/>
                  <a:gd name="connsiteX6" fmla="*/ 1387487 w 1500973"/>
                  <a:gd name="connsiteY6" fmla="*/ 0 h 402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0973" h="402924">
                    <a:moveTo>
                      <a:pt x="1387512" y="0"/>
                    </a:moveTo>
                    <a:lnTo>
                      <a:pt x="1500974" y="60276"/>
                    </a:lnTo>
                    <a:cubicBezTo>
                      <a:pt x="1318629" y="270184"/>
                      <a:pt x="1049739" y="402924"/>
                      <a:pt x="749902" y="402924"/>
                    </a:cubicBezTo>
                    <a:cubicBezTo>
                      <a:pt x="450066" y="402924"/>
                      <a:pt x="182295" y="270756"/>
                      <a:pt x="0" y="61594"/>
                    </a:cubicBezTo>
                    <a:lnTo>
                      <a:pt x="115999" y="0"/>
                    </a:lnTo>
                    <a:cubicBezTo>
                      <a:pt x="275408" y="169285"/>
                      <a:pt x="501461" y="275109"/>
                      <a:pt x="751743" y="275109"/>
                    </a:cubicBezTo>
                    <a:cubicBezTo>
                      <a:pt x="1002026" y="275109"/>
                      <a:pt x="1228079" y="169285"/>
                      <a:pt x="1387487" y="0"/>
                    </a:cubicBezTo>
                    <a:close/>
                  </a:path>
                </a:pathLst>
              </a:custGeom>
              <a:solidFill>
                <a:srgbClr val="2082C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5B821079-DA7B-E077-BA2C-D5EA20A2CA23}"/>
                  </a:ext>
                </a:extLst>
              </p:cNvPr>
              <p:cNvSpPr/>
              <p:nvPr/>
            </p:nvSpPr>
            <p:spPr>
              <a:xfrm>
                <a:off x="6314510" y="1480916"/>
                <a:ext cx="723577" cy="1149283"/>
              </a:xfrm>
              <a:custGeom>
                <a:avLst/>
                <a:gdLst>
                  <a:gd name="connsiteX0" fmla="*/ 762316 w 762315"/>
                  <a:gd name="connsiteY0" fmla="*/ 967123 h 1210813"/>
                  <a:gd name="connsiteX1" fmla="*/ 732190 w 762315"/>
                  <a:gd name="connsiteY1" fmla="*/ 1210814 h 1210813"/>
                  <a:gd name="connsiteX2" fmla="*/ 621938 w 762315"/>
                  <a:gd name="connsiteY2" fmla="*/ 1152254 h 1210813"/>
                  <a:gd name="connsiteX3" fmla="*/ 643207 w 762315"/>
                  <a:gd name="connsiteY3" fmla="*/ 960332 h 1210813"/>
                  <a:gd name="connsiteX4" fmla="*/ 0 w 762315"/>
                  <a:gd name="connsiteY4" fmla="*/ 117740 h 1210813"/>
                  <a:gd name="connsiteX5" fmla="*/ 0 w 762315"/>
                  <a:gd name="connsiteY5" fmla="*/ 0 h 1210813"/>
                  <a:gd name="connsiteX6" fmla="*/ 762316 w 762315"/>
                  <a:gd name="connsiteY6" fmla="*/ 967123 h 1210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315" h="1210813">
                    <a:moveTo>
                      <a:pt x="762316" y="967123"/>
                    </a:moveTo>
                    <a:cubicBezTo>
                      <a:pt x="762316" y="1051231"/>
                      <a:pt x="751868" y="1132851"/>
                      <a:pt x="732190" y="1210814"/>
                    </a:cubicBezTo>
                    <a:lnTo>
                      <a:pt x="621938" y="1152254"/>
                    </a:lnTo>
                    <a:cubicBezTo>
                      <a:pt x="635843" y="1090511"/>
                      <a:pt x="643207" y="1026255"/>
                      <a:pt x="643207" y="960332"/>
                    </a:cubicBezTo>
                    <a:cubicBezTo>
                      <a:pt x="643207" y="558353"/>
                      <a:pt x="370262" y="218988"/>
                      <a:pt x="0" y="117740"/>
                    </a:cubicBezTo>
                    <a:lnTo>
                      <a:pt x="0" y="0"/>
                    </a:lnTo>
                    <a:cubicBezTo>
                      <a:pt x="437230" y="104506"/>
                      <a:pt x="762316" y="497878"/>
                      <a:pt x="762316" y="967123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49" name="Group 348">
                <a:extLst>
                  <a:ext uri="{FF2B5EF4-FFF2-40B4-BE49-F238E27FC236}">
                    <a16:creationId xmlns:a16="http://schemas.microsoft.com/office/drawing/2014/main" id="{C705741E-4A7C-9064-F951-4898669AB096}"/>
                  </a:ext>
                </a:extLst>
              </p:cNvPr>
              <p:cNvGrpSpPr/>
              <p:nvPr/>
            </p:nvGrpSpPr>
            <p:grpSpPr>
              <a:xfrm>
                <a:off x="4406901" y="1154652"/>
                <a:ext cx="895097" cy="895096"/>
                <a:chOff x="4406901" y="1154652"/>
                <a:chExt cx="895097" cy="895096"/>
              </a:xfrm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281A7465-6DCB-D859-768D-1792727DD419}"/>
                    </a:ext>
                  </a:extLst>
                </p:cNvPr>
                <p:cNvSpPr/>
                <p:nvPr/>
              </p:nvSpPr>
              <p:spPr>
                <a:xfrm rot="18900000">
                  <a:off x="4406901" y="1154652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09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09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6"/>
                        <a:pt x="731917" y="943018"/>
                        <a:pt x="471509" y="943018"/>
                      </a:cubicBezTo>
                      <a:cubicBezTo>
                        <a:pt x="211102" y="943018"/>
                        <a:pt x="0" y="731916"/>
                        <a:pt x="0" y="471509"/>
                      </a:cubicBezTo>
                      <a:cubicBezTo>
                        <a:pt x="0" y="211102"/>
                        <a:pt x="211102" y="0"/>
                        <a:pt x="471509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9464B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F523F6D1-816F-1420-CA97-6B0AD4E7B3D3}"/>
                    </a:ext>
                  </a:extLst>
                </p:cNvPr>
                <p:cNvSpPr/>
                <p:nvPr/>
              </p:nvSpPr>
              <p:spPr>
                <a:xfrm rot="18900000">
                  <a:off x="4534431" y="1282182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2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2"/>
                        <a:pt x="337151" y="674302"/>
                      </a:cubicBezTo>
                      <a:cubicBezTo>
                        <a:pt x="150948" y="674302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0C3EC7C-A53B-61FE-5147-C46122BB8AB8}"/>
                  </a:ext>
                </a:extLst>
              </p:cNvPr>
              <p:cNvSpPr/>
              <p:nvPr/>
            </p:nvSpPr>
            <p:spPr>
              <a:xfrm rot="18900000">
                <a:off x="6890004" y="1154673"/>
                <a:ext cx="895097" cy="895096"/>
              </a:xfrm>
              <a:custGeom>
                <a:avLst/>
                <a:gdLst>
                  <a:gd name="connsiteX0" fmla="*/ 943019 w 943018"/>
                  <a:gd name="connsiteY0" fmla="*/ 471509 h 943018"/>
                  <a:gd name="connsiteX1" fmla="*/ 471509 w 943018"/>
                  <a:gd name="connsiteY1" fmla="*/ 943018 h 943018"/>
                  <a:gd name="connsiteX2" fmla="*/ 0 w 943018"/>
                  <a:gd name="connsiteY2" fmla="*/ 471509 h 943018"/>
                  <a:gd name="connsiteX3" fmla="*/ 471509 w 943018"/>
                  <a:gd name="connsiteY3" fmla="*/ 0 h 943018"/>
                  <a:gd name="connsiteX4" fmla="*/ 943019 w 943018"/>
                  <a:gd name="connsiteY4" fmla="*/ 471509 h 943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3018" h="943018">
                    <a:moveTo>
                      <a:pt x="943019" y="471509"/>
                    </a:moveTo>
                    <a:cubicBezTo>
                      <a:pt x="943019" y="731916"/>
                      <a:pt x="731917" y="943018"/>
                      <a:pt x="471509" y="943018"/>
                    </a:cubicBezTo>
                    <a:cubicBezTo>
                      <a:pt x="211102" y="943018"/>
                      <a:pt x="0" y="731916"/>
                      <a:pt x="0" y="471509"/>
                    </a:cubicBezTo>
                    <a:cubicBezTo>
                      <a:pt x="0" y="211102"/>
                      <a:pt x="211102" y="0"/>
                      <a:pt x="471509" y="0"/>
                    </a:cubicBezTo>
                    <a:cubicBezTo>
                      <a:pt x="731917" y="0"/>
                      <a:pt x="943019" y="211102"/>
                      <a:pt x="943019" y="471509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27A2908-7BC4-0D4C-A189-1014054886E9}"/>
                  </a:ext>
                </a:extLst>
              </p:cNvPr>
              <p:cNvSpPr/>
              <p:nvPr/>
            </p:nvSpPr>
            <p:spPr>
              <a:xfrm rot="18900000">
                <a:off x="7017534" y="1282204"/>
                <a:ext cx="640036" cy="640036"/>
              </a:xfrm>
              <a:custGeom>
                <a:avLst/>
                <a:gdLst>
                  <a:gd name="connsiteX0" fmla="*/ 674303 w 674302"/>
                  <a:gd name="connsiteY0" fmla="*/ 337151 h 674302"/>
                  <a:gd name="connsiteX1" fmla="*/ 337151 w 674302"/>
                  <a:gd name="connsiteY1" fmla="*/ 674302 h 674302"/>
                  <a:gd name="connsiteX2" fmla="*/ 0 w 674302"/>
                  <a:gd name="connsiteY2" fmla="*/ 337151 h 674302"/>
                  <a:gd name="connsiteX3" fmla="*/ 337151 w 674302"/>
                  <a:gd name="connsiteY3" fmla="*/ 0 h 674302"/>
                  <a:gd name="connsiteX4" fmla="*/ 674303 w 674302"/>
                  <a:gd name="connsiteY4" fmla="*/ 337151 h 67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4302" h="674302">
                    <a:moveTo>
                      <a:pt x="674303" y="337151"/>
                    </a:moveTo>
                    <a:cubicBezTo>
                      <a:pt x="674303" y="523355"/>
                      <a:pt x="523355" y="674302"/>
                      <a:pt x="337151" y="674302"/>
                    </a:cubicBezTo>
                    <a:cubicBezTo>
                      <a:pt x="150948" y="674302"/>
                      <a:pt x="0" y="523355"/>
                      <a:pt x="0" y="337151"/>
                    </a:cubicBezTo>
                    <a:cubicBezTo>
                      <a:pt x="0" y="150948"/>
                      <a:pt x="150948" y="0"/>
                      <a:pt x="337151" y="0"/>
                    </a:cubicBezTo>
                    <a:cubicBezTo>
                      <a:pt x="523355" y="0"/>
                      <a:pt x="674303" y="150948"/>
                      <a:pt x="674303" y="337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D8BC1BC7-44B0-F29A-9C7F-C9924486872C}"/>
                  </a:ext>
                </a:extLst>
              </p:cNvPr>
              <p:cNvGrpSpPr/>
              <p:nvPr/>
            </p:nvGrpSpPr>
            <p:grpSpPr>
              <a:xfrm>
                <a:off x="5646700" y="3429053"/>
                <a:ext cx="895097" cy="895096"/>
                <a:chOff x="5646700" y="3429053"/>
                <a:chExt cx="895097" cy="895096"/>
              </a:xfrm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9B9937E3-4A86-4BB1-9796-41143D394617}"/>
                    </a:ext>
                  </a:extLst>
                </p:cNvPr>
                <p:cNvSpPr/>
                <p:nvPr/>
              </p:nvSpPr>
              <p:spPr>
                <a:xfrm rot="18900000">
                  <a:off x="5646700" y="3429053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10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10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7"/>
                        <a:pt x="731917" y="943018"/>
                        <a:pt x="471510" y="943018"/>
                      </a:cubicBezTo>
                      <a:cubicBezTo>
                        <a:pt x="211102" y="943018"/>
                        <a:pt x="0" y="731917"/>
                        <a:pt x="0" y="471509"/>
                      </a:cubicBezTo>
                      <a:cubicBezTo>
                        <a:pt x="0" y="211102"/>
                        <a:pt x="211102" y="0"/>
                        <a:pt x="471510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2082C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B0652111-BB9C-CF12-2E09-F9D335F6C14A}"/>
                    </a:ext>
                  </a:extLst>
                </p:cNvPr>
                <p:cNvSpPr/>
                <p:nvPr/>
              </p:nvSpPr>
              <p:spPr>
                <a:xfrm rot="18900000">
                  <a:off x="5774230" y="3556583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3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3"/>
                        <a:pt x="337151" y="674303"/>
                      </a:cubicBezTo>
                      <a:cubicBezTo>
                        <a:pt x="150948" y="674303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3D0AE0A-B050-4770-920B-7078CC675E90}"/>
              </a:ext>
            </a:extLst>
          </p:cNvPr>
          <p:cNvSpPr/>
          <p:nvPr/>
        </p:nvSpPr>
        <p:spPr>
          <a:xfrm>
            <a:off x="367862" y="974885"/>
            <a:ext cx="11456276" cy="579563"/>
          </a:xfrm>
          <a:prstGeom prst="roundRect">
            <a:avLst>
              <a:gd name="adj" fmla="val 19055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97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9F210-0234-F13D-2EDF-C6708B24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4E58C6B-6B96-9D23-CAF1-BECA06A5124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13C4E-5439-80A8-BEF4-B2CDED88152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CB7F782-CD1F-33A3-EADE-B813BC329773}"/>
              </a:ext>
            </a:extLst>
          </p:cNvPr>
          <p:cNvGrpSpPr/>
          <p:nvPr/>
        </p:nvGrpSpPr>
        <p:grpSpPr>
          <a:xfrm>
            <a:off x="441417" y="1470543"/>
            <a:ext cx="5408725" cy="4305838"/>
            <a:chOff x="494780" y="1470543"/>
            <a:chExt cx="5408725" cy="430583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49441DD-1F55-55D1-E56E-D7A3B9443DC7}"/>
                </a:ext>
              </a:extLst>
            </p:cNvPr>
            <p:cNvSpPr/>
            <p:nvPr/>
          </p:nvSpPr>
          <p:spPr>
            <a:xfrm>
              <a:off x="513776" y="1802928"/>
              <a:ext cx="5370729" cy="1475852"/>
            </a:xfrm>
            <a:custGeom>
              <a:avLst/>
              <a:gdLst>
                <a:gd name="connsiteX0" fmla="*/ 1595133 w 1595132"/>
                <a:gd name="connsiteY0" fmla="*/ 0 h 438335"/>
                <a:gd name="connsiteX1" fmla="*/ 1407141 w 1595132"/>
                <a:gd name="connsiteY1" fmla="*/ 350126 h 438335"/>
                <a:gd name="connsiteX2" fmla="*/ 1399747 w 1595132"/>
                <a:gd name="connsiteY2" fmla="*/ 363914 h 438335"/>
                <a:gd name="connsiteX3" fmla="*/ 1399747 w 1595132"/>
                <a:gd name="connsiteY3" fmla="*/ 363914 h 438335"/>
                <a:gd name="connsiteX4" fmla="*/ 1341882 w 1595132"/>
                <a:gd name="connsiteY4" fmla="*/ 389887 h 438335"/>
                <a:gd name="connsiteX5" fmla="*/ 797702 w 1595132"/>
                <a:gd name="connsiteY5" fmla="*/ 438336 h 438335"/>
                <a:gd name="connsiteX6" fmla="*/ 252848 w 1595132"/>
                <a:gd name="connsiteY6" fmla="*/ 389694 h 438335"/>
                <a:gd name="connsiteX7" fmla="*/ 195159 w 1595132"/>
                <a:gd name="connsiteY7" fmla="*/ 363450 h 438335"/>
                <a:gd name="connsiteX8" fmla="*/ 188262 w 1595132"/>
                <a:gd name="connsiteY8" fmla="*/ 350596 h 438335"/>
                <a:gd name="connsiteX9" fmla="*/ 188262 w 1595132"/>
                <a:gd name="connsiteY9" fmla="*/ 350596 h 438335"/>
                <a:gd name="connsiteX10" fmla="*/ 0 w 1595132"/>
                <a:gd name="connsiteY10" fmla="*/ 0 h 438335"/>
                <a:gd name="connsiteX11" fmla="*/ 797564 w 1595132"/>
                <a:gd name="connsiteY11" fmla="*/ 77704 h 438335"/>
                <a:gd name="connsiteX12" fmla="*/ 1595127 w 1595132"/>
                <a:gd name="connsiteY12" fmla="*/ 0 h 438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5132" h="438335">
                  <a:moveTo>
                    <a:pt x="1595133" y="0"/>
                  </a:moveTo>
                  <a:lnTo>
                    <a:pt x="1407141" y="350126"/>
                  </a:lnTo>
                  <a:lnTo>
                    <a:pt x="1399747" y="363914"/>
                  </a:lnTo>
                  <a:lnTo>
                    <a:pt x="1399747" y="363914"/>
                  </a:lnTo>
                  <a:cubicBezTo>
                    <a:pt x="1389767" y="373121"/>
                    <a:pt x="1369938" y="381858"/>
                    <a:pt x="1341882" y="389887"/>
                  </a:cubicBezTo>
                  <a:cubicBezTo>
                    <a:pt x="1241437" y="418635"/>
                    <a:pt x="1035468" y="438336"/>
                    <a:pt x="797702" y="438336"/>
                  </a:cubicBezTo>
                  <a:cubicBezTo>
                    <a:pt x="559935" y="438336"/>
                    <a:pt x="353044" y="418546"/>
                    <a:pt x="252848" y="389694"/>
                  </a:cubicBezTo>
                  <a:cubicBezTo>
                    <a:pt x="224680" y="381581"/>
                    <a:pt x="204902" y="372756"/>
                    <a:pt x="195159" y="363450"/>
                  </a:cubicBezTo>
                  <a:lnTo>
                    <a:pt x="188262" y="350596"/>
                  </a:lnTo>
                  <a:lnTo>
                    <a:pt x="188262" y="350596"/>
                  </a:lnTo>
                  <a:cubicBezTo>
                    <a:pt x="188262" y="350596"/>
                    <a:pt x="0" y="0"/>
                    <a:pt x="0" y="0"/>
                  </a:cubicBezTo>
                  <a:cubicBezTo>
                    <a:pt x="47310" y="43762"/>
                    <a:pt x="386351" y="77704"/>
                    <a:pt x="797564" y="77704"/>
                  </a:cubicBezTo>
                  <a:cubicBezTo>
                    <a:pt x="1208777" y="77704"/>
                    <a:pt x="1547817" y="43762"/>
                    <a:pt x="1595127" y="0"/>
                  </a:cubicBezTo>
                  <a:close/>
                </a:path>
              </a:pathLst>
            </a:custGeom>
            <a:solidFill>
              <a:srgbClr val="B898D0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5DA3BB2-E8D3-998F-C7FC-615CB8DEC720}"/>
                </a:ext>
              </a:extLst>
            </p:cNvPr>
            <p:cNvSpPr/>
            <p:nvPr/>
          </p:nvSpPr>
          <p:spPr>
            <a:xfrm>
              <a:off x="1297801" y="3288033"/>
              <a:ext cx="3805229" cy="1234620"/>
            </a:xfrm>
            <a:custGeom>
              <a:avLst/>
              <a:gdLst>
                <a:gd name="connsiteX0" fmla="*/ 1130171 w 1130171"/>
                <a:gd name="connsiteY0" fmla="*/ 0 h 366688"/>
                <a:gd name="connsiteX1" fmla="*/ 980178 w 1130171"/>
                <a:gd name="connsiteY1" fmla="*/ 279362 h 366688"/>
                <a:gd name="connsiteX2" fmla="*/ 970364 w 1130171"/>
                <a:gd name="connsiteY2" fmla="*/ 297643 h 366688"/>
                <a:gd name="connsiteX3" fmla="*/ 970364 w 1130171"/>
                <a:gd name="connsiteY3" fmla="*/ 297643 h 366688"/>
                <a:gd name="connsiteX4" fmla="*/ 928933 w 1130171"/>
                <a:gd name="connsiteY4" fmla="*/ 320959 h 366688"/>
                <a:gd name="connsiteX5" fmla="*/ 564721 w 1130171"/>
                <a:gd name="connsiteY5" fmla="*/ 366688 h 366688"/>
                <a:gd name="connsiteX6" fmla="*/ 202299 w 1130171"/>
                <a:gd name="connsiteY6" fmla="*/ 321638 h 366688"/>
                <a:gd name="connsiteX7" fmla="*/ 159040 w 1130171"/>
                <a:gd name="connsiteY7" fmla="*/ 297605 h 366688"/>
                <a:gd name="connsiteX8" fmla="*/ 149264 w 1130171"/>
                <a:gd name="connsiteY8" fmla="*/ 279401 h 366688"/>
                <a:gd name="connsiteX9" fmla="*/ 0 w 1130171"/>
                <a:gd name="connsiteY9" fmla="*/ 1398 h 366688"/>
                <a:gd name="connsiteX10" fmla="*/ 564290 w 1130171"/>
                <a:gd name="connsiteY10" fmla="*/ 73582 h 366688"/>
                <a:gd name="connsiteX11" fmla="*/ 1130171 w 1130171"/>
                <a:gd name="connsiteY11" fmla="*/ 0 h 366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30171" h="366688">
                  <a:moveTo>
                    <a:pt x="1130171" y="0"/>
                  </a:moveTo>
                  <a:lnTo>
                    <a:pt x="980178" y="279362"/>
                  </a:lnTo>
                  <a:lnTo>
                    <a:pt x="970364" y="297643"/>
                  </a:lnTo>
                  <a:lnTo>
                    <a:pt x="970364" y="297643"/>
                  </a:lnTo>
                  <a:cubicBezTo>
                    <a:pt x="961737" y="305911"/>
                    <a:pt x="947645" y="313747"/>
                    <a:pt x="928933" y="320959"/>
                  </a:cubicBezTo>
                  <a:cubicBezTo>
                    <a:pt x="858242" y="348219"/>
                    <a:pt x="721644" y="366688"/>
                    <a:pt x="564721" y="366688"/>
                  </a:cubicBezTo>
                  <a:cubicBezTo>
                    <a:pt x="407798" y="366688"/>
                    <a:pt x="273483" y="348523"/>
                    <a:pt x="202299" y="321638"/>
                  </a:cubicBezTo>
                  <a:cubicBezTo>
                    <a:pt x="182670" y="314228"/>
                    <a:pt x="167937" y="306148"/>
                    <a:pt x="159040" y="297605"/>
                  </a:cubicBezTo>
                  <a:lnTo>
                    <a:pt x="149264" y="279401"/>
                  </a:lnTo>
                  <a:lnTo>
                    <a:pt x="0" y="1398"/>
                  </a:lnTo>
                  <a:cubicBezTo>
                    <a:pt x="49023" y="42464"/>
                    <a:pt x="283021" y="73582"/>
                    <a:pt x="564290" y="73582"/>
                  </a:cubicBezTo>
                  <a:cubicBezTo>
                    <a:pt x="845559" y="73582"/>
                    <a:pt x="1084845" y="41756"/>
                    <a:pt x="1130171" y="0"/>
                  </a:cubicBezTo>
                  <a:close/>
                </a:path>
              </a:pathLst>
            </a:custGeom>
            <a:solidFill>
              <a:srgbClr val="7D95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E7CC4C9-B593-DC0D-F0FD-2C6817AE2A2C}"/>
                </a:ext>
              </a:extLst>
            </p:cNvPr>
            <p:cNvSpPr/>
            <p:nvPr/>
          </p:nvSpPr>
          <p:spPr>
            <a:xfrm>
              <a:off x="1947413" y="4542097"/>
              <a:ext cx="2490543" cy="1234284"/>
            </a:xfrm>
            <a:custGeom>
              <a:avLst/>
              <a:gdLst>
                <a:gd name="connsiteX0" fmla="*/ 739693 w 739703"/>
                <a:gd name="connsiteY0" fmla="*/ 7173 h 366588"/>
                <a:gd name="connsiteX1" fmla="*/ 592595 w 739703"/>
                <a:gd name="connsiteY1" fmla="*/ 281147 h 366588"/>
                <a:gd name="connsiteX2" fmla="*/ 592595 w 739703"/>
                <a:gd name="connsiteY2" fmla="*/ 281159 h 366588"/>
                <a:gd name="connsiteX3" fmla="*/ 576099 w 739703"/>
                <a:gd name="connsiteY3" fmla="*/ 311873 h 366588"/>
                <a:gd name="connsiteX4" fmla="*/ 576099 w 739703"/>
                <a:gd name="connsiteY4" fmla="*/ 311884 h 366588"/>
                <a:gd name="connsiteX5" fmla="*/ 557631 w 739703"/>
                <a:gd name="connsiteY5" fmla="*/ 325938 h 366588"/>
                <a:gd name="connsiteX6" fmla="*/ 370125 w 739703"/>
                <a:gd name="connsiteY6" fmla="*/ 366589 h 366588"/>
                <a:gd name="connsiteX7" fmla="*/ 189207 w 739703"/>
                <a:gd name="connsiteY7" fmla="*/ 329784 h 366588"/>
                <a:gd name="connsiteX8" fmla="*/ 170391 w 739703"/>
                <a:gd name="connsiteY8" fmla="*/ 317361 h 366588"/>
                <a:gd name="connsiteX9" fmla="*/ 147683 w 739703"/>
                <a:gd name="connsiteY9" fmla="*/ 275085 h 366588"/>
                <a:gd name="connsiteX10" fmla="*/ 147683 w 739703"/>
                <a:gd name="connsiteY10" fmla="*/ 275085 h 366588"/>
                <a:gd name="connsiteX11" fmla="*/ 147683 w 739703"/>
                <a:gd name="connsiteY11" fmla="*/ 275069 h 366588"/>
                <a:gd name="connsiteX12" fmla="*/ 0 w 739703"/>
                <a:gd name="connsiteY12" fmla="*/ 0 h 366588"/>
                <a:gd name="connsiteX13" fmla="*/ 373104 w 739703"/>
                <a:gd name="connsiteY13" fmla="*/ 73488 h 366588"/>
                <a:gd name="connsiteX14" fmla="*/ 739704 w 739703"/>
                <a:gd name="connsiteY14" fmla="*/ 7179 h 36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703" h="366588">
                  <a:moveTo>
                    <a:pt x="739693" y="7173"/>
                  </a:moveTo>
                  <a:lnTo>
                    <a:pt x="592595" y="281147"/>
                  </a:lnTo>
                  <a:cubicBezTo>
                    <a:pt x="592595" y="281147"/>
                    <a:pt x="592595" y="281147"/>
                    <a:pt x="592595" y="281159"/>
                  </a:cubicBezTo>
                  <a:lnTo>
                    <a:pt x="576099" y="311873"/>
                  </a:lnTo>
                  <a:cubicBezTo>
                    <a:pt x="576099" y="311873"/>
                    <a:pt x="576099" y="311884"/>
                    <a:pt x="576099" y="311884"/>
                  </a:cubicBezTo>
                  <a:cubicBezTo>
                    <a:pt x="570999" y="316803"/>
                    <a:pt x="564798" y="321506"/>
                    <a:pt x="557631" y="325938"/>
                  </a:cubicBezTo>
                  <a:cubicBezTo>
                    <a:pt x="518063" y="350386"/>
                    <a:pt x="448869" y="366589"/>
                    <a:pt x="370125" y="366589"/>
                  </a:cubicBezTo>
                  <a:cubicBezTo>
                    <a:pt x="295588" y="366589"/>
                    <a:pt x="229610" y="352071"/>
                    <a:pt x="189207" y="329784"/>
                  </a:cubicBezTo>
                  <a:cubicBezTo>
                    <a:pt x="182117" y="325871"/>
                    <a:pt x="175812" y="321716"/>
                    <a:pt x="170391" y="317361"/>
                  </a:cubicBezTo>
                  <a:lnTo>
                    <a:pt x="147683" y="275085"/>
                  </a:lnTo>
                  <a:lnTo>
                    <a:pt x="147683" y="275085"/>
                  </a:lnTo>
                  <a:cubicBezTo>
                    <a:pt x="147683" y="275085"/>
                    <a:pt x="147683" y="275074"/>
                    <a:pt x="147683" y="275069"/>
                  </a:cubicBezTo>
                  <a:lnTo>
                    <a:pt x="0" y="0"/>
                  </a:lnTo>
                  <a:cubicBezTo>
                    <a:pt x="30068" y="41712"/>
                    <a:pt x="185671" y="73488"/>
                    <a:pt x="373104" y="73488"/>
                  </a:cubicBezTo>
                  <a:cubicBezTo>
                    <a:pt x="549634" y="73488"/>
                    <a:pt x="697925" y="45299"/>
                    <a:pt x="739704" y="7179"/>
                  </a:cubicBezTo>
                  <a:close/>
                </a:path>
              </a:pathLst>
            </a:custGeom>
            <a:solidFill>
              <a:srgbClr val="60A6D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BDE8D3A-D75B-C00E-6DC8-AE73F7A38E28}"/>
                </a:ext>
              </a:extLst>
            </p:cNvPr>
            <p:cNvSpPr/>
            <p:nvPr/>
          </p:nvSpPr>
          <p:spPr>
            <a:xfrm>
              <a:off x="494780" y="1470543"/>
              <a:ext cx="5408725" cy="594014"/>
            </a:xfrm>
            <a:custGeom>
              <a:avLst/>
              <a:gdLst>
                <a:gd name="connsiteX0" fmla="*/ 1606417 w 1606417"/>
                <a:gd name="connsiteY0" fmla="*/ 88210 h 176425"/>
                <a:gd name="connsiteX1" fmla="*/ 1600775 w 1606417"/>
                <a:gd name="connsiteY1" fmla="*/ 98721 h 176425"/>
                <a:gd name="connsiteX2" fmla="*/ 803211 w 1606417"/>
                <a:gd name="connsiteY2" fmla="*/ 176425 h 176425"/>
                <a:gd name="connsiteX3" fmla="*/ 5642 w 1606417"/>
                <a:gd name="connsiteY3" fmla="*/ 98721 h 176425"/>
                <a:gd name="connsiteX4" fmla="*/ 0 w 1606417"/>
                <a:gd name="connsiteY4" fmla="*/ 88210 h 176425"/>
                <a:gd name="connsiteX5" fmla="*/ 803206 w 1606417"/>
                <a:gd name="connsiteY5" fmla="*/ 0 h 176425"/>
                <a:gd name="connsiteX6" fmla="*/ 1606412 w 1606417"/>
                <a:gd name="connsiteY6" fmla="*/ 88210 h 1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6417" h="176425">
                  <a:moveTo>
                    <a:pt x="1606417" y="88210"/>
                  </a:moveTo>
                  <a:lnTo>
                    <a:pt x="1600775" y="98721"/>
                  </a:lnTo>
                  <a:cubicBezTo>
                    <a:pt x="1553459" y="142483"/>
                    <a:pt x="1214419" y="176425"/>
                    <a:pt x="803211" y="176425"/>
                  </a:cubicBezTo>
                  <a:cubicBezTo>
                    <a:pt x="392004" y="176425"/>
                    <a:pt x="52952" y="142483"/>
                    <a:pt x="5642" y="98721"/>
                  </a:cubicBezTo>
                  <a:lnTo>
                    <a:pt x="0" y="88210"/>
                  </a:lnTo>
                  <a:cubicBezTo>
                    <a:pt x="0" y="39496"/>
                    <a:pt x="359603" y="0"/>
                    <a:pt x="803206" y="0"/>
                  </a:cubicBezTo>
                  <a:cubicBezTo>
                    <a:pt x="1246808" y="0"/>
                    <a:pt x="1606412" y="39496"/>
                    <a:pt x="1606412" y="88210"/>
                  </a:cubicBezTo>
                  <a:close/>
                </a:path>
              </a:pathLst>
            </a:custGeom>
            <a:solidFill>
              <a:srgbClr val="9464B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619A19-9925-B991-2BFB-8AF1C470C6C1}"/>
                </a:ext>
              </a:extLst>
            </p:cNvPr>
            <p:cNvSpPr/>
            <p:nvPr/>
          </p:nvSpPr>
          <p:spPr>
            <a:xfrm>
              <a:off x="5884505" y="1767538"/>
              <a:ext cx="18996" cy="35387"/>
            </a:xfrm>
            <a:custGeom>
              <a:avLst/>
              <a:gdLst>
                <a:gd name="connsiteX0" fmla="*/ 5642 w 5642"/>
                <a:gd name="connsiteY0" fmla="*/ 0 h 10510"/>
                <a:gd name="connsiteX1" fmla="*/ 0 w 5642"/>
                <a:gd name="connsiteY1" fmla="*/ 10511 h 10510"/>
                <a:gd name="connsiteX2" fmla="*/ 5642 w 5642"/>
                <a:gd name="connsiteY2" fmla="*/ 0 h 10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42" h="10510">
                  <a:moveTo>
                    <a:pt x="5642" y="0"/>
                  </a:moveTo>
                  <a:cubicBezTo>
                    <a:pt x="5642" y="3553"/>
                    <a:pt x="3725" y="7063"/>
                    <a:pt x="0" y="10511"/>
                  </a:cubicBezTo>
                  <a:lnTo>
                    <a:pt x="5642" y="0"/>
                  </a:lnTo>
                  <a:close/>
                </a:path>
              </a:pathLst>
            </a:custGeom>
            <a:noFill/>
            <a:ln w="2755" cap="flat">
              <a:solidFill>
                <a:srgbClr val="FF6E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7402344-F553-3F32-D780-D68F3C792435}"/>
                </a:ext>
              </a:extLst>
            </p:cNvPr>
            <p:cNvSpPr/>
            <p:nvPr/>
          </p:nvSpPr>
          <p:spPr>
            <a:xfrm>
              <a:off x="1266003" y="3144631"/>
              <a:ext cx="3863484" cy="391145"/>
            </a:xfrm>
            <a:custGeom>
              <a:avLst/>
              <a:gdLst>
                <a:gd name="connsiteX0" fmla="*/ 1147468 w 1147473"/>
                <a:gd name="connsiteY0" fmla="*/ 27963 h 116172"/>
                <a:gd name="connsiteX1" fmla="*/ 1139616 w 1147473"/>
                <a:gd name="connsiteY1" fmla="*/ 42591 h 116172"/>
                <a:gd name="connsiteX2" fmla="*/ 573734 w 1147473"/>
                <a:gd name="connsiteY2" fmla="*/ 116173 h 116172"/>
                <a:gd name="connsiteX3" fmla="*/ 9444 w 1147473"/>
                <a:gd name="connsiteY3" fmla="*/ 43989 h 116172"/>
                <a:gd name="connsiteX4" fmla="*/ 0 w 1147473"/>
                <a:gd name="connsiteY4" fmla="*/ 27963 h 116172"/>
                <a:gd name="connsiteX5" fmla="*/ 77 w 1147473"/>
                <a:gd name="connsiteY5" fmla="*/ 26537 h 116172"/>
                <a:gd name="connsiteX6" fmla="*/ 77 w 1147473"/>
                <a:gd name="connsiteY6" fmla="*/ 26537 h 116172"/>
                <a:gd name="connsiteX7" fmla="*/ 29427 w 1147473"/>
                <a:gd name="connsiteY7" fmla="*/ 0 h 116172"/>
                <a:gd name="connsiteX8" fmla="*/ 574281 w 1147473"/>
                <a:gd name="connsiteY8" fmla="*/ 48642 h 116172"/>
                <a:gd name="connsiteX9" fmla="*/ 1118461 w 1147473"/>
                <a:gd name="connsiteY9" fmla="*/ 193 h 116172"/>
                <a:gd name="connsiteX10" fmla="*/ 1147474 w 1147473"/>
                <a:gd name="connsiteY10" fmla="*/ 27963 h 116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7473" h="116172">
                  <a:moveTo>
                    <a:pt x="1147468" y="27963"/>
                  </a:moveTo>
                  <a:cubicBezTo>
                    <a:pt x="1147468" y="32947"/>
                    <a:pt x="1144777" y="37838"/>
                    <a:pt x="1139616" y="42591"/>
                  </a:cubicBezTo>
                  <a:cubicBezTo>
                    <a:pt x="1094284" y="84353"/>
                    <a:pt x="858181" y="116173"/>
                    <a:pt x="573734" y="116173"/>
                  </a:cubicBezTo>
                  <a:cubicBezTo>
                    <a:pt x="289288" y="116173"/>
                    <a:pt x="58468" y="85054"/>
                    <a:pt x="9444" y="43989"/>
                  </a:cubicBezTo>
                  <a:cubicBezTo>
                    <a:pt x="3244" y="38794"/>
                    <a:pt x="0" y="33434"/>
                    <a:pt x="0" y="27963"/>
                  </a:cubicBezTo>
                  <a:cubicBezTo>
                    <a:pt x="0" y="27488"/>
                    <a:pt x="28" y="27007"/>
                    <a:pt x="77" y="26537"/>
                  </a:cubicBezTo>
                  <a:lnTo>
                    <a:pt x="77" y="26537"/>
                  </a:lnTo>
                  <a:cubicBezTo>
                    <a:pt x="1033" y="17270"/>
                    <a:pt x="11274" y="8361"/>
                    <a:pt x="29427" y="0"/>
                  </a:cubicBezTo>
                  <a:cubicBezTo>
                    <a:pt x="129629" y="28853"/>
                    <a:pt x="335979" y="48642"/>
                    <a:pt x="574281" y="48642"/>
                  </a:cubicBezTo>
                  <a:cubicBezTo>
                    <a:pt x="812584" y="48642"/>
                    <a:pt x="1018016" y="28935"/>
                    <a:pt x="1118461" y="193"/>
                  </a:cubicBezTo>
                  <a:cubicBezTo>
                    <a:pt x="1137284" y="8925"/>
                    <a:pt x="1147474" y="18259"/>
                    <a:pt x="1147474" y="27963"/>
                  </a:cubicBezTo>
                  <a:close/>
                </a:path>
              </a:pathLst>
            </a:custGeom>
            <a:solidFill>
              <a:srgbClr val="496AA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6969806-19C1-6054-35A6-D33109CB6749}"/>
                </a:ext>
              </a:extLst>
            </p:cNvPr>
            <p:cNvSpPr/>
            <p:nvPr/>
          </p:nvSpPr>
          <p:spPr>
            <a:xfrm>
              <a:off x="1929717" y="4408184"/>
              <a:ext cx="2547814" cy="381321"/>
            </a:xfrm>
            <a:custGeom>
              <a:avLst/>
              <a:gdLst>
                <a:gd name="connsiteX0" fmla="*/ 756708 w 756713"/>
                <a:gd name="connsiteY0" fmla="*/ 25039 h 113254"/>
                <a:gd name="connsiteX1" fmla="*/ 756708 w 756713"/>
                <a:gd name="connsiteY1" fmla="*/ 25039 h 113254"/>
                <a:gd name="connsiteX2" fmla="*/ 744954 w 756713"/>
                <a:gd name="connsiteY2" fmla="*/ 46940 h 113254"/>
                <a:gd name="connsiteX3" fmla="*/ 744954 w 756713"/>
                <a:gd name="connsiteY3" fmla="*/ 46940 h 113254"/>
                <a:gd name="connsiteX4" fmla="*/ 378354 w 756713"/>
                <a:gd name="connsiteY4" fmla="*/ 113255 h 113254"/>
                <a:gd name="connsiteX5" fmla="*/ 5250 w 756713"/>
                <a:gd name="connsiteY5" fmla="*/ 39767 h 113254"/>
                <a:gd name="connsiteX6" fmla="*/ 5239 w 756713"/>
                <a:gd name="connsiteY6" fmla="*/ 39745 h 113254"/>
                <a:gd name="connsiteX7" fmla="*/ 1304 w 756713"/>
                <a:gd name="connsiteY7" fmla="*/ 32422 h 113254"/>
                <a:gd name="connsiteX8" fmla="*/ 1304 w 756713"/>
                <a:gd name="connsiteY8" fmla="*/ 32422 h 113254"/>
                <a:gd name="connsiteX9" fmla="*/ 0 w 756713"/>
                <a:gd name="connsiteY9" fmla="*/ 25045 h 113254"/>
                <a:gd name="connsiteX10" fmla="*/ 14617 w 756713"/>
                <a:gd name="connsiteY10" fmla="*/ 680 h 113254"/>
                <a:gd name="connsiteX11" fmla="*/ 377039 w 756713"/>
                <a:gd name="connsiteY11" fmla="*/ 45730 h 113254"/>
                <a:gd name="connsiteX12" fmla="*/ 741251 w 756713"/>
                <a:gd name="connsiteY12" fmla="*/ 0 h 113254"/>
                <a:gd name="connsiteX13" fmla="*/ 756714 w 756713"/>
                <a:gd name="connsiteY13" fmla="*/ 25045 h 113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6713" h="113254">
                  <a:moveTo>
                    <a:pt x="756708" y="25039"/>
                  </a:moveTo>
                  <a:lnTo>
                    <a:pt x="756708" y="25039"/>
                  </a:lnTo>
                  <a:cubicBezTo>
                    <a:pt x="756708" y="32605"/>
                    <a:pt x="752630" y="39944"/>
                    <a:pt x="744954" y="46940"/>
                  </a:cubicBezTo>
                  <a:lnTo>
                    <a:pt x="744954" y="46940"/>
                  </a:lnTo>
                  <a:cubicBezTo>
                    <a:pt x="703181" y="85065"/>
                    <a:pt x="554884" y="113255"/>
                    <a:pt x="378354" y="113255"/>
                  </a:cubicBezTo>
                  <a:cubicBezTo>
                    <a:pt x="190921" y="113255"/>
                    <a:pt x="35318" y="81479"/>
                    <a:pt x="5250" y="39767"/>
                  </a:cubicBezTo>
                  <a:cubicBezTo>
                    <a:pt x="5250" y="39767"/>
                    <a:pt x="5239" y="39756"/>
                    <a:pt x="5239" y="39745"/>
                  </a:cubicBezTo>
                  <a:cubicBezTo>
                    <a:pt x="3498" y="37335"/>
                    <a:pt x="2183" y="34893"/>
                    <a:pt x="1304" y="32422"/>
                  </a:cubicBezTo>
                  <a:cubicBezTo>
                    <a:pt x="1304" y="32422"/>
                    <a:pt x="1304" y="32422"/>
                    <a:pt x="1304" y="32422"/>
                  </a:cubicBezTo>
                  <a:cubicBezTo>
                    <a:pt x="442" y="29991"/>
                    <a:pt x="0" y="27532"/>
                    <a:pt x="0" y="25045"/>
                  </a:cubicBezTo>
                  <a:cubicBezTo>
                    <a:pt x="0" y="16595"/>
                    <a:pt x="5095" y="8417"/>
                    <a:pt x="14617" y="680"/>
                  </a:cubicBezTo>
                  <a:cubicBezTo>
                    <a:pt x="85800" y="27565"/>
                    <a:pt x="221436" y="45730"/>
                    <a:pt x="377039" y="45730"/>
                  </a:cubicBezTo>
                  <a:cubicBezTo>
                    <a:pt x="532641" y="45730"/>
                    <a:pt x="670554" y="27261"/>
                    <a:pt x="741251" y="0"/>
                  </a:cubicBezTo>
                  <a:cubicBezTo>
                    <a:pt x="751309" y="7941"/>
                    <a:pt x="756714" y="16347"/>
                    <a:pt x="756714" y="25045"/>
                  </a:cubicBezTo>
                  <a:close/>
                </a:path>
              </a:pathLst>
            </a:custGeom>
            <a:solidFill>
              <a:srgbClr val="2082C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5F135C-435D-E9F6-9424-7704338FB9B7}"/>
              </a:ext>
            </a:extLst>
          </p:cNvPr>
          <p:cNvCxnSpPr>
            <a:cxnSpLocks/>
          </p:cNvCxnSpPr>
          <p:nvPr/>
        </p:nvCxnSpPr>
        <p:spPr>
          <a:xfrm flipH="1">
            <a:off x="5273267" y="3030777"/>
            <a:ext cx="1701458" cy="0"/>
          </a:xfrm>
          <a:prstGeom prst="line">
            <a:avLst/>
          </a:prstGeom>
          <a:ln w="12700">
            <a:solidFill>
              <a:srgbClr val="9464B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0A3D98-89D4-7A8F-DDE2-A753D166CC95}"/>
              </a:ext>
            </a:extLst>
          </p:cNvPr>
          <p:cNvCxnSpPr>
            <a:cxnSpLocks/>
          </p:cNvCxnSpPr>
          <p:nvPr/>
        </p:nvCxnSpPr>
        <p:spPr>
          <a:xfrm flipH="1">
            <a:off x="4657079" y="4301195"/>
            <a:ext cx="1701800" cy="0"/>
          </a:xfrm>
          <a:prstGeom prst="line">
            <a:avLst/>
          </a:prstGeom>
          <a:ln w="12700">
            <a:solidFill>
              <a:srgbClr val="496AA4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6E40EC3-0060-8D55-D5E9-ECB3A4076BC4}"/>
              </a:ext>
            </a:extLst>
          </p:cNvPr>
          <p:cNvCxnSpPr>
            <a:cxnSpLocks/>
          </p:cNvCxnSpPr>
          <p:nvPr/>
        </p:nvCxnSpPr>
        <p:spPr>
          <a:xfrm flipH="1">
            <a:off x="3956426" y="5604067"/>
            <a:ext cx="1701800" cy="0"/>
          </a:xfrm>
          <a:prstGeom prst="line">
            <a:avLst/>
          </a:prstGeom>
          <a:ln w="12700">
            <a:solidFill>
              <a:srgbClr val="2082C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0B3194F-346F-871F-C2AD-8532329A3BD0}"/>
              </a:ext>
            </a:extLst>
          </p:cNvPr>
          <p:cNvSpPr/>
          <p:nvPr/>
        </p:nvSpPr>
        <p:spPr>
          <a:xfrm>
            <a:off x="7166785" y="2609581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B898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817BA68-7D11-18F7-B596-609935A966C5}"/>
              </a:ext>
            </a:extLst>
          </p:cNvPr>
          <p:cNvSpPr/>
          <p:nvPr/>
        </p:nvSpPr>
        <p:spPr>
          <a:xfrm>
            <a:off x="6551301" y="3881208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7D9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EABB9D9-6148-68CC-FC95-948119009DC8}"/>
              </a:ext>
            </a:extLst>
          </p:cNvPr>
          <p:cNvSpPr/>
          <p:nvPr/>
        </p:nvSpPr>
        <p:spPr>
          <a:xfrm>
            <a:off x="5871719" y="5181602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60A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C0D8455C-61B5-4C26-B78B-9EC7FB7E1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2369228"/>
            <a:ext cx="612116" cy="61211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F533F78-868E-EDD7-67F6-67F937C3E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3699063"/>
            <a:ext cx="612116" cy="612116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00EFD113-124F-9725-6A2F-436206DE4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4959904"/>
            <a:ext cx="612116" cy="61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59C9-F631-69E4-55D0-FE49DA0D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A975B44-574E-7407-5FC4-0D6C8754991C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D1FE46-34D4-7757-6130-B6910BD6DFB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53747C8-D9F0-9357-471F-8C87FC760634}"/>
              </a:ext>
            </a:extLst>
          </p:cNvPr>
          <p:cNvSpPr/>
          <p:nvPr/>
        </p:nvSpPr>
        <p:spPr>
          <a:xfrm>
            <a:off x="6886246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2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949CE5E-E230-5144-47A1-31F4E1DAEFA4}"/>
              </a:ext>
            </a:extLst>
          </p:cNvPr>
          <p:cNvSpPr/>
          <p:nvPr/>
        </p:nvSpPr>
        <p:spPr>
          <a:xfrm>
            <a:off x="4186073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1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F6AD592-791F-BD61-6341-88039CB24BA4}"/>
              </a:ext>
            </a:extLst>
          </p:cNvPr>
          <p:cNvSpPr/>
          <p:nvPr/>
        </p:nvSpPr>
        <p:spPr>
          <a:xfrm>
            <a:off x="1485900" y="2832267"/>
            <a:ext cx="3025944" cy="1579506"/>
          </a:xfrm>
          <a:custGeom>
            <a:avLst/>
            <a:gdLst>
              <a:gd name="connsiteX0" fmla="*/ 1247072 w 1260242"/>
              <a:gd name="connsiteY0" fmla="*/ 360955 h 657831"/>
              <a:gd name="connsiteX1" fmla="*/ 1260243 w 1260242"/>
              <a:gd name="connsiteY1" fmla="*/ 328916 h 657831"/>
              <a:gd name="connsiteX2" fmla="*/ 1247072 w 1260242"/>
              <a:gd name="connsiteY2" fmla="*/ 296876 h 657831"/>
              <a:gd name="connsiteX3" fmla="*/ 1247072 w 1260242"/>
              <a:gd name="connsiteY3" fmla="*/ 296876 h 657831"/>
              <a:gd name="connsiteX4" fmla="*/ 1246980 w 1260242"/>
              <a:gd name="connsiteY4" fmla="*/ 296740 h 657831"/>
              <a:gd name="connsiteX5" fmla="*/ 1246844 w 1260242"/>
              <a:gd name="connsiteY5" fmla="*/ 296603 h 657831"/>
              <a:gd name="connsiteX6" fmla="*/ 965281 w 1260242"/>
              <a:gd name="connsiteY6" fmla="*/ 15040 h 657831"/>
              <a:gd name="connsiteX7" fmla="*/ 965144 w 1260242"/>
              <a:gd name="connsiteY7" fmla="*/ 15040 h 657831"/>
              <a:gd name="connsiteX8" fmla="*/ 931373 w 1260242"/>
              <a:gd name="connsiteY8" fmla="*/ 0 h 657831"/>
              <a:gd name="connsiteX9" fmla="*/ 44436 w 1260242"/>
              <a:gd name="connsiteY9" fmla="*/ 0 h 657831"/>
              <a:gd name="connsiteX10" fmla="*/ 0 w 1260242"/>
              <a:gd name="connsiteY10" fmla="*/ 45575 h 657831"/>
              <a:gd name="connsiteX11" fmla="*/ 12670 w 1260242"/>
              <a:gd name="connsiteY11" fmla="*/ 77068 h 657831"/>
              <a:gd name="connsiteX12" fmla="*/ 12624 w 1260242"/>
              <a:gd name="connsiteY12" fmla="*/ 77068 h 657831"/>
              <a:gd name="connsiteX13" fmla="*/ 13217 w 1260242"/>
              <a:gd name="connsiteY13" fmla="*/ 77660 h 657831"/>
              <a:gd name="connsiteX14" fmla="*/ 13445 w 1260242"/>
              <a:gd name="connsiteY14" fmla="*/ 77888 h 657831"/>
              <a:gd name="connsiteX15" fmla="*/ 232205 w 1260242"/>
              <a:gd name="connsiteY15" fmla="*/ 296648 h 657831"/>
              <a:gd name="connsiteX16" fmla="*/ 245559 w 1260242"/>
              <a:gd name="connsiteY16" fmla="*/ 328870 h 657831"/>
              <a:gd name="connsiteX17" fmla="*/ 232205 w 1260242"/>
              <a:gd name="connsiteY17" fmla="*/ 361092 h 657831"/>
              <a:gd name="connsiteX18" fmla="*/ 13946 w 1260242"/>
              <a:gd name="connsiteY18" fmla="*/ 579442 h 657831"/>
              <a:gd name="connsiteX19" fmla="*/ 13992 w 1260242"/>
              <a:gd name="connsiteY19" fmla="*/ 579442 h 657831"/>
              <a:gd name="connsiteX20" fmla="*/ 0 w 1260242"/>
              <a:gd name="connsiteY20" fmla="*/ 612256 h 657831"/>
              <a:gd name="connsiteX21" fmla="*/ 44436 w 1260242"/>
              <a:gd name="connsiteY21" fmla="*/ 657785 h 657831"/>
              <a:gd name="connsiteX22" fmla="*/ 44436 w 1260242"/>
              <a:gd name="connsiteY22" fmla="*/ 657785 h 657831"/>
              <a:gd name="connsiteX23" fmla="*/ 931373 w 1260242"/>
              <a:gd name="connsiteY23" fmla="*/ 657831 h 657831"/>
              <a:gd name="connsiteX24" fmla="*/ 931373 w 1260242"/>
              <a:gd name="connsiteY24" fmla="*/ 657831 h 657831"/>
              <a:gd name="connsiteX25" fmla="*/ 962729 w 1260242"/>
              <a:gd name="connsiteY25" fmla="*/ 645252 h 657831"/>
              <a:gd name="connsiteX26" fmla="*/ 962820 w 1260242"/>
              <a:gd name="connsiteY26" fmla="*/ 645252 h 657831"/>
              <a:gd name="connsiteX27" fmla="*/ 963594 w 1260242"/>
              <a:gd name="connsiteY27" fmla="*/ 644477 h 657831"/>
              <a:gd name="connsiteX28" fmla="*/ 963594 w 1260242"/>
              <a:gd name="connsiteY28" fmla="*/ 644477 h 657831"/>
              <a:gd name="connsiteX29" fmla="*/ 1246844 w 1260242"/>
              <a:gd name="connsiteY29" fmla="*/ 361228 h 657831"/>
              <a:gd name="connsiteX30" fmla="*/ 1246980 w 1260242"/>
              <a:gd name="connsiteY30" fmla="*/ 361092 h 657831"/>
              <a:gd name="connsiteX31" fmla="*/ 1247072 w 1260242"/>
              <a:gd name="connsiteY31" fmla="*/ 361000 h 657831"/>
              <a:gd name="connsiteX32" fmla="*/ 1247072 w 1260242"/>
              <a:gd name="connsiteY32" fmla="*/ 361000 h 65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831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89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4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442"/>
                </a:lnTo>
                <a:lnTo>
                  <a:pt x="13992" y="579442"/>
                </a:lnTo>
                <a:cubicBezTo>
                  <a:pt x="5378" y="587737"/>
                  <a:pt x="0" y="599358"/>
                  <a:pt x="0" y="612256"/>
                </a:cubicBezTo>
                <a:cubicBezTo>
                  <a:pt x="0" y="637049"/>
                  <a:pt x="19780" y="657147"/>
                  <a:pt x="44436" y="657785"/>
                </a:cubicBezTo>
                <a:lnTo>
                  <a:pt x="44436" y="657785"/>
                </a:lnTo>
                <a:cubicBezTo>
                  <a:pt x="44436" y="657785"/>
                  <a:pt x="931373" y="657831"/>
                  <a:pt x="931373" y="657831"/>
                </a:cubicBezTo>
                <a:lnTo>
                  <a:pt x="931373" y="657831"/>
                </a:lnTo>
                <a:cubicBezTo>
                  <a:pt x="943541" y="657831"/>
                  <a:pt x="954571" y="653046"/>
                  <a:pt x="962729" y="645252"/>
                </a:cubicBezTo>
                <a:lnTo>
                  <a:pt x="962820" y="645252"/>
                </a:lnTo>
                <a:lnTo>
                  <a:pt x="963594" y="644477"/>
                </a:lnTo>
                <a:cubicBezTo>
                  <a:pt x="963594" y="644477"/>
                  <a:pt x="963594" y="644477"/>
                  <a:pt x="963594" y="644477"/>
                </a:cubicBezTo>
                <a:lnTo>
                  <a:pt x="1246844" y="361228"/>
                </a:lnTo>
                <a:cubicBezTo>
                  <a:pt x="1246844" y="361228"/>
                  <a:pt x="1246935" y="361137"/>
                  <a:pt x="1246980" y="361092"/>
                </a:cubicBezTo>
                <a:lnTo>
                  <a:pt x="1247072" y="361000"/>
                </a:lnTo>
                <a:lnTo>
                  <a:pt x="1247072" y="36100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0609A976-74C6-3F04-6CEF-D242897B583B}"/>
              </a:ext>
            </a:extLst>
          </p:cNvPr>
          <p:cNvSpPr/>
          <p:nvPr/>
        </p:nvSpPr>
        <p:spPr>
          <a:xfrm>
            <a:off x="2482036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92EA111A-89A2-2B3F-92E9-962759C07F36}"/>
              </a:ext>
            </a:extLst>
          </p:cNvPr>
          <p:cNvSpPr/>
          <p:nvPr/>
        </p:nvSpPr>
        <p:spPr>
          <a:xfrm>
            <a:off x="2538392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3 w 98806"/>
              <a:gd name="connsiteY1" fmla="*/ 0 h 98806"/>
              <a:gd name="connsiteX2" fmla="*/ 0 w 98806"/>
              <a:gd name="connsiteY2" fmla="*/ 49404 h 98806"/>
              <a:gd name="connsiteX3" fmla="*/ 49403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EA54F519-ADB4-016F-9FF4-78663E579E0F}"/>
              </a:ext>
            </a:extLst>
          </p:cNvPr>
          <p:cNvSpPr/>
          <p:nvPr/>
        </p:nvSpPr>
        <p:spPr>
          <a:xfrm>
            <a:off x="2599235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10456FE4-53C0-E2A2-E3A9-FE770EA27EB2}"/>
              </a:ext>
            </a:extLst>
          </p:cNvPr>
          <p:cNvSpPr/>
          <p:nvPr/>
        </p:nvSpPr>
        <p:spPr>
          <a:xfrm>
            <a:off x="7898033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8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8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8C36C96A-227C-64D0-4569-0190DF784F36}"/>
              </a:ext>
            </a:extLst>
          </p:cNvPr>
          <p:cNvSpPr/>
          <p:nvPr/>
        </p:nvSpPr>
        <p:spPr>
          <a:xfrm>
            <a:off x="7954497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4 w 98806"/>
              <a:gd name="connsiteY1" fmla="*/ 0 h 98806"/>
              <a:gd name="connsiteX2" fmla="*/ 0 w 98806"/>
              <a:gd name="connsiteY2" fmla="*/ 49404 h 98806"/>
              <a:gd name="connsiteX3" fmla="*/ 49404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4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4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CA664744-89D7-D66A-407A-1B4CE9D84C56}"/>
              </a:ext>
            </a:extLst>
          </p:cNvPr>
          <p:cNvSpPr/>
          <p:nvPr/>
        </p:nvSpPr>
        <p:spPr>
          <a:xfrm>
            <a:off x="8015230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6264FC5-FDF2-116F-5850-6678344C7F81}"/>
              </a:ext>
            </a:extLst>
          </p:cNvPr>
          <p:cNvSpPr/>
          <p:nvPr/>
        </p:nvSpPr>
        <p:spPr>
          <a:xfrm>
            <a:off x="5172032" y="2657288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1F1092F-D37E-A321-5306-DC0DFEF2C497}"/>
              </a:ext>
            </a:extLst>
          </p:cNvPr>
          <p:cNvSpPr/>
          <p:nvPr/>
        </p:nvSpPr>
        <p:spPr>
          <a:xfrm>
            <a:off x="5228498" y="2713754"/>
            <a:ext cx="237241" cy="237241"/>
          </a:xfrm>
          <a:custGeom>
            <a:avLst/>
            <a:gdLst>
              <a:gd name="connsiteX0" fmla="*/ 98807 w 98806"/>
              <a:gd name="connsiteY0" fmla="*/ 49403 h 98806"/>
              <a:gd name="connsiteX1" fmla="*/ 49403 w 98806"/>
              <a:gd name="connsiteY1" fmla="*/ 0 h 98806"/>
              <a:gd name="connsiteX2" fmla="*/ 0 w 98806"/>
              <a:gd name="connsiteY2" fmla="*/ 49403 h 98806"/>
              <a:gd name="connsiteX3" fmla="*/ 49403 w 98806"/>
              <a:gd name="connsiteY3" fmla="*/ 98807 h 98806"/>
              <a:gd name="connsiteX4" fmla="*/ 98807 w 98806"/>
              <a:gd name="connsiteY4" fmla="*/ 49403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3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3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3"/>
                </a:cubicBez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9030D1B7-2247-F9CC-6F34-404E84683715}"/>
              </a:ext>
            </a:extLst>
          </p:cNvPr>
          <p:cNvSpPr/>
          <p:nvPr/>
        </p:nvSpPr>
        <p:spPr>
          <a:xfrm>
            <a:off x="5289231" y="2774598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D75CBACE-BCC9-93AD-20B8-4B4DE052F770}"/>
              </a:ext>
            </a:extLst>
          </p:cNvPr>
          <p:cNvSpPr/>
          <p:nvPr/>
        </p:nvSpPr>
        <p:spPr>
          <a:xfrm>
            <a:off x="2648369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80564F5-3678-5900-6093-67A3030C95AC}"/>
              </a:ext>
            </a:extLst>
          </p:cNvPr>
          <p:cNvSpPr/>
          <p:nvPr/>
        </p:nvSpPr>
        <p:spPr>
          <a:xfrm>
            <a:off x="5338477" y="1660718"/>
            <a:ext cx="12700" cy="1056977"/>
          </a:xfrm>
          <a:custGeom>
            <a:avLst/>
            <a:gdLst>
              <a:gd name="connsiteX0" fmla="*/ 0 w 6836"/>
              <a:gd name="connsiteY0" fmla="*/ 0 h 587007"/>
              <a:gd name="connsiteX1" fmla="*/ 6836 w 6836"/>
              <a:gd name="connsiteY1" fmla="*/ 0 h 587007"/>
              <a:gd name="connsiteX2" fmla="*/ 6836 w 6836"/>
              <a:gd name="connsiteY2" fmla="*/ 587007 h 587007"/>
              <a:gd name="connsiteX3" fmla="*/ 0 w 6836"/>
              <a:gd name="connsiteY3" fmla="*/ 587007 h 587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587007">
                <a:moveTo>
                  <a:pt x="0" y="0"/>
                </a:moveTo>
                <a:lnTo>
                  <a:pt x="6836" y="0"/>
                </a:lnTo>
                <a:lnTo>
                  <a:pt x="6836" y="587007"/>
                </a:lnTo>
                <a:lnTo>
                  <a:pt x="0" y="587007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6FDC715-0D52-9F8C-1675-C9EB2E80D5F5}"/>
              </a:ext>
            </a:extLst>
          </p:cNvPr>
          <p:cNvSpPr/>
          <p:nvPr/>
        </p:nvSpPr>
        <p:spPr>
          <a:xfrm>
            <a:off x="8065131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A4E0A46-BAFC-635E-9694-F4900D60C719}"/>
              </a:ext>
            </a:extLst>
          </p:cNvPr>
          <p:cNvSpPr/>
          <p:nvPr/>
        </p:nvSpPr>
        <p:spPr>
          <a:xfrm>
            <a:off x="2344812" y="5558375"/>
            <a:ext cx="2851185" cy="569033"/>
          </a:xfrm>
          <a:custGeom>
            <a:avLst/>
            <a:gdLst>
              <a:gd name="connsiteX0" fmla="*/ 1141884 w 1187459"/>
              <a:gd name="connsiteY0" fmla="*/ 0 h 236990"/>
              <a:gd name="connsiteX1" fmla="*/ 1187459 w 1187459"/>
              <a:gd name="connsiteY1" fmla="*/ 45575 h 236990"/>
              <a:gd name="connsiteX2" fmla="*/ 1187459 w 1187459"/>
              <a:gd name="connsiteY2" fmla="*/ 191415 h 236990"/>
              <a:gd name="connsiteX3" fmla="*/ 1141884 w 1187459"/>
              <a:gd name="connsiteY3" fmla="*/ 236991 h 236990"/>
              <a:gd name="connsiteX4" fmla="*/ 45575 w 1187459"/>
              <a:gd name="connsiteY4" fmla="*/ 236991 h 236990"/>
              <a:gd name="connsiteX5" fmla="*/ 0 w 1187459"/>
              <a:gd name="connsiteY5" fmla="*/ 191415 h 236990"/>
              <a:gd name="connsiteX6" fmla="*/ 0 w 1187459"/>
              <a:gd name="connsiteY6" fmla="*/ 45575 h 236990"/>
              <a:gd name="connsiteX7" fmla="*/ 45575 w 1187459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7459" h="236990">
                <a:moveTo>
                  <a:pt x="1141884" y="0"/>
                </a:moveTo>
                <a:cubicBezTo>
                  <a:pt x="1167055" y="0"/>
                  <a:pt x="1187459" y="20405"/>
                  <a:pt x="1187459" y="45575"/>
                </a:cubicBezTo>
                <a:lnTo>
                  <a:pt x="1187459" y="191415"/>
                </a:lnTo>
                <a:cubicBezTo>
                  <a:pt x="1187459" y="216586"/>
                  <a:pt x="1167055" y="236991"/>
                  <a:pt x="1141884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E47406-B9C1-7070-FB96-F15BD3BA0460}"/>
              </a:ext>
            </a:extLst>
          </p:cNvPr>
          <p:cNvSpPr/>
          <p:nvPr/>
        </p:nvSpPr>
        <p:spPr>
          <a:xfrm>
            <a:off x="7761573" y="5558375"/>
            <a:ext cx="2944527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08" name="Graphic 107">
            <a:extLst>
              <a:ext uri="{FF2B5EF4-FFF2-40B4-BE49-F238E27FC236}">
                <a16:creationId xmlns:a16="http://schemas.microsoft.com/office/drawing/2014/main" id="{FC3E9E7F-60E7-1D2D-FAED-8D7FF849E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1794" y="5656315"/>
            <a:ext cx="373151" cy="373151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10510A3C-A1B8-A9F4-2EAB-AB5AE7EB46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2305" y="5656315"/>
            <a:ext cx="373151" cy="373151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8C91305-A98D-2BC1-B2CE-76FD43611F41}"/>
              </a:ext>
            </a:extLst>
          </p:cNvPr>
          <p:cNvCxnSpPr>
            <a:cxnSpLocks/>
          </p:cNvCxnSpPr>
          <p:nvPr/>
        </p:nvCxnSpPr>
        <p:spPr>
          <a:xfrm>
            <a:off x="2947548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A28A78A-640A-0D50-031F-4204807EB5EA}"/>
              </a:ext>
            </a:extLst>
          </p:cNvPr>
          <p:cNvCxnSpPr>
            <a:cxnSpLocks/>
          </p:cNvCxnSpPr>
          <p:nvPr/>
        </p:nvCxnSpPr>
        <p:spPr>
          <a:xfrm>
            <a:off x="8364312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4F70E6-C073-FA44-FE24-A79441D37FE8}"/>
              </a:ext>
            </a:extLst>
          </p:cNvPr>
          <p:cNvSpPr/>
          <p:nvPr/>
        </p:nvSpPr>
        <p:spPr>
          <a:xfrm>
            <a:off x="5034916" y="1119516"/>
            <a:ext cx="2944528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10" name="Graphic 109">
            <a:extLst>
              <a:ext uri="{FF2B5EF4-FFF2-40B4-BE49-F238E27FC236}">
                <a16:creationId xmlns:a16="http://schemas.microsoft.com/office/drawing/2014/main" id="{927A9192-944E-DCE6-B66A-687EA50381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0108" y="1217456"/>
            <a:ext cx="373151" cy="373151"/>
          </a:xfrm>
          <a:prstGeom prst="rect">
            <a:avLst/>
          </a:prstGeom>
        </p:spPr>
      </p:pic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DF29BCF-9CDD-ABA3-ACD0-CCCE5B5CC52F}"/>
              </a:ext>
            </a:extLst>
          </p:cNvPr>
          <p:cNvCxnSpPr>
            <a:cxnSpLocks/>
          </p:cNvCxnSpPr>
          <p:nvPr/>
        </p:nvCxnSpPr>
        <p:spPr>
          <a:xfrm>
            <a:off x="5637656" y="1205308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5EBB095-7E44-0EF6-44C0-6EFD08AD449C}"/>
              </a:ext>
            </a:extLst>
          </p:cNvPr>
          <p:cNvSpPr txBox="1"/>
          <p:nvPr/>
        </p:nvSpPr>
        <p:spPr>
          <a:xfrm>
            <a:off x="2279810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74FFCAB-40DD-D8A7-3589-267E8AAF0F4C}"/>
              </a:ext>
            </a:extLst>
          </p:cNvPr>
          <p:cNvSpPr txBox="1"/>
          <p:nvPr/>
        </p:nvSpPr>
        <p:spPr>
          <a:xfrm>
            <a:off x="4923983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FCE5C93-375C-E0E7-67BE-B702567AA638}"/>
              </a:ext>
            </a:extLst>
          </p:cNvPr>
          <p:cNvSpPr txBox="1"/>
          <p:nvPr/>
        </p:nvSpPr>
        <p:spPr>
          <a:xfrm>
            <a:off x="7624156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A0CD653-1C3E-877D-9833-B6AD25754C81}"/>
              </a:ext>
            </a:extLst>
          </p:cNvPr>
          <p:cNvSpPr txBox="1"/>
          <p:nvPr/>
        </p:nvSpPr>
        <p:spPr>
          <a:xfrm>
            <a:off x="5787513" y="1250144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FEC855-9CCF-E29D-B5D0-11674602BC11}"/>
              </a:ext>
            </a:extLst>
          </p:cNvPr>
          <p:cNvSpPr txBox="1"/>
          <p:nvPr/>
        </p:nvSpPr>
        <p:spPr>
          <a:xfrm>
            <a:off x="308215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09B40E5-087D-8B04-14AB-08D39BDDBC50}"/>
              </a:ext>
            </a:extLst>
          </p:cNvPr>
          <p:cNvSpPr txBox="1"/>
          <p:nvPr/>
        </p:nvSpPr>
        <p:spPr>
          <a:xfrm>
            <a:off x="853028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9696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7C7E-FA73-B1C2-ED80-C7BBBF4E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CF13057-FD41-C5DB-7C20-21C7D9BE72EA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55F0B-D4BF-54C0-C675-B448C004216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EA3689-3B18-2637-9383-DE47616803A3}"/>
              </a:ext>
            </a:extLst>
          </p:cNvPr>
          <p:cNvSpPr/>
          <p:nvPr/>
        </p:nvSpPr>
        <p:spPr>
          <a:xfrm>
            <a:off x="3028452" y="4678063"/>
            <a:ext cx="5687494" cy="1424659"/>
          </a:xfrm>
          <a:custGeom>
            <a:avLst/>
            <a:gdLst>
              <a:gd name="connsiteX0" fmla="*/ 2072724 w 2072754"/>
              <a:gd name="connsiteY0" fmla="*/ 488420 h 519204"/>
              <a:gd name="connsiteX1" fmla="*/ 2041940 w 2072754"/>
              <a:gd name="connsiteY1" fmla="*/ 519205 h 519204"/>
              <a:gd name="connsiteX2" fmla="*/ 30784 w 2072754"/>
              <a:gd name="connsiteY2" fmla="*/ 519205 h 519204"/>
              <a:gd name="connsiteX3" fmla="*/ 0 w 2072754"/>
              <a:gd name="connsiteY3" fmla="*/ 488420 h 519204"/>
              <a:gd name="connsiteX4" fmla="*/ 3571 w 2072754"/>
              <a:gd name="connsiteY4" fmla="*/ 474044 h 519204"/>
              <a:gd name="connsiteX5" fmla="*/ 266990 w 2072754"/>
              <a:gd name="connsiteY5" fmla="*/ 16716 h 519204"/>
              <a:gd name="connsiteX6" fmla="*/ 267052 w 2072754"/>
              <a:gd name="connsiteY6" fmla="*/ 16716 h 519204"/>
              <a:gd name="connsiteX7" fmla="*/ 294419 w 2072754"/>
              <a:gd name="connsiteY7" fmla="*/ 0 h 519204"/>
              <a:gd name="connsiteX8" fmla="*/ 1778305 w 2072754"/>
              <a:gd name="connsiteY8" fmla="*/ 0 h 519204"/>
              <a:gd name="connsiteX9" fmla="*/ 1805118 w 2072754"/>
              <a:gd name="connsiteY9" fmla="*/ 15669 h 519204"/>
              <a:gd name="connsiteX10" fmla="*/ 2069646 w 2072754"/>
              <a:gd name="connsiteY10" fmla="*/ 474691 h 519204"/>
              <a:gd name="connsiteX11" fmla="*/ 2072755 w 2072754"/>
              <a:gd name="connsiteY11" fmla="*/ 488359 h 51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72754" h="519204">
                <a:moveTo>
                  <a:pt x="2072724" y="488420"/>
                </a:moveTo>
                <a:cubicBezTo>
                  <a:pt x="2072724" y="505413"/>
                  <a:pt x="2058933" y="519205"/>
                  <a:pt x="2041940" y="519205"/>
                </a:cubicBezTo>
                <a:lnTo>
                  <a:pt x="30784" y="519205"/>
                </a:lnTo>
                <a:cubicBezTo>
                  <a:pt x="13791" y="519205"/>
                  <a:pt x="0" y="505413"/>
                  <a:pt x="0" y="488420"/>
                </a:cubicBezTo>
                <a:cubicBezTo>
                  <a:pt x="0" y="483218"/>
                  <a:pt x="1293" y="478354"/>
                  <a:pt x="3571" y="474044"/>
                </a:cubicBezTo>
                <a:lnTo>
                  <a:pt x="266990" y="16716"/>
                </a:lnTo>
                <a:lnTo>
                  <a:pt x="267052" y="16716"/>
                </a:lnTo>
                <a:cubicBezTo>
                  <a:pt x="272162" y="6803"/>
                  <a:pt x="282475" y="0"/>
                  <a:pt x="294419" y="0"/>
                </a:cubicBezTo>
                <a:lnTo>
                  <a:pt x="1778305" y="0"/>
                </a:lnTo>
                <a:cubicBezTo>
                  <a:pt x="1789818" y="0"/>
                  <a:pt x="1799823" y="6311"/>
                  <a:pt x="1805118" y="15669"/>
                </a:cubicBezTo>
                <a:lnTo>
                  <a:pt x="2069646" y="474691"/>
                </a:lnTo>
                <a:cubicBezTo>
                  <a:pt x="2069646" y="474691"/>
                  <a:pt x="2072755" y="483464"/>
                  <a:pt x="2072755" y="488359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6D6E387-8F78-B784-3AE2-222BB79E8088}"/>
              </a:ext>
            </a:extLst>
          </p:cNvPr>
          <p:cNvSpPr/>
          <p:nvPr/>
        </p:nvSpPr>
        <p:spPr>
          <a:xfrm>
            <a:off x="3926868" y="3177632"/>
            <a:ext cx="3890409" cy="1365363"/>
          </a:xfrm>
          <a:custGeom>
            <a:avLst/>
            <a:gdLst>
              <a:gd name="connsiteX0" fmla="*/ 1414683 w 1417823"/>
              <a:gd name="connsiteY0" fmla="*/ 453080 h 497594"/>
              <a:gd name="connsiteX1" fmla="*/ 1417823 w 1417823"/>
              <a:gd name="connsiteY1" fmla="*/ 466810 h 497594"/>
              <a:gd name="connsiteX2" fmla="*/ 1387039 w 1417823"/>
              <a:gd name="connsiteY2" fmla="*/ 497594 h 497594"/>
              <a:gd name="connsiteX3" fmla="*/ 30784 w 1417823"/>
              <a:gd name="connsiteY3" fmla="*/ 497594 h 497594"/>
              <a:gd name="connsiteX4" fmla="*/ 0 w 1417823"/>
              <a:gd name="connsiteY4" fmla="*/ 466810 h 497594"/>
              <a:gd name="connsiteX5" fmla="*/ 4064 w 1417823"/>
              <a:gd name="connsiteY5" fmla="*/ 451541 h 497594"/>
              <a:gd name="connsiteX6" fmla="*/ 256093 w 1417823"/>
              <a:gd name="connsiteY6" fmla="*/ 14068 h 497594"/>
              <a:gd name="connsiteX7" fmla="*/ 256154 w 1417823"/>
              <a:gd name="connsiteY7" fmla="*/ 14068 h 497594"/>
              <a:gd name="connsiteX8" fmla="*/ 281151 w 1417823"/>
              <a:gd name="connsiteY8" fmla="*/ 31 h 497594"/>
              <a:gd name="connsiteX9" fmla="*/ 281151 w 1417823"/>
              <a:gd name="connsiteY9" fmla="*/ 31 h 497594"/>
              <a:gd name="connsiteX10" fmla="*/ 1135810 w 1417823"/>
              <a:gd name="connsiteY10" fmla="*/ 0 h 497594"/>
              <a:gd name="connsiteX11" fmla="*/ 1161915 w 1417823"/>
              <a:gd name="connsiteY11" fmla="*/ 14530 h 497594"/>
              <a:gd name="connsiteX12" fmla="*/ 1161946 w 1417823"/>
              <a:gd name="connsiteY12" fmla="*/ 14530 h 497594"/>
              <a:gd name="connsiteX13" fmla="*/ 1414622 w 1417823"/>
              <a:gd name="connsiteY13" fmla="*/ 453111 h 49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17823" h="497594">
                <a:moveTo>
                  <a:pt x="1414683" y="453080"/>
                </a:moveTo>
                <a:cubicBezTo>
                  <a:pt x="1414683" y="453080"/>
                  <a:pt x="1417823" y="461884"/>
                  <a:pt x="1417823" y="466810"/>
                </a:cubicBezTo>
                <a:cubicBezTo>
                  <a:pt x="1417823" y="483803"/>
                  <a:pt x="1404032" y="497594"/>
                  <a:pt x="1387039" y="497594"/>
                </a:cubicBezTo>
                <a:lnTo>
                  <a:pt x="30784" y="497594"/>
                </a:lnTo>
                <a:cubicBezTo>
                  <a:pt x="13791" y="497594"/>
                  <a:pt x="0" y="483803"/>
                  <a:pt x="0" y="466810"/>
                </a:cubicBezTo>
                <a:cubicBezTo>
                  <a:pt x="0" y="461238"/>
                  <a:pt x="4064" y="451541"/>
                  <a:pt x="4064" y="451541"/>
                </a:cubicBezTo>
                <a:lnTo>
                  <a:pt x="256093" y="14068"/>
                </a:lnTo>
                <a:lnTo>
                  <a:pt x="256154" y="14068"/>
                </a:lnTo>
                <a:cubicBezTo>
                  <a:pt x="261480" y="5818"/>
                  <a:pt x="270654" y="308"/>
                  <a:pt x="281151" y="31"/>
                </a:cubicBezTo>
                <a:lnTo>
                  <a:pt x="281151" y="31"/>
                </a:lnTo>
                <a:cubicBezTo>
                  <a:pt x="281151" y="31"/>
                  <a:pt x="1135810" y="0"/>
                  <a:pt x="1135810" y="0"/>
                </a:cubicBezTo>
                <a:cubicBezTo>
                  <a:pt x="1146831" y="0"/>
                  <a:pt x="1156466" y="5818"/>
                  <a:pt x="1161915" y="14530"/>
                </a:cubicBezTo>
                <a:lnTo>
                  <a:pt x="1161946" y="14530"/>
                </a:lnTo>
                <a:lnTo>
                  <a:pt x="1414622" y="453111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632A9C9-C1C5-2739-27F0-3A49400F83F8}"/>
              </a:ext>
            </a:extLst>
          </p:cNvPr>
          <p:cNvSpPr/>
          <p:nvPr/>
        </p:nvSpPr>
        <p:spPr>
          <a:xfrm>
            <a:off x="4791497" y="1144202"/>
            <a:ext cx="2161318" cy="1898196"/>
          </a:xfrm>
          <a:custGeom>
            <a:avLst/>
            <a:gdLst>
              <a:gd name="connsiteX0" fmla="*/ 783671 w 787672"/>
              <a:gd name="connsiteY0" fmla="*/ 645850 h 691780"/>
              <a:gd name="connsiteX1" fmla="*/ 787673 w 787672"/>
              <a:gd name="connsiteY1" fmla="*/ 660996 h 691780"/>
              <a:gd name="connsiteX2" fmla="*/ 756888 w 787672"/>
              <a:gd name="connsiteY2" fmla="*/ 691780 h 691780"/>
              <a:gd name="connsiteX3" fmla="*/ 30722 w 787672"/>
              <a:gd name="connsiteY3" fmla="*/ 691780 h 691780"/>
              <a:gd name="connsiteX4" fmla="*/ 0 w 787672"/>
              <a:gd name="connsiteY4" fmla="*/ 660996 h 691780"/>
              <a:gd name="connsiteX5" fmla="*/ 4125 w 787672"/>
              <a:gd name="connsiteY5" fmla="*/ 645666 h 691780"/>
              <a:gd name="connsiteX6" fmla="*/ 367470 w 787672"/>
              <a:gd name="connsiteY6" fmla="*/ 14930 h 691780"/>
              <a:gd name="connsiteX7" fmla="*/ 367470 w 787672"/>
              <a:gd name="connsiteY7" fmla="*/ 14930 h 691780"/>
              <a:gd name="connsiteX8" fmla="*/ 393821 w 787672"/>
              <a:gd name="connsiteY8" fmla="*/ 0 h 691780"/>
              <a:gd name="connsiteX9" fmla="*/ 420172 w 787672"/>
              <a:gd name="connsiteY9" fmla="*/ 14930 h 691780"/>
              <a:gd name="connsiteX10" fmla="*/ 420172 w 787672"/>
              <a:gd name="connsiteY10" fmla="*/ 14930 h 691780"/>
              <a:gd name="connsiteX11" fmla="*/ 783640 w 787672"/>
              <a:gd name="connsiteY11" fmla="*/ 645819 h 691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7672" h="691780">
                <a:moveTo>
                  <a:pt x="783671" y="645850"/>
                </a:moveTo>
                <a:cubicBezTo>
                  <a:pt x="783671" y="645850"/>
                  <a:pt x="787673" y="655486"/>
                  <a:pt x="787673" y="660996"/>
                </a:cubicBezTo>
                <a:cubicBezTo>
                  <a:pt x="787673" y="677989"/>
                  <a:pt x="773881" y="691780"/>
                  <a:pt x="756888" y="691780"/>
                </a:cubicBezTo>
                <a:lnTo>
                  <a:pt x="30722" y="691780"/>
                </a:lnTo>
                <a:cubicBezTo>
                  <a:pt x="13760" y="691780"/>
                  <a:pt x="0" y="677989"/>
                  <a:pt x="0" y="660996"/>
                </a:cubicBezTo>
                <a:cubicBezTo>
                  <a:pt x="0" y="655424"/>
                  <a:pt x="1508" y="650191"/>
                  <a:pt x="4125" y="645666"/>
                </a:cubicBezTo>
                <a:lnTo>
                  <a:pt x="367470" y="14930"/>
                </a:lnTo>
                <a:lnTo>
                  <a:pt x="367470" y="14930"/>
                </a:lnTo>
                <a:cubicBezTo>
                  <a:pt x="372857" y="6003"/>
                  <a:pt x="382616" y="0"/>
                  <a:pt x="393821" y="0"/>
                </a:cubicBezTo>
                <a:cubicBezTo>
                  <a:pt x="405026" y="0"/>
                  <a:pt x="414785" y="6003"/>
                  <a:pt x="420172" y="14930"/>
                </a:cubicBezTo>
                <a:lnTo>
                  <a:pt x="420172" y="14930"/>
                </a:lnTo>
                <a:lnTo>
                  <a:pt x="783640" y="645819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943238C-77EF-7B23-EF2E-DC880CF1BE3F}"/>
              </a:ext>
            </a:extLst>
          </p:cNvPr>
          <p:cNvSpPr/>
          <p:nvPr/>
        </p:nvSpPr>
        <p:spPr>
          <a:xfrm>
            <a:off x="6190056" y="1705923"/>
            <a:ext cx="270302" cy="270302"/>
          </a:xfrm>
          <a:custGeom>
            <a:avLst/>
            <a:gdLst>
              <a:gd name="connsiteX0" fmla="*/ 0 w 98509"/>
              <a:gd name="connsiteY0" fmla="*/ 49255 h 98509"/>
              <a:gd name="connsiteX1" fmla="*/ 49255 w 98509"/>
              <a:gd name="connsiteY1" fmla="*/ 0 h 98509"/>
              <a:gd name="connsiteX2" fmla="*/ 98509 w 98509"/>
              <a:gd name="connsiteY2" fmla="*/ 49255 h 98509"/>
              <a:gd name="connsiteX3" fmla="*/ 49255 w 98509"/>
              <a:gd name="connsiteY3" fmla="*/ 98509 h 98509"/>
              <a:gd name="connsiteX4" fmla="*/ 0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0" y="49255"/>
                </a:moveTo>
                <a:cubicBezTo>
                  <a:pt x="0" y="22041"/>
                  <a:pt x="22042" y="0"/>
                  <a:pt x="49255" y="0"/>
                </a:cubicBezTo>
                <a:cubicBezTo>
                  <a:pt x="76468" y="0"/>
                  <a:pt x="98509" y="22041"/>
                  <a:pt x="98509" y="49255"/>
                </a:cubicBezTo>
                <a:cubicBezTo>
                  <a:pt x="98509" y="76468"/>
                  <a:pt x="76468" y="98509"/>
                  <a:pt x="49255" y="98509"/>
                </a:cubicBezTo>
                <a:cubicBezTo>
                  <a:pt x="22042" y="98509"/>
                  <a:pt x="0" y="76468"/>
                  <a:pt x="0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99E5B6-830C-B666-1F43-602C01E3F5DE}"/>
              </a:ext>
            </a:extLst>
          </p:cNvPr>
          <p:cNvSpPr/>
          <p:nvPr/>
        </p:nvSpPr>
        <p:spPr>
          <a:xfrm>
            <a:off x="6233729" y="1749507"/>
            <a:ext cx="183130" cy="183127"/>
          </a:xfrm>
          <a:custGeom>
            <a:avLst/>
            <a:gdLst>
              <a:gd name="connsiteX0" fmla="*/ 0 w 66740"/>
              <a:gd name="connsiteY0" fmla="*/ 33370 h 66739"/>
              <a:gd name="connsiteX1" fmla="*/ 33370 w 66740"/>
              <a:gd name="connsiteY1" fmla="*/ 0 h 66739"/>
              <a:gd name="connsiteX2" fmla="*/ 66740 w 66740"/>
              <a:gd name="connsiteY2" fmla="*/ 33370 h 66739"/>
              <a:gd name="connsiteX3" fmla="*/ 33370 w 66740"/>
              <a:gd name="connsiteY3" fmla="*/ 66740 h 66739"/>
              <a:gd name="connsiteX4" fmla="*/ 0 w 66740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40" h="66739">
                <a:moveTo>
                  <a:pt x="0" y="33370"/>
                </a:moveTo>
                <a:cubicBezTo>
                  <a:pt x="0" y="14961"/>
                  <a:pt x="14930" y="0"/>
                  <a:pt x="33370" y="0"/>
                </a:cubicBezTo>
                <a:cubicBezTo>
                  <a:pt x="51810" y="0"/>
                  <a:pt x="66740" y="14930"/>
                  <a:pt x="66740" y="33370"/>
                </a:cubicBezTo>
                <a:cubicBezTo>
                  <a:pt x="66740" y="51810"/>
                  <a:pt x="51810" y="66740"/>
                  <a:pt x="33370" y="66740"/>
                </a:cubicBezTo>
                <a:cubicBezTo>
                  <a:pt x="14930" y="66740"/>
                  <a:pt x="0" y="51810"/>
                  <a:pt x="0" y="33370"/>
                </a:cubicBez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67B47AE-5C62-7894-8078-23F19F8B632C}"/>
              </a:ext>
            </a:extLst>
          </p:cNvPr>
          <p:cNvSpPr/>
          <p:nvPr/>
        </p:nvSpPr>
        <p:spPr>
          <a:xfrm>
            <a:off x="6386955" y="1834737"/>
            <a:ext cx="1471540" cy="12669"/>
          </a:xfrm>
          <a:custGeom>
            <a:avLst/>
            <a:gdLst>
              <a:gd name="connsiteX0" fmla="*/ 0 w 536289"/>
              <a:gd name="connsiteY0" fmla="*/ 0 h 4617"/>
              <a:gd name="connsiteX1" fmla="*/ 536290 w 536289"/>
              <a:gd name="connsiteY1" fmla="*/ 0 h 4617"/>
              <a:gd name="connsiteX2" fmla="*/ 536290 w 536289"/>
              <a:gd name="connsiteY2" fmla="*/ 4618 h 4617"/>
              <a:gd name="connsiteX3" fmla="*/ 0 w 536289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6289" h="4617">
                <a:moveTo>
                  <a:pt x="0" y="0"/>
                </a:moveTo>
                <a:lnTo>
                  <a:pt x="536290" y="0"/>
                </a:lnTo>
                <a:lnTo>
                  <a:pt x="536290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5FBAC2-08C1-9E67-C677-AC5A03EB1F50}"/>
              </a:ext>
            </a:extLst>
          </p:cNvPr>
          <p:cNvSpPr/>
          <p:nvPr/>
        </p:nvSpPr>
        <p:spPr>
          <a:xfrm>
            <a:off x="7699273" y="1621454"/>
            <a:ext cx="2272902" cy="439240"/>
          </a:xfrm>
          <a:custGeom>
            <a:avLst/>
            <a:gdLst>
              <a:gd name="connsiteX0" fmla="*/ 797555 w 828338"/>
              <a:gd name="connsiteY0" fmla="*/ 0 h 160077"/>
              <a:gd name="connsiteX1" fmla="*/ 828339 w 828338"/>
              <a:gd name="connsiteY1" fmla="*/ 30784 h 160077"/>
              <a:gd name="connsiteX2" fmla="*/ 828339 w 828338"/>
              <a:gd name="connsiteY2" fmla="*/ 129293 h 160077"/>
              <a:gd name="connsiteX3" fmla="*/ 797555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5" y="0"/>
                </a:moveTo>
                <a:cubicBezTo>
                  <a:pt x="814556" y="0"/>
                  <a:pt x="828339" y="13783"/>
                  <a:pt x="828339" y="30784"/>
                </a:cubicBezTo>
                <a:lnTo>
                  <a:pt x="828339" y="129293"/>
                </a:lnTo>
                <a:cubicBezTo>
                  <a:pt x="828339" y="146295"/>
                  <a:pt x="814556" y="160077"/>
                  <a:pt x="797555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3"/>
                  <a:pt x="13783" y="0"/>
                  <a:pt x="30784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CD4C029-9F58-F469-6D13-DB638FDD4972}"/>
              </a:ext>
            </a:extLst>
          </p:cNvPr>
          <p:cNvSpPr/>
          <p:nvPr/>
        </p:nvSpPr>
        <p:spPr>
          <a:xfrm>
            <a:off x="4160088" y="3660542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41"/>
                  <a:pt x="76468" y="0"/>
                  <a:pt x="49255" y="0"/>
                </a:cubicBezTo>
                <a:cubicBezTo>
                  <a:pt x="22041" y="0"/>
                  <a:pt x="0" y="22041"/>
                  <a:pt x="0" y="49255"/>
                </a:cubicBezTo>
                <a:cubicBezTo>
                  <a:pt x="0" y="76468"/>
                  <a:pt x="22041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25DD371-6FD6-B9B5-D5B4-76E382233665}"/>
              </a:ext>
            </a:extLst>
          </p:cNvPr>
          <p:cNvSpPr/>
          <p:nvPr/>
        </p:nvSpPr>
        <p:spPr>
          <a:xfrm>
            <a:off x="4203675" y="3704129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D55B48E-D274-731C-82D6-DBA3796E13F2}"/>
              </a:ext>
            </a:extLst>
          </p:cNvPr>
          <p:cNvSpPr/>
          <p:nvPr/>
        </p:nvSpPr>
        <p:spPr>
          <a:xfrm>
            <a:off x="3150426" y="3789359"/>
            <a:ext cx="1080615" cy="12669"/>
          </a:xfrm>
          <a:custGeom>
            <a:avLst/>
            <a:gdLst>
              <a:gd name="connsiteX0" fmla="*/ 0 w 393820"/>
              <a:gd name="connsiteY0" fmla="*/ 0 h 4617"/>
              <a:gd name="connsiteX1" fmla="*/ 393821 w 393820"/>
              <a:gd name="connsiteY1" fmla="*/ 0 h 4617"/>
              <a:gd name="connsiteX2" fmla="*/ 393821 w 393820"/>
              <a:gd name="connsiteY2" fmla="*/ 4618 h 4617"/>
              <a:gd name="connsiteX3" fmla="*/ 0 w 393820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820" h="4617">
                <a:moveTo>
                  <a:pt x="0" y="0"/>
                </a:moveTo>
                <a:lnTo>
                  <a:pt x="393821" y="0"/>
                </a:lnTo>
                <a:lnTo>
                  <a:pt x="393821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72EB2A3-AFAE-6BEA-A989-F595AB9B95C6}"/>
              </a:ext>
            </a:extLst>
          </p:cNvPr>
          <p:cNvSpPr/>
          <p:nvPr/>
        </p:nvSpPr>
        <p:spPr>
          <a:xfrm>
            <a:off x="965200" y="3576073"/>
            <a:ext cx="2273300" cy="439240"/>
          </a:xfrm>
          <a:custGeom>
            <a:avLst/>
            <a:gdLst>
              <a:gd name="connsiteX0" fmla="*/ 797062 w 827845"/>
              <a:gd name="connsiteY0" fmla="*/ 0 h 160077"/>
              <a:gd name="connsiteX1" fmla="*/ 827846 w 827845"/>
              <a:gd name="connsiteY1" fmla="*/ 30784 h 160077"/>
              <a:gd name="connsiteX2" fmla="*/ 827846 w 827845"/>
              <a:gd name="connsiteY2" fmla="*/ 129293 h 160077"/>
              <a:gd name="connsiteX3" fmla="*/ 797062 w 827845"/>
              <a:gd name="connsiteY3" fmla="*/ 160077 h 160077"/>
              <a:gd name="connsiteX4" fmla="*/ 30784 w 827845"/>
              <a:gd name="connsiteY4" fmla="*/ 160077 h 160077"/>
              <a:gd name="connsiteX5" fmla="*/ 0 w 827845"/>
              <a:gd name="connsiteY5" fmla="*/ 129293 h 160077"/>
              <a:gd name="connsiteX6" fmla="*/ 0 w 827845"/>
              <a:gd name="connsiteY6" fmla="*/ 30784 h 160077"/>
              <a:gd name="connsiteX7" fmla="*/ 30784 w 827845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7845" h="160077">
                <a:moveTo>
                  <a:pt x="797062" y="0"/>
                </a:moveTo>
                <a:cubicBezTo>
                  <a:pt x="814063" y="0"/>
                  <a:pt x="827846" y="13782"/>
                  <a:pt x="827846" y="30784"/>
                </a:cubicBezTo>
                <a:lnTo>
                  <a:pt x="827846" y="129293"/>
                </a:lnTo>
                <a:cubicBezTo>
                  <a:pt x="827846" y="146295"/>
                  <a:pt x="814063" y="160077"/>
                  <a:pt x="797062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3" y="0"/>
                  <a:pt x="30784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1E0ECEE-6687-9DC1-59A1-2DC2253EAD28}"/>
              </a:ext>
            </a:extLst>
          </p:cNvPr>
          <p:cNvSpPr/>
          <p:nvPr/>
        </p:nvSpPr>
        <p:spPr>
          <a:xfrm>
            <a:off x="8078372" y="5018390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72"/>
                  <a:pt x="76468" y="0"/>
                  <a:pt x="49255" y="0"/>
                </a:cubicBezTo>
                <a:cubicBezTo>
                  <a:pt x="22042" y="0"/>
                  <a:pt x="0" y="22041"/>
                  <a:pt x="0" y="49255"/>
                </a:cubicBezTo>
                <a:cubicBezTo>
                  <a:pt x="0" y="76468"/>
                  <a:pt x="22042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2B4746B-43EF-48A0-676A-6C5AB1118416}"/>
              </a:ext>
            </a:extLst>
          </p:cNvPr>
          <p:cNvSpPr/>
          <p:nvPr/>
        </p:nvSpPr>
        <p:spPr>
          <a:xfrm>
            <a:off x="8121875" y="5061974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7DF2F80-B867-D3F7-6109-D2A4CB7098D7}"/>
              </a:ext>
            </a:extLst>
          </p:cNvPr>
          <p:cNvSpPr/>
          <p:nvPr/>
        </p:nvSpPr>
        <p:spPr>
          <a:xfrm>
            <a:off x="8278564" y="5147203"/>
            <a:ext cx="844272" cy="12669"/>
          </a:xfrm>
          <a:custGeom>
            <a:avLst/>
            <a:gdLst>
              <a:gd name="connsiteX0" fmla="*/ 0 w 307687"/>
              <a:gd name="connsiteY0" fmla="*/ 0 h 4617"/>
              <a:gd name="connsiteX1" fmla="*/ 307687 w 307687"/>
              <a:gd name="connsiteY1" fmla="*/ 0 h 4617"/>
              <a:gd name="connsiteX2" fmla="*/ 307687 w 307687"/>
              <a:gd name="connsiteY2" fmla="*/ 4618 h 4617"/>
              <a:gd name="connsiteX3" fmla="*/ 0 w 307687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687" h="4617">
                <a:moveTo>
                  <a:pt x="0" y="0"/>
                </a:moveTo>
                <a:lnTo>
                  <a:pt x="307687" y="0"/>
                </a:lnTo>
                <a:lnTo>
                  <a:pt x="307687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F2BE079-0658-30CF-BB94-202D273F612F}"/>
              </a:ext>
            </a:extLst>
          </p:cNvPr>
          <p:cNvSpPr/>
          <p:nvPr/>
        </p:nvSpPr>
        <p:spPr>
          <a:xfrm>
            <a:off x="8953898" y="4933920"/>
            <a:ext cx="2273300" cy="439240"/>
          </a:xfrm>
          <a:custGeom>
            <a:avLst/>
            <a:gdLst>
              <a:gd name="connsiteX0" fmla="*/ 797554 w 828338"/>
              <a:gd name="connsiteY0" fmla="*/ 0 h 160077"/>
              <a:gd name="connsiteX1" fmla="*/ 828338 w 828338"/>
              <a:gd name="connsiteY1" fmla="*/ 30784 h 160077"/>
              <a:gd name="connsiteX2" fmla="*/ 828338 w 828338"/>
              <a:gd name="connsiteY2" fmla="*/ 129293 h 160077"/>
              <a:gd name="connsiteX3" fmla="*/ 797554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4" y="0"/>
                </a:moveTo>
                <a:cubicBezTo>
                  <a:pt x="814556" y="0"/>
                  <a:pt x="828338" y="13782"/>
                  <a:pt x="828338" y="30784"/>
                </a:cubicBezTo>
                <a:lnTo>
                  <a:pt x="828338" y="129293"/>
                </a:lnTo>
                <a:cubicBezTo>
                  <a:pt x="828338" y="146295"/>
                  <a:pt x="814556" y="160077"/>
                  <a:pt x="797554" y="160077"/>
                </a:cubicBezTo>
                <a:lnTo>
                  <a:pt x="30784" y="160077"/>
                </a:lnTo>
                <a:cubicBezTo>
                  <a:pt x="13782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2" y="0"/>
                  <a:pt x="30784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97F3FEC9-2B5A-946F-416A-F64F26DDB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9863" y="3637924"/>
            <a:ext cx="315542" cy="31554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F2498E9-E804-031B-8D8F-E35AE40DAA96}"/>
              </a:ext>
            </a:extLst>
          </p:cNvPr>
          <p:cNvCxnSpPr>
            <a:cxnSpLocks/>
          </p:cNvCxnSpPr>
          <p:nvPr/>
        </p:nvCxnSpPr>
        <p:spPr>
          <a:xfrm>
            <a:off x="1410067" y="3580809"/>
            <a:ext cx="0" cy="429768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phic 40">
            <a:extLst>
              <a:ext uri="{FF2B5EF4-FFF2-40B4-BE49-F238E27FC236}">
                <a16:creationId xmlns:a16="http://schemas.microsoft.com/office/drawing/2014/main" id="{2EA80C56-1FA2-5028-7F76-31DA567B0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6970" y="4994790"/>
            <a:ext cx="317500" cy="317500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AD7FE3F-CCE6-E8C3-F418-B4AB82156C22}"/>
              </a:ext>
            </a:extLst>
          </p:cNvPr>
          <p:cNvCxnSpPr>
            <a:cxnSpLocks/>
          </p:cNvCxnSpPr>
          <p:nvPr/>
        </p:nvCxnSpPr>
        <p:spPr>
          <a:xfrm>
            <a:off x="9404202" y="4948479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c 46">
            <a:extLst>
              <a:ext uri="{FF2B5EF4-FFF2-40B4-BE49-F238E27FC236}">
                <a16:creationId xmlns:a16="http://schemas.microsoft.com/office/drawing/2014/main" id="{DB2D422D-8315-C442-4B93-32B14C1FFF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8131" y="1682324"/>
            <a:ext cx="317500" cy="317500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FAA540F-C17B-F5A2-DA52-A7B25D0CA045}"/>
              </a:ext>
            </a:extLst>
          </p:cNvPr>
          <p:cNvCxnSpPr>
            <a:cxnSpLocks/>
          </p:cNvCxnSpPr>
          <p:nvPr/>
        </p:nvCxnSpPr>
        <p:spPr>
          <a:xfrm>
            <a:off x="8146008" y="1642351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25B4E83-A5D3-22DB-B393-87BC165448DC}"/>
              </a:ext>
            </a:extLst>
          </p:cNvPr>
          <p:cNvSpPr txBox="1"/>
          <p:nvPr/>
        </p:nvSpPr>
        <p:spPr>
          <a:xfrm>
            <a:off x="4995058" y="3380459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47187B-3DD6-94B2-D2F0-3231ECF98750}"/>
              </a:ext>
            </a:extLst>
          </p:cNvPr>
          <p:cNvSpPr txBox="1"/>
          <p:nvPr/>
        </p:nvSpPr>
        <p:spPr>
          <a:xfrm>
            <a:off x="4995185" y="4910538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606CD3-9EDA-45E8-B927-86217D1AAA7D}"/>
              </a:ext>
            </a:extLst>
          </p:cNvPr>
          <p:cNvSpPr txBox="1"/>
          <p:nvPr/>
        </p:nvSpPr>
        <p:spPr>
          <a:xfrm>
            <a:off x="5236024" y="2198148"/>
            <a:ext cx="1272265" cy="6639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E68E86-3664-1C22-087E-E7071E4FAF5C}"/>
              </a:ext>
            </a:extLst>
          </p:cNvPr>
          <p:cNvSpPr txBox="1"/>
          <p:nvPr/>
        </p:nvSpPr>
        <p:spPr>
          <a:xfrm>
            <a:off x="1429633" y="3626416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58D648-4123-BE83-54BA-345DF5237F6C}"/>
              </a:ext>
            </a:extLst>
          </p:cNvPr>
          <p:cNvSpPr txBox="1"/>
          <p:nvPr/>
        </p:nvSpPr>
        <p:spPr>
          <a:xfrm>
            <a:off x="8189374" y="1671797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975EC8-35DA-D7E3-F909-034E1D617E2A}"/>
              </a:ext>
            </a:extLst>
          </p:cNvPr>
          <p:cNvSpPr txBox="1"/>
          <p:nvPr/>
        </p:nvSpPr>
        <p:spPr>
          <a:xfrm>
            <a:off x="9441253" y="4984263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33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CE3C4-439C-1469-CDB1-95AFC44C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FD4C910-8D38-EF84-9F48-984ED9474DB6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A4BE5A-AF73-7AC8-AFD6-162EA2021291}"/>
              </a:ext>
            </a:extLst>
          </p:cNvPr>
          <p:cNvGrpSpPr/>
          <p:nvPr/>
        </p:nvGrpSpPr>
        <p:grpSpPr>
          <a:xfrm>
            <a:off x="4266128" y="1046481"/>
            <a:ext cx="3659092" cy="3810994"/>
            <a:chOff x="4266128" y="1046481"/>
            <a:chExt cx="3659092" cy="381099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B94B99-7FCB-265A-D98F-D2AD360E6626}"/>
                </a:ext>
              </a:extLst>
            </p:cNvPr>
            <p:cNvSpPr/>
            <p:nvPr/>
          </p:nvSpPr>
          <p:spPr>
            <a:xfrm>
              <a:off x="4404190" y="3425571"/>
              <a:ext cx="3268387" cy="1431904"/>
            </a:xfrm>
            <a:custGeom>
              <a:avLst/>
              <a:gdLst>
                <a:gd name="connsiteX0" fmla="*/ 4004193 w 4004193"/>
                <a:gd name="connsiteY0" fmla="*/ 650075 h 1754267"/>
                <a:gd name="connsiteX1" fmla="*/ 2072302 w 4004193"/>
                <a:gd name="connsiteY1" fmla="*/ 1754268 h 1754267"/>
                <a:gd name="connsiteX2" fmla="*/ 191287 w 4004193"/>
                <a:gd name="connsiteY2" fmla="*/ 732124 h 1754267"/>
                <a:gd name="connsiteX3" fmla="*/ 0 w 4004193"/>
                <a:gd name="connsiteY3" fmla="*/ 834633 h 1754267"/>
                <a:gd name="connsiteX4" fmla="*/ 79852 w 4004193"/>
                <a:gd name="connsiteY4" fmla="*/ 540390 h 1754267"/>
                <a:gd name="connsiteX5" fmla="*/ 226441 w 4004193"/>
                <a:gd name="connsiteY5" fmla="*/ 0 h 1754267"/>
                <a:gd name="connsiteX6" fmla="*/ 736930 w 4004193"/>
                <a:gd name="connsiteY6" fmla="*/ 148786 h 1754267"/>
                <a:gd name="connsiteX7" fmla="*/ 1088607 w 4004193"/>
                <a:gd name="connsiteY7" fmla="*/ 251365 h 1754267"/>
                <a:gd name="connsiteX8" fmla="*/ 867110 w 4004193"/>
                <a:gd name="connsiteY8" fmla="*/ 370044 h 1754267"/>
                <a:gd name="connsiteX9" fmla="*/ 2072302 w 4004193"/>
                <a:gd name="connsiteY9" fmla="*/ 991728 h 1754267"/>
                <a:gd name="connsiteX10" fmla="*/ 3321780 w 4004193"/>
                <a:gd name="connsiteY10" fmla="*/ 304165 h 1754267"/>
                <a:gd name="connsiteX11" fmla="*/ 3438536 w 4004193"/>
                <a:gd name="connsiteY11" fmla="*/ 795634 h 1754267"/>
                <a:gd name="connsiteX12" fmla="*/ 4004193 w 4004193"/>
                <a:gd name="connsiteY12" fmla="*/ 650040 h 1754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04193" h="1754267">
                  <a:moveTo>
                    <a:pt x="4004193" y="650075"/>
                  </a:moveTo>
                  <a:cubicBezTo>
                    <a:pt x="3614375" y="1310860"/>
                    <a:pt x="2895126" y="1754268"/>
                    <a:pt x="2072302" y="1754268"/>
                  </a:cubicBezTo>
                  <a:cubicBezTo>
                    <a:pt x="1249478" y="1754268"/>
                    <a:pt x="590821" y="1347353"/>
                    <a:pt x="191287" y="732124"/>
                  </a:cubicBezTo>
                  <a:lnTo>
                    <a:pt x="0" y="834633"/>
                  </a:lnTo>
                  <a:lnTo>
                    <a:pt x="79852" y="540390"/>
                  </a:lnTo>
                  <a:lnTo>
                    <a:pt x="226441" y="0"/>
                  </a:lnTo>
                  <a:lnTo>
                    <a:pt x="736930" y="148786"/>
                  </a:lnTo>
                  <a:lnTo>
                    <a:pt x="1088607" y="251365"/>
                  </a:lnTo>
                  <a:lnTo>
                    <a:pt x="867110" y="370044"/>
                  </a:lnTo>
                  <a:cubicBezTo>
                    <a:pt x="1135228" y="746336"/>
                    <a:pt x="1575133" y="991728"/>
                    <a:pt x="2072302" y="991728"/>
                  </a:cubicBezTo>
                  <a:cubicBezTo>
                    <a:pt x="2597964" y="991728"/>
                    <a:pt x="3059601" y="717465"/>
                    <a:pt x="3321780" y="304165"/>
                  </a:cubicBezTo>
                  <a:lnTo>
                    <a:pt x="3438536" y="795634"/>
                  </a:lnTo>
                  <a:lnTo>
                    <a:pt x="4004193" y="650040"/>
                  </a:lnTo>
                  <a:close/>
                </a:path>
              </a:pathLst>
            </a:custGeom>
            <a:solidFill>
              <a:srgbClr val="2082C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A0E9544-5178-5315-029F-4C3F075844EC}"/>
                </a:ext>
              </a:extLst>
            </p:cNvPr>
            <p:cNvSpPr/>
            <p:nvPr/>
          </p:nvSpPr>
          <p:spPr>
            <a:xfrm>
              <a:off x="6149209" y="1199227"/>
              <a:ext cx="1776011" cy="2875801"/>
            </a:xfrm>
            <a:custGeom>
              <a:avLst/>
              <a:gdLst>
                <a:gd name="connsiteX0" fmla="*/ 1962102 w 2175841"/>
                <a:gd name="connsiteY0" fmla="*/ 3196784 h 3523228"/>
                <a:gd name="connsiteX1" fmla="*/ 2138147 w 2175841"/>
                <a:gd name="connsiteY1" fmla="*/ 3307670 h 3523228"/>
                <a:gd name="connsiteX2" fmla="*/ 1866287 w 2175841"/>
                <a:gd name="connsiteY2" fmla="*/ 3377635 h 3523228"/>
                <a:gd name="connsiteX3" fmla="*/ 1300630 w 2175841"/>
                <a:gd name="connsiteY3" fmla="*/ 3523229 h 3523228"/>
                <a:gd name="connsiteX4" fmla="*/ 1183873 w 2175841"/>
                <a:gd name="connsiteY4" fmla="*/ 3031759 h 3523228"/>
                <a:gd name="connsiteX5" fmla="*/ 1099627 w 2175841"/>
                <a:gd name="connsiteY5" fmla="*/ 2677095 h 3523228"/>
                <a:gd name="connsiteX6" fmla="*/ 1309419 w 2175841"/>
                <a:gd name="connsiteY6" fmla="*/ 2785749 h 3523228"/>
                <a:gd name="connsiteX7" fmla="*/ 1413233 w 2175841"/>
                <a:gd name="connsiteY7" fmla="*/ 2240485 h 3523228"/>
                <a:gd name="connsiteX8" fmla="*/ 33128 w 2175841"/>
                <a:gd name="connsiteY8" fmla="*/ 764874 h 3523228"/>
                <a:gd name="connsiteX9" fmla="*/ 404065 w 2175841"/>
                <a:gd name="connsiteY9" fmla="*/ 432937 h 3523228"/>
                <a:gd name="connsiteX10" fmla="*/ 0 w 2175841"/>
                <a:gd name="connsiteY10" fmla="*/ 0 h 3523228"/>
                <a:gd name="connsiteX11" fmla="*/ 2175842 w 2175841"/>
                <a:gd name="connsiteY11" fmla="*/ 2240519 h 3523228"/>
                <a:gd name="connsiteX12" fmla="*/ 1962068 w 2175841"/>
                <a:gd name="connsiteY12" fmla="*/ 3196852 h 3523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75841" h="3523228">
                  <a:moveTo>
                    <a:pt x="1962102" y="3196784"/>
                  </a:moveTo>
                  <a:lnTo>
                    <a:pt x="2138147" y="3307670"/>
                  </a:lnTo>
                  <a:lnTo>
                    <a:pt x="1866287" y="3377635"/>
                  </a:lnTo>
                  <a:lnTo>
                    <a:pt x="1300630" y="3523229"/>
                  </a:lnTo>
                  <a:lnTo>
                    <a:pt x="1183873" y="3031759"/>
                  </a:lnTo>
                  <a:lnTo>
                    <a:pt x="1099627" y="2677095"/>
                  </a:lnTo>
                  <a:lnTo>
                    <a:pt x="1309419" y="2785749"/>
                  </a:lnTo>
                  <a:cubicBezTo>
                    <a:pt x="1376362" y="2616983"/>
                    <a:pt x="1413233" y="2433076"/>
                    <a:pt x="1413233" y="2240485"/>
                  </a:cubicBezTo>
                  <a:cubicBezTo>
                    <a:pt x="1413233" y="1456935"/>
                    <a:pt x="803805" y="815580"/>
                    <a:pt x="33128" y="764874"/>
                  </a:cubicBezTo>
                  <a:lnTo>
                    <a:pt x="404065" y="432937"/>
                  </a:lnTo>
                  <a:lnTo>
                    <a:pt x="0" y="0"/>
                  </a:lnTo>
                  <a:cubicBezTo>
                    <a:pt x="1207561" y="34708"/>
                    <a:pt x="2175842" y="1024581"/>
                    <a:pt x="2175842" y="2240519"/>
                  </a:cubicBezTo>
                  <a:cubicBezTo>
                    <a:pt x="2175842" y="2582618"/>
                    <a:pt x="2099217" y="2906832"/>
                    <a:pt x="1962068" y="3196852"/>
                  </a:cubicBezTo>
                  <a:close/>
                </a:path>
              </a:pathLst>
            </a:custGeom>
            <a:solidFill>
              <a:srgbClr val="496AA4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8DCB2F-9BFB-2F40-1780-93FA16D62C89}"/>
                </a:ext>
              </a:extLst>
            </p:cNvPr>
            <p:cNvSpPr/>
            <p:nvPr/>
          </p:nvSpPr>
          <p:spPr>
            <a:xfrm>
              <a:off x="4266128" y="1046481"/>
              <a:ext cx="2212923" cy="2820178"/>
            </a:xfrm>
            <a:custGeom>
              <a:avLst/>
              <a:gdLst>
                <a:gd name="connsiteX0" fmla="*/ 2711082 w 2711115"/>
                <a:gd name="connsiteY0" fmla="*/ 620036 h 3455083"/>
                <a:gd name="connsiteX1" fmla="*/ 2340145 w 2711115"/>
                <a:gd name="connsiteY1" fmla="*/ 951973 h 3455083"/>
                <a:gd name="connsiteX2" fmla="*/ 2106872 w 2711115"/>
                <a:gd name="connsiteY2" fmla="*/ 1160666 h 3455083"/>
                <a:gd name="connsiteX3" fmla="*/ 2111370 w 2711115"/>
                <a:gd name="connsiteY3" fmla="*/ 954342 h 3455083"/>
                <a:gd name="connsiteX4" fmla="*/ 762574 w 2711115"/>
                <a:gd name="connsiteY4" fmla="*/ 2427584 h 3455083"/>
                <a:gd name="connsiteX5" fmla="*/ 906005 w 2711115"/>
                <a:gd name="connsiteY5" fmla="*/ 3063480 h 3455083"/>
                <a:gd name="connsiteX6" fmla="*/ 395517 w 2711115"/>
                <a:gd name="connsiteY6" fmla="*/ 2914693 h 3455083"/>
                <a:gd name="connsiteX7" fmla="*/ 248928 w 2711115"/>
                <a:gd name="connsiteY7" fmla="*/ 3455083 h 3455083"/>
                <a:gd name="connsiteX8" fmla="*/ 0 w 2711115"/>
                <a:gd name="connsiteY8" fmla="*/ 2427584 h 3455083"/>
                <a:gd name="connsiteX9" fmla="*/ 2128260 w 2711115"/>
                <a:gd name="connsiteY9" fmla="*/ 189021 h 3455083"/>
                <a:gd name="connsiteX10" fmla="*/ 2132414 w 2711115"/>
                <a:gd name="connsiteY10" fmla="*/ 0 h 3455083"/>
                <a:gd name="connsiteX11" fmla="*/ 2307051 w 2711115"/>
                <a:gd name="connsiteY11" fmla="*/ 187065 h 3455083"/>
                <a:gd name="connsiteX12" fmla="*/ 2711116 w 2711115"/>
                <a:gd name="connsiteY12" fmla="*/ 620001 h 345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1115" h="3455083">
                  <a:moveTo>
                    <a:pt x="2711082" y="620036"/>
                  </a:moveTo>
                  <a:lnTo>
                    <a:pt x="2340145" y="951973"/>
                  </a:lnTo>
                  <a:lnTo>
                    <a:pt x="2106872" y="1160666"/>
                  </a:lnTo>
                  <a:lnTo>
                    <a:pt x="2111370" y="954342"/>
                  </a:lnTo>
                  <a:cubicBezTo>
                    <a:pt x="1355489" y="1020222"/>
                    <a:pt x="762574" y="1654710"/>
                    <a:pt x="762574" y="2427584"/>
                  </a:cubicBezTo>
                  <a:cubicBezTo>
                    <a:pt x="762574" y="2655226"/>
                    <a:pt x="814001" y="2870819"/>
                    <a:pt x="906005" y="3063480"/>
                  </a:cubicBezTo>
                  <a:lnTo>
                    <a:pt x="395517" y="2914693"/>
                  </a:lnTo>
                  <a:lnTo>
                    <a:pt x="248928" y="3455083"/>
                  </a:lnTo>
                  <a:cubicBezTo>
                    <a:pt x="89842" y="3147314"/>
                    <a:pt x="0" y="2797937"/>
                    <a:pt x="0" y="2427584"/>
                  </a:cubicBezTo>
                  <a:cubicBezTo>
                    <a:pt x="0" y="1227678"/>
                    <a:pt x="942945" y="247863"/>
                    <a:pt x="2128260" y="189021"/>
                  </a:cubicBezTo>
                  <a:lnTo>
                    <a:pt x="2132414" y="0"/>
                  </a:lnTo>
                  <a:lnTo>
                    <a:pt x="2307051" y="187065"/>
                  </a:lnTo>
                  <a:lnTo>
                    <a:pt x="2711116" y="620001"/>
                  </a:lnTo>
                  <a:close/>
                </a:path>
              </a:pathLst>
            </a:custGeom>
            <a:solidFill>
              <a:srgbClr val="9464B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80A8AB7-A78C-4993-C562-56D56FE0BFCB}"/>
                </a:ext>
              </a:extLst>
            </p:cNvPr>
            <p:cNvSpPr/>
            <p:nvPr/>
          </p:nvSpPr>
          <p:spPr>
            <a:xfrm>
              <a:off x="5283843" y="2165028"/>
              <a:ext cx="1623660" cy="1623659"/>
            </a:xfrm>
            <a:custGeom>
              <a:avLst/>
              <a:gdLst>
                <a:gd name="connsiteX0" fmla="*/ 1981533 w 1981532"/>
                <a:gd name="connsiteY0" fmla="*/ 990766 h 1981532"/>
                <a:gd name="connsiteX1" fmla="*/ 990767 w 1981532"/>
                <a:gd name="connsiteY1" fmla="*/ 1981533 h 1981532"/>
                <a:gd name="connsiteX2" fmla="*/ 0 w 1981532"/>
                <a:gd name="connsiteY2" fmla="*/ 990766 h 1981532"/>
                <a:gd name="connsiteX3" fmla="*/ 990767 w 1981532"/>
                <a:gd name="connsiteY3" fmla="*/ 0 h 1981532"/>
                <a:gd name="connsiteX4" fmla="*/ 1981533 w 1981532"/>
                <a:gd name="connsiteY4" fmla="*/ 990766 h 198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1532" h="1981532">
                  <a:moveTo>
                    <a:pt x="1981533" y="990766"/>
                  </a:moveTo>
                  <a:cubicBezTo>
                    <a:pt x="1981533" y="1537952"/>
                    <a:pt x="1537952" y="1981533"/>
                    <a:pt x="990767" y="1981533"/>
                  </a:cubicBezTo>
                  <a:cubicBezTo>
                    <a:pt x="443581" y="1981533"/>
                    <a:pt x="0" y="1537951"/>
                    <a:pt x="0" y="990766"/>
                  </a:cubicBezTo>
                  <a:cubicBezTo>
                    <a:pt x="0" y="443581"/>
                    <a:pt x="443581" y="0"/>
                    <a:pt x="990767" y="0"/>
                  </a:cubicBezTo>
                  <a:cubicBezTo>
                    <a:pt x="1537952" y="0"/>
                    <a:pt x="1981533" y="443581"/>
                    <a:pt x="1981533" y="990766"/>
                  </a:cubicBezTo>
                  <a:close/>
                </a:path>
              </a:pathLst>
            </a:custGeom>
            <a:solidFill>
              <a:srgbClr val="FFFFFF"/>
            </a:solidFill>
            <a:ln w="3428" cap="flat">
              <a:noFill/>
              <a:prstDash val="solid"/>
              <a:miter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7CB887F-D9B6-21ED-5CBF-E7D4D02DA20C}"/>
                </a:ext>
              </a:extLst>
            </p:cNvPr>
            <p:cNvSpPr txBox="1"/>
            <p:nvPr/>
          </p:nvSpPr>
          <p:spPr>
            <a:xfrm rot="17581333">
              <a:off x="4448647" y="2318399"/>
              <a:ext cx="947082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7C4A6B8-300C-8824-833E-F77F63495FDF}"/>
                </a:ext>
              </a:extLst>
            </p:cNvPr>
            <p:cNvSpPr txBox="1"/>
            <p:nvPr/>
          </p:nvSpPr>
          <p:spPr>
            <a:xfrm rot="4335257">
              <a:off x="6998575" y="2498956"/>
              <a:ext cx="773375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2658D61-298E-C30D-4B25-8597E54EFD2E}"/>
                </a:ext>
              </a:extLst>
            </p:cNvPr>
            <p:cNvSpPr txBox="1"/>
            <p:nvPr/>
          </p:nvSpPr>
          <p:spPr>
            <a:xfrm>
              <a:off x="5557268" y="4283295"/>
              <a:ext cx="962231" cy="276341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545355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118" name="Rounded Rectangle 2763">
            <a:extLst>
              <a:ext uri="{FF2B5EF4-FFF2-40B4-BE49-F238E27FC236}">
                <a16:creationId xmlns:a16="http://schemas.microsoft.com/office/drawing/2014/main" id="{9DD1B435-681D-EA11-C853-667EC6B86890}"/>
              </a:ext>
            </a:extLst>
          </p:cNvPr>
          <p:cNvSpPr/>
          <p:nvPr/>
        </p:nvSpPr>
        <p:spPr>
          <a:xfrm>
            <a:off x="4217576" y="5034093"/>
            <a:ext cx="3759200" cy="1284830"/>
          </a:xfrm>
          <a:prstGeom prst="roundRect">
            <a:avLst>
              <a:gd name="adj" fmla="val 7908"/>
            </a:avLst>
          </a:pr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ounded Rectangle 2763">
            <a:extLst>
              <a:ext uri="{FF2B5EF4-FFF2-40B4-BE49-F238E27FC236}">
                <a16:creationId xmlns:a16="http://schemas.microsoft.com/office/drawing/2014/main" id="{16A60DB7-FCBD-1E51-894B-C6BA3073B1A8}"/>
              </a:ext>
            </a:extLst>
          </p:cNvPr>
          <p:cNvSpPr/>
          <p:nvPr/>
        </p:nvSpPr>
        <p:spPr>
          <a:xfrm>
            <a:off x="8058802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E8F4E-0D4F-0D5D-9294-6A5B6EAEE10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116" name="Rounded Rectangle 2763">
            <a:extLst>
              <a:ext uri="{FF2B5EF4-FFF2-40B4-BE49-F238E27FC236}">
                <a16:creationId xmlns:a16="http://schemas.microsoft.com/office/drawing/2014/main" id="{EA2700D9-B2C9-1754-F648-C9C90392616B}"/>
              </a:ext>
            </a:extLst>
          </p:cNvPr>
          <p:cNvSpPr/>
          <p:nvPr/>
        </p:nvSpPr>
        <p:spPr>
          <a:xfrm>
            <a:off x="376350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E32CD8-993B-C787-6A89-96027C551FF2}"/>
              </a:ext>
            </a:extLst>
          </p:cNvPr>
          <p:cNvGrpSpPr/>
          <p:nvPr/>
        </p:nvGrpSpPr>
        <p:grpSpPr>
          <a:xfrm>
            <a:off x="5574233" y="2454806"/>
            <a:ext cx="1042880" cy="1044104"/>
            <a:chOff x="4867690" y="5483009"/>
            <a:chExt cx="642535" cy="643293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E20BC39-044D-8F01-8B53-FA8EDA59EA94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E41DCE-3471-AE58-7577-98101D575ABD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46BF154-9D4A-82A5-0747-A423FB58CE49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738D7FCA-8E35-B687-0747-48DB4FE5D9C9}"/>
              </a:ext>
            </a:extLst>
          </p:cNvPr>
          <p:cNvSpPr txBox="1"/>
          <p:nvPr/>
        </p:nvSpPr>
        <p:spPr>
          <a:xfrm>
            <a:off x="552974" y="2075714"/>
            <a:ext cx="3399238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26CF9E0-892E-B852-F15F-91333F9939D6}"/>
              </a:ext>
            </a:extLst>
          </p:cNvPr>
          <p:cNvSpPr txBox="1"/>
          <p:nvPr/>
        </p:nvSpPr>
        <p:spPr>
          <a:xfrm>
            <a:off x="8235426" y="2075714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C0A3A14-B346-BA61-ACBA-742512626F34}"/>
              </a:ext>
            </a:extLst>
          </p:cNvPr>
          <p:cNvSpPr txBox="1"/>
          <p:nvPr/>
        </p:nvSpPr>
        <p:spPr>
          <a:xfrm>
            <a:off x="4393195" y="5319107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</p:spTree>
    <p:extLst>
      <p:ext uri="{BB962C8B-B14F-4D97-AF65-F5344CB8AC3E}">
        <p14:creationId xmlns:p14="http://schemas.microsoft.com/office/powerpoint/2010/main" val="286705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D5040-2AD9-C722-35E6-FA8782AF7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6AA93E15-CA8B-7D79-108E-9E93071671C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2C412-388D-FB54-68AA-101AD1B8D32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CF4192-ACB6-CEF5-62A3-363D1D2362A2}"/>
              </a:ext>
            </a:extLst>
          </p:cNvPr>
          <p:cNvSpPr/>
          <p:nvPr/>
        </p:nvSpPr>
        <p:spPr>
          <a:xfrm>
            <a:off x="4350783" y="1008428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9464B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ED68DA-C938-C59B-1D04-7ED34FB5BE93}"/>
              </a:ext>
            </a:extLst>
          </p:cNvPr>
          <p:cNvCxnSpPr/>
          <p:nvPr/>
        </p:nvCxnSpPr>
        <p:spPr>
          <a:xfrm>
            <a:off x="5670804" y="2310494"/>
            <a:ext cx="850392" cy="0"/>
          </a:xfrm>
          <a:prstGeom prst="line">
            <a:avLst/>
          </a:prstGeom>
          <a:ln w="28575">
            <a:solidFill>
              <a:srgbClr val="8D62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D7BFB0-2AE9-6AE0-DCD5-C72A02BD3CC6}"/>
              </a:ext>
            </a:extLst>
          </p:cNvPr>
          <p:cNvCxnSpPr>
            <a:cxnSpLocks/>
          </p:cNvCxnSpPr>
          <p:nvPr/>
        </p:nvCxnSpPr>
        <p:spPr>
          <a:xfrm flipV="1">
            <a:off x="6096000" y="2308113"/>
            <a:ext cx="0" cy="369254"/>
          </a:xfrm>
          <a:prstGeom prst="line">
            <a:avLst/>
          </a:prstGeom>
          <a:ln>
            <a:solidFill>
              <a:srgbClr val="8D62B1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1EDC999C-CAC2-A88F-9A5C-227E442FD25B}"/>
              </a:ext>
            </a:extLst>
          </p:cNvPr>
          <p:cNvSpPr/>
          <p:nvPr/>
        </p:nvSpPr>
        <p:spPr>
          <a:xfrm>
            <a:off x="4638491" y="3163235"/>
            <a:ext cx="2915018" cy="2802074"/>
          </a:xfrm>
          <a:prstGeom prst="ellipse">
            <a:avLst/>
          </a:prstGeom>
          <a:solidFill>
            <a:srgbClr val="E1E8EB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 sz="12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05F56B3-E72F-4079-9471-A84DF9E49101}"/>
              </a:ext>
            </a:extLst>
          </p:cNvPr>
          <p:cNvSpPr/>
          <p:nvPr/>
        </p:nvSpPr>
        <p:spPr>
          <a:xfrm>
            <a:off x="5395750" y="3214663"/>
            <a:ext cx="1399035" cy="693659"/>
          </a:xfrm>
          <a:custGeom>
            <a:avLst/>
            <a:gdLst>
              <a:gd name="connsiteX0" fmla="*/ 808541 w 808540"/>
              <a:gd name="connsiteY0" fmla="*/ 64641 h 409420"/>
              <a:gd name="connsiteX1" fmla="*/ 658854 w 808540"/>
              <a:gd name="connsiteY1" fmla="*/ 0 h 409420"/>
              <a:gd name="connsiteX2" fmla="*/ 150324 w 808540"/>
              <a:gd name="connsiteY2" fmla="*/ 0 h 409420"/>
              <a:gd name="connsiteX3" fmla="*/ 0 w 808540"/>
              <a:gd name="connsiteY3" fmla="*/ 64987 h 409420"/>
              <a:gd name="connsiteX4" fmla="*/ 114725 w 808540"/>
              <a:gd name="connsiteY4" fmla="*/ 289503 h 409420"/>
              <a:gd name="connsiteX5" fmla="*/ 693746 w 808540"/>
              <a:gd name="connsiteY5" fmla="*/ 289503 h 409420"/>
              <a:gd name="connsiteX6" fmla="*/ 808527 w 808540"/>
              <a:gd name="connsiteY6" fmla="*/ 64627 h 40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8540" h="409420">
                <a:moveTo>
                  <a:pt x="808541" y="64641"/>
                </a:moveTo>
                <a:cubicBezTo>
                  <a:pt x="761270" y="38454"/>
                  <a:pt x="711185" y="16718"/>
                  <a:pt x="658854" y="0"/>
                </a:cubicBezTo>
                <a:lnTo>
                  <a:pt x="150324" y="0"/>
                </a:lnTo>
                <a:cubicBezTo>
                  <a:pt x="97758" y="16787"/>
                  <a:pt x="47465" y="38649"/>
                  <a:pt x="0" y="64987"/>
                </a:cubicBezTo>
                <a:cubicBezTo>
                  <a:pt x="13142" y="147178"/>
                  <a:pt x="51374" y="226138"/>
                  <a:pt x="114725" y="289503"/>
                </a:cubicBezTo>
                <a:cubicBezTo>
                  <a:pt x="274615" y="449393"/>
                  <a:pt x="533856" y="449393"/>
                  <a:pt x="693746" y="289503"/>
                </a:cubicBezTo>
                <a:cubicBezTo>
                  <a:pt x="757194" y="226055"/>
                  <a:pt x="795441" y="146956"/>
                  <a:pt x="808527" y="64627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2335D94-00E2-5827-5CFE-E7DBDC3B3BE5}"/>
              </a:ext>
            </a:extLst>
          </p:cNvPr>
          <p:cNvSpPr/>
          <p:nvPr/>
        </p:nvSpPr>
        <p:spPr>
          <a:xfrm flipH="1">
            <a:off x="6644327" y="3163235"/>
            <a:ext cx="1013190" cy="1286649"/>
          </a:xfrm>
          <a:custGeom>
            <a:avLst/>
            <a:gdLst>
              <a:gd name="connsiteX0" fmla="*/ 5550 w 585550"/>
              <a:gd name="connsiteY0" fmla="*/ 759422 h 759422"/>
              <a:gd name="connsiteX1" fmla="*/ 5092 w 585550"/>
              <a:gd name="connsiteY1" fmla="*/ 759408 h 759422"/>
              <a:gd name="connsiteX2" fmla="*/ 19 w 585550"/>
              <a:gd name="connsiteY2" fmla="*/ 753434 h 759422"/>
              <a:gd name="connsiteX3" fmla="*/ 578138 w 585550"/>
              <a:gd name="connsiteY3" fmla="*/ 329 h 759422"/>
              <a:gd name="connsiteX4" fmla="*/ 585222 w 585550"/>
              <a:gd name="connsiteY4" fmla="*/ 3683 h 759422"/>
              <a:gd name="connsiteX5" fmla="*/ 581867 w 585550"/>
              <a:gd name="connsiteY5" fmla="*/ 10767 h 759422"/>
              <a:gd name="connsiteX6" fmla="*/ 11067 w 585550"/>
              <a:gd name="connsiteY6" fmla="*/ 754335 h 759422"/>
              <a:gd name="connsiteX7" fmla="*/ 5550 w 585550"/>
              <a:gd name="connsiteY7" fmla="*/ 759422 h 75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5550" h="759422">
                <a:moveTo>
                  <a:pt x="5550" y="759422"/>
                </a:moveTo>
                <a:cubicBezTo>
                  <a:pt x="5397" y="759422"/>
                  <a:pt x="5245" y="759422"/>
                  <a:pt x="5092" y="759408"/>
                </a:cubicBezTo>
                <a:cubicBezTo>
                  <a:pt x="2043" y="759159"/>
                  <a:pt x="-231" y="756483"/>
                  <a:pt x="19" y="753434"/>
                </a:cubicBezTo>
                <a:cubicBezTo>
                  <a:pt x="27938" y="411641"/>
                  <a:pt x="254852" y="116025"/>
                  <a:pt x="578138" y="329"/>
                </a:cubicBezTo>
                <a:cubicBezTo>
                  <a:pt x="581021" y="-711"/>
                  <a:pt x="584196" y="800"/>
                  <a:pt x="585222" y="3683"/>
                </a:cubicBezTo>
                <a:cubicBezTo>
                  <a:pt x="586261" y="6567"/>
                  <a:pt x="584750" y="9741"/>
                  <a:pt x="581867" y="10767"/>
                </a:cubicBezTo>
                <a:cubicBezTo>
                  <a:pt x="262684" y="125007"/>
                  <a:pt x="38626" y="416881"/>
                  <a:pt x="11067" y="754335"/>
                </a:cubicBezTo>
                <a:cubicBezTo>
                  <a:pt x="10831" y="757232"/>
                  <a:pt x="8406" y="759422"/>
                  <a:pt x="5550" y="759422"/>
                </a:cubicBezTo>
                <a:close/>
              </a:path>
            </a:pathLst>
          </a:custGeom>
          <a:solidFill>
            <a:srgbClr val="8F63B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01E5813-4C68-133F-0470-6513BE35F9D6}"/>
              </a:ext>
            </a:extLst>
          </p:cNvPr>
          <p:cNvSpPr/>
          <p:nvPr/>
        </p:nvSpPr>
        <p:spPr>
          <a:xfrm>
            <a:off x="4651330" y="4542677"/>
            <a:ext cx="961541" cy="1231885"/>
          </a:xfrm>
          <a:custGeom>
            <a:avLst/>
            <a:gdLst>
              <a:gd name="connsiteX0" fmla="*/ 0 w 555700"/>
              <a:gd name="connsiteY0" fmla="*/ 27073 h 727099"/>
              <a:gd name="connsiteX1" fmla="*/ 18867 w 555700"/>
              <a:gd name="connsiteY1" fmla="*/ 189014 h 727099"/>
              <a:gd name="connsiteX2" fmla="*/ 273132 w 555700"/>
              <a:gd name="connsiteY2" fmla="*/ 629411 h 727099"/>
              <a:gd name="connsiteX3" fmla="*/ 404575 w 555700"/>
              <a:gd name="connsiteY3" fmla="*/ 727099 h 727099"/>
              <a:gd name="connsiteX4" fmla="*/ 541647 w 555700"/>
              <a:gd name="connsiteY4" fmla="*/ 515489 h 727099"/>
              <a:gd name="connsiteX5" fmla="*/ 252144 w 555700"/>
              <a:gd name="connsiteY5" fmla="*/ 14043 h 727099"/>
              <a:gd name="connsiteX6" fmla="*/ 0 w 555700"/>
              <a:gd name="connsiteY6" fmla="*/ 27073 h 72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700" h="727099">
                <a:moveTo>
                  <a:pt x="0" y="27073"/>
                </a:moveTo>
                <a:cubicBezTo>
                  <a:pt x="957" y="81109"/>
                  <a:pt x="7167" y="135339"/>
                  <a:pt x="18867" y="189014"/>
                </a:cubicBezTo>
                <a:lnTo>
                  <a:pt x="273132" y="629411"/>
                </a:lnTo>
                <a:cubicBezTo>
                  <a:pt x="313957" y="666534"/>
                  <a:pt x="358025" y="699166"/>
                  <a:pt x="404575" y="727099"/>
                </a:cubicBezTo>
                <a:cubicBezTo>
                  <a:pt x="469188" y="674616"/>
                  <a:pt x="518455" y="602032"/>
                  <a:pt x="541647" y="515489"/>
                </a:cubicBezTo>
                <a:cubicBezTo>
                  <a:pt x="600174" y="297072"/>
                  <a:pt x="470547" y="72570"/>
                  <a:pt x="252144" y="14043"/>
                </a:cubicBezTo>
                <a:cubicBezTo>
                  <a:pt x="165462" y="-9177"/>
                  <a:pt x="77851" y="-2759"/>
                  <a:pt x="0" y="27073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C16DBFE-7C54-E30E-65E3-C4033B2006B3}"/>
              </a:ext>
            </a:extLst>
          </p:cNvPr>
          <p:cNvSpPr/>
          <p:nvPr/>
        </p:nvSpPr>
        <p:spPr>
          <a:xfrm flipH="1">
            <a:off x="5461988" y="5707274"/>
            <a:ext cx="1637598" cy="368829"/>
          </a:xfrm>
          <a:custGeom>
            <a:avLst/>
            <a:gdLst>
              <a:gd name="connsiteX0" fmla="*/ 569621 w 946412"/>
              <a:gd name="connsiteY0" fmla="*/ 217696 h 217695"/>
              <a:gd name="connsiteX1" fmla="*/ 1954 w 946412"/>
              <a:gd name="connsiteY1" fmla="*/ 9773 h 217695"/>
              <a:gd name="connsiteX2" fmla="*/ 1317 w 946412"/>
              <a:gd name="connsiteY2" fmla="*/ 1954 h 217695"/>
              <a:gd name="connsiteX3" fmla="*/ 9135 w 946412"/>
              <a:gd name="connsiteY3" fmla="*/ 1317 h 217695"/>
              <a:gd name="connsiteX4" fmla="*/ 938487 w 946412"/>
              <a:gd name="connsiteY4" fmla="*/ 123861 h 217695"/>
              <a:gd name="connsiteX5" fmla="*/ 945876 w 946412"/>
              <a:gd name="connsiteY5" fmla="*/ 126494 h 217695"/>
              <a:gd name="connsiteX6" fmla="*/ 943242 w 946412"/>
              <a:gd name="connsiteY6" fmla="*/ 133883 h 217695"/>
              <a:gd name="connsiteX7" fmla="*/ 569635 w 946412"/>
              <a:gd name="connsiteY7" fmla="*/ 217696 h 21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6412" h="217695">
                <a:moveTo>
                  <a:pt x="569621" y="217696"/>
                </a:moveTo>
                <a:cubicBezTo>
                  <a:pt x="365608" y="217696"/>
                  <a:pt x="163341" y="146664"/>
                  <a:pt x="1954" y="9773"/>
                </a:cubicBezTo>
                <a:cubicBezTo>
                  <a:pt x="-375" y="7790"/>
                  <a:pt x="-666" y="4297"/>
                  <a:pt x="1317" y="1954"/>
                </a:cubicBezTo>
                <a:cubicBezTo>
                  <a:pt x="3299" y="-375"/>
                  <a:pt x="6792" y="-666"/>
                  <a:pt x="9135" y="1317"/>
                </a:cubicBezTo>
                <a:cubicBezTo>
                  <a:pt x="267656" y="220620"/>
                  <a:pt x="632460" y="268723"/>
                  <a:pt x="938487" y="123861"/>
                </a:cubicBezTo>
                <a:cubicBezTo>
                  <a:pt x="941259" y="122558"/>
                  <a:pt x="944559" y="123736"/>
                  <a:pt x="945876" y="126494"/>
                </a:cubicBezTo>
                <a:cubicBezTo>
                  <a:pt x="947192" y="129267"/>
                  <a:pt x="946000" y="132566"/>
                  <a:pt x="943242" y="133883"/>
                </a:cubicBezTo>
                <a:cubicBezTo>
                  <a:pt x="824316" y="190178"/>
                  <a:pt x="696643" y="217696"/>
                  <a:pt x="569635" y="217696"/>
                </a:cubicBezTo>
                <a:close/>
              </a:path>
            </a:pathLst>
          </a:custGeom>
          <a:solidFill>
            <a:srgbClr val="4969A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5787A5-6B76-AD98-C628-6AB918DD7010}"/>
              </a:ext>
            </a:extLst>
          </p:cNvPr>
          <p:cNvSpPr/>
          <p:nvPr/>
        </p:nvSpPr>
        <p:spPr>
          <a:xfrm>
            <a:off x="6579394" y="4541643"/>
            <a:ext cx="960942" cy="1232284"/>
          </a:xfrm>
          <a:custGeom>
            <a:avLst/>
            <a:gdLst>
              <a:gd name="connsiteX0" fmla="*/ 151389 w 555354"/>
              <a:gd name="connsiteY0" fmla="*/ 727336 h 727335"/>
              <a:gd name="connsiteX1" fmla="*/ 282209 w 555354"/>
              <a:gd name="connsiteY1" fmla="*/ 630021 h 727335"/>
              <a:gd name="connsiteX2" fmla="*/ 536474 w 555354"/>
              <a:gd name="connsiteY2" fmla="*/ 189625 h 727335"/>
              <a:gd name="connsiteX3" fmla="*/ 555355 w 555354"/>
              <a:gd name="connsiteY3" fmla="*/ 26949 h 727335"/>
              <a:gd name="connsiteX4" fmla="*/ 303557 w 555354"/>
              <a:gd name="connsiteY4" fmla="*/ 14044 h 727335"/>
              <a:gd name="connsiteX5" fmla="*/ 14054 w 555354"/>
              <a:gd name="connsiteY5" fmla="*/ 515490 h 727335"/>
              <a:gd name="connsiteX6" fmla="*/ 151403 w 555354"/>
              <a:gd name="connsiteY6" fmla="*/ 727336 h 72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354" h="727335">
                <a:moveTo>
                  <a:pt x="151389" y="727336"/>
                </a:moveTo>
                <a:cubicBezTo>
                  <a:pt x="197704" y="699486"/>
                  <a:pt x="241565" y="666992"/>
                  <a:pt x="282209" y="630021"/>
                </a:cubicBezTo>
                <a:lnTo>
                  <a:pt x="536474" y="189625"/>
                </a:lnTo>
                <a:cubicBezTo>
                  <a:pt x="548216" y="135714"/>
                  <a:pt x="554440" y="81221"/>
                  <a:pt x="555355" y="26949"/>
                </a:cubicBezTo>
                <a:cubicBezTo>
                  <a:pt x="477600" y="-2772"/>
                  <a:pt x="390100" y="-9148"/>
                  <a:pt x="303557" y="14044"/>
                </a:cubicBezTo>
                <a:cubicBezTo>
                  <a:pt x="85141" y="72571"/>
                  <a:pt x="-44473" y="297073"/>
                  <a:pt x="14054" y="515490"/>
                </a:cubicBezTo>
                <a:cubicBezTo>
                  <a:pt x="37274" y="602172"/>
                  <a:pt x="86652" y="674838"/>
                  <a:pt x="151403" y="727336"/>
                </a:cubicBezTo>
                <a:close/>
              </a:path>
            </a:pathLst>
          </a:custGeom>
          <a:solidFill>
            <a:srgbClr val="4969A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A2D2509-8395-1D69-5536-35A7DF261BFA}"/>
              </a:ext>
            </a:extLst>
          </p:cNvPr>
          <p:cNvSpPr/>
          <p:nvPr/>
        </p:nvSpPr>
        <p:spPr>
          <a:xfrm flipH="1">
            <a:off x="4516612" y="3340140"/>
            <a:ext cx="667834" cy="1495625"/>
          </a:xfrm>
          <a:custGeom>
            <a:avLst/>
            <a:gdLst>
              <a:gd name="connsiteX0" fmla="*/ 366404 w 385959"/>
              <a:gd name="connsiteY0" fmla="*/ 882753 h 882766"/>
              <a:gd name="connsiteX1" fmla="*/ 365406 w 385959"/>
              <a:gd name="connsiteY1" fmla="*/ 882669 h 882766"/>
              <a:gd name="connsiteX2" fmla="*/ 360942 w 385959"/>
              <a:gd name="connsiteY2" fmla="*/ 876223 h 882766"/>
              <a:gd name="connsiteX3" fmla="*/ 2390 w 385959"/>
              <a:gd name="connsiteY3" fmla="*/ 10112 h 882766"/>
              <a:gd name="connsiteX4" fmla="*/ 990 w 385959"/>
              <a:gd name="connsiteY4" fmla="*/ 2390 h 882766"/>
              <a:gd name="connsiteX5" fmla="*/ 8698 w 385959"/>
              <a:gd name="connsiteY5" fmla="*/ 990 h 882766"/>
              <a:gd name="connsiteX6" fmla="*/ 371852 w 385959"/>
              <a:gd name="connsiteY6" fmla="*/ 878206 h 882766"/>
              <a:gd name="connsiteX7" fmla="*/ 366404 w 385959"/>
              <a:gd name="connsiteY7" fmla="*/ 882766 h 88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959" h="882766">
                <a:moveTo>
                  <a:pt x="366404" y="882753"/>
                </a:moveTo>
                <a:cubicBezTo>
                  <a:pt x="366071" y="882753"/>
                  <a:pt x="365739" y="882725"/>
                  <a:pt x="365406" y="882669"/>
                </a:cubicBezTo>
                <a:cubicBezTo>
                  <a:pt x="362398" y="882129"/>
                  <a:pt x="360388" y="879231"/>
                  <a:pt x="360942" y="876223"/>
                </a:cubicBezTo>
                <a:cubicBezTo>
                  <a:pt x="421604" y="542679"/>
                  <a:pt x="280859" y="202717"/>
                  <a:pt x="2390" y="10112"/>
                </a:cubicBezTo>
                <a:cubicBezTo>
                  <a:pt x="-133" y="8365"/>
                  <a:pt x="-756" y="4913"/>
                  <a:pt x="990" y="2390"/>
                </a:cubicBezTo>
                <a:cubicBezTo>
                  <a:pt x="2723" y="-133"/>
                  <a:pt x="6175" y="-756"/>
                  <a:pt x="8698" y="990"/>
                </a:cubicBezTo>
                <a:cubicBezTo>
                  <a:pt x="290743" y="196063"/>
                  <a:pt x="433290" y="540392"/>
                  <a:pt x="371852" y="878206"/>
                </a:cubicBezTo>
                <a:cubicBezTo>
                  <a:pt x="371367" y="880881"/>
                  <a:pt x="369024" y="882766"/>
                  <a:pt x="366404" y="882766"/>
                </a:cubicBezTo>
                <a:close/>
              </a:path>
            </a:pathLst>
          </a:custGeom>
          <a:solidFill>
            <a:srgbClr val="2082C7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D74408-A84F-177C-D32C-DBE7ECE22F93}"/>
              </a:ext>
            </a:extLst>
          </p:cNvPr>
          <p:cNvSpPr/>
          <p:nvPr/>
        </p:nvSpPr>
        <p:spPr bwMode="auto">
          <a:xfrm>
            <a:off x="5546449" y="2677367"/>
            <a:ext cx="1097462" cy="10745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063B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lIns="91440" tIns="45720" rIns="91440" bIns="45720"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8AC8BA5-5796-9F98-07C4-14CAD9B6B1DF}"/>
              </a:ext>
            </a:extLst>
          </p:cNvPr>
          <p:cNvSpPr/>
          <p:nvPr/>
        </p:nvSpPr>
        <p:spPr>
          <a:xfrm rot="16390200">
            <a:off x="4362320" y="4682897"/>
            <a:ext cx="1083755" cy="1106831"/>
          </a:xfrm>
          <a:custGeom>
            <a:avLst/>
            <a:gdLst>
              <a:gd name="connsiteX0" fmla="*/ 639669 w 639668"/>
              <a:gd name="connsiteY0" fmla="*/ 319834 h 639668"/>
              <a:gd name="connsiteX1" fmla="*/ 319834 w 639668"/>
              <a:gd name="connsiteY1" fmla="*/ 639669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9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9" y="319834"/>
                </a:moveTo>
                <a:cubicBezTo>
                  <a:pt x="639669" y="496474"/>
                  <a:pt x="496474" y="639669"/>
                  <a:pt x="319834" y="639669"/>
                </a:cubicBezTo>
                <a:cubicBezTo>
                  <a:pt x="143195" y="639669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9" y="143195"/>
                  <a:pt x="639669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2181C5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6513A53-6395-877F-1CF6-5DCC9157B2EF}"/>
              </a:ext>
            </a:extLst>
          </p:cNvPr>
          <p:cNvSpPr/>
          <p:nvPr/>
        </p:nvSpPr>
        <p:spPr>
          <a:xfrm rot="16403400">
            <a:off x="6745924" y="4681905"/>
            <a:ext cx="1083755" cy="1106831"/>
          </a:xfrm>
          <a:custGeom>
            <a:avLst/>
            <a:gdLst>
              <a:gd name="connsiteX0" fmla="*/ 639668 w 639668"/>
              <a:gd name="connsiteY0" fmla="*/ 319834 h 639668"/>
              <a:gd name="connsiteX1" fmla="*/ 319834 w 639668"/>
              <a:gd name="connsiteY1" fmla="*/ 639668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8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8" y="319834"/>
                </a:moveTo>
                <a:cubicBezTo>
                  <a:pt x="639668" y="496474"/>
                  <a:pt x="496474" y="639668"/>
                  <a:pt x="319834" y="639668"/>
                </a:cubicBezTo>
                <a:cubicBezTo>
                  <a:pt x="143195" y="639668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8" y="143195"/>
                  <a:pt x="639668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4969A1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7820A7FA-9B93-5C30-AC06-6E2090AA61DE}"/>
              </a:ext>
            </a:extLst>
          </p:cNvPr>
          <p:cNvSpPr>
            <a:spLocks/>
          </p:cNvSpPr>
          <p:nvPr/>
        </p:nvSpPr>
        <p:spPr bwMode="auto">
          <a:xfrm rot="10800000">
            <a:off x="7603499" y="4442710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8F63B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Freeform 5">
            <a:extLst>
              <a:ext uri="{FF2B5EF4-FFF2-40B4-BE49-F238E27FC236}">
                <a16:creationId xmlns:a16="http://schemas.microsoft.com/office/drawing/2014/main" id="{9D52FEDA-8E18-841B-2B0F-49B1F21D8D27}"/>
              </a:ext>
            </a:extLst>
          </p:cNvPr>
          <p:cNvSpPr>
            <a:spLocks/>
          </p:cNvSpPr>
          <p:nvPr/>
        </p:nvSpPr>
        <p:spPr bwMode="auto">
          <a:xfrm rot="17699980">
            <a:off x="5387766" y="5873716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4969A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FA26E90B-2DBA-D24A-C486-2B354B6F9988}"/>
              </a:ext>
            </a:extLst>
          </p:cNvPr>
          <p:cNvSpPr>
            <a:spLocks/>
          </p:cNvSpPr>
          <p:nvPr/>
        </p:nvSpPr>
        <p:spPr bwMode="auto">
          <a:xfrm rot="3355093">
            <a:off x="5157438" y="3294621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2082C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72F4D25-FBFE-FFD3-106F-A3E5A4B9BEA3}"/>
              </a:ext>
            </a:extLst>
          </p:cNvPr>
          <p:cNvSpPr/>
          <p:nvPr/>
        </p:nvSpPr>
        <p:spPr>
          <a:xfrm>
            <a:off x="398010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2082C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31711BD-6FD7-5401-525B-CF938103CDD9}"/>
              </a:ext>
            </a:extLst>
          </p:cNvPr>
          <p:cNvCxnSpPr>
            <a:cxnSpLocks/>
          </p:cNvCxnSpPr>
          <p:nvPr/>
        </p:nvCxnSpPr>
        <p:spPr>
          <a:xfrm>
            <a:off x="3890825" y="4859944"/>
            <a:ext cx="0" cy="847963"/>
          </a:xfrm>
          <a:prstGeom prst="line">
            <a:avLst/>
          </a:prstGeom>
          <a:ln w="28575">
            <a:solidFill>
              <a:srgbClr val="2180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D54B5B3-024A-BBD6-48DD-59353CE41C15}"/>
              </a:ext>
            </a:extLst>
          </p:cNvPr>
          <p:cNvSpPr/>
          <p:nvPr/>
        </p:nvSpPr>
        <p:spPr bwMode="auto">
          <a:xfrm flipH="1" flipV="1">
            <a:off x="3888274" y="5191124"/>
            <a:ext cx="462509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2180C5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4C672D4-FD61-6390-DF2A-C2F4E0C40D9F}"/>
              </a:ext>
            </a:extLst>
          </p:cNvPr>
          <p:cNvSpPr/>
          <p:nvPr/>
        </p:nvSpPr>
        <p:spPr>
          <a:xfrm flipH="1">
            <a:off x="8316166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4969A3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75576B3-8164-2AFD-6022-19AA4C756604}"/>
              </a:ext>
            </a:extLst>
          </p:cNvPr>
          <p:cNvCxnSpPr>
            <a:cxnSpLocks/>
          </p:cNvCxnSpPr>
          <p:nvPr/>
        </p:nvCxnSpPr>
        <p:spPr>
          <a:xfrm flipH="1">
            <a:off x="8313785" y="4859944"/>
            <a:ext cx="0" cy="847963"/>
          </a:xfrm>
          <a:prstGeom prst="line">
            <a:avLst/>
          </a:prstGeom>
          <a:ln w="28575">
            <a:solidFill>
              <a:srgbClr val="4969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F25FD7D-B618-198F-6FE4-A023694D045D}"/>
              </a:ext>
            </a:extLst>
          </p:cNvPr>
          <p:cNvSpPr/>
          <p:nvPr/>
        </p:nvSpPr>
        <p:spPr bwMode="auto">
          <a:xfrm flipV="1">
            <a:off x="7841047" y="5191124"/>
            <a:ext cx="457200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4969A2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3D78B3BD-8FDE-2F43-CA34-35D265EB9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1466" y="2920941"/>
            <a:ext cx="587428" cy="587428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7FA77E0A-7198-4F20-525F-BFEDD3E60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0483" y="4942598"/>
            <a:ext cx="587428" cy="587428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F56255B0-721B-762C-1FDB-1767EE21A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4087" y="4941606"/>
            <a:ext cx="587428" cy="587428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BC40E4E1-9A7C-A5A9-7FA3-5C494A5C3418}"/>
              </a:ext>
            </a:extLst>
          </p:cNvPr>
          <p:cNvGrpSpPr/>
          <p:nvPr/>
        </p:nvGrpSpPr>
        <p:grpSpPr>
          <a:xfrm>
            <a:off x="5678096" y="4145877"/>
            <a:ext cx="835808" cy="836790"/>
            <a:chOff x="4867690" y="5483009"/>
            <a:chExt cx="642535" cy="643293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71C4B3B-102A-0224-9533-78900E00423E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6DCC2B7-393D-61FE-049A-5F4B4375F767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264507B-29B1-C636-9427-7DAB0252E636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0916401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1038</Words>
  <Application>Microsoft Office PowerPoint</Application>
  <PresentationFormat>Widescreen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Helvetica</vt:lpstr>
      <vt:lpstr>4_Office Theme</vt:lpstr>
      <vt:lpstr>Title</vt:lpstr>
      <vt:lpstr>Title</vt:lpstr>
      <vt:lpstr>Title</vt:lpstr>
      <vt:lpstr>PowerPoint Presentation</vt:lpstr>
      <vt:lpstr>Title</vt:lpstr>
      <vt:lpstr>Title</vt:lpstr>
      <vt:lpstr>Title</vt:lpstr>
      <vt:lpstr>Title</vt:lpstr>
      <vt:lpstr>Title</vt:lpstr>
      <vt:lpstr>Title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Swapnil Panchal</dc:creator>
  <cp:keywords/>
  <dc:description/>
  <cp:lastModifiedBy>Swapnil Panchal</cp:lastModifiedBy>
  <cp:revision>18</cp:revision>
  <dcterms:created xsi:type="dcterms:W3CDTF">2025-07-17T08:51:54Z</dcterms:created>
  <dcterms:modified xsi:type="dcterms:W3CDTF">2025-08-19T15:06:55Z</dcterms:modified>
</cp:coreProperties>
</file>