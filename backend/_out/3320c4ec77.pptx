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2147477859" r:id="rId2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spAutoFit/>
          </a:bodyPr>
          <a:lstStyle/>
          <a:p>
            <a:r>
              <a:rPr lang="en-US" sz="1600" b="1" dirty="0">
                <a:solidFill>
                  <a:schemeClr val="accent1"/>
                </a:solidFill>
              </a:rPr>
              <a:t>1. Lorem ipsum</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spAutoFit/>
          </a:bodyPr>
          <a:lstStyle/>
          <a:p>
            <a:r>
              <a:rPr lang="en-US" sz="1600" b="1" dirty="0">
                <a:solidFill>
                  <a:schemeClr val="accent2"/>
                </a:solidFill>
              </a:rPr>
              <a:t>2. Lorem ipsum</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wrap="square">
            <a:normAutofit/>
          </a:bodyPr>
          <a:lstStyle/>
          <a:p>
            <a:r>
              <a:rPr lang="en-US" dirty="0"/>
              <a:t>Untitled</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normAutofit/>
            </a:bodyPr>
            <a:lstStyle/>
            <a:p>
              <a:pPr lvl="0" algn="ctr">
                <a:defRPr/>
              </a:pPr>
              <a:r>
                <a:rPr lang="en-US" kern="0" dirty="0"/>
                <a:t>Touchless POs and auto-approvals cut cycle time and free up the team.</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1"/>
                  </a:solidFill>
                </a:rPr>
                <a:t>Visibility</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normAutofit/>
            </a:bodyPr>
            <a:lstStyle/>
            <a:p>
              <a:pPr lvl="0" algn="ctr">
                <a:defRPr/>
              </a:pPr>
              <a:r>
                <a:rPr lang="en-US" kern="0" dirty="0"/>
                <a:t>Unified spend data across every category gives leaders a single source of truth.</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3"/>
                  </a:solidFill>
                </a:rPr>
                <a:t>Automation</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normAutofit/>
            </a:bodyPr>
            <a:lstStyle/>
            <a:p>
              <a:pPr lvl="0" algn="ctr">
                <a:defRPr/>
              </a:pPr>
              <a:r>
                <a:rPr lang="en-US" kern="0" dirty="0"/>
                <a:t>AI surfaces savings, risk and supplier insights before they become problems.</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normAutofit/>
            </a:bodyPr>
            <a:lstStyle/>
            <a:p>
              <a:pPr lvl="0" algn="ctr">
                <a:defRPr/>
              </a:pPr>
              <a:r>
                <a:rPr lang="en-US" b="1" kern="0" dirty="0">
                  <a:solidFill>
                    <a:schemeClr val="accent2"/>
                  </a:solidFill>
                </a:rPr>
                <a:t>Intelligence</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spAutoFit/>
          </a:bodyPr>
          <a:lstStyle/>
          <a:p>
            <a:r>
              <a:rPr lang="en-US"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spAutoFit/>
          </a:bodyPr>
          <a:lstStyle/>
          <a:p>
            <a:r>
              <a:rPr lang="en-US"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spAutoFit/>
          </a:bodyPr>
          <a:lstStyle/>
          <a:p>
            <a:r>
              <a:rPr lang="en-US"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