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8DC8"/>
    <a:srgbClr val="E8E2F2"/>
    <a:srgbClr val="8CBFE3"/>
    <a:srgbClr val="8BBDE0"/>
    <a:srgbClr val="998CC6"/>
    <a:srgbClr val="DFEDF7"/>
    <a:srgbClr val="B898D0"/>
    <a:srgbClr val="7D95BE"/>
    <a:srgbClr val="60A6D8"/>
    <a:srgbClr val="8D6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42F18-8433-40A2-9A6F-BBB2C19DF8F9}" v="256" dt="2025-07-17T14:31:14.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32"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1B42F18-8433-40A2-9A6F-BBB2C19DF8F9}"/>
    <pc:docChg chg="undo custSel addSld modSld sldOrd">
      <pc:chgData name="Vasanti Kadam" userId="2d2c718a-941c-44c5-9fc1-bfc327de9193" providerId="ADAL" clId="{01B42F18-8433-40A2-9A6F-BBB2C19DF8F9}" dt="2025-07-17T14:32:49.402" v="1759" actId="478"/>
      <pc:docMkLst>
        <pc:docMk/>
      </pc:docMkLst>
      <pc:sldChg chg="addSp delSp modSp mod">
        <pc:chgData name="Vasanti Kadam" userId="2d2c718a-941c-44c5-9fc1-bfc327de9193" providerId="ADAL" clId="{01B42F18-8433-40A2-9A6F-BBB2C19DF8F9}" dt="2025-07-17T14:32:14.350" v="1758" actId="478"/>
        <pc:sldMkLst>
          <pc:docMk/>
          <pc:sldMk cId="805133492" sldId="256"/>
        </pc:sldMkLst>
        <pc:spChg chg="mod">
          <ac:chgData name="Vasanti Kadam" userId="2d2c718a-941c-44c5-9fc1-bfc327de9193" providerId="ADAL" clId="{01B42F18-8433-40A2-9A6F-BBB2C19DF8F9}" dt="2025-07-17T11:50:52.367" v="400" actId="947"/>
          <ac:spMkLst>
            <pc:docMk/>
            <pc:sldMk cId="805133492" sldId="256"/>
            <ac:spMk id="2" creationId="{5AF83486-D18C-7857-9A78-3E589BF8803E}"/>
          </ac:spMkLst>
        </pc:spChg>
        <pc:spChg chg="mod">
          <ac:chgData name="Vasanti Kadam" userId="2d2c718a-941c-44c5-9fc1-bfc327de9193" providerId="ADAL" clId="{01B42F18-8433-40A2-9A6F-BBB2C19DF8F9}" dt="2025-07-17T11:50:52.367" v="401" actId="947"/>
          <ac:spMkLst>
            <pc:docMk/>
            <pc:sldMk cId="805133492" sldId="256"/>
            <ac:spMk id="3" creationId="{097653BB-3C4E-612C-F853-55FDD4A928AA}"/>
          </ac:spMkLst>
        </pc:spChg>
        <pc:spChg chg="mod">
          <ac:chgData name="Vasanti Kadam" userId="2d2c718a-941c-44c5-9fc1-bfc327de9193" providerId="ADAL" clId="{01B42F18-8433-40A2-9A6F-BBB2C19DF8F9}" dt="2025-07-17T11:50:52.367" v="402" actId="947"/>
          <ac:spMkLst>
            <pc:docMk/>
            <pc:sldMk cId="805133492" sldId="256"/>
            <ac:spMk id="4" creationId="{040420E2-3031-2C3F-F707-B354A9E04BFF}"/>
          </ac:spMkLst>
        </pc:spChg>
        <pc:spChg chg="del mod">
          <ac:chgData name="Vasanti Kadam" userId="2d2c718a-941c-44c5-9fc1-bfc327de9193" providerId="ADAL" clId="{01B42F18-8433-40A2-9A6F-BBB2C19DF8F9}" dt="2025-07-17T14:32:14.350" v="1758" actId="478"/>
          <ac:spMkLst>
            <pc:docMk/>
            <pc:sldMk cId="805133492" sldId="256"/>
            <ac:spMk id="5" creationId="{743F66C5-4612-022F-F4D6-38974582B1AE}"/>
          </ac:spMkLst>
        </pc:spChg>
        <pc:spChg chg="mod">
          <ac:chgData name="Vasanti Kadam" userId="2d2c718a-941c-44c5-9fc1-bfc327de9193" providerId="ADAL" clId="{01B42F18-8433-40A2-9A6F-BBB2C19DF8F9}" dt="2025-07-17T11:50:52.367" v="404" actId="947"/>
          <ac:spMkLst>
            <pc:docMk/>
            <pc:sldMk cId="805133492" sldId="256"/>
            <ac:spMk id="6" creationId="{D6949DBE-810B-D807-A898-9D92E523B4BB}"/>
          </ac:spMkLst>
        </pc:spChg>
        <pc:spChg chg="del mod">
          <ac:chgData name="Vasanti Kadam" userId="2d2c718a-941c-44c5-9fc1-bfc327de9193" providerId="ADAL" clId="{01B42F18-8433-40A2-9A6F-BBB2C19DF8F9}" dt="2025-07-17T14:32:14.350" v="1758" actId="478"/>
          <ac:spMkLst>
            <pc:docMk/>
            <pc:sldMk cId="805133492" sldId="256"/>
            <ac:spMk id="7" creationId="{C54DBD9C-9E7A-08D6-9839-98C7783325BD}"/>
          </ac:spMkLst>
        </pc:spChg>
        <pc:spChg chg="del mod">
          <ac:chgData name="Vasanti Kadam" userId="2d2c718a-941c-44c5-9fc1-bfc327de9193" providerId="ADAL" clId="{01B42F18-8433-40A2-9A6F-BBB2C19DF8F9}" dt="2025-07-17T14:32:14.350" v="1758" actId="478"/>
          <ac:spMkLst>
            <pc:docMk/>
            <pc:sldMk cId="805133492" sldId="256"/>
            <ac:spMk id="8" creationId="{9FA619B0-1724-0651-20EA-3F4E6C01F3EA}"/>
          </ac:spMkLst>
        </pc:spChg>
        <pc:spChg chg="mod">
          <ac:chgData name="Vasanti Kadam" userId="2d2c718a-941c-44c5-9fc1-bfc327de9193" providerId="ADAL" clId="{01B42F18-8433-40A2-9A6F-BBB2C19DF8F9}" dt="2025-07-17T11:50:52.367" v="407" actId="947"/>
          <ac:spMkLst>
            <pc:docMk/>
            <pc:sldMk cId="805133492" sldId="256"/>
            <ac:spMk id="9" creationId="{841A04CE-1C86-AA3B-16BB-8F2EC10295F7}"/>
          </ac:spMkLst>
        </pc:spChg>
        <pc:spChg chg="mod">
          <ac:chgData name="Vasanti Kadam" userId="2d2c718a-941c-44c5-9fc1-bfc327de9193" providerId="ADAL" clId="{01B42F18-8433-40A2-9A6F-BBB2C19DF8F9}" dt="2025-07-17T11:50:52.367" v="408" actId="947"/>
          <ac:spMkLst>
            <pc:docMk/>
            <pc:sldMk cId="805133492" sldId="256"/>
            <ac:spMk id="10" creationId="{7ED12CB6-7C05-87EC-B3D2-7B2CA25A3636}"/>
          </ac:spMkLst>
        </pc:spChg>
        <pc:spChg chg="del mod">
          <ac:chgData name="Vasanti Kadam" userId="2d2c718a-941c-44c5-9fc1-bfc327de9193" providerId="ADAL" clId="{01B42F18-8433-40A2-9A6F-BBB2C19DF8F9}" dt="2025-07-17T14:32:14.350" v="1758" actId="478"/>
          <ac:spMkLst>
            <pc:docMk/>
            <pc:sldMk cId="805133492" sldId="256"/>
            <ac:spMk id="11" creationId="{3A5924F6-33F1-F49F-FAD3-341D80DBA747}"/>
          </ac:spMkLst>
        </pc:spChg>
        <pc:spChg chg="del mod">
          <ac:chgData name="Vasanti Kadam" userId="2d2c718a-941c-44c5-9fc1-bfc327de9193" providerId="ADAL" clId="{01B42F18-8433-40A2-9A6F-BBB2C19DF8F9}" dt="2025-07-17T14:32:14.350" v="1758" actId="478"/>
          <ac:spMkLst>
            <pc:docMk/>
            <pc:sldMk cId="805133492" sldId="256"/>
            <ac:spMk id="12" creationId="{11835806-A129-36C0-26DB-A2A55827F63A}"/>
          </ac:spMkLst>
        </pc:spChg>
        <pc:spChg chg="mod">
          <ac:chgData name="Vasanti Kadam" userId="2d2c718a-941c-44c5-9fc1-bfc327de9193" providerId="ADAL" clId="{01B42F18-8433-40A2-9A6F-BBB2C19DF8F9}" dt="2025-07-17T11:50:52.367" v="411" actId="947"/>
          <ac:spMkLst>
            <pc:docMk/>
            <pc:sldMk cId="805133492" sldId="256"/>
            <ac:spMk id="13" creationId="{E1DFD23F-F1B5-8D50-EFFE-7E49BA61B894}"/>
          </ac:spMkLst>
        </pc:spChg>
        <pc:spChg chg="mod">
          <ac:chgData name="Vasanti Kadam" userId="2d2c718a-941c-44c5-9fc1-bfc327de9193" providerId="ADAL" clId="{01B42F18-8433-40A2-9A6F-BBB2C19DF8F9}" dt="2025-07-17T11:50:52.367" v="412" actId="947"/>
          <ac:spMkLst>
            <pc:docMk/>
            <pc:sldMk cId="805133492" sldId="256"/>
            <ac:spMk id="14" creationId="{770E25BF-1245-772A-ECA0-43E88C9F0596}"/>
          </ac:spMkLst>
        </pc:spChg>
        <pc:spChg chg="mod">
          <ac:chgData name="Vasanti Kadam" userId="2d2c718a-941c-44c5-9fc1-bfc327de9193" providerId="ADAL" clId="{01B42F18-8433-40A2-9A6F-BBB2C19DF8F9}" dt="2025-07-17T11:50:52.383" v="413" actId="947"/>
          <ac:spMkLst>
            <pc:docMk/>
            <pc:sldMk cId="805133492" sldId="256"/>
            <ac:spMk id="15" creationId="{91B778BB-5DCD-7594-9427-89DEB193BE5F}"/>
          </ac:spMkLst>
        </pc:spChg>
        <pc:spChg chg="del mod">
          <ac:chgData name="Vasanti Kadam" userId="2d2c718a-941c-44c5-9fc1-bfc327de9193" providerId="ADAL" clId="{01B42F18-8433-40A2-9A6F-BBB2C19DF8F9}" dt="2025-07-17T14:32:14.350" v="1758" actId="478"/>
          <ac:spMkLst>
            <pc:docMk/>
            <pc:sldMk cId="805133492" sldId="256"/>
            <ac:spMk id="16" creationId="{007FAB7C-5A5D-078D-CF3F-9BD8B15DA670}"/>
          </ac:spMkLst>
        </pc:spChg>
        <pc:spChg chg="mod">
          <ac:chgData name="Vasanti Kadam" userId="2d2c718a-941c-44c5-9fc1-bfc327de9193" providerId="ADAL" clId="{01B42F18-8433-40A2-9A6F-BBB2C19DF8F9}" dt="2025-07-17T11:50:52.383" v="415" actId="947"/>
          <ac:spMkLst>
            <pc:docMk/>
            <pc:sldMk cId="805133492" sldId="256"/>
            <ac:spMk id="17" creationId="{E110173D-0B4E-24AE-943D-B69B914972B5}"/>
          </ac:spMkLst>
        </pc:spChg>
        <pc:spChg chg="del mod">
          <ac:chgData name="Vasanti Kadam" userId="2d2c718a-941c-44c5-9fc1-bfc327de9193" providerId="ADAL" clId="{01B42F18-8433-40A2-9A6F-BBB2C19DF8F9}" dt="2025-07-17T14:32:14.350" v="1758" actId="478"/>
          <ac:spMkLst>
            <pc:docMk/>
            <pc:sldMk cId="805133492" sldId="256"/>
            <ac:spMk id="18" creationId="{6C458C40-000A-6E37-F7F9-E87B0BFBB14D}"/>
          </ac:spMkLst>
        </pc:spChg>
        <pc:spChg chg="mod">
          <ac:chgData name="Vasanti Kadam" userId="2d2c718a-941c-44c5-9fc1-bfc327de9193" providerId="ADAL" clId="{01B42F18-8433-40A2-9A6F-BBB2C19DF8F9}" dt="2025-07-17T11:50:52.383" v="417" actId="947"/>
          <ac:spMkLst>
            <pc:docMk/>
            <pc:sldMk cId="805133492" sldId="256"/>
            <ac:spMk id="19" creationId="{1B268865-2708-40E3-40A5-3FAE4EE925DE}"/>
          </ac:spMkLst>
        </pc:spChg>
        <pc:spChg chg="mod">
          <ac:chgData name="Vasanti Kadam" userId="2d2c718a-941c-44c5-9fc1-bfc327de9193" providerId="ADAL" clId="{01B42F18-8433-40A2-9A6F-BBB2C19DF8F9}" dt="2025-07-17T11:50:52.383" v="418" actId="947"/>
          <ac:spMkLst>
            <pc:docMk/>
            <pc:sldMk cId="805133492" sldId="256"/>
            <ac:spMk id="20" creationId="{E9EA27BF-6D0F-61BC-373A-2621895D1723}"/>
          </ac:spMkLst>
        </pc:spChg>
        <pc:spChg chg="del mod">
          <ac:chgData name="Vasanti Kadam" userId="2d2c718a-941c-44c5-9fc1-bfc327de9193" providerId="ADAL" clId="{01B42F18-8433-40A2-9A6F-BBB2C19DF8F9}" dt="2025-07-17T14:32:14.350" v="1758" actId="478"/>
          <ac:spMkLst>
            <pc:docMk/>
            <pc:sldMk cId="805133492" sldId="256"/>
            <ac:spMk id="21" creationId="{17548DAA-7819-FCBD-0D51-98FD8A96A572}"/>
          </ac:spMkLst>
        </pc:spChg>
        <pc:spChg chg="mod">
          <ac:chgData name="Vasanti Kadam" userId="2d2c718a-941c-44c5-9fc1-bfc327de9193" providerId="ADAL" clId="{01B42F18-8433-40A2-9A6F-BBB2C19DF8F9}" dt="2025-07-17T11:50:52.383" v="420" actId="947"/>
          <ac:spMkLst>
            <pc:docMk/>
            <pc:sldMk cId="805133492" sldId="256"/>
            <ac:spMk id="22" creationId="{C1CEC939-DD89-1C35-8F2A-C82051785934}"/>
          </ac:spMkLst>
        </pc:spChg>
        <pc:spChg chg="del mod">
          <ac:chgData name="Vasanti Kadam" userId="2d2c718a-941c-44c5-9fc1-bfc327de9193" providerId="ADAL" clId="{01B42F18-8433-40A2-9A6F-BBB2C19DF8F9}" dt="2025-07-17T14:32:14.350" v="1758" actId="478"/>
          <ac:spMkLst>
            <pc:docMk/>
            <pc:sldMk cId="805133492" sldId="256"/>
            <ac:spMk id="23" creationId="{D617C5AB-978D-8715-0A29-FD783536DF60}"/>
          </ac:spMkLst>
        </pc:spChg>
        <pc:spChg chg="del mod">
          <ac:chgData name="Vasanti Kadam" userId="2d2c718a-941c-44c5-9fc1-bfc327de9193" providerId="ADAL" clId="{01B42F18-8433-40A2-9A6F-BBB2C19DF8F9}" dt="2025-07-17T14:32:14.350" v="1758" actId="478"/>
          <ac:spMkLst>
            <pc:docMk/>
            <pc:sldMk cId="805133492" sldId="256"/>
            <ac:spMk id="24" creationId="{BA1430CF-F5D6-64D4-51A3-063D12C7C55C}"/>
          </ac:spMkLst>
        </pc:spChg>
        <pc:spChg chg="mod">
          <ac:chgData name="Vasanti Kadam" userId="2d2c718a-941c-44c5-9fc1-bfc327de9193" providerId="ADAL" clId="{01B42F18-8433-40A2-9A6F-BBB2C19DF8F9}" dt="2025-07-17T11:50:52.383" v="423" actId="947"/>
          <ac:spMkLst>
            <pc:docMk/>
            <pc:sldMk cId="805133492" sldId="256"/>
            <ac:spMk id="25" creationId="{BB7B9306-AFA0-B26F-F28F-1BE3BCB2D17A}"/>
          </ac:spMkLst>
        </pc:spChg>
        <pc:spChg chg="del mod topLvl">
          <ac:chgData name="Vasanti Kadam" userId="2d2c718a-941c-44c5-9fc1-bfc327de9193" providerId="ADAL" clId="{01B42F18-8433-40A2-9A6F-BBB2C19DF8F9}" dt="2025-07-17T11:43:17.560" v="245" actId="478"/>
          <ac:spMkLst>
            <pc:docMk/>
            <pc:sldMk cId="805133492" sldId="256"/>
            <ac:spMk id="27" creationId="{533D697D-F22A-873F-5FD0-82A10DA09864}"/>
          </ac:spMkLst>
        </pc:spChg>
        <pc:spChg chg="mod">
          <ac:chgData name="Vasanti Kadam" userId="2d2c718a-941c-44c5-9fc1-bfc327de9193" providerId="ADAL" clId="{01B42F18-8433-40A2-9A6F-BBB2C19DF8F9}" dt="2025-07-17T11:50:52.367" v="399" actId="947"/>
          <ac:spMkLst>
            <pc:docMk/>
            <pc:sldMk cId="805133492" sldId="256"/>
            <ac:spMk id="28" creationId="{16AB934F-C25F-0563-0808-3047668369F3}"/>
          </ac:spMkLst>
        </pc:spChg>
        <pc:spChg chg="del mod topLvl">
          <ac:chgData name="Vasanti Kadam" userId="2d2c718a-941c-44c5-9fc1-bfc327de9193" providerId="ADAL" clId="{01B42F18-8433-40A2-9A6F-BBB2C19DF8F9}" dt="2025-07-17T11:43:17.560" v="245" actId="478"/>
          <ac:spMkLst>
            <pc:docMk/>
            <pc:sldMk cId="805133492" sldId="256"/>
            <ac:spMk id="29" creationId="{DC3A8A9C-739A-770E-B59C-B98DC6DA38D0}"/>
          </ac:spMkLst>
        </pc:spChg>
        <pc:spChg chg="mod topLvl">
          <ac:chgData name="Vasanti Kadam" userId="2d2c718a-941c-44c5-9fc1-bfc327de9193" providerId="ADAL" clId="{01B42F18-8433-40A2-9A6F-BBB2C19DF8F9}" dt="2025-07-17T11:40:31.465" v="152" actId="165"/>
          <ac:spMkLst>
            <pc:docMk/>
            <pc:sldMk cId="805133492" sldId="256"/>
            <ac:spMk id="30" creationId="{7EC3EE63-BB83-E061-FDFA-71C73926304B}"/>
          </ac:spMkLst>
        </pc:spChg>
        <pc:spChg chg="del">
          <ac:chgData name="Vasanti Kadam" userId="2d2c718a-941c-44c5-9fc1-bfc327de9193" providerId="ADAL" clId="{01B42F18-8433-40A2-9A6F-BBB2C19DF8F9}" dt="2025-07-17T11:43:17.560" v="245" actId="478"/>
          <ac:spMkLst>
            <pc:docMk/>
            <pc:sldMk cId="805133492" sldId="256"/>
            <ac:spMk id="31" creationId="{D8F43AB1-170C-1736-8561-345F66BB4CA2}"/>
          </ac:spMkLst>
        </pc:spChg>
        <pc:spChg chg="del mod topLvl">
          <ac:chgData name="Vasanti Kadam" userId="2d2c718a-941c-44c5-9fc1-bfc327de9193" providerId="ADAL" clId="{01B42F18-8433-40A2-9A6F-BBB2C19DF8F9}" dt="2025-07-17T11:43:17.560" v="245" actId="478"/>
          <ac:spMkLst>
            <pc:docMk/>
            <pc:sldMk cId="805133492" sldId="256"/>
            <ac:spMk id="33" creationId="{C0C95DDA-2D56-7250-AFEC-1274F0FA599D}"/>
          </ac:spMkLst>
        </pc:spChg>
        <pc:spChg chg="mod">
          <ac:chgData name="Vasanti Kadam" userId="2d2c718a-941c-44c5-9fc1-bfc327de9193" providerId="ADAL" clId="{01B42F18-8433-40A2-9A6F-BBB2C19DF8F9}" dt="2025-07-17T11:40:46.788" v="156" actId="164"/>
          <ac:spMkLst>
            <pc:docMk/>
            <pc:sldMk cId="805133492" sldId="256"/>
            <ac:spMk id="34" creationId="{3B470377-B88B-89BE-1EE7-DA420AC2FE3B}"/>
          </ac:spMkLst>
        </pc:spChg>
        <pc:spChg chg="mod topLvl">
          <ac:chgData name="Vasanti Kadam" userId="2d2c718a-941c-44c5-9fc1-bfc327de9193" providerId="ADAL" clId="{01B42F18-8433-40A2-9A6F-BBB2C19DF8F9}" dt="2025-07-17T11:40:42.772" v="155" actId="164"/>
          <ac:spMkLst>
            <pc:docMk/>
            <pc:sldMk cId="805133492" sldId="256"/>
            <ac:spMk id="35" creationId="{58D895B4-CE4C-805D-D494-E3AED3E8B47D}"/>
          </ac:spMkLst>
        </pc:spChg>
        <pc:spChg chg="del mod">
          <ac:chgData name="Vasanti Kadam" userId="2d2c718a-941c-44c5-9fc1-bfc327de9193" providerId="ADAL" clId="{01B42F18-8433-40A2-9A6F-BBB2C19DF8F9}" dt="2025-07-17T11:43:17.560" v="245" actId="478"/>
          <ac:spMkLst>
            <pc:docMk/>
            <pc:sldMk cId="805133492" sldId="256"/>
            <ac:spMk id="38" creationId="{1D2F6563-4273-9E78-725D-B457B6B61ED3}"/>
          </ac:spMkLst>
        </pc:spChg>
        <pc:spChg chg="mod">
          <ac:chgData name="Vasanti Kadam" userId="2d2c718a-941c-44c5-9fc1-bfc327de9193" providerId="ADAL" clId="{01B42F18-8433-40A2-9A6F-BBB2C19DF8F9}" dt="2025-07-17T11:40:50.185" v="157" actId="164"/>
          <ac:spMkLst>
            <pc:docMk/>
            <pc:sldMk cId="805133492" sldId="256"/>
            <ac:spMk id="39" creationId="{54C64D9D-72F1-9679-6C15-EAD8C4D8DA16}"/>
          </ac:spMkLst>
        </pc:spChg>
        <pc:spChg chg="mod">
          <ac:chgData name="Vasanti Kadam" userId="2d2c718a-941c-44c5-9fc1-bfc327de9193" providerId="ADAL" clId="{01B42F18-8433-40A2-9A6F-BBB2C19DF8F9}" dt="2025-07-17T11:40:50.185" v="157" actId="164"/>
          <ac:spMkLst>
            <pc:docMk/>
            <pc:sldMk cId="805133492" sldId="256"/>
            <ac:spMk id="42" creationId="{81D8080C-8AE5-7589-0C04-B50527422DFE}"/>
          </ac:spMkLst>
        </pc:spChg>
        <pc:spChg chg="mod topLvl">
          <ac:chgData name="Vasanti Kadam" userId="2d2c718a-941c-44c5-9fc1-bfc327de9193" providerId="ADAL" clId="{01B42F18-8433-40A2-9A6F-BBB2C19DF8F9}" dt="2025-07-17T11:40:46.788" v="156" actId="164"/>
          <ac:spMkLst>
            <pc:docMk/>
            <pc:sldMk cId="805133492" sldId="256"/>
            <ac:spMk id="43" creationId="{DCBFFA4C-3C9C-87F8-0AE5-C766D12B3CC8}"/>
          </ac:spMkLst>
        </pc:spChg>
        <pc:spChg chg="mod">
          <ac:chgData name="Vasanti Kadam" userId="2d2c718a-941c-44c5-9fc1-bfc327de9193" providerId="ADAL" clId="{01B42F18-8433-40A2-9A6F-BBB2C19DF8F9}" dt="2025-07-17T11:40:53.513" v="158" actId="164"/>
          <ac:spMkLst>
            <pc:docMk/>
            <pc:sldMk cId="805133492" sldId="256"/>
            <ac:spMk id="44" creationId="{847CA8F7-E986-5D77-B617-C65022196979}"/>
          </ac:spMkLst>
        </pc:spChg>
        <pc:spChg chg="mod topLvl">
          <ac:chgData name="Vasanti Kadam" userId="2d2c718a-941c-44c5-9fc1-bfc327de9193" providerId="ADAL" clId="{01B42F18-8433-40A2-9A6F-BBB2C19DF8F9}" dt="2025-07-17T11:40:42.772" v="155" actId="164"/>
          <ac:spMkLst>
            <pc:docMk/>
            <pc:sldMk cId="805133492" sldId="256"/>
            <ac:spMk id="45" creationId="{E2052848-5A63-1010-3BB9-51ECE27FF2B6}"/>
          </ac:spMkLst>
        </pc:spChg>
        <pc:spChg chg="mod">
          <ac:chgData name="Vasanti Kadam" userId="2d2c718a-941c-44c5-9fc1-bfc327de9193" providerId="ADAL" clId="{01B42F18-8433-40A2-9A6F-BBB2C19DF8F9}" dt="2025-07-17T11:34:24.338" v="7" actId="165"/>
          <ac:spMkLst>
            <pc:docMk/>
            <pc:sldMk cId="805133492" sldId="256"/>
            <ac:spMk id="46" creationId="{21B2B1E2-CA54-4F56-AA75-CD8611556D8B}"/>
          </ac:spMkLst>
        </pc:spChg>
        <pc:spChg chg="mod">
          <ac:chgData name="Vasanti Kadam" userId="2d2c718a-941c-44c5-9fc1-bfc327de9193" providerId="ADAL" clId="{01B42F18-8433-40A2-9A6F-BBB2C19DF8F9}" dt="2025-07-17T11:34:24.338" v="7" actId="165"/>
          <ac:spMkLst>
            <pc:docMk/>
            <pc:sldMk cId="805133492" sldId="256"/>
            <ac:spMk id="47" creationId="{6B49ACFB-663D-4A72-7A89-C8234B53DDD7}"/>
          </ac:spMkLst>
        </pc:spChg>
        <pc:spChg chg="mod ord topLvl">
          <ac:chgData name="Vasanti Kadam" userId="2d2c718a-941c-44c5-9fc1-bfc327de9193" providerId="ADAL" clId="{01B42F18-8433-40A2-9A6F-BBB2C19DF8F9}" dt="2025-07-17T11:40:46.788" v="156" actId="164"/>
          <ac:spMkLst>
            <pc:docMk/>
            <pc:sldMk cId="805133492" sldId="256"/>
            <ac:spMk id="50" creationId="{2AAC04D4-9875-BD0F-AB0E-1F7B3B89D021}"/>
          </ac:spMkLst>
        </pc:spChg>
        <pc:spChg chg="del mod topLvl">
          <ac:chgData name="Vasanti Kadam" userId="2d2c718a-941c-44c5-9fc1-bfc327de9193" providerId="ADAL" clId="{01B42F18-8433-40A2-9A6F-BBB2C19DF8F9}" dt="2025-07-17T11:35:09.174" v="33" actId="478"/>
          <ac:spMkLst>
            <pc:docMk/>
            <pc:sldMk cId="805133492" sldId="256"/>
            <ac:spMk id="51" creationId="{A1F3A426-6413-C885-A537-540948FA42CF}"/>
          </ac:spMkLst>
        </pc:spChg>
        <pc:spChg chg="mod">
          <ac:chgData name="Vasanti Kadam" userId="2d2c718a-941c-44c5-9fc1-bfc327de9193" providerId="ADAL" clId="{01B42F18-8433-40A2-9A6F-BBB2C19DF8F9}" dt="2025-07-17T11:34:24.338" v="7" actId="165"/>
          <ac:spMkLst>
            <pc:docMk/>
            <pc:sldMk cId="805133492" sldId="256"/>
            <ac:spMk id="52" creationId="{ACE97750-793E-609A-3403-2E075AB98FA4}"/>
          </ac:spMkLst>
        </pc:spChg>
        <pc:spChg chg="mod">
          <ac:chgData name="Vasanti Kadam" userId="2d2c718a-941c-44c5-9fc1-bfc327de9193" providerId="ADAL" clId="{01B42F18-8433-40A2-9A6F-BBB2C19DF8F9}" dt="2025-07-17T11:34:24.338" v="7" actId="165"/>
          <ac:spMkLst>
            <pc:docMk/>
            <pc:sldMk cId="805133492" sldId="256"/>
            <ac:spMk id="53" creationId="{4241AF11-625B-99D6-372F-B37797B6DB1B}"/>
          </ac:spMkLst>
        </pc:spChg>
        <pc:spChg chg="add mod topLvl">
          <ac:chgData name="Vasanti Kadam" userId="2d2c718a-941c-44c5-9fc1-bfc327de9193" providerId="ADAL" clId="{01B42F18-8433-40A2-9A6F-BBB2C19DF8F9}" dt="2025-07-17T11:40:42.772" v="155" actId="164"/>
          <ac:spMkLst>
            <pc:docMk/>
            <pc:sldMk cId="805133492" sldId="256"/>
            <ac:spMk id="54" creationId="{FD004B4D-80B7-8504-ACCE-4AC4F1576E1B}"/>
          </ac:spMkLst>
        </pc:spChg>
        <pc:spChg chg="add mod">
          <ac:chgData name="Vasanti Kadam" userId="2d2c718a-941c-44c5-9fc1-bfc327de9193" providerId="ADAL" clId="{01B42F18-8433-40A2-9A6F-BBB2C19DF8F9}" dt="2025-07-17T11:40:50.185" v="157" actId="164"/>
          <ac:spMkLst>
            <pc:docMk/>
            <pc:sldMk cId="805133492" sldId="256"/>
            <ac:spMk id="55" creationId="{E8D739B6-7E99-3671-C51E-D28D5FC73E4A}"/>
          </ac:spMkLst>
        </pc:spChg>
        <pc:spChg chg="add mod topLvl">
          <ac:chgData name="Vasanti Kadam" userId="2d2c718a-941c-44c5-9fc1-bfc327de9193" providerId="ADAL" clId="{01B42F18-8433-40A2-9A6F-BBB2C19DF8F9}" dt="2025-07-17T11:40:53.513" v="158" actId="164"/>
          <ac:spMkLst>
            <pc:docMk/>
            <pc:sldMk cId="805133492" sldId="256"/>
            <ac:spMk id="56" creationId="{3F96E7C7-6A3D-8F4B-209C-2FD34FC2AD31}"/>
          </ac:spMkLst>
        </pc:spChg>
        <pc:spChg chg="add del mod">
          <ac:chgData name="Vasanti Kadam" userId="2d2c718a-941c-44c5-9fc1-bfc327de9193" providerId="ADAL" clId="{01B42F18-8433-40A2-9A6F-BBB2C19DF8F9}" dt="2025-07-17T11:43:17.560" v="245" actId="478"/>
          <ac:spMkLst>
            <pc:docMk/>
            <pc:sldMk cId="805133492" sldId="256"/>
            <ac:spMk id="63" creationId="{9F4DD6A0-7F29-43AB-0493-E670401400DA}"/>
          </ac:spMkLst>
        </pc:spChg>
        <pc:spChg chg="add del mod">
          <ac:chgData name="Vasanti Kadam" userId="2d2c718a-941c-44c5-9fc1-bfc327de9193" providerId="ADAL" clId="{01B42F18-8433-40A2-9A6F-BBB2C19DF8F9}" dt="2025-07-17T11:43:17.560" v="245" actId="478"/>
          <ac:spMkLst>
            <pc:docMk/>
            <pc:sldMk cId="805133492" sldId="256"/>
            <ac:spMk id="66" creationId="{37A5A872-985C-D979-88B4-9E975167FF61}"/>
          </ac:spMkLst>
        </pc:spChg>
        <pc:spChg chg="add del mod">
          <ac:chgData name="Vasanti Kadam" userId="2d2c718a-941c-44c5-9fc1-bfc327de9193" providerId="ADAL" clId="{01B42F18-8433-40A2-9A6F-BBB2C19DF8F9}" dt="2025-07-17T11:43:17.560" v="245" actId="478"/>
          <ac:spMkLst>
            <pc:docMk/>
            <pc:sldMk cId="805133492" sldId="256"/>
            <ac:spMk id="67" creationId="{D6858201-7454-6560-A13F-FF0426BC3DA1}"/>
          </ac:spMkLst>
        </pc:spChg>
        <pc:spChg chg="add mod">
          <ac:chgData name="Vasanti Kadam" userId="2d2c718a-941c-44c5-9fc1-bfc327de9193" providerId="ADAL" clId="{01B42F18-8433-40A2-9A6F-BBB2C19DF8F9}" dt="2025-07-17T11:42:15.837" v="224" actId="552"/>
          <ac:spMkLst>
            <pc:docMk/>
            <pc:sldMk cId="805133492" sldId="256"/>
            <ac:spMk id="68" creationId="{908D2CAD-5E9C-DDFB-1EF0-07D7B9833111}"/>
          </ac:spMkLst>
        </pc:spChg>
        <pc:spChg chg="add del">
          <ac:chgData name="Vasanti Kadam" userId="2d2c718a-941c-44c5-9fc1-bfc327de9193" providerId="ADAL" clId="{01B42F18-8433-40A2-9A6F-BBB2C19DF8F9}" dt="2025-07-17T11:40:34.265" v="154" actId="478"/>
          <ac:spMkLst>
            <pc:docMk/>
            <pc:sldMk cId="805133492" sldId="256"/>
            <ac:spMk id="71" creationId="{F51C9E11-08B8-C8B2-0253-C9742A7EA9E6}"/>
          </ac:spMkLst>
        </pc:spChg>
        <pc:spChg chg="add del mod">
          <ac:chgData name="Vasanti Kadam" userId="2d2c718a-941c-44c5-9fc1-bfc327de9193" providerId="ADAL" clId="{01B42F18-8433-40A2-9A6F-BBB2C19DF8F9}" dt="2025-07-17T11:43:17.560" v="245" actId="478"/>
          <ac:spMkLst>
            <pc:docMk/>
            <pc:sldMk cId="805133492" sldId="256"/>
            <ac:spMk id="76" creationId="{52AB96F7-75EA-2040-09B5-A472CD660996}"/>
          </ac:spMkLst>
        </pc:spChg>
        <pc:spChg chg="add del mod">
          <ac:chgData name="Vasanti Kadam" userId="2d2c718a-941c-44c5-9fc1-bfc327de9193" providerId="ADAL" clId="{01B42F18-8433-40A2-9A6F-BBB2C19DF8F9}" dt="2025-07-17T11:43:17.560" v="245" actId="478"/>
          <ac:spMkLst>
            <pc:docMk/>
            <pc:sldMk cId="805133492" sldId="256"/>
            <ac:spMk id="77" creationId="{207940ED-1D41-4EC0-0E3D-C726209505D4}"/>
          </ac:spMkLst>
        </pc:spChg>
        <pc:spChg chg="add mod">
          <ac:chgData name="Vasanti Kadam" userId="2d2c718a-941c-44c5-9fc1-bfc327de9193" providerId="ADAL" clId="{01B42F18-8433-40A2-9A6F-BBB2C19DF8F9}" dt="2025-07-17T11:41:50.664" v="212" actId="207"/>
          <ac:spMkLst>
            <pc:docMk/>
            <pc:sldMk cId="805133492" sldId="256"/>
            <ac:spMk id="78" creationId="{921E4367-CA87-964F-0CEE-AC5CA24CC6F1}"/>
          </ac:spMkLst>
        </pc:spChg>
        <pc:spChg chg="add mod">
          <ac:chgData name="Vasanti Kadam" userId="2d2c718a-941c-44c5-9fc1-bfc327de9193" providerId="ADAL" clId="{01B42F18-8433-40A2-9A6F-BBB2C19DF8F9}" dt="2025-07-17T11:42:15.837" v="224" actId="552"/>
          <ac:spMkLst>
            <pc:docMk/>
            <pc:sldMk cId="805133492" sldId="256"/>
            <ac:spMk id="79" creationId="{FC3DC48C-0302-8CC1-8FE9-46561D93F560}"/>
          </ac:spMkLst>
        </pc:spChg>
        <pc:spChg chg="mod">
          <ac:chgData name="Vasanti Kadam" userId="2d2c718a-941c-44c5-9fc1-bfc327de9193" providerId="ADAL" clId="{01B42F18-8433-40A2-9A6F-BBB2C19DF8F9}" dt="2025-07-17T11:45:45.365" v="292"/>
          <ac:spMkLst>
            <pc:docMk/>
            <pc:sldMk cId="805133492" sldId="256"/>
            <ac:spMk id="81" creationId="{369C4037-D587-5BA3-7209-28DAAC1C04C2}"/>
          </ac:spMkLst>
        </pc:spChg>
        <pc:spChg chg="mod">
          <ac:chgData name="Vasanti Kadam" userId="2d2c718a-941c-44c5-9fc1-bfc327de9193" providerId="ADAL" clId="{01B42F18-8433-40A2-9A6F-BBB2C19DF8F9}" dt="2025-07-17T11:44:10.631" v="260" actId="208"/>
          <ac:spMkLst>
            <pc:docMk/>
            <pc:sldMk cId="805133492" sldId="256"/>
            <ac:spMk id="82" creationId="{44FE34E7-A5DB-B9EC-9B9E-535AEAC8D58D}"/>
          </ac:spMkLst>
        </pc:spChg>
        <pc:spChg chg="mod">
          <ac:chgData name="Vasanti Kadam" userId="2d2c718a-941c-44c5-9fc1-bfc327de9193" providerId="ADAL" clId="{01B42F18-8433-40A2-9A6F-BBB2C19DF8F9}" dt="2025-07-17T11:44:20.411" v="264" actId="208"/>
          <ac:spMkLst>
            <pc:docMk/>
            <pc:sldMk cId="805133492" sldId="256"/>
            <ac:spMk id="83" creationId="{5BCD5727-A92F-F2C1-DC10-0243FC8C8917}"/>
          </ac:spMkLst>
        </pc:spChg>
        <pc:spChg chg="mod topLvl">
          <ac:chgData name="Vasanti Kadam" userId="2d2c718a-941c-44c5-9fc1-bfc327de9193" providerId="ADAL" clId="{01B42F18-8433-40A2-9A6F-BBB2C19DF8F9}" dt="2025-07-17T11:44:10.631" v="260" actId="208"/>
          <ac:spMkLst>
            <pc:docMk/>
            <pc:sldMk cId="805133492" sldId="256"/>
            <ac:spMk id="84" creationId="{793B632C-04AE-8CD1-BB9F-0D3D4C42EA7B}"/>
          </ac:spMkLst>
        </pc:spChg>
        <pc:spChg chg="mod">
          <ac:chgData name="Vasanti Kadam" userId="2d2c718a-941c-44c5-9fc1-bfc327de9193" providerId="ADAL" clId="{01B42F18-8433-40A2-9A6F-BBB2C19DF8F9}" dt="2025-07-17T11:44:20.411" v="264" actId="208"/>
          <ac:spMkLst>
            <pc:docMk/>
            <pc:sldMk cId="805133492" sldId="256"/>
            <ac:spMk id="85" creationId="{C323936C-4340-BC1D-8914-073BF85B050F}"/>
          </ac:spMkLst>
        </pc:spChg>
        <pc:spChg chg="del mod">
          <ac:chgData name="Vasanti Kadam" userId="2d2c718a-941c-44c5-9fc1-bfc327de9193" providerId="ADAL" clId="{01B42F18-8433-40A2-9A6F-BBB2C19DF8F9}" dt="2025-07-17T11:47:19.071" v="325" actId="478"/>
          <ac:spMkLst>
            <pc:docMk/>
            <pc:sldMk cId="805133492" sldId="256"/>
            <ac:spMk id="87" creationId="{3D4A0247-B3C9-22E8-8ECF-2F76CA4B2071}"/>
          </ac:spMkLst>
        </pc:spChg>
        <pc:spChg chg="del mod">
          <ac:chgData name="Vasanti Kadam" userId="2d2c718a-941c-44c5-9fc1-bfc327de9193" providerId="ADAL" clId="{01B42F18-8433-40A2-9A6F-BBB2C19DF8F9}" dt="2025-07-17T11:50:07.632" v="373" actId="478"/>
          <ac:spMkLst>
            <pc:docMk/>
            <pc:sldMk cId="805133492" sldId="256"/>
            <ac:spMk id="88" creationId="{FE49FE2E-5FCE-BADE-FCC0-9116E3CB823D}"/>
          </ac:spMkLst>
        </pc:spChg>
        <pc:spChg chg="del mod">
          <ac:chgData name="Vasanti Kadam" userId="2d2c718a-941c-44c5-9fc1-bfc327de9193" providerId="ADAL" clId="{01B42F18-8433-40A2-9A6F-BBB2C19DF8F9}" dt="2025-07-17T11:48:58.521" v="359" actId="478"/>
          <ac:spMkLst>
            <pc:docMk/>
            <pc:sldMk cId="805133492" sldId="256"/>
            <ac:spMk id="90" creationId="{B8CC46F7-478F-D70C-C3BF-FD323C072987}"/>
          </ac:spMkLst>
        </pc:spChg>
        <pc:spChg chg="add del mod topLvl">
          <ac:chgData name="Vasanti Kadam" userId="2d2c718a-941c-44c5-9fc1-bfc327de9193" providerId="ADAL" clId="{01B42F18-8433-40A2-9A6F-BBB2C19DF8F9}" dt="2025-07-17T11:47:35.253" v="333" actId="478"/>
          <ac:spMkLst>
            <pc:docMk/>
            <pc:sldMk cId="805133492" sldId="256"/>
            <ac:spMk id="92" creationId="{CA3F6B38-BC68-2F0A-F741-9B1E9FF360B7}"/>
          </ac:spMkLst>
        </pc:spChg>
        <pc:spChg chg="del mod">
          <ac:chgData name="Vasanti Kadam" userId="2d2c718a-941c-44c5-9fc1-bfc327de9193" providerId="ADAL" clId="{01B42F18-8433-40A2-9A6F-BBB2C19DF8F9}" dt="2025-07-17T11:50:08.741" v="375" actId="478"/>
          <ac:spMkLst>
            <pc:docMk/>
            <pc:sldMk cId="805133492" sldId="256"/>
            <ac:spMk id="93" creationId="{9354C2F9-3958-49BF-C591-85780D7CD8F8}"/>
          </ac:spMkLst>
        </pc:spChg>
        <pc:spChg chg="add del mod topLvl">
          <ac:chgData name="Vasanti Kadam" userId="2d2c718a-941c-44c5-9fc1-bfc327de9193" providerId="ADAL" clId="{01B42F18-8433-40A2-9A6F-BBB2C19DF8F9}" dt="2025-07-17T11:47:35.253" v="333" actId="478"/>
          <ac:spMkLst>
            <pc:docMk/>
            <pc:sldMk cId="805133492" sldId="256"/>
            <ac:spMk id="95" creationId="{DD1DEC4E-F8A0-BDC4-2B4D-20D77B88D256}"/>
          </ac:spMkLst>
        </pc:spChg>
        <pc:spChg chg="del">
          <ac:chgData name="Vasanti Kadam" userId="2d2c718a-941c-44c5-9fc1-bfc327de9193" providerId="ADAL" clId="{01B42F18-8433-40A2-9A6F-BBB2C19DF8F9}" dt="2025-07-17T11:34:14.591" v="0" actId="478"/>
          <ac:spMkLst>
            <pc:docMk/>
            <pc:sldMk cId="805133492" sldId="256"/>
            <ac:spMk id="96" creationId="{7D497724-7AC8-1A90-9F62-C6C0B4144F22}"/>
          </ac:spMkLst>
        </pc:spChg>
        <pc:spChg chg="del mod topLvl">
          <ac:chgData name="Vasanti Kadam" userId="2d2c718a-941c-44c5-9fc1-bfc327de9193" providerId="ADAL" clId="{01B42F18-8433-40A2-9A6F-BBB2C19DF8F9}" dt="2025-07-17T11:50:09.847" v="377" actId="478"/>
          <ac:spMkLst>
            <pc:docMk/>
            <pc:sldMk cId="805133492" sldId="256"/>
            <ac:spMk id="99" creationId="{490B89B6-BD6C-0E7D-9267-3869460FA3A5}"/>
          </ac:spMkLst>
        </pc:spChg>
        <pc:spChg chg="mod">
          <ac:chgData name="Vasanti Kadam" userId="2d2c718a-941c-44c5-9fc1-bfc327de9193" providerId="ADAL" clId="{01B42F18-8433-40A2-9A6F-BBB2C19DF8F9}" dt="2025-07-17T11:53:40.993" v="506" actId="12789"/>
          <ac:spMkLst>
            <pc:docMk/>
            <pc:sldMk cId="805133492" sldId="256"/>
            <ac:spMk id="100" creationId="{78B7157B-F9C8-8EB1-F8B4-6322B66B5944}"/>
          </ac:spMkLst>
        </pc:spChg>
        <pc:spChg chg="del">
          <ac:chgData name="Vasanti Kadam" userId="2d2c718a-941c-44c5-9fc1-bfc327de9193" providerId="ADAL" clId="{01B42F18-8433-40A2-9A6F-BBB2C19DF8F9}" dt="2025-07-17T11:34:14.591" v="0" actId="478"/>
          <ac:spMkLst>
            <pc:docMk/>
            <pc:sldMk cId="805133492" sldId="256"/>
            <ac:spMk id="101" creationId="{0836819D-4461-4759-239C-CF200A428591}"/>
          </ac:spMkLst>
        </pc:spChg>
        <pc:spChg chg="del">
          <ac:chgData name="Vasanti Kadam" userId="2d2c718a-941c-44c5-9fc1-bfc327de9193" providerId="ADAL" clId="{01B42F18-8433-40A2-9A6F-BBB2C19DF8F9}" dt="2025-07-17T11:34:14.591" v="0" actId="478"/>
          <ac:spMkLst>
            <pc:docMk/>
            <pc:sldMk cId="805133492" sldId="256"/>
            <ac:spMk id="102" creationId="{7D3C9298-5676-3DAE-5BFD-4103700FE45F}"/>
          </ac:spMkLst>
        </pc:spChg>
        <pc:spChg chg="mod ord topLvl">
          <ac:chgData name="Vasanti Kadam" userId="2d2c718a-941c-44c5-9fc1-bfc327de9193" providerId="ADAL" clId="{01B42F18-8433-40A2-9A6F-BBB2C19DF8F9}" dt="2025-07-17T11:52:27.710" v="477" actId="165"/>
          <ac:spMkLst>
            <pc:docMk/>
            <pc:sldMk cId="805133492" sldId="256"/>
            <ac:spMk id="103" creationId="{08A60A0A-8320-9CA9-933B-DEDD83B4D99D}"/>
          </ac:spMkLst>
        </pc:spChg>
        <pc:spChg chg="del">
          <ac:chgData name="Vasanti Kadam" userId="2d2c718a-941c-44c5-9fc1-bfc327de9193" providerId="ADAL" clId="{01B42F18-8433-40A2-9A6F-BBB2C19DF8F9}" dt="2025-07-17T11:34:14.591" v="0" actId="478"/>
          <ac:spMkLst>
            <pc:docMk/>
            <pc:sldMk cId="805133492" sldId="256"/>
            <ac:spMk id="104" creationId="{B6BFC3FB-28D4-10EF-91BA-462A349AF826}"/>
          </ac:spMkLst>
        </pc:spChg>
        <pc:spChg chg="del">
          <ac:chgData name="Vasanti Kadam" userId="2d2c718a-941c-44c5-9fc1-bfc327de9193" providerId="ADAL" clId="{01B42F18-8433-40A2-9A6F-BBB2C19DF8F9}" dt="2025-07-17T11:34:14.591" v="0" actId="478"/>
          <ac:spMkLst>
            <pc:docMk/>
            <pc:sldMk cId="805133492" sldId="256"/>
            <ac:spMk id="105" creationId="{72360BE1-C1EB-E29C-EB40-2BB9C2870049}"/>
          </ac:spMkLst>
        </pc:spChg>
        <pc:spChg chg="mod">
          <ac:chgData name="Vasanti Kadam" userId="2d2c718a-941c-44c5-9fc1-bfc327de9193" providerId="ADAL" clId="{01B42F18-8433-40A2-9A6F-BBB2C19DF8F9}" dt="2025-07-17T11:44:52.128" v="270" actId="207"/>
          <ac:spMkLst>
            <pc:docMk/>
            <pc:sldMk cId="805133492" sldId="256"/>
            <ac:spMk id="106" creationId="{1F52464D-172B-C6B8-9E89-5615FEDB6D95}"/>
          </ac:spMkLst>
        </pc:spChg>
        <pc:spChg chg="mod">
          <ac:chgData name="Vasanti Kadam" userId="2d2c718a-941c-44c5-9fc1-bfc327de9193" providerId="ADAL" clId="{01B42F18-8433-40A2-9A6F-BBB2C19DF8F9}" dt="2025-07-17T11:45:19.017" v="279" actId="207"/>
          <ac:spMkLst>
            <pc:docMk/>
            <pc:sldMk cId="805133492" sldId="256"/>
            <ac:spMk id="107" creationId="{3A15E2F3-E544-EEC1-0415-6AFA62EFD177}"/>
          </ac:spMkLst>
        </pc:spChg>
        <pc:spChg chg="del">
          <ac:chgData name="Vasanti Kadam" userId="2d2c718a-941c-44c5-9fc1-bfc327de9193" providerId="ADAL" clId="{01B42F18-8433-40A2-9A6F-BBB2C19DF8F9}" dt="2025-07-17T11:34:14.591" v="0" actId="478"/>
          <ac:spMkLst>
            <pc:docMk/>
            <pc:sldMk cId="805133492" sldId="256"/>
            <ac:spMk id="108" creationId="{0A95FE1F-4780-419A-9916-DC9BD067EAB5}"/>
          </ac:spMkLst>
        </pc:spChg>
        <pc:spChg chg="del">
          <ac:chgData name="Vasanti Kadam" userId="2d2c718a-941c-44c5-9fc1-bfc327de9193" providerId="ADAL" clId="{01B42F18-8433-40A2-9A6F-BBB2C19DF8F9}" dt="2025-07-17T11:34:14.591" v="0" actId="478"/>
          <ac:spMkLst>
            <pc:docMk/>
            <pc:sldMk cId="805133492" sldId="256"/>
            <ac:spMk id="109" creationId="{F34319AC-C612-ECEB-77B4-E837CDE170D4}"/>
          </ac:spMkLst>
        </pc:spChg>
        <pc:spChg chg="mod">
          <ac:chgData name="Vasanti Kadam" userId="2d2c718a-941c-44c5-9fc1-bfc327de9193" providerId="ADAL" clId="{01B42F18-8433-40A2-9A6F-BBB2C19DF8F9}" dt="2025-07-17T11:45:12.640" v="277" actId="207"/>
          <ac:spMkLst>
            <pc:docMk/>
            <pc:sldMk cId="805133492" sldId="256"/>
            <ac:spMk id="110" creationId="{646677B3-1792-DB56-F9F1-D0A2DEA3E78F}"/>
          </ac:spMkLst>
        </pc:spChg>
        <pc:spChg chg="del">
          <ac:chgData name="Vasanti Kadam" userId="2d2c718a-941c-44c5-9fc1-bfc327de9193" providerId="ADAL" clId="{01B42F18-8433-40A2-9A6F-BBB2C19DF8F9}" dt="2025-07-17T11:34:14.591" v="0" actId="478"/>
          <ac:spMkLst>
            <pc:docMk/>
            <pc:sldMk cId="805133492" sldId="256"/>
            <ac:spMk id="111" creationId="{D277B889-DDE0-8B16-433F-D4A28E8A603D}"/>
          </ac:spMkLst>
        </pc:spChg>
        <pc:spChg chg="mod">
          <ac:chgData name="Vasanti Kadam" userId="2d2c718a-941c-44c5-9fc1-bfc327de9193" providerId="ADAL" clId="{01B42F18-8433-40A2-9A6F-BBB2C19DF8F9}" dt="2025-07-17T11:45:14.041" v="278" actId="207"/>
          <ac:spMkLst>
            <pc:docMk/>
            <pc:sldMk cId="805133492" sldId="256"/>
            <ac:spMk id="112" creationId="{675FB5AB-84A2-8EB4-3B74-A2B58DCD8E62}"/>
          </ac:spMkLst>
        </pc:spChg>
        <pc:spChg chg="mod">
          <ac:chgData name="Vasanti Kadam" userId="2d2c718a-941c-44c5-9fc1-bfc327de9193" providerId="ADAL" clId="{01B42F18-8433-40A2-9A6F-BBB2C19DF8F9}" dt="2025-07-17T11:52:06.060" v="470" actId="554"/>
          <ac:spMkLst>
            <pc:docMk/>
            <pc:sldMk cId="805133492" sldId="256"/>
            <ac:spMk id="113" creationId="{159A7655-21F4-5AAD-94E7-F8D84CF247DC}"/>
          </ac:spMkLst>
        </pc:spChg>
        <pc:spChg chg="mod">
          <ac:chgData name="Vasanti Kadam" userId="2d2c718a-941c-44c5-9fc1-bfc327de9193" providerId="ADAL" clId="{01B42F18-8433-40A2-9A6F-BBB2C19DF8F9}" dt="2025-07-17T11:52:06.060" v="470" actId="554"/>
          <ac:spMkLst>
            <pc:docMk/>
            <pc:sldMk cId="805133492" sldId="256"/>
            <ac:spMk id="114" creationId="{F64A5DDE-792B-36FD-5CD2-2C153786AAB2}"/>
          </ac:spMkLst>
        </pc:spChg>
        <pc:spChg chg="mod">
          <ac:chgData name="Vasanti Kadam" userId="2d2c718a-941c-44c5-9fc1-bfc327de9193" providerId="ADAL" clId="{01B42F18-8433-40A2-9A6F-BBB2C19DF8F9}" dt="2025-07-17T11:52:06.060" v="470" actId="554"/>
          <ac:spMkLst>
            <pc:docMk/>
            <pc:sldMk cId="805133492" sldId="256"/>
            <ac:spMk id="115" creationId="{50773920-7DDC-7108-DF4A-894E6E9D725E}"/>
          </ac:spMkLst>
        </pc:spChg>
        <pc:spChg chg="mod">
          <ac:chgData name="Vasanti Kadam" userId="2d2c718a-941c-44c5-9fc1-bfc327de9193" providerId="ADAL" clId="{01B42F18-8433-40A2-9A6F-BBB2C19DF8F9}" dt="2025-07-17T11:52:06.060" v="470" actId="554"/>
          <ac:spMkLst>
            <pc:docMk/>
            <pc:sldMk cId="805133492" sldId="256"/>
            <ac:spMk id="116" creationId="{42C50DFA-5411-5419-F464-6FBE1FB4F19D}"/>
          </ac:spMkLst>
        </pc:spChg>
        <pc:spChg chg="add del">
          <ac:chgData name="Vasanti Kadam" userId="2d2c718a-941c-44c5-9fc1-bfc327de9193" providerId="ADAL" clId="{01B42F18-8433-40A2-9A6F-BBB2C19DF8F9}" dt="2025-07-17T11:46:07.492" v="300" actId="478"/>
          <ac:spMkLst>
            <pc:docMk/>
            <pc:sldMk cId="805133492" sldId="256"/>
            <ac:spMk id="117" creationId="{71FA0680-75F6-C0F6-3049-EA69784A634F}"/>
          </ac:spMkLst>
        </pc:spChg>
        <pc:spChg chg="add mod">
          <ac:chgData name="Vasanti Kadam" userId="2d2c718a-941c-44c5-9fc1-bfc327de9193" providerId="ADAL" clId="{01B42F18-8433-40A2-9A6F-BBB2C19DF8F9}" dt="2025-07-17T11:53:04.865" v="490" actId="20577"/>
          <ac:spMkLst>
            <pc:docMk/>
            <pc:sldMk cId="805133492" sldId="256"/>
            <ac:spMk id="122" creationId="{A604112A-109F-30A3-B2CD-F60F37658FF2}"/>
          </ac:spMkLst>
        </pc:spChg>
        <pc:spChg chg="add mod">
          <ac:chgData name="Vasanti Kadam" userId="2d2c718a-941c-44c5-9fc1-bfc327de9193" providerId="ADAL" clId="{01B42F18-8433-40A2-9A6F-BBB2C19DF8F9}" dt="2025-07-17T11:47:16.175" v="324" actId="571"/>
          <ac:spMkLst>
            <pc:docMk/>
            <pc:sldMk cId="805133492" sldId="256"/>
            <ac:spMk id="123" creationId="{60F4BA55-489F-FA3C-259A-C845B8CB72E7}"/>
          </ac:spMkLst>
        </pc:spChg>
        <pc:spChg chg="add del mod ord">
          <ac:chgData name="Vasanti Kadam" userId="2d2c718a-941c-44c5-9fc1-bfc327de9193" providerId="ADAL" clId="{01B42F18-8433-40A2-9A6F-BBB2C19DF8F9}" dt="2025-07-17T11:50:05.646" v="372" actId="478"/>
          <ac:spMkLst>
            <pc:docMk/>
            <pc:sldMk cId="805133492" sldId="256"/>
            <ac:spMk id="124" creationId="{B8C3FD4E-6B6F-A2D8-67AB-357B4D8BE712}"/>
          </ac:spMkLst>
        </pc:spChg>
        <pc:spChg chg="add del mod ord">
          <ac:chgData name="Vasanti Kadam" userId="2d2c718a-941c-44c5-9fc1-bfc327de9193" providerId="ADAL" clId="{01B42F18-8433-40A2-9A6F-BBB2C19DF8F9}" dt="2025-07-17T11:50:09.360" v="376" actId="478"/>
          <ac:spMkLst>
            <pc:docMk/>
            <pc:sldMk cId="805133492" sldId="256"/>
            <ac:spMk id="125" creationId="{A82DF1C6-9610-1EF9-312D-EDE1A8B99292}"/>
          </ac:spMkLst>
        </pc:spChg>
        <pc:spChg chg="add del mod ord">
          <ac:chgData name="Vasanti Kadam" userId="2d2c718a-941c-44c5-9fc1-bfc327de9193" providerId="ADAL" clId="{01B42F18-8433-40A2-9A6F-BBB2C19DF8F9}" dt="2025-07-17T11:50:08.127" v="374" actId="478"/>
          <ac:spMkLst>
            <pc:docMk/>
            <pc:sldMk cId="805133492" sldId="256"/>
            <ac:spMk id="126" creationId="{9CFBAB2B-12CB-2C2A-B875-CE4EDD3611D8}"/>
          </ac:spMkLst>
        </pc:spChg>
        <pc:spChg chg="add del mod">
          <ac:chgData name="Vasanti Kadam" userId="2d2c718a-941c-44c5-9fc1-bfc327de9193" providerId="ADAL" clId="{01B42F18-8433-40A2-9A6F-BBB2C19DF8F9}" dt="2025-07-17T11:50:23.554" v="382" actId="478"/>
          <ac:spMkLst>
            <pc:docMk/>
            <pc:sldMk cId="805133492" sldId="256"/>
            <ac:spMk id="134" creationId="{6D9FCBEB-187D-4942-C08B-9B3A0CDB045F}"/>
          </ac:spMkLst>
        </pc:spChg>
        <pc:spChg chg="add mod ord">
          <ac:chgData name="Vasanti Kadam" userId="2d2c718a-941c-44c5-9fc1-bfc327de9193" providerId="ADAL" clId="{01B42F18-8433-40A2-9A6F-BBB2C19DF8F9}" dt="2025-07-17T11:52:37.754" v="482" actId="1035"/>
          <ac:spMkLst>
            <pc:docMk/>
            <pc:sldMk cId="805133492" sldId="256"/>
            <ac:spMk id="137" creationId="{911FCD98-4A82-9866-1B78-B8CC9AA3AF17}"/>
          </ac:spMkLst>
        </pc:spChg>
        <pc:spChg chg="add mod topLvl">
          <ac:chgData name="Vasanti Kadam" userId="2d2c718a-941c-44c5-9fc1-bfc327de9193" providerId="ADAL" clId="{01B42F18-8433-40A2-9A6F-BBB2C19DF8F9}" dt="2025-07-17T11:52:31.594" v="479" actId="553"/>
          <ac:spMkLst>
            <pc:docMk/>
            <pc:sldMk cId="805133492" sldId="256"/>
            <ac:spMk id="139" creationId="{39A0E365-7967-5482-A821-76E390ECF948}"/>
          </ac:spMkLst>
        </pc:spChg>
        <pc:spChg chg="add mod">
          <ac:chgData name="Vasanti Kadam" userId="2d2c718a-941c-44c5-9fc1-bfc327de9193" providerId="ADAL" clId="{01B42F18-8433-40A2-9A6F-BBB2C19DF8F9}" dt="2025-07-17T11:52:37.754" v="482" actId="1035"/>
          <ac:spMkLst>
            <pc:docMk/>
            <pc:sldMk cId="805133492" sldId="256"/>
            <ac:spMk id="141" creationId="{45F4C147-3BAF-A361-4F53-969C96B71073}"/>
          </ac:spMkLst>
        </pc:spChg>
        <pc:spChg chg="add mod">
          <ac:chgData name="Vasanti Kadam" userId="2d2c718a-941c-44c5-9fc1-bfc327de9193" providerId="ADAL" clId="{01B42F18-8433-40A2-9A6F-BBB2C19DF8F9}" dt="2025-07-17T11:53:08.359" v="491"/>
          <ac:spMkLst>
            <pc:docMk/>
            <pc:sldMk cId="805133492" sldId="256"/>
            <ac:spMk id="148" creationId="{A362E653-463D-E6CF-3CBD-DDE388DE28B6}"/>
          </ac:spMkLst>
        </pc:spChg>
        <pc:spChg chg="add mod">
          <ac:chgData name="Vasanti Kadam" userId="2d2c718a-941c-44c5-9fc1-bfc327de9193" providerId="ADAL" clId="{01B42F18-8433-40A2-9A6F-BBB2C19DF8F9}" dt="2025-07-17T11:53:16.281" v="494" actId="1076"/>
          <ac:spMkLst>
            <pc:docMk/>
            <pc:sldMk cId="805133492" sldId="256"/>
            <ac:spMk id="150" creationId="{01342524-6A3A-3B3C-F7F8-5AC714A67079}"/>
          </ac:spMkLst>
        </pc:spChg>
        <pc:spChg chg="add mod">
          <ac:chgData name="Vasanti Kadam" userId="2d2c718a-941c-44c5-9fc1-bfc327de9193" providerId="ADAL" clId="{01B42F18-8433-40A2-9A6F-BBB2C19DF8F9}" dt="2025-07-17T11:53:16.281" v="494" actId="1076"/>
          <ac:spMkLst>
            <pc:docMk/>
            <pc:sldMk cId="805133492" sldId="256"/>
            <ac:spMk id="151" creationId="{B9417377-A6AD-5E49-8375-C34B4300DEB9}"/>
          </ac:spMkLst>
        </pc:spChg>
        <pc:spChg chg="add mod">
          <ac:chgData name="Vasanti Kadam" userId="2d2c718a-941c-44c5-9fc1-bfc327de9193" providerId="ADAL" clId="{01B42F18-8433-40A2-9A6F-BBB2C19DF8F9}" dt="2025-07-17T11:53:47.422" v="514" actId="12788"/>
          <ac:spMkLst>
            <pc:docMk/>
            <pc:sldMk cId="805133492" sldId="256"/>
            <ac:spMk id="154" creationId="{EE2BDE66-3891-1E2C-5907-AF53B3F6C699}"/>
          </ac:spMkLst>
        </pc:spChg>
        <pc:grpChg chg="del">
          <ac:chgData name="Vasanti Kadam" userId="2d2c718a-941c-44c5-9fc1-bfc327de9193" providerId="ADAL" clId="{01B42F18-8433-40A2-9A6F-BBB2C19DF8F9}" dt="2025-07-17T11:35:40.448" v="44" actId="478"/>
          <ac:grpSpMkLst>
            <pc:docMk/>
            <pc:sldMk cId="805133492" sldId="256"/>
            <ac:grpSpMk id="36" creationId="{888B3D25-6583-8542-E89F-A0800152F66B}"/>
          </ac:grpSpMkLst>
        </pc:grpChg>
        <pc:grpChg chg="del mod">
          <ac:chgData name="Vasanti Kadam" userId="2d2c718a-941c-44c5-9fc1-bfc327de9193" providerId="ADAL" clId="{01B42F18-8433-40A2-9A6F-BBB2C19DF8F9}" dt="2025-07-17T11:35:06.123" v="30" actId="165"/>
          <ac:grpSpMkLst>
            <pc:docMk/>
            <pc:sldMk cId="805133492" sldId="256"/>
            <ac:grpSpMk id="37" creationId="{F5A4A64D-8992-A51D-D911-2815CFA56E40}"/>
          </ac:grpSpMkLst>
        </pc:grpChg>
        <pc:grpChg chg="del">
          <ac:chgData name="Vasanti Kadam" userId="2d2c718a-941c-44c5-9fc1-bfc327de9193" providerId="ADAL" clId="{01B42F18-8433-40A2-9A6F-BBB2C19DF8F9}" dt="2025-07-17T11:35:54.423" v="58" actId="478"/>
          <ac:grpSpMkLst>
            <pc:docMk/>
            <pc:sldMk cId="805133492" sldId="256"/>
            <ac:grpSpMk id="40" creationId="{0B434B72-B612-2737-2EFF-6B398413827B}"/>
          </ac:grpSpMkLst>
        </pc:grpChg>
        <pc:grpChg chg="del">
          <ac:chgData name="Vasanti Kadam" userId="2d2c718a-941c-44c5-9fc1-bfc327de9193" providerId="ADAL" clId="{01B42F18-8433-40A2-9A6F-BBB2C19DF8F9}" dt="2025-07-17T11:35:54.423" v="58" actId="478"/>
          <ac:grpSpMkLst>
            <pc:docMk/>
            <pc:sldMk cId="805133492" sldId="256"/>
            <ac:grpSpMk id="41" creationId="{D1C21D4B-6010-5B5C-FDEE-40573E218896}"/>
          </ac:grpSpMkLst>
        </pc:grpChg>
        <pc:grpChg chg="mod">
          <ac:chgData name="Vasanti Kadam" userId="2d2c718a-941c-44c5-9fc1-bfc327de9193" providerId="ADAL" clId="{01B42F18-8433-40A2-9A6F-BBB2C19DF8F9}" dt="2025-07-17T11:38:19.170" v="151" actId="14100"/>
          <ac:grpSpMkLst>
            <pc:docMk/>
            <pc:sldMk cId="805133492" sldId="256"/>
            <ac:grpSpMk id="57" creationId="{A351CB96-2A3E-32FD-D722-F1CC48E756EE}"/>
          </ac:grpSpMkLst>
        </pc:grpChg>
        <pc:grpChg chg="add mod">
          <ac:chgData name="Vasanti Kadam" userId="2d2c718a-941c-44c5-9fc1-bfc327de9193" providerId="ADAL" clId="{01B42F18-8433-40A2-9A6F-BBB2C19DF8F9}" dt="2025-07-17T11:41:01.185" v="159" actId="14100"/>
          <ac:grpSpMkLst>
            <pc:docMk/>
            <pc:sldMk cId="805133492" sldId="256"/>
            <ac:grpSpMk id="72" creationId="{58DEEDCC-6B64-4D7A-BD28-6BA9FE5C8E36}"/>
          </ac:grpSpMkLst>
        </pc:grpChg>
        <pc:grpChg chg="add mod">
          <ac:chgData name="Vasanti Kadam" userId="2d2c718a-941c-44c5-9fc1-bfc327de9193" providerId="ADAL" clId="{01B42F18-8433-40A2-9A6F-BBB2C19DF8F9}" dt="2025-07-17T11:41:01.185" v="159" actId="14100"/>
          <ac:grpSpMkLst>
            <pc:docMk/>
            <pc:sldMk cId="805133492" sldId="256"/>
            <ac:grpSpMk id="73" creationId="{E9DA2D6A-6036-D439-195C-40211DD8D25D}"/>
          </ac:grpSpMkLst>
        </pc:grpChg>
        <pc:grpChg chg="add mod">
          <ac:chgData name="Vasanti Kadam" userId="2d2c718a-941c-44c5-9fc1-bfc327de9193" providerId="ADAL" clId="{01B42F18-8433-40A2-9A6F-BBB2C19DF8F9}" dt="2025-07-17T11:41:01.185" v="159" actId="14100"/>
          <ac:grpSpMkLst>
            <pc:docMk/>
            <pc:sldMk cId="805133492" sldId="256"/>
            <ac:grpSpMk id="74" creationId="{CA3EE06C-E8FB-E033-5CD5-F04D73F82BC2}"/>
          </ac:grpSpMkLst>
        </pc:grpChg>
        <pc:grpChg chg="add mod">
          <ac:chgData name="Vasanti Kadam" userId="2d2c718a-941c-44c5-9fc1-bfc327de9193" providerId="ADAL" clId="{01B42F18-8433-40A2-9A6F-BBB2C19DF8F9}" dt="2025-07-17T11:41:01.185" v="159" actId="14100"/>
          <ac:grpSpMkLst>
            <pc:docMk/>
            <pc:sldMk cId="805133492" sldId="256"/>
            <ac:grpSpMk id="75" creationId="{77EA2F4E-17BD-D169-D18E-51785F1A789C}"/>
          </ac:grpSpMkLst>
        </pc:grpChg>
        <pc:grpChg chg="mod ord">
          <ac:chgData name="Vasanti Kadam" userId="2d2c718a-941c-44c5-9fc1-bfc327de9193" providerId="ADAL" clId="{01B42F18-8433-40A2-9A6F-BBB2C19DF8F9}" dt="2025-07-17T11:52:08.554" v="471" actId="166"/>
          <ac:grpSpMkLst>
            <pc:docMk/>
            <pc:sldMk cId="805133492" sldId="256"/>
            <ac:grpSpMk id="86" creationId="{BEFFEEED-65C3-A3F7-7C83-24B7E63092BC}"/>
          </ac:grpSpMkLst>
        </pc:grpChg>
        <pc:grpChg chg="mod">
          <ac:chgData name="Vasanti Kadam" userId="2d2c718a-941c-44c5-9fc1-bfc327de9193" providerId="ADAL" clId="{01B42F18-8433-40A2-9A6F-BBB2C19DF8F9}" dt="2025-07-17T11:52:06.060" v="470" actId="554"/>
          <ac:grpSpMkLst>
            <pc:docMk/>
            <pc:sldMk cId="805133492" sldId="256"/>
            <ac:grpSpMk id="89" creationId="{32A24AD3-012E-D5DC-A2AB-A85F5A6CB110}"/>
          </ac:grpSpMkLst>
        </pc:grpChg>
        <pc:grpChg chg="mod">
          <ac:chgData name="Vasanti Kadam" userId="2d2c718a-941c-44c5-9fc1-bfc327de9193" providerId="ADAL" clId="{01B42F18-8433-40A2-9A6F-BBB2C19DF8F9}" dt="2025-07-17T11:51:41.603" v="460" actId="166"/>
          <ac:grpSpMkLst>
            <pc:docMk/>
            <pc:sldMk cId="805133492" sldId="256"/>
            <ac:grpSpMk id="91" creationId="{D7FA8D50-0C36-3DBC-0950-AEB2F14DC012}"/>
          </ac:grpSpMkLst>
        </pc:grpChg>
        <pc:grpChg chg="del">
          <ac:chgData name="Vasanti Kadam" userId="2d2c718a-941c-44c5-9fc1-bfc327de9193" providerId="ADAL" clId="{01B42F18-8433-40A2-9A6F-BBB2C19DF8F9}" dt="2025-07-17T11:34:14.591" v="0" actId="478"/>
          <ac:grpSpMkLst>
            <pc:docMk/>
            <pc:sldMk cId="805133492" sldId="256"/>
            <ac:grpSpMk id="97" creationId="{BE0A9842-2C1E-ECA4-707E-1DD665F9A90F}"/>
          </ac:grpSpMkLst>
        </pc:grpChg>
        <pc:grpChg chg="del">
          <ac:chgData name="Vasanti Kadam" userId="2d2c718a-941c-44c5-9fc1-bfc327de9193" providerId="ADAL" clId="{01B42F18-8433-40A2-9A6F-BBB2C19DF8F9}" dt="2025-07-17T11:34:14.591" v="0" actId="478"/>
          <ac:grpSpMkLst>
            <pc:docMk/>
            <pc:sldMk cId="805133492" sldId="256"/>
            <ac:grpSpMk id="98" creationId="{F12FD15A-C64B-F3B6-E16F-3A8C56A51548}"/>
          </ac:grpSpMkLst>
        </pc:grpChg>
        <pc:grpChg chg="add del mod">
          <ac:chgData name="Vasanti Kadam" userId="2d2c718a-941c-44c5-9fc1-bfc327de9193" providerId="ADAL" clId="{01B42F18-8433-40A2-9A6F-BBB2C19DF8F9}" dt="2025-07-17T11:46:33.767" v="312" actId="165"/>
          <ac:grpSpMkLst>
            <pc:docMk/>
            <pc:sldMk cId="805133492" sldId="256"/>
            <ac:grpSpMk id="121" creationId="{EBD6A632-C2F6-B0EF-CFD9-EBD7A89C8F83}"/>
          </ac:grpSpMkLst>
        </pc:grpChg>
        <pc:grpChg chg="add del mod">
          <ac:chgData name="Vasanti Kadam" userId="2d2c718a-941c-44c5-9fc1-bfc327de9193" providerId="ADAL" clId="{01B42F18-8433-40A2-9A6F-BBB2C19DF8F9}" dt="2025-07-17T11:52:27.710" v="477" actId="165"/>
          <ac:grpSpMkLst>
            <pc:docMk/>
            <pc:sldMk cId="805133492" sldId="256"/>
            <ac:grpSpMk id="144" creationId="{0EFE3A3E-1FE2-E276-A612-D1C0BF2D4326}"/>
          </ac:grpSpMkLst>
        </pc:grpChg>
        <pc:cxnChg chg="add mod">
          <ac:chgData name="Vasanti Kadam" userId="2d2c718a-941c-44c5-9fc1-bfc327de9193" providerId="ADAL" clId="{01B42F18-8433-40A2-9A6F-BBB2C19DF8F9}" dt="2025-07-17T11:37:05.934" v="111" actId="555"/>
          <ac:cxnSpMkLst>
            <pc:docMk/>
            <pc:sldMk cId="805133492" sldId="256"/>
            <ac:cxnSpMk id="59" creationId="{0E4082FA-5046-AEAB-0EA4-1544685EBDA9}"/>
          </ac:cxnSpMkLst>
        </pc:cxnChg>
        <pc:cxnChg chg="add del mod">
          <ac:chgData name="Vasanti Kadam" userId="2d2c718a-941c-44c5-9fc1-bfc327de9193" providerId="ADAL" clId="{01B42F18-8433-40A2-9A6F-BBB2C19DF8F9}" dt="2025-07-17T11:43:29.253" v="248" actId="478"/>
          <ac:cxnSpMkLst>
            <pc:docMk/>
            <pc:sldMk cId="805133492" sldId="256"/>
            <ac:cxnSpMk id="62" creationId="{5C4FCB6A-1B24-3D41-56D1-69F817E67377}"/>
          </ac:cxnSpMkLst>
        </pc:cxnChg>
        <pc:cxnChg chg="add mod topLvl">
          <ac:chgData name="Vasanti Kadam" userId="2d2c718a-941c-44c5-9fc1-bfc327de9193" providerId="ADAL" clId="{01B42F18-8433-40A2-9A6F-BBB2C19DF8F9}" dt="2025-07-17T11:46:33.767" v="312" actId="165"/>
          <ac:cxnSpMkLst>
            <pc:docMk/>
            <pc:sldMk cId="805133492" sldId="256"/>
            <ac:cxnSpMk id="118" creationId="{0F429AB4-B004-74DB-665C-BDB40A987951}"/>
          </ac:cxnSpMkLst>
        </pc:cxnChg>
        <pc:cxnChg chg="add mod topLvl">
          <ac:chgData name="Vasanti Kadam" userId="2d2c718a-941c-44c5-9fc1-bfc327de9193" providerId="ADAL" clId="{01B42F18-8433-40A2-9A6F-BBB2C19DF8F9}" dt="2025-07-17T11:46:33.767" v="312" actId="165"/>
          <ac:cxnSpMkLst>
            <pc:docMk/>
            <pc:sldMk cId="805133492" sldId="256"/>
            <ac:cxnSpMk id="120" creationId="{5667B77A-0791-7674-A1D8-7DC646C6FBC8}"/>
          </ac:cxnSpMkLst>
        </pc:cxnChg>
        <pc:cxnChg chg="add del mod">
          <ac:chgData name="Vasanti Kadam" userId="2d2c718a-941c-44c5-9fc1-bfc327de9193" providerId="ADAL" clId="{01B42F18-8433-40A2-9A6F-BBB2C19DF8F9}" dt="2025-07-17T11:49:16.741" v="362" actId="478"/>
          <ac:cxnSpMkLst>
            <pc:docMk/>
            <pc:sldMk cId="805133492" sldId="256"/>
            <ac:cxnSpMk id="128" creationId="{9DC7748B-7003-11B7-4E04-7A1F66D5F4AF}"/>
          </ac:cxnSpMkLst>
        </pc:cxnChg>
        <pc:cxnChg chg="add del mod">
          <ac:chgData name="Vasanti Kadam" userId="2d2c718a-941c-44c5-9fc1-bfc327de9193" providerId="ADAL" clId="{01B42F18-8433-40A2-9A6F-BBB2C19DF8F9}" dt="2025-07-17T11:52:18.499" v="474" actId="14100"/>
          <ac:cxnSpMkLst>
            <pc:docMk/>
            <pc:sldMk cId="805133492" sldId="256"/>
            <ac:cxnSpMk id="131" creationId="{73EC24B2-C0DF-909F-88D4-6766C7428399}"/>
          </ac:cxnSpMkLst>
        </pc:cxnChg>
        <pc:cxnChg chg="add mod">
          <ac:chgData name="Vasanti Kadam" userId="2d2c718a-941c-44c5-9fc1-bfc327de9193" providerId="ADAL" clId="{01B42F18-8433-40A2-9A6F-BBB2C19DF8F9}" dt="2025-07-17T11:52:37.754" v="482" actId="1035"/>
          <ac:cxnSpMkLst>
            <pc:docMk/>
            <pc:sldMk cId="805133492" sldId="256"/>
            <ac:cxnSpMk id="142" creationId="{09F1FCFA-8FD7-150F-103C-B11EE21F3A41}"/>
          </ac:cxnSpMkLst>
        </pc:cxnChg>
        <pc:cxnChg chg="add mod">
          <ac:chgData name="Vasanti Kadam" userId="2d2c718a-941c-44c5-9fc1-bfc327de9193" providerId="ADAL" clId="{01B42F18-8433-40A2-9A6F-BBB2C19DF8F9}" dt="2025-07-17T11:52:31.594" v="479" actId="553"/>
          <ac:cxnSpMkLst>
            <pc:docMk/>
            <pc:sldMk cId="805133492" sldId="256"/>
            <ac:cxnSpMk id="143" creationId="{26CEC74F-627E-5D90-2663-86B1CCDE9EBD}"/>
          </ac:cxnSpMkLst>
        </pc:cxnChg>
        <pc:cxnChg chg="add mod">
          <ac:chgData name="Vasanti Kadam" userId="2d2c718a-941c-44c5-9fc1-bfc327de9193" providerId="ADAL" clId="{01B42F18-8433-40A2-9A6F-BBB2C19DF8F9}" dt="2025-07-17T11:52:52.865" v="488" actId="208"/>
          <ac:cxnSpMkLst>
            <pc:docMk/>
            <pc:sldMk cId="805133492" sldId="256"/>
            <ac:cxnSpMk id="152" creationId="{67DAF981-9A15-5427-4306-DA8DAE03C3B9}"/>
          </ac:cxnSpMkLst>
        </pc:cxnChg>
      </pc:sldChg>
      <pc:sldChg chg="addSp delSp modSp add mod ord">
        <pc:chgData name="Vasanti Kadam" userId="2d2c718a-941c-44c5-9fc1-bfc327de9193" providerId="ADAL" clId="{01B42F18-8433-40A2-9A6F-BBB2C19DF8F9}" dt="2025-07-17T14:32:49.402" v="1759" actId="478"/>
        <pc:sldMkLst>
          <pc:docMk/>
          <pc:sldMk cId="951129363" sldId="257"/>
        </pc:sldMkLst>
        <pc:spChg chg="del">
          <ac:chgData name="Vasanti Kadam" userId="2d2c718a-941c-44c5-9fc1-bfc327de9193" providerId="ADAL" clId="{01B42F18-8433-40A2-9A6F-BBB2C19DF8F9}" dt="2025-07-17T14:32:49.402" v="1759" actId="478"/>
          <ac:spMkLst>
            <pc:docMk/>
            <pc:sldMk cId="951129363" sldId="257"/>
            <ac:spMk id="2" creationId="{2658EE09-BC7B-1CE1-BF10-9E0351E7BEEB}"/>
          </ac:spMkLst>
        </pc:spChg>
        <pc:spChg chg="del">
          <ac:chgData name="Vasanti Kadam" userId="2d2c718a-941c-44c5-9fc1-bfc327de9193" providerId="ADAL" clId="{01B42F18-8433-40A2-9A6F-BBB2C19DF8F9}" dt="2025-07-17T14:32:49.402" v="1759" actId="478"/>
          <ac:spMkLst>
            <pc:docMk/>
            <pc:sldMk cId="951129363" sldId="257"/>
            <ac:spMk id="6" creationId="{208C8C4C-848B-2975-ECDF-F653757A04C9}"/>
          </ac:spMkLst>
        </pc:spChg>
        <pc:spChg chg="del">
          <ac:chgData name="Vasanti Kadam" userId="2d2c718a-941c-44c5-9fc1-bfc327de9193" providerId="ADAL" clId="{01B42F18-8433-40A2-9A6F-BBB2C19DF8F9}" dt="2025-07-17T14:32:49.402" v="1759" actId="478"/>
          <ac:spMkLst>
            <pc:docMk/>
            <pc:sldMk cId="951129363" sldId="257"/>
            <ac:spMk id="7" creationId="{7043C6E4-118F-F89F-4436-4DA2D807B6E7}"/>
          </ac:spMkLst>
        </pc:spChg>
        <pc:spChg chg="del">
          <ac:chgData name="Vasanti Kadam" userId="2d2c718a-941c-44c5-9fc1-bfc327de9193" providerId="ADAL" clId="{01B42F18-8433-40A2-9A6F-BBB2C19DF8F9}" dt="2025-07-17T14:32:49.402" v="1759" actId="478"/>
          <ac:spMkLst>
            <pc:docMk/>
            <pc:sldMk cId="951129363" sldId="257"/>
            <ac:spMk id="8" creationId="{B20CAC18-D9F1-25F9-4529-4A20891D64ED}"/>
          </ac:spMkLst>
        </pc:spChg>
        <pc:spChg chg="del">
          <ac:chgData name="Vasanti Kadam" userId="2d2c718a-941c-44c5-9fc1-bfc327de9193" providerId="ADAL" clId="{01B42F18-8433-40A2-9A6F-BBB2C19DF8F9}" dt="2025-07-17T14:32:49.402" v="1759" actId="478"/>
          <ac:spMkLst>
            <pc:docMk/>
            <pc:sldMk cId="951129363" sldId="257"/>
            <ac:spMk id="13" creationId="{8E408A32-593D-7551-773A-0042B8B5734A}"/>
          </ac:spMkLst>
        </pc:spChg>
        <pc:spChg chg="del">
          <ac:chgData name="Vasanti Kadam" userId="2d2c718a-941c-44c5-9fc1-bfc327de9193" providerId="ADAL" clId="{01B42F18-8433-40A2-9A6F-BBB2C19DF8F9}" dt="2025-07-17T14:32:49.402" v="1759" actId="478"/>
          <ac:spMkLst>
            <pc:docMk/>
            <pc:sldMk cId="951129363" sldId="257"/>
            <ac:spMk id="15" creationId="{9649AA48-C726-ACCE-D988-322B50B4EDBF}"/>
          </ac:spMkLst>
        </pc:spChg>
        <pc:spChg chg="del">
          <ac:chgData name="Vasanti Kadam" userId="2d2c718a-941c-44c5-9fc1-bfc327de9193" providerId="ADAL" clId="{01B42F18-8433-40A2-9A6F-BBB2C19DF8F9}" dt="2025-07-17T14:32:49.402" v="1759" actId="478"/>
          <ac:spMkLst>
            <pc:docMk/>
            <pc:sldMk cId="951129363" sldId="257"/>
            <ac:spMk id="16" creationId="{BE5376E1-3998-3892-2766-B3862AB03BEA}"/>
          </ac:spMkLst>
        </pc:spChg>
        <pc:spChg chg="del">
          <ac:chgData name="Vasanti Kadam" userId="2d2c718a-941c-44c5-9fc1-bfc327de9193" providerId="ADAL" clId="{01B42F18-8433-40A2-9A6F-BBB2C19DF8F9}" dt="2025-07-17T14:32:49.402" v="1759" actId="478"/>
          <ac:spMkLst>
            <pc:docMk/>
            <pc:sldMk cId="951129363" sldId="257"/>
            <ac:spMk id="20" creationId="{558A66B2-EA13-A51F-B891-71E6D40AD521}"/>
          </ac:spMkLst>
        </pc:spChg>
        <pc:spChg chg="del">
          <ac:chgData name="Vasanti Kadam" userId="2d2c718a-941c-44c5-9fc1-bfc327de9193" providerId="ADAL" clId="{01B42F18-8433-40A2-9A6F-BBB2C19DF8F9}" dt="2025-07-17T14:32:49.402" v="1759" actId="478"/>
          <ac:spMkLst>
            <pc:docMk/>
            <pc:sldMk cId="951129363" sldId="257"/>
            <ac:spMk id="22" creationId="{354AB12E-CA95-DE1B-F8DE-BDE62412986B}"/>
          </ac:spMkLst>
        </pc:spChg>
        <pc:spChg chg="del">
          <ac:chgData name="Vasanti Kadam" userId="2d2c718a-941c-44c5-9fc1-bfc327de9193" providerId="ADAL" clId="{01B42F18-8433-40A2-9A6F-BBB2C19DF8F9}" dt="2025-07-17T14:32:49.402" v="1759" actId="478"/>
          <ac:spMkLst>
            <pc:docMk/>
            <pc:sldMk cId="951129363" sldId="257"/>
            <ac:spMk id="24" creationId="{FBA76EAF-3CF6-AD1C-746A-970A058EE0AE}"/>
          </ac:spMkLst>
        </pc:spChg>
        <pc:spChg chg="mod">
          <ac:chgData name="Vasanti Kadam" userId="2d2c718a-941c-44c5-9fc1-bfc327de9193" providerId="ADAL" clId="{01B42F18-8433-40A2-9A6F-BBB2C19DF8F9}" dt="2025-07-17T11:43:09.392" v="240" actId="164"/>
          <ac:spMkLst>
            <pc:docMk/>
            <pc:sldMk cId="951129363" sldId="257"/>
            <ac:spMk id="38" creationId="{81F6D0C5-A304-88DC-485D-D2CF07267BFF}"/>
          </ac:spMkLst>
        </pc:spChg>
        <pc:grpChg chg="add mod">
          <ac:chgData name="Vasanti Kadam" userId="2d2c718a-941c-44c5-9fc1-bfc327de9193" providerId="ADAL" clId="{01B42F18-8433-40A2-9A6F-BBB2C19DF8F9}" dt="2025-07-17T11:43:09.392" v="240" actId="164"/>
          <ac:grpSpMkLst>
            <pc:docMk/>
            <pc:sldMk cId="951129363" sldId="257"/>
            <ac:grpSpMk id="26" creationId="{BE5AC652-E78D-7AB4-72C9-DA03C428D5BE}"/>
          </ac:grpSpMkLst>
        </pc:grpChg>
        <pc:grpChg chg="mod">
          <ac:chgData name="Vasanti Kadam" userId="2d2c718a-941c-44c5-9fc1-bfc327de9193" providerId="ADAL" clId="{01B42F18-8433-40A2-9A6F-BBB2C19DF8F9}" dt="2025-07-17T11:42:58.600" v="238" actId="552"/>
          <ac:grpSpMkLst>
            <pc:docMk/>
            <pc:sldMk cId="951129363" sldId="257"/>
            <ac:grpSpMk id="72" creationId="{7ED61615-FA80-6869-E81E-B321342DC707}"/>
          </ac:grpSpMkLst>
        </pc:grpChg>
        <pc:grpChg chg="mod">
          <ac:chgData name="Vasanti Kadam" userId="2d2c718a-941c-44c5-9fc1-bfc327de9193" providerId="ADAL" clId="{01B42F18-8433-40A2-9A6F-BBB2C19DF8F9}" dt="2025-07-17T11:43:11.093" v="242" actId="1076"/>
          <ac:grpSpMkLst>
            <pc:docMk/>
            <pc:sldMk cId="951129363" sldId="257"/>
            <ac:grpSpMk id="74" creationId="{5491DFB3-57ED-C89D-DB9A-031DC2279A45}"/>
          </ac:grpSpMkLst>
        </pc:grpChg>
        <pc:grpChg chg="mod">
          <ac:chgData name="Vasanti Kadam" userId="2d2c718a-941c-44c5-9fc1-bfc327de9193" providerId="ADAL" clId="{01B42F18-8433-40A2-9A6F-BBB2C19DF8F9}" dt="2025-07-17T11:43:09.392" v="240" actId="164"/>
          <ac:grpSpMkLst>
            <pc:docMk/>
            <pc:sldMk cId="951129363" sldId="257"/>
            <ac:grpSpMk id="75" creationId="{3A7980A3-DAB4-67ED-957B-BDC56EFA7AE7}"/>
          </ac:grpSpMkLst>
        </pc:grpChg>
      </pc:sldChg>
      <pc:sldChg chg="addSp delSp modSp add mod">
        <pc:chgData name="Vasanti Kadam" userId="2d2c718a-941c-44c5-9fc1-bfc327de9193" providerId="ADAL" clId="{01B42F18-8433-40A2-9A6F-BBB2C19DF8F9}" dt="2025-07-17T14:32:12.005" v="1757" actId="478"/>
        <pc:sldMkLst>
          <pc:docMk/>
          <pc:sldMk cId="3908122322" sldId="258"/>
        </pc:sldMkLst>
        <pc:spChg chg="del">
          <ac:chgData name="Vasanti Kadam" userId="2d2c718a-941c-44c5-9fc1-bfc327de9193" providerId="ADAL" clId="{01B42F18-8433-40A2-9A6F-BBB2C19DF8F9}" dt="2025-07-17T14:32:12.005" v="1757" actId="478"/>
          <ac:spMkLst>
            <pc:docMk/>
            <pc:sldMk cId="3908122322" sldId="258"/>
            <ac:spMk id="2" creationId="{1CF68F94-7E75-5DC4-FB77-46FB308C0D0D}"/>
          </ac:spMkLst>
        </pc:spChg>
        <pc:spChg chg="del">
          <ac:chgData name="Vasanti Kadam" userId="2d2c718a-941c-44c5-9fc1-bfc327de9193" providerId="ADAL" clId="{01B42F18-8433-40A2-9A6F-BBB2C19DF8F9}" dt="2025-07-17T14:32:12.005" v="1757" actId="478"/>
          <ac:spMkLst>
            <pc:docMk/>
            <pc:sldMk cId="3908122322" sldId="258"/>
            <ac:spMk id="5" creationId="{B61AE3E0-8AD7-8F8D-AEE2-5D53531C99CB}"/>
          </ac:spMkLst>
        </pc:spChg>
        <pc:spChg chg="del">
          <ac:chgData name="Vasanti Kadam" userId="2d2c718a-941c-44c5-9fc1-bfc327de9193" providerId="ADAL" clId="{01B42F18-8433-40A2-9A6F-BBB2C19DF8F9}" dt="2025-07-17T14:32:12.005" v="1757" actId="478"/>
          <ac:spMkLst>
            <pc:docMk/>
            <pc:sldMk cId="3908122322" sldId="258"/>
            <ac:spMk id="7" creationId="{DA511022-36A8-F4D5-93CF-6C3E67D63DC1}"/>
          </ac:spMkLst>
        </pc:spChg>
        <pc:spChg chg="del">
          <ac:chgData name="Vasanti Kadam" userId="2d2c718a-941c-44c5-9fc1-bfc327de9193" providerId="ADAL" clId="{01B42F18-8433-40A2-9A6F-BBB2C19DF8F9}" dt="2025-07-17T14:32:12.005" v="1757" actId="478"/>
          <ac:spMkLst>
            <pc:docMk/>
            <pc:sldMk cId="3908122322" sldId="258"/>
            <ac:spMk id="13" creationId="{621DD18F-52F1-34FD-C940-9967E5335D9D}"/>
          </ac:spMkLst>
        </pc:spChg>
        <pc:spChg chg="del">
          <ac:chgData name="Vasanti Kadam" userId="2d2c718a-941c-44c5-9fc1-bfc327de9193" providerId="ADAL" clId="{01B42F18-8433-40A2-9A6F-BBB2C19DF8F9}" dt="2025-07-17T14:32:12.005" v="1757" actId="478"/>
          <ac:spMkLst>
            <pc:docMk/>
            <pc:sldMk cId="3908122322" sldId="258"/>
            <ac:spMk id="14" creationId="{4076585C-5D67-9854-87B4-917282B830EF}"/>
          </ac:spMkLst>
        </pc:spChg>
        <pc:spChg chg="del">
          <ac:chgData name="Vasanti Kadam" userId="2d2c718a-941c-44c5-9fc1-bfc327de9193" providerId="ADAL" clId="{01B42F18-8433-40A2-9A6F-BBB2C19DF8F9}" dt="2025-07-17T14:32:12.005" v="1757" actId="478"/>
          <ac:spMkLst>
            <pc:docMk/>
            <pc:sldMk cId="3908122322" sldId="258"/>
            <ac:spMk id="19" creationId="{BD0EDD55-1E86-DB25-12E4-2CF44C93362A}"/>
          </ac:spMkLst>
        </pc:spChg>
        <pc:spChg chg="del">
          <ac:chgData name="Vasanti Kadam" userId="2d2c718a-941c-44c5-9fc1-bfc327de9193" providerId="ADAL" clId="{01B42F18-8433-40A2-9A6F-BBB2C19DF8F9}" dt="2025-07-17T14:32:12.005" v="1757" actId="478"/>
          <ac:spMkLst>
            <pc:docMk/>
            <pc:sldMk cId="3908122322" sldId="258"/>
            <ac:spMk id="21" creationId="{952E0B8B-E564-8D6E-D3C9-A280214A1FB4}"/>
          </ac:spMkLst>
        </pc:spChg>
        <pc:spChg chg="del">
          <ac:chgData name="Vasanti Kadam" userId="2d2c718a-941c-44c5-9fc1-bfc327de9193" providerId="ADAL" clId="{01B42F18-8433-40A2-9A6F-BBB2C19DF8F9}" dt="2025-07-17T14:32:12.005" v="1757" actId="478"/>
          <ac:spMkLst>
            <pc:docMk/>
            <pc:sldMk cId="3908122322" sldId="258"/>
            <ac:spMk id="22" creationId="{68D542D6-BD2A-2FAE-70A5-DDB63374016E}"/>
          </ac:spMkLst>
        </pc:spChg>
        <pc:spChg chg="del">
          <ac:chgData name="Vasanti Kadam" userId="2d2c718a-941c-44c5-9fc1-bfc327de9193" providerId="ADAL" clId="{01B42F18-8433-40A2-9A6F-BBB2C19DF8F9}" dt="2025-07-17T14:32:12.005" v="1757" actId="478"/>
          <ac:spMkLst>
            <pc:docMk/>
            <pc:sldMk cId="3908122322" sldId="258"/>
            <ac:spMk id="23" creationId="{D7F89898-2756-D242-80A4-C026A6EDD4C2}"/>
          </ac:spMkLst>
        </pc:spChg>
        <pc:spChg chg="del">
          <ac:chgData name="Vasanti Kadam" userId="2d2c718a-941c-44c5-9fc1-bfc327de9193" providerId="ADAL" clId="{01B42F18-8433-40A2-9A6F-BBB2C19DF8F9}" dt="2025-07-17T14:32:12.005" v="1757" actId="478"/>
          <ac:spMkLst>
            <pc:docMk/>
            <pc:sldMk cId="3908122322" sldId="258"/>
            <ac:spMk id="25" creationId="{D1F1CC04-6C0F-3BC7-300D-81E0196588DD}"/>
          </ac:spMkLst>
        </pc:spChg>
        <pc:spChg chg="mod topLvl">
          <ac:chgData name="Vasanti Kadam" userId="2d2c718a-941c-44c5-9fc1-bfc327de9193" providerId="ADAL" clId="{01B42F18-8433-40A2-9A6F-BBB2C19DF8F9}" dt="2025-07-17T12:00:05.093" v="679" actId="207"/>
          <ac:spMkLst>
            <pc:docMk/>
            <pc:sldMk cId="3908122322" sldId="258"/>
            <ac:spMk id="27" creationId="{C12F5552-A92A-6E58-9EB8-C69CD09A002A}"/>
          </ac:spMkLst>
        </pc:spChg>
        <pc:spChg chg="mod topLvl">
          <ac:chgData name="Vasanti Kadam" userId="2d2c718a-941c-44c5-9fc1-bfc327de9193" providerId="ADAL" clId="{01B42F18-8433-40A2-9A6F-BBB2C19DF8F9}" dt="2025-07-17T11:59:42.954" v="656" actId="207"/>
          <ac:spMkLst>
            <pc:docMk/>
            <pc:sldMk cId="3908122322" sldId="258"/>
            <ac:spMk id="30" creationId="{2BB8E2F5-3129-324B-2E24-D90AD175BB53}"/>
          </ac:spMkLst>
        </pc:spChg>
        <pc:spChg chg="mod topLvl">
          <ac:chgData name="Vasanti Kadam" userId="2d2c718a-941c-44c5-9fc1-bfc327de9193" providerId="ADAL" clId="{01B42F18-8433-40A2-9A6F-BBB2C19DF8F9}" dt="2025-07-17T11:59:56.904" v="677" actId="207"/>
          <ac:spMkLst>
            <pc:docMk/>
            <pc:sldMk cId="3908122322" sldId="258"/>
            <ac:spMk id="31" creationId="{AD92CDD1-F3DE-7995-5435-8396B5EB3A1D}"/>
          </ac:spMkLst>
        </pc:spChg>
        <pc:spChg chg="mod topLvl">
          <ac:chgData name="Vasanti Kadam" userId="2d2c718a-941c-44c5-9fc1-bfc327de9193" providerId="ADAL" clId="{01B42F18-8433-40A2-9A6F-BBB2C19DF8F9}" dt="2025-07-17T11:59:42.954" v="656" actId="207"/>
          <ac:spMkLst>
            <pc:docMk/>
            <pc:sldMk cId="3908122322" sldId="258"/>
            <ac:spMk id="32" creationId="{20A490DD-D4DA-0D1B-7D2E-ADD60437404C}"/>
          </ac:spMkLst>
        </pc:spChg>
        <pc:spChg chg="mod topLvl">
          <ac:chgData name="Vasanti Kadam" userId="2d2c718a-941c-44c5-9fc1-bfc327de9193" providerId="ADAL" clId="{01B42F18-8433-40A2-9A6F-BBB2C19DF8F9}" dt="2025-07-17T11:59:56.904" v="677" actId="207"/>
          <ac:spMkLst>
            <pc:docMk/>
            <pc:sldMk cId="3908122322" sldId="258"/>
            <ac:spMk id="33" creationId="{03F8C48C-ADEE-C552-905E-377C6914BAEE}"/>
          </ac:spMkLst>
        </pc:spChg>
        <pc:spChg chg="add mod">
          <ac:chgData name="Vasanti Kadam" userId="2d2c718a-941c-44c5-9fc1-bfc327de9193" providerId="ADAL" clId="{01B42F18-8433-40A2-9A6F-BBB2C19DF8F9}" dt="2025-07-17T11:58:17.657" v="616" actId="1076"/>
          <ac:spMkLst>
            <pc:docMk/>
            <pc:sldMk cId="3908122322" sldId="258"/>
            <ac:spMk id="34" creationId="{2EA55AFA-3870-23AD-B99E-1522D1497226}"/>
          </ac:spMkLst>
        </pc:spChg>
        <pc:spChg chg="add mod">
          <ac:chgData name="Vasanti Kadam" userId="2d2c718a-941c-44c5-9fc1-bfc327de9193" providerId="ADAL" clId="{01B42F18-8433-40A2-9A6F-BBB2C19DF8F9}" dt="2025-07-17T11:56:28.583" v="570" actId="571"/>
          <ac:spMkLst>
            <pc:docMk/>
            <pc:sldMk cId="3908122322" sldId="258"/>
            <ac:spMk id="35" creationId="{30188165-D01F-AC60-068C-97BFADA0EE7B}"/>
          </ac:spMkLst>
        </pc:spChg>
        <pc:spChg chg="add mod">
          <ac:chgData name="Vasanti Kadam" userId="2d2c718a-941c-44c5-9fc1-bfc327de9193" providerId="ADAL" clId="{01B42F18-8433-40A2-9A6F-BBB2C19DF8F9}" dt="2025-07-17T11:58:10.112" v="613" actId="1076"/>
          <ac:spMkLst>
            <pc:docMk/>
            <pc:sldMk cId="3908122322" sldId="258"/>
            <ac:spMk id="36" creationId="{D1900334-EE94-90CC-F33F-4873C494DC97}"/>
          </ac:spMkLst>
        </pc:spChg>
        <pc:spChg chg="add mod">
          <ac:chgData name="Vasanti Kadam" userId="2d2c718a-941c-44c5-9fc1-bfc327de9193" providerId="ADAL" clId="{01B42F18-8433-40A2-9A6F-BBB2C19DF8F9}" dt="2025-07-17T11:59:46.140" v="657" actId="1076"/>
          <ac:spMkLst>
            <pc:docMk/>
            <pc:sldMk cId="3908122322" sldId="258"/>
            <ac:spMk id="37" creationId="{529B9F01-04AF-5FE5-34B0-3E61D7EA87B4}"/>
          </ac:spMkLst>
        </pc:spChg>
        <pc:spChg chg="add mod">
          <ac:chgData name="Vasanti Kadam" userId="2d2c718a-941c-44c5-9fc1-bfc327de9193" providerId="ADAL" clId="{01B42F18-8433-40A2-9A6F-BBB2C19DF8F9}" dt="2025-07-17T11:58:14.834" v="615" actId="1076"/>
          <ac:spMkLst>
            <pc:docMk/>
            <pc:sldMk cId="3908122322" sldId="258"/>
            <ac:spMk id="38" creationId="{F751531D-9989-90E3-0AC0-2A614E0C6763}"/>
          </ac:spMkLst>
        </pc:spChg>
        <pc:spChg chg="add mod">
          <ac:chgData name="Vasanti Kadam" userId="2d2c718a-941c-44c5-9fc1-bfc327de9193" providerId="ADAL" clId="{01B42F18-8433-40A2-9A6F-BBB2C19DF8F9}" dt="2025-07-17T11:57:44.548" v="600" actId="207"/>
          <ac:spMkLst>
            <pc:docMk/>
            <pc:sldMk cId="3908122322" sldId="258"/>
            <ac:spMk id="39" creationId="{F2A106DB-6117-3C48-6F7F-C906427C978D}"/>
          </ac:spMkLst>
        </pc:spChg>
        <pc:spChg chg="add mod">
          <ac:chgData name="Vasanti Kadam" userId="2d2c718a-941c-44c5-9fc1-bfc327de9193" providerId="ADAL" clId="{01B42F18-8433-40A2-9A6F-BBB2C19DF8F9}" dt="2025-07-17T11:59:06.183" v="631" actId="1076"/>
          <ac:spMkLst>
            <pc:docMk/>
            <pc:sldMk cId="3908122322" sldId="258"/>
            <ac:spMk id="46" creationId="{B8023D16-3F75-930F-2941-B9296842C2AB}"/>
          </ac:spMkLst>
        </pc:spChg>
        <pc:spChg chg="add mod">
          <ac:chgData name="Vasanti Kadam" userId="2d2c718a-941c-44c5-9fc1-bfc327de9193" providerId="ADAL" clId="{01B42F18-8433-40A2-9A6F-BBB2C19DF8F9}" dt="2025-07-17T11:59:08.145" v="632" actId="571"/>
          <ac:spMkLst>
            <pc:docMk/>
            <pc:sldMk cId="3908122322" sldId="258"/>
            <ac:spMk id="47" creationId="{9211B40F-DEA1-176A-2803-275C84F00D7E}"/>
          </ac:spMkLst>
        </pc:spChg>
        <pc:spChg chg="add mod">
          <ac:chgData name="Vasanti Kadam" userId="2d2c718a-941c-44c5-9fc1-bfc327de9193" providerId="ADAL" clId="{01B42F18-8433-40A2-9A6F-BBB2C19DF8F9}" dt="2025-07-17T11:59:10.514" v="633" actId="571"/>
          <ac:spMkLst>
            <pc:docMk/>
            <pc:sldMk cId="3908122322" sldId="258"/>
            <ac:spMk id="48" creationId="{44CE0C60-BC9F-61C4-01CB-B09DF81E7363}"/>
          </ac:spMkLst>
        </pc:spChg>
        <pc:spChg chg="add mod">
          <ac:chgData name="Vasanti Kadam" userId="2d2c718a-941c-44c5-9fc1-bfc327de9193" providerId="ADAL" clId="{01B42F18-8433-40A2-9A6F-BBB2C19DF8F9}" dt="2025-07-17T11:59:13.951" v="634" actId="571"/>
          <ac:spMkLst>
            <pc:docMk/>
            <pc:sldMk cId="3908122322" sldId="258"/>
            <ac:spMk id="49" creationId="{CDD15B8B-513F-4ABA-484D-60D70AEBD155}"/>
          </ac:spMkLst>
        </pc:spChg>
        <pc:spChg chg="add mod">
          <ac:chgData name="Vasanti Kadam" userId="2d2c718a-941c-44c5-9fc1-bfc327de9193" providerId="ADAL" clId="{01B42F18-8433-40A2-9A6F-BBB2C19DF8F9}" dt="2025-07-17T12:00:22.034" v="684" actId="14100"/>
          <ac:spMkLst>
            <pc:docMk/>
            <pc:sldMk cId="3908122322" sldId="258"/>
            <ac:spMk id="50" creationId="{57A593F4-15A8-914D-FCD3-243D5B2C78BD}"/>
          </ac:spMkLst>
        </pc:spChg>
        <pc:spChg chg="add mod">
          <ac:chgData name="Vasanti Kadam" userId="2d2c718a-941c-44c5-9fc1-bfc327de9193" providerId="ADAL" clId="{01B42F18-8433-40A2-9A6F-BBB2C19DF8F9}" dt="2025-07-17T12:00:25.723" v="686" actId="208"/>
          <ac:spMkLst>
            <pc:docMk/>
            <pc:sldMk cId="3908122322" sldId="258"/>
            <ac:spMk id="51" creationId="{B5D2BF33-6A5F-70F8-2D2A-E9979B8A7F45}"/>
          </ac:spMkLst>
        </pc:spChg>
        <pc:spChg chg="add mod">
          <ac:chgData name="Vasanti Kadam" userId="2d2c718a-941c-44c5-9fc1-bfc327de9193" providerId="ADAL" clId="{01B42F18-8433-40A2-9A6F-BBB2C19DF8F9}" dt="2025-07-17T12:00:30.783" v="688" actId="208"/>
          <ac:spMkLst>
            <pc:docMk/>
            <pc:sldMk cId="3908122322" sldId="258"/>
            <ac:spMk id="52" creationId="{9366BDD2-98AC-067C-C06F-DFC070622E8A}"/>
          </ac:spMkLst>
        </pc:spChg>
        <pc:spChg chg="add mod">
          <ac:chgData name="Vasanti Kadam" userId="2d2c718a-941c-44c5-9fc1-bfc327de9193" providerId="ADAL" clId="{01B42F18-8433-40A2-9A6F-BBB2C19DF8F9}" dt="2025-07-17T12:00:34.266" v="690" actId="208"/>
          <ac:spMkLst>
            <pc:docMk/>
            <pc:sldMk cId="3908122322" sldId="258"/>
            <ac:spMk id="53" creationId="{C73D9814-ACE7-8CC6-119E-23E09E5312F8}"/>
          </ac:spMkLst>
        </pc:spChg>
        <pc:spChg chg="del">
          <ac:chgData name="Vasanti Kadam" userId="2d2c718a-941c-44c5-9fc1-bfc327de9193" providerId="ADAL" clId="{01B42F18-8433-40A2-9A6F-BBB2C19DF8F9}" dt="2025-07-17T11:53:57.709" v="516" actId="478"/>
          <ac:spMkLst>
            <pc:docMk/>
            <pc:sldMk cId="3908122322" sldId="258"/>
            <ac:spMk id="83" creationId="{E4A02763-E49B-1315-656A-F13CD1E8A904}"/>
          </ac:spMkLst>
        </pc:spChg>
        <pc:spChg chg="del">
          <ac:chgData name="Vasanti Kadam" userId="2d2c718a-941c-44c5-9fc1-bfc327de9193" providerId="ADAL" clId="{01B42F18-8433-40A2-9A6F-BBB2C19DF8F9}" dt="2025-07-17T11:53:57.709" v="516" actId="478"/>
          <ac:spMkLst>
            <pc:docMk/>
            <pc:sldMk cId="3908122322" sldId="258"/>
            <ac:spMk id="84" creationId="{A1A642BD-A09C-1A95-2926-D5094BC81AB4}"/>
          </ac:spMkLst>
        </pc:spChg>
        <pc:spChg chg="del">
          <ac:chgData name="Vasanti Kadam" userId="2d2c718a-941c-44c5-9fc1-bfc327de9193" providerId="ADAL" clId="{01B42F18-8433-40A2-9A6F-BBB2C19DF8F9}" dt="2025-07-17T11:53:57.709" v="516" actId="478"/>
          <ac:spMkLst>
            <pc:docMk/>
            <pc:sldMk cId="3908122322" sldId="258"/>
            <ac:spMk id="85" creationId="{1AE490E6-71DF-D028-4CDA-B162CE8CABB3}"/>
          </ac:spMkLst>
        </pc:spChg>
        <pc:spChg chg="mod">
          <ac:chgData name="Vasanti Kadam" userId="2d2c718a-941c-44c5-9fc1-bfc327de9193" providerId="ADAL" clId="{01B42F18-8433-40A2-9A6F-BBB2C19DF8F9}" dt="2025-07-17T11:54:11.040" v="518" actId="12788"/>
          <ac:spMkLst>
            <pc:docMk/>
            <pc:sldMk cId="3908122322" sldId="258"/>
            <ac:spMk id="100" creationId="{07BB07FF-3404-D5D5-F5F8-C9714EE9D97E}"/>
          </ac:spMkLst>
        </pc:spChg>
        <pc:spChg chg="del">
          <ac:chgData name="Vasanti Kadam" userId="2d2c718a-941c-44c5-9fc1-bfc327de9193" providerId="ADAL" clId="{01B42F18-8433-40A2-9A6F-BBB2C19DF8F9}" dt="2025-07-17T11:53:57.709" v="516" actId="478"/>
          <ac:spMkLst>
            <pc:docMk/>
            <pc:sldMk cId="3908122322" sldId="258"/>
            <ac:spMk id="103" creationId="{C51A5FDD-1022-59C5-00F9-00EC0A34D3C8}"/>
          </ac:spMkLst>
        </pc:spChg>
        <pc:spChg chg="del">
          <ac:chgData name="Vasanti Kadam" userId="2d2c718a-941c-44c5-9fc1-bfc327de9193" providerId="ADAL" clId="{01B42F18-8433-40A2-9A6F-BBB2C19DF8F9}" dt="2025-07-17T11:53:57.709" v="516" actId="478"/>
          <ac:spMkLst>
            <pc:docMk/>
            <pc:sldMk cId="3908122322" sldId="258"/>
            <ac:spMk id="137" creationId="{768928CB-56E2-46B4-A11B-48114967642F}"/>
          </ac:spMkLst>
        </pc:spChg>
        <pc:spChg chg="del">
          <ac:chgData name="Vasanti Kadam" userId="2d2c718a-941c-44c5-9fc1-bfc327de9193" providerId="ADAL" clId="{01B42F18-8433-40A2-9A6F-BBB2C19DF8F9}" dt="2025-07-17T11:53:57.709" v="516" actId="478"/>
          <ac:spMkLst>
            <pc:docMk/>
            <pc:sldMk cId="3908122322" sldId="258"/>
            <ac:spMk id="139" creationId="{5B8B9BD2-4C4C-6144-FAC7-9A53BD3C80C7}"/>
          </ac:spMkLst>
        </pc:spChg>
        <pc:spChg chg="del">
          <ac:chgData name="Vasanti Kadam" userId="2d2c718a-941c-44c5-9fc1-bfc327de9193" providerId="ADAL" clId="{01B42F18-8433-40A2-9A6F-BBB2C19DF8F9}" dt="2025-07-17T11:53:57.709" v="516" actId="478"/>
          <ac:spMkLst>
            <pc:docMk/>
            <pc:sldMk cId="3908122322" sldId="258"/>
            <ac:spMk id="141" creationId="{240334BA-6FF1-2048-34DC-2C4719DC153A}"/>
          </ac:spMkLst>
        </pc:spChg>
        <pc:spChg chg="del">
          <ac:chgData name="Vasanti Kadam" userId="2d2c718a-941c-44c5-9fc1-bfc327de9193" providerId="ADAL" clId="{01B42F18-8433-40A2-9A6F-BBB2C19DF8F9}" dt="2025-07-17T11:53:57.709" v="516" actId="478"/>
          <ac:spMkLst>
            <pc:docMk/>
            <pc:sldMk cId="3908122322" sldId="258"/>
            <ac:spMk id="148" creationId="{5D38ADFA-BD46-3EF6-DCD9-AD4B64332B8E}"/>
          </ac:spMkLst>
        </pc:spChg>
        <pc:spChg chg="del">
          <ac:chgData name="Vasanti Kadam" userId="2d2c718a-941c-44c5-9fc1-bfc327de9193" providerId="ADAL" clId="{01B42F18-8433-40A2-9A6F-BBB2C19DF8F9}" dt="2025-07-17T11:53:57.709" v="516" actId="478"/>
          <ac:spMkLst>
            <pc:docMk/>
            <pc:sldMk cId="3908122322" sldId="258"/>
            <ac:spMk id="150" creationId="{EBE03AFF-08D3-0373-B9F4-DEE6A054A1AF}"/>
          </ac:spMkLst>
        </pc:spChg>
        <pc:spChg chg="del">
          <ac:chgData name="Vasanti Kadam" userId="2d2c718a-941c-44c5-9fc1-bfc327de9193" providerId="ADAL" clId="{01B42F18-8433-40A2-9A6F-BBB2C19DF8F9}" dt="2025-07-17T11:53:57.709" v="516" actId="478"/>
          <ac:spMkLst>
            <pc:docMk/>
            <pc:sldMk cId="3908122322" sldId="258"/>
            <ac:spMk id="154" creationId="{B8B90107-363E-F13C-B1B2-F630BCEF511F}"/>
          </ac:spMkLst>
        </pc:spChg>
        <pc:grpChg chg="add del mod">
          <ac:chgData name="Vasanti Kadam" userId="2d2c718a-941c-44c5-9fc1-bfc327de9193" providerId="ADAL" clId="{01B42F18-8433-40A2-9A6F-BBB2C19DF8F9}" dt="2025-07-17T11:54:19.006" v="524" actId="165"/>
          <ac:grpSpMkLst>
            <pc:docMk/>
            <pc:sldMk cId="3908122322" sldId="258"/>
            <ac:grpSpMk id="26" creationId="{BB40D10D-EBCE-EF9C-0C17-46DEDC593376}"/>
          </ac:grpSpMkLst>
        </pc:grpChg>
        <pc:grpChg chg="del mod topLvl">
          <ac:chgData name="Vasanti Kadam" userId="2d2c718a-941c-44c5-9fc1-bfc327de9193" providerId="ADAL" clId="{01B42F18-8433-40A2-9A6F-BBB2C19DF8F9}" dt="2025-07-17T11:54:20.838" v="525" actId="165"/>
          <ac:grpSpMkLst>
            <pc:docMk/>
            <pc:sldMk cId="3908122322" sldId="258"/>
            <ac:grpSpMk id="29" creationId="{95F86DA6-4ED2-2E32-FAC3-2AB420E94CB8}"/>
          </ac:grpSpMkLst>
        </pc:grpChg>
        <pc:cxnChg chg="add mod">
          <ac:chgData name="Vasanti Kadam" userId="2d2c718a-941c-44c5-9fc1-bfc327de9193" providerId="ADAL" clId="{01B42F18-8433-40A2-9A6F-BBB2C19DF8F9}" dt="2025-07-17T11:58:37.650" v="621" actId="108"/>
          <ac:cxnSpMkLst>
            <pc:docMk/>
            <pc:sldMk cId="3908122322" sldId="258"/>
            <ac:cxnSpMk id="41" creationId="{DAC3035C-FB61-E6D3-6E26-FA864027A473}"/>
          </ac:cxnSpMkLst>
        </pc:cxnChg>
        <pc:cxnChg chg="add mod">
          <ac:chgData name="Vasanti Kadam" userId="2d2c718a-941c-44c5-9fc1-bfc327de9193" providerId="ADAL" clId="{01B42F18-8433-40A2-9A6F-BBB2C19DF8F9}" dt="2025-07-17T11:58:44.575" v="624" actId="1076"/>
          <ac:cxnSpMkLst>
            <pc:docMk/>
            <pc:sldMk cId="3908122322" sldId="258"/>
            <ac:cxnSpMk id="42" creationId="{3B2318ED-333D-50C1-7999-3476BD9D90FF}"/>
          </ac:cxnSpMkLst>
        </pc:cxnChg>
        <pc:cxnChg chg="add mod">
          <ac:chgData name="Vasanti Kadam" userId="2d2c718a-941c-44c5-9fc1-bfc327de9193" providerId="ADAL" clId="{01B42F18-8433-40A2-9A6F-BBB2C19DF8F9}" dt="2025-07-17T11:58:52.611" v="627" actId="14100"/>
          <ac:cxnSpMkLst>
            <pc:docMk/>
            <pc:sldMk cId="3908122322" sldId="258"/>
            <ac:cxnSpMk id="44" creationId="{AC47B79E-C1E4-D60A-957D-5CE066B10B42}"/>
          </ac:cxnSpMkLst>
        </pc:cxnChg>
      </pc:sldChg>
      <pc:sldChg chg="addSp delSp modSp add mod">
        <pc:chgData name="Vasanti Kadam" userId="2d2c718a-941c-44c5-9fc1-bfc327de9193" providerId="ADAL" clId="{01B42F18-8433-40A2-9A6F-BBB2C19DF8F9}" dt="2025-07-17T14:32:09.207" v="1756" actId="478"/>
        <pc:sldMkLst>
          <pc:docMk/>
          <pc:sldMk cId="405120488" sldId="259"/>
        </pc:sldMkLst>
        <pc:spChg chg="del">
          <ac:chgData name="Vasanti Kadam" userId="2d2c718a-941c-44c5-9fc1-bfc327de9193" providerId="ADAL" clId="{01B42F18-8433-40A2-9A6F-BBB2C19DF8F9}" dt="2025-07-17T14:32:09.207" v="1756" actId="478"/>
          <ac:spMkLst>
            <pc:docMk/>
            <pc:sldMk cId="405120488" sldId="259"/>
            <ac:spMk id="4" creationId="{747C62A1-9479-55C4-D5F2-67A4F42E87D7}"/>
          </ac:spMkLst>
        </pc:spChg>
        <pc:spChg chg="del">
          <ac:chgData name="Vasanti Kadam" userId="2d2c718a-941c-44c5-9fc1-bfc327de9193" providerId="ADAL" clId="{01B42F18-8433-40A2-9A6F-BBB2C19DF8F9}" dt="2025-07-17T14:32:09.207" v="1756" actId="478"/>
          <ac:spMkLst>
            <pc:docMk/>
            <pc:sldMk cId="405120488" sldId="259"/>
            <ac:spMk id="7" creationId="{886DBC48-CC79-5CA7-8D2E-9990DD1FE7DE}"/>
          </ac:spMkLst>
        </pc:spChg>
        <pc:spChg chg="del">
          <ac:chgData name="Vasanti Kadam" userId="2d2c718a-941c-44c5-9fc1-bfc327de9193" providerId="ADAL" clId="{01B42F18-8433-40A2-9A6F-BBB2C19DF8F9}" dt="2025-07-17T14:32:09.207" v="1756" actId="478"/>
          <ac:spMkLst>
            <pc:docMk/>
            <pc:sldMk cId="405120488" sldId="259"/>
            <ac:spMk id="9" creationId="{B05B4B08-C1E3-AC20-FBB5-7A644DA5C5F3}"/>
          </ac:spMkLst>
        </pc:spChg>
        <pc:spChg chg="del">
          <ac:chgData name="Vasanti Kadam" userId="2d2c718a-941c-44c5-9fc1-bfc327de9193" providerId="ADAL" clId="{01B42F18-8433-40A2-9A6F-BBB2C19DF8F9}" dt="2025-07-17T14:32:09.207" v="1756" actId="478"/>
          <ac:spMkLst>
            <pc:docMk/>
            <pc:sldMk cId="405120488" sldId="259"/>
            <ac:spMk id="10" creationId="{09FC4074-AEF1-1D14-79DF-2A85AC0205D0}"/>
          </ac:spMkLst>
        </pc:spChg>
        <pc:spChg chg="del">
          <ac:chgData name="Vasanti Kadam" userId="2d2c718a-941c-44c5-9fc1-bfc327de9193" providerId="ADAL" clId="{01B42F18-8433-40A2-9A6F-BBB2C19DF8F9}" dt="2025-07-17T14:32:09.207" v="1756" actId="478"/>
          <ac:spMkLst>
            <pc:docMk/>
            <pc:sldMk cId="405120488" sldId="259"/>
            <ac:spMk id="17" creationId="{86298697-677A-1F2F-FEAB-ADBCD8A981B9}"/>
          </ac:spMkLst>
        </pc:spChg>
        <pc:spChg chg="del">
          <ac:chgData name="Vasanti Kadam" userId="2d2c718a-941c-44c5-9fc1-bfc327de9193" providerId="ADAL" clId="{01B42F18-8433-40A2-9A6F-BBB2C19DF8F9}" dt="2025-07-17T14:32:09.207" v="1756" actId="478"/>
          <ac:spMkLst>
            <pc:docMk/>
            <pc:sldMk cId="405120488" sldId="259"/>
            <ac:spMk id="19" creationId="{49F4FC3B-839E-6D67-1301-0B9CBDE3C1C7}"/>
          </ac:spMkLst>
        </pc:spChg>
        <pc:spChg chg="del">
          <ac:chgData name="Vasanti Kadam" userId="2d2c718a-941c-44c5-9fc1-bfc327de9193" providerId="ADAL" clId="{01B42F18-8433-40A2-9A6F-BBB2C19DF8F9}" dt="2025-07-17T14:32:09.207" v="1756" actId="478"/>
          <ac:spMkLst>
            <pc:docMk/>
            <pc:sldMk cId="405120488" sldId="259"/>
            <ac:spMk id="20" creationId="{8773BC3E-3649-C905-E193-A3FF16A62F0D}"/>
          </ac:spMkLst>
        </pc:spChg>
        <pc:spChg chg="del">
          <ac:chgData name="Vasanti Kadam" userId="2d2c718a-941c-44c5-9fc1-bfc327de9193" providerId="ADAL" clId="{01B42F18-8433-40A2-9A6F-BBB2C19DF8F9}" dt="2025-07-17T14:32:09.207" v="1756" actId="478"/>
          <ac:spMkLst>
            <pc:docMk/>
            <pc:sldMk cId="405120488" sldId="259"/>
            <ac:spMk id="23" creationId="{9AAE64AD-7C95-70F6-7022-5CC1D6504DDF}"/>
          </ac:spMkLst>
        </pc:spChg>
        <pc:spChg chg="del">
          <ac:chgData name="Vasanti Kadam" userId="2d2c718a-941c-44c5-9fc1-bfc327de9193" providerId="ADAL" clId="{01B42F18-8433-40A2-9A6F-BBB2C19DF8F9}" dt="2025-07-17T14:32:09.207" v="1756" actId="478"/>
          <ac:spMkLst>
            <pc:docMk/>
            <pc:sldMk cId="405120488" sldId="259"/>
            <ac:spMk id="24" creationId="{AA4A1F08-343C-D95C-6D6A-899ABDAD35AE}"/>
          </ac:spMkLst>
        </pc:spChg>
        <pc:spChg chg="del">
          <ac:chgData name="Vasanti Kadam" userId="2d2c718a-941c-44c5-9fc1-bfc327de9193" providerId="ADAL" clId="{01B42F18-8433-40A2-9A6F-BBB2C19DF8F9}" dt="2025-07-17T14:32:09.207" v="1756" actId="478"/>
          <ac:spMkLst>
            <pc:docMk/>
            <pc:sldMk cId="405120488" sldId="259"/>
            <ac:spMk id="25" creationId="{A17DE0CE-3CE8-0C5C-EA52-EDE73A416453}"/>
          </ac:spMkLst>
        </pc:spChg>
        <pc:spChg chg="del">
          <ac:chgData name="Vasanti Kadam" userId="2d2c718a-941c-44c5-9fc1-bfc327de9193" providerId="ADAL" clId="{01B42F18-8433-40A2-9A6F-BBB2C19DF8F9}" dt="2025-07-17T12:02:29.502" v="692" actId="478"/>
          <ac:spMkLst>
            <pc:docMk/>
            <pc:sldMk cId="405120488" sldId="259"/>
            <ac:spMk id="27" creationId="{4133A6A3-D0CE-0817-E6A6-566C78CEE469}"/>
          </ac:spMkLst>
        </pc:spChg>
        <pc:spChg chg="del">
          <ac:chgData name="Vasanti Kadam" userId="2d2c718a-941c-44c5-9fc1-bfc327de9193" providerId="ADAL" clId="{01B42F18-8433-40A2-9A6F-BBB2C19DF8F9}" dt="2025-07-17T12:02:29.502" v="692" actId="478"/>
          <ac:spMkLst>
            <pc:docMk/>
            <pc:sldMk cId="405120488" sldId="259"/>
            <ac:spMk id="30" creationId="{1B1CBC70-A6D6-2435-05DF-5F277ACE7AA6}"/>
          </ac:spMkLst>
        </pc:spChg>
        <pc:spChg chg="del">
          <ac:chgData name="Vasanti Kadam" userId="2d2c718a-941c-44c5-9fc1-bfc327de9193" providerId="ADAL" clId="{01B42F18-8433-40A2-9A6F-BBB2C19DF8F9}" dt="2025-07-17T12:02:29.502" v="692" actId="478"/>
          <ac:spMkLst>
            <pc:docMk/>
            <pc:sldMk cId="405120488" sldId="259"/>
            <ac:spMk id="31" creationId="{9FA9FB36-B913-FC2A-C706-218E50517D2E}"/>
          </ac:spMkLst>
        </pc:spChg>
        <pc:spChg chg="del">
          <ac:chgData name="Vasanti Kadam" userId="2d2c718a-941c-44c5-9fc1-bfc327de9193" providerId="ADAL" clId="{01B42F18-8433-40A2-9A6F-BBB2C19DF8F9}" dt="2025-07-17T12:02:29.502" v="692" actId="478"/>
          <ac:spMkLst>
            <pc:docMk/>
            <pc:sldMk cId="405120488" sldId="259"/>
            <ac:spMk id="33" creationId="{837412DD-29B9-7D2B-2D22-D5E36E3D63FC}"/>
          </ac:spMkLst>
        </pc:spChg>
        <pc:spChg chg="add mod">
          <ac:chgData name="Vasanti Kadam" userId="2d2c718a-941c-44c5-9fc1-bfc327de9193" providerId="ADAL" clId="{01B42F18-8433-40A2-9A6F-BBB2C19DF8F9}" dt="2025-07-17T12:56:21.813" v="737" actId="555"/>
          <ac:spMkLst>
            <pc:docMk/>
            <pc:sldMk cId="405120488" sldId="259"/>
            <ac:spMk id="35" creationId="{5270065A-28D2-4221-3A31-051BCD05DE44}"/>
          </ac:spMkLst>
        </pc:spChg>
        <pc:spChg chg="del">
          <ac:chgData name="Vasanti Kadam" userId="2d2c718a-941c-44c5-9fc1-bfc327de9193" providerId="ADAL" clId="{01B42F18-8433-40A2-9A6F-BBB2C19DF8F9}" dt="2025-07-17T12:02:29.502" v="692" actId="478"/>
          <ac:spMkLst>
            <pc:docMk/>
            <pc:sldMk cId="405120488" sldId="259"/>
            <ac:spMk id="38" creationId="{4FFBB617-8ADC-11E8-82EC-0C9E33FD1A6E}"/>
          </ac:spMkLst>
        </pc:spChg>
        <pc:spChg chg="del">
          <ac:chgData name="Vasanti Kadam" userId="2d2c718a-941c-44c5-9fc1-bfc327de9193" providerId="ADAL" clId="{01B42F18-8433-40A2-9A6F-BBB2C19DF8F9}" dt="2025-07-17T12:02:29.502" v="692" actId="478"/>
          <ac:spMkLst>
            <pc:docMk/>
            <pc:sldMk cId="405120488" sldId="259"/>
            <ac:spMk id="39" creationId="{EE3D7372-22BE-AE98-9387-F88AEEB5B1DD}"/>
          </ac:spMkLst>
        </pc:spChg>
        <pc:spChg chg="mod">
          <ac:chgData name="Vasanti Kadam" userId="2d2c718a-941c-44c5-9fc1-bfc327de9193" providerId="ADAL" clId="{01B42F18-8433-40A2-9A6F-BBB2C19DF8F9}" dt="2025-07-17T12:03:07.602" v="709" actId="164"/>
          <ac:spMkLst>
            <pc:docMk/>
            <pc:sldMk cId="405120488" sldId="259"/>
            <ac:spMk id="43" creationId="{AC93649C-C67D-53B0-DB56-448724634A06}"/>
          </ac:spMkLst>
        </pc:spChg>
        <pc:spChg chg="mod">
          <ac:chgData name="Vasanti Kadam" userId="2d2c718a-941c-44c5-9fc1-bfc327de9193" providerId="ADAL" clId="{01B42F18-8433-40A2-9A6F-BBB2C19DF8F9}" dt="2025-07-17T12:03:07.602" v="709" actId="164"/>
          <ac:spMkLst>
            <pc:docMk/>
            <pc:sldMk cId="405120488" sldId="259"/>
            <ac:spMk id="45" creationId="{E6A2B62E-A5C1-37CE-FFA3-3F1BFF950C15}"/>
          </ac:spMkLst>
        </pc:spChg>
        <pc:spChg chg="del">
          <ac:chgData name="Vasanti Kadam" userId="2d2c718a-941c-44c5-9fc1-bfc327de9193" providerId="ADAL" clId="{01B42F18-8433-40A2-9A6F-BBB2C19DF8F9}" dt="2025-07-17T12:02:29.502" v="692" actId="478"/>
          <ac:spMkLst>
            <pc:docMk/>
            <pc:sldMk cId="405120488" sldId="259"/>
            <ac:spMk id="46" creationId="{11427BD2-5323-0915-E876-F66F1846C411}"/>
          </ac:spMkLst>
        </pc:spChg>
        <pc:spChg chg="del">
          <ac:chgData name="Vasanti Kadam" userId="2d2c718a-941c-44c5-9fc1-bfc327de9193" providerId="ADAL" clId="{01B42F18-8433-40A2-9A6F-BBB2C19DF8F9}" dt="2025-07-17T12:02:29.502" v="692" actId="478"/>
          <ac:spMkLst>
            <pc:docMk/>
            <pc:sldMk cId="405120488" sldId="259"/>
            <ac:spMk id="47" creationId="{9A06533E-256F-E728-46DC-36F73B52391E}"/>
          </ac:spMkLst>
        </pc:spChg>
        <pc:spChg chg="del">
          <ac:chgData name="Vasanti Kadam" userId="2d2c718a-941c-44c5-9fc1-bfc327de9193" providerId="ADAL" clId="{01B42F18-8433-40A2-9A6F-BBB2C19DF8F9}" dt="2025-07-17T12:02:29.502" v="692" actId="478"/>
          <ac:spMkLst>
            <pc:docMk/>
            <pc:sldMk cId="405120488" sldId="259"/>
            <ac:spMk id="48" creationId="{9D9FA98E-1D9A-F91E-769F-644C53015D9F}"/>
          </ac:spMkLst>
        </pc:spChg>
        <pc:spChg chg="del">
          <ac:chgData name="Vasanti Kadam" userId="2d2c718a-941c-44c5-9fc1-bfc327de9193" providerId="ADAL" clId="{01B42F18-8433-40A2-9A6F-BBB2C19DF8F9}" dt="2025-07-17T12:02:29.502" v="692" actId="478"/>
          <ac:spMkLst>
            <pc:docMk/>
            <pc:sldMk cId="405120488" sldId="259"/>
            <ac:spMk id="50" creationId="{A7585CEF-77BB-C5FA-4D8D-4406BE003D95}"/>
          </ac:spMkLst>
        </pc:spChg>
        <pc:spChg chg="mod">
          <ac:chgData name="Vasanti Kadam" userId="2d2c718a-941c-44c5-9fc1-bfc327de9193" providerId="ADAL" clId="{01B42F18-8433-40A2-9A6F-BBB2C19DF8F9}" dt="2025-07-17T12:03:07.602" v="709" actId="164"/>
          <ac:spMkLst>
            <pc:docMk/>
            <pc:sldMk cId="405120488" sldId="259"/>
            <ac:spMk id="54" creationId="{7B12166A-80F6-2274-BFB5-A5B86937CF64}"/>
          </ac:spMkLst>
        </pc:spChg>
        <pc:spChg chg="mod">
          <ac:chgData name="Vasanti Kadam" userId="2d2c718a-941c-44c5-9fc1-bfc327de9193" providerId="ADAL" clId="{01B42F18-8433-40A2-9A6F-BBB2C19DF8F9}" dt="2025-07-17T12:03:07.602" v="709" actId="164"/>
          <ac:spMkLst>
            <pc:docMk/>
            <pc:sldMk cId="405120488" sldId="259"/>
            <ac:spMk id="55" creationId="{4BE7DA6D-1A40-A5D0-7802-AA19685F0F03}"/>
          </ac:spMkLst>
        </pc:spChg>
        <pc:spChg chg="add mod">
          <ac:chgData name="Vasanti Kadam" userId="2d2c718a-941c-44c5-9fc1-bfc327de9193" providerId="ADAL" clId="{01B42F18-8433-40A2-9A6F-BBB2C19DF8F9}" dt="2025-07-17T13:15:25.364" v="805" actId="1076"/>
          <ac:spMkLst>
            <pc:docMk/>
            <pc:sldMk cId="405120488" sldId="259"/>
            <ac:spMk id="71" creationId="{62B66C41-7853-B480-A5BC-8877BAB156FE}"/>
          </ac:spMkLst>
        </pc:spChg>
        <pc:spChg chg="add mod">
          <ac:chgData name="Vasanti Kadam" userId="2d2c718a-941c-44c5-9fc1-bfc327de9193" providerId="ADAL" clId="{01B42F18-8433-40A2-9A6F-BBB2C19DF8F9}" dt="2025-07-17T13:15:25.364" v="805" actId="1076"/>
          <ac:spMkLst>
            <pc:docMk/>
            <pc:sldMk cId="405120488" sldId="259"/>
            <ac:spMk id="72" creationId="{1DA7259A-CAB9-3D9F-8AC7-B17EE41D557B}"/>
          </ac:spMkLst>
        </pc:spChg>
        <pc:spChg chg="add mod">
          <ac:chgData name="Vasanti Kadam" userId="2d2c718a-941c-44c5-9fc1-bfc327de9193" providerId="ADAL" clId="{01B42F18-8433-40A2-9A6F-BBB2C19DF8F9}" dt="2025-07-17T13:15:25.364" v="805" actId="1076"/>
          <ac:spMkLst>
            <pc:docMk/>
            <pc:sldMk cId="405120488" sldId="259"/>
            <ac:spMk id="73" creationId="{6878625A-9016-9350-597B-8C57CE3096FF}"/>
          </ac:spMkLst>
        </pc:spChg>
        <pc:spChg chg="add del mod">
          <ac:chgData name="Vasanti Kadam" userId="2d2c718a-941c-44c5-9fc1-bfc327de9193" providerId="ADAL" clId="{01B42F18-8433-40A2-9A6F-BBB2C19DF8F9}" dt="2025-07-17T13:16:26.625" v="826" actId="478"/>
          <ac:spMkLst>
            <pc:docMk/>
            <pc:sldMk cId="405120488" sldId="259"/>
            <ac:spMk id="74" creationId="{2C8D8B2E-7EDB-5B0B-69AC-466DC2B44128}"/>
          </ac:spMkLst>
        </pc:spChg>
        <pc:spChg chg="add del mod">
          <ac:chgData name="Vasanti Kadam" userId="2d2c718a-941c-44c5-9fc1-bfc327de9193" providerId="ADAL" clId="{01B42F18-8433-40A2-9A6F-BBB2C19DF8F9}" dt="2025-07-17T13:16:26.625" v="826" actId="478"/>
          <ac:spMkLst>
            <pc:docMk/>
            <pc:sldMk cId="405120488" sldId="259"/>
            <ac:spMk id="75" creationId="{7F625C5E-6D46-B3F3-A156-9EC789121303}"/>
          </ac:spMkLst>
        </pc:spChg>
        <pc:spChg chg="add mod">
          <ac:chgData name="Vasanti Kadam" userId="2d2c718a-941c-44c5-9fc1-bfc327de9193" providerId="ADAL" clId="{01B42F18-8433-40A2-9A6F-BBB2C19DF8F9}" dt="2025-07-17T13:15:25.364" v="805" actId="1076"/>
          <ac:spMkLst>
            <pc:docMk/>
            <pc:sldMk cId="405120488" sldId="259"/>
            <ac:spMk id="76" creationId="{337CC46F-44E4-62B9-F6BB-BDA77AC74790}"/>
          </ac:spMkLst>
        </pc:spChg>
        <pc:spChg chg="add del mod">
          <ac:chgData name="Vasanti Kadam" userId="2d2c718a-941c-44c5-9fc1-bfc327de9193" providerId="ADAL" clId="{01B42F18-8433-40A2-9A6F-BBB2C19DF8F9}" dt="2025-07-17T13:16:26.625" v="826" actId="478"/>
          <ac:spMkLst>
            <pc:docMk/>
            <pc:sldMk cId="405120488" sldId="259"/>
            <ac:spMk id="77" creationId="{85817D49-CCA6-D257-9066-C5B5E56406D6}"/>
          </ac:spMkLst>
        </pc:spChg>
        <pc:spChg chg="add del mod">
          <ac:chgData name="Vasanti Kadam" userId="2d2c718a-941c-44c5-9fc1-bfc327de9193" providerId="ADAL" clId="{01B42F18-8433-40A2-9A6F-BBB2C19DF8F9}" dt="2025-07-17T13:16:26.625" v="826" actId="478"/>
          <ac:spMkLst>
            <pc:docMk/>
            <pc:sldMk cId="405120488" sldId="259"/>
            <ac:spMk id="78" creationId="{C1D8E92A-C0B3-ED6F-8096-BA26383E9D2C}"/>
          </ac:spMkLst>
        </pc:spChg>
        <pc:spChg chg="add mod">
          <ac:chgData name="Vasanti Kadam" userId="2d2c718a-941c-44c5-9fc1-bfc327de9193" providerId="ADAL" clId="{01B42F18-8433-40A2-9A6F-BBB2C19DF8F9}" dt="2025-07-17T13:16:27.035" v="827"/>
          <ac:spMkLst>
            <pc:docMk/>
            <pc:sldMk cId="405120488" sldId="259"/>
            <ac:spMk id="79" creationId="{F31E0D31-6693-B5AB-49CC-2393B3C78467}"/>
          </ac:spMkLst>
        </pc:spChg>
        <pc:spChg chg="add mod">
          <ac:chgData name="Vasanti Kadam" userId="2d2c718a-941c-44c5-9fc1-bfc327de9193" providerId="ADAL" clId="{01B42F18-8433-40A2-9A6F-BBB2C19DF8F9}" dt="2025-07-17T13:16:27.035" v="827"/>
          <ac:spMkLst>
            <pc:docMk/>
            <pc:sldMk cId="405120488" sldId="259"/>
            <ac:spMk id="80" creationId="{C816940D-CF97-6CFA-5C2D-BD19811D6384}"/>
          </ac:spMkLst>
        </pc:spChg>
        <pc:spChg chg="add mod">
          <ac:chgData name="Vasanti Kadam" userId="2d2c718a-941c-44c5-9fc1-bfc327de9193" providerId="ADAL" clId="{01B42F18-8433-40A2-9A6F-BBB2C19DF8F9}" dt="2025-07-17T13:16:27.035" v="827"/>
          <ac:spMkLst>
            <pc:docMk/>
            <pc:sldMk cId="405120488" sldId="259"/>
            <ac:spMk id="81" creationId="{2EB81BFC-B087-D986-7727-4D33228B701C}"/>
          </ac:spMkLst>
        </pc:spChg>
        <pc:spChg chg="add mod">
          <ac:chgData name="Vasanti Kadam" userId="2d2c718a-941c-44c5-9fc1-bfc327de9193" providerId="ADAL" clId="{01B42F18-8433-40A2-9A6F-BBB2C19DF8F9}" dt="2025-07-17T13:16:27.035" v="827"/>
          <ac:spMkLst>
            <pc:docMk/>
            <pc:sldMk cId="405120488" sldId="259"/>
            <ac:spMk id="82" creationId="{1F4E51AF-A31E-8239-6ED5-660AB2756D02}"/>
          </ac:spMkLst>
        </pc:spChg>
        <pc:grpChg chg="del mod">
          <ac:chgData name="Vasanti Kadam" userId="2d2c718a-941c-44c5-9fc1-bfc327de9193" providerId="ADAL" clId="{01B42F18-8433-40A2-9A6F-BBB2C19DF8F9}" dt="2025-07-17T12:02:43.223" v="700" actId="27803"/>
          <ac:grpSpMkLst>
            <pc:docMk/>
            <pc:sldMk cId="405120488" sldId="259"/>
            <ac:grpSpMk id="40" creationId="{475227A0-6C4B-93F8-8B6C-FF103763036D}"/>
          </ac:grpSpMkLst>
        </pc:grpChg>
        <pc:grpChg chg="add mod">
          <ac:chgData name="Vasanti Kadam" userId="2d2c718a-941c-44c5-9fc1-bfc327de9193" providerId="ADAL" clId="{01B42F18-8433-40A2-9A6F-BBB2C19DF8F9}" dt="2025-07-17T12:03:09.100" v="710" actId="14100"/>
          <ac:grpSpMkLst>
            <pc:docMk/>
            <pc:sldMk cId="405120488" sldId="259"/>
            <ac:grpSpMk id="56" creationId="{AAF954AF-9BED-F891-5DC5-59F159A9CEDB}"/>
          </ac:grpSpMkLst>
        </pc:grpChg>
        <pc:grpChg chg="add del mod">
          <ac:chgData name="Vasanti Kadam" userId="2d2c718a-941c-44c5-9fc1-bfc327de9193" providerId="ADAL" clId="{01B42F18-8433-40A2-9A6F-BBB2C19DF8F9}" dt="2025-07-17T12:55:49.554" v="722" actId="165"/>
          <ac:grpSpMkLst>
            <pc:docMk/>
            <pc:sldMk cId="405120488" sldId="259"/>
            <ac:grpSpMk id="62" creationId="{F1BEEA69-E952-C4FD-5DF9-64553C40B888}"/>
          </ac:grpSpMkLst>
        </pc:grpChg>
        <pc:picChg chg="add del mod">
          <ac:chgData name="Vasanti Kadam" userId="2d2c718a-941c-44c5-9fc1-bfc327de9193" providerId="ADAL" clId="{01B42F18-8433-40A2-9A6F-BBB2C19DF8F9}" dt="2025-07-17T12:02:43.223" v="700" actId="27803"/>
          <ac:picMkLst>
            <pc:docMk/>
            <pc:sldMk cId="405120488" sldId="259"/>
            <ac:picMk id="29" creationId="{74399EF5-BA02-F058-CD30-EAB750FB2F4C}"/>
          </ac:picMkLst>
        </pc:picChg>
        <pc:cxnChg chg="add del mod">
          <ac:chgData name="Vasanti Kadam" userId="2d2c718a-941c-44c5-9fc1-bfc327de9193" providerId="ADAL" clId="{01B42F18-8433-40A2-9A6F-BBB2C19DF8F9}" dt="2025-07-17T12:03:20.590" v="715" actId="478"/>
          <ac:cxnSpMkLst>
            <pc:docMk/>
            <pc:sldMk cId="405120488" sldId="259"/>
            <ac:cxnSpMk id="57" creationId="{4B9EA3F8-EE19-CDE5-BE47-7FFA1665149D}"/>
          </ac:cxnSpMkLst>
        </pc:cxnChg>
        <pc:cxnChg chg="add mod topLvl">
          <ac:chgData name="Vasanti Kadam" userId="2d2c718a-941c-44c5-9fc1-bfc327de9193" providerId="ADAL" clId="{01B42F18-8433-40A2-9A6F-BBB2C19DF8F9}" dt="2025-07-17T12:55:49.554" v="722" actId="165"/>
          <ac:cxnSpMkLst>
            <pc:docMk/>
            <pc:sldMk cId="405120488" sldId="259"/>
            <ac:cxnSpMk id="58" creationId="{1C527C32-1DC7-3E88-E658-2FBDA9DE8809}"/>
          </ac:cxnSpMkLst>
        </pc:cxnChg>
        <pc:cxnChg chg="add mod topLvl">
          <ac:chgData name="Vasanti Kadam" userId="2d2c718a-941c-44c5-9fc1-bfc327de9193" providerId="ADAL" clId="{01B42F18-8433-40A2-9A6F-BBB2C19DF8F9}" dt="2025-07-17T12:55:49.554" v="722" actId="165"/>
          <ac:cxnSpMkLst>
            <pc:docMk/>
            <pc:sldMk cId="405120488" sldId="259"/>
            <ac:cxnSpMk id="61" creationId="{C0F5C767-CF5F-130A-437B-50CB514B01AF}"/>
          </ac:cxnSpMkLst>
        </pc:cxnChg>
        <pc:cxnChg chg="add del mod">
          <ac:chgData name="Vasanti Kadam" userId="2d2c718a-941c-44c5-9fc1-bfc327de9193" providerId="ADAL" clId="{01B42F18-8433-40A2-9A6F-BBB2C19DF8F9}" dt="2025-07-17T12:55:54.924" v="724" actId="11529"/>
          <ac:cxnSpMkLst>
            <pc:docMk/>
            <pc:sldMk cId="405120488" sldId="259"/>
            <ac:cxnSpMk id="64" creationId="{891235AF-5B88-4018-B91E-AEF81A460F27}"/>
          </ac:cxnSpMkLst>
        </pc:cxnChg>
        <pc:cxnChg chg="add del mod">
          <ac:chgData name="Vasanti Kadam" userId="2d2c718a-941c-44c5-9fc1-bfc327de9193" providerId="ADAL" clId="{01B42F18-8433-40A2-9A6F-BBB2C19DF8F9}" dt="2025-07-17T12:56:03.478" v="727" actId="478"/>
          <ac:cxnSpMkLst>
            <pc:docMk/>
            <pc:sldMk cId="405120488" sldId="259"/>
            <ac:cxnSpMk id="66" creationId="{8AC8CA1A-E4D6-47FD-EC95-705E23E3514D}"/>
          </ac:cxnSpMkLst>
        </pc:cxnChg>
        <pc:cxnChg chg="add mod">
          <ac:chgData name="Vasanti Kadam" userId="2d2c718a-941c-44c5-9fc1-bfc327de9193" providerId="ADAL" clId="{01B42F18-8433-40A2-9A6F-BBB2C19DF8F9}" dt="2025-07-17T12:56:15.436" v="732" actId="1076"/>
          <ac:cxnSpMkLst>
            <pc:docMk/>
            <pc:sldMk cId="405120488" sldId="259"/>
            <ac:cxnSpMk id="69" creationId="{FB205E86-EF4A-BAEA-541D-D852E1CB1398}"/>
          </ac:cxnSpMkLst>
        </pc:cxnChg>
        <pc:cxnChg chg="add mod">
          <ac:chgData name="Vasanti Kadam" userId="2d2c718a-941c-44c5-9fc1-bfc327de9193" providerId="ADAL" clId="{01B42F18-8433-40A2-9A6F-BBB2C19DF8F9}" dt="2025-07-17T12:56:27.553" v="738" actId="1076"/>
          <ac:cxnSpMkLst>
            <pc:docMk/>
            <pc:sldMk cId="405120488" sldId="259"/>
            <ac:cxnSpMk id="70" creationId="{382ABA89-A60F-B857-F5E9-B7ABB003C2DE}"/>
          </ac:cxnSpMkLst>
        </pc:cxnChg>
      </pc:sldChg>
      <pc:sldChg chg="addSp delSp modSp add mod">
        <pc:chgData name="Vasanti Kadam" userId="2d2c718a-941c-44c5-9fc1-bfc327de9193" providerId="ADAL" clId="{01B42F18-8433-40A2-9A6F-BBB2C19DF8F9}" dt="2025-07-17T14:32:06.864" v="1755" actId="478"/>
        <pc:sldMkLst>
          <pc:docMk/>
          <pc:sldMk cId="422125021" sldId="260"/>
        </pc:sldMkLst>
        <pc:spChg chg="del">
          <ac:chgData name="Vasanti Kadam" userId="2d2c718a-941c-44c5-9fc1-bfc327de9193" providerId="ADAL" clId="{01B42F18-8433-40A2-9A6F-BBB2C19DF8F9}" dt="2025-07-17T14:32:06.864" v="1755" actId="478"/>
          <ac:spMkLst>
            <pc:docMk/>
            <pc:sldMk cId="422125021" sldId="260"/>
            <ac:spMk id="2" creationId="{D9B3931C-6D66-1172-C20B-7106381E7172}"/>
          </ac:spMkLst>
        </pc:spChg>
        <pc:spChg chg="del">
          <ac:chgData name="Vasanti Kadam" userId="2d2c718a-941c-44c5-9fc1-bfc327de9193" providerId="ADAL" clId="{01B42F18-8433-40A2-9A6F-BBB2C19DF8F9}" dt="2025-07-17T14:32:06.864" v="1755" actId="478"/>
          <ac:spMkLst>
            <pc:docMk/>
            <pc:sldMk cId="422125021" sldId="260"/>
            <ac:spMk id="3" creationId="{1A6C6EFF-E717-2436-5B93-B13E6556642C}"/>
          </ac:spMkLst>
        </pc:spChg>
        <pc:spChg chg="del">
          <ac:chgData name="Vasanti Kadam" userId="2d2c718a-941c-44c5-9fc1-bfc327de9193" providerId="ADAL" clId="{01B42F18-8433-40A2-9A6F-BBB2C19DF8F9}" dt="2025-07-17T14:32:06.864" v="1755" actId="478"/>
          <ac:spMkLst>
            <pc:docMk/>
            <pc:sldMk cId="422125021" sldId="260"/>
            <ac:spMk id="9" creationId="{DABFE411-296B-DFDB-3691-E37638836C61}"/>
          </ac:spMkLst>
        </pc:spChg>
        <pc:spChg chg="del">
          <ac:chgData name="Vasanti Kadam" userId="2d2c718a-941c-44c5-9fc1-bfc327de9193" providerId="ADAL" clId="{01B42F18-8433-40A2-9A6F-BBB2C19DF8F9}" dt="2025-07-17T14:32:06.864" v="1755" actId="478"/>
          <ac:spMkLst>
            <pc:docMk/>
            <pc:sldMk cId="422125021" sldId="260"/>
            <ac:spMk id="10" creationId="{C71277F5-E5A0-01D4-B941-22CF34EC7C2C}"/>
          </ac:spMkLst>
        </pc:spChg>
        <pc:spChg chg="del">
          <ac:chgData name="Vasanti Kadam" userId="2d2c718a-941c-44c5-9fc1-bfc327de9193" providerId="ADAL" clId="{01B42F18-8433-40A2-9A6F-BBB2C19DF8F9}" dt="2025-07-17T14:32:06.864" v="1755" actId="478"/>
          <ac:spMkLst>
            <pc:docMk/>
            <pc:sldMk cId="422125021" sldId="260"/>
            <ac:spMk id="11" creationId="{EC4703DE-8756-F015-3BDB-E0E52545B6B0}"/>
          </ac:spMkLst>
        </pc:spChg>
        <pc:spChg chg="del">
          <ac:chgData name="Vasanti Kadam" userId="2d2c718a-941c-44c5-9fc1-bfc327de9193" providerId="ADAL" clId="{01B42F18-8433-40A2-9A6F-BBB2C19DF8F9}" dt="2025-07-17T14:32:06.864" v="1755" actId="478"/>
          <ac:spMkLst>
            <pc:docMk/>
            <pc:sldMk cId="422125021" sldId="260"/>
            <ac:spMk id="12" creationId="{34E93DBF-2F82-33D6-3A04-0ABE6CF28642}"/>
          </ac:spMkLst>
        </pc:spChg>
        <pc:spChg chg="del">
          <ac:chgData name="Vasanti Kadam" userId="2d2c718a-941c-44c5-9fc1-bfc327de9193" providerId="ADAL" clId="{01B42F18-8433-40A2-9A6F-BBB2C19DF8F9}" dt="2025-07-17T14:32:06.864" v="1755" actId="478"/>
          <ac:spMkLst>
            <pc:docMk/>
            <pc:sldMk cId="422125021" sldId="260"/>
            <ac:spMk id="14" creationId="{884D5471-29F7-0B48-3349-3F33B5ED881E}"/>
          </ac:spMkLst>
        </pc:spChg>
        <pc:spChg chg="del">
          <ac:chgData name="Vasanti Kadam" userId="2d2c718a-941c-44c5-9fc1-bfc327de9193" providerId="ADAL" clId="{01B42F18-8433-40A2-9A6F-BBB2C19DF8F9}" dt="2025-07-17T14:32:06.864" v="1755" actId="478"/>
          <ac:spMkLst>
            <pc:docMk/>
            <pc:sldMk cId="422125021" sldId="260"/>
            <ac:spMk id="22" creationId="{DCB08A78-1963-A87D-9CB5-E27593FC6B85}"/>
          </ac:spMkLst>
        </pc:spChg>
        <pc:spChg chg="del">
          <ac:chgData name="Vasanti Kadam" userId="2d2c718a-941c-44c5-9fc1-bfc327de9193" providerId="ADAL" clId="{01B42F18-8433-40A2-9A6F-BBB2C19DF8F9}" dt="2025-07-17T14:32:06.864" v="1755" actId="478"/>
          <ac:spMkLst>
            <pc:docMk/>
            <pc:sldMk cId="422125021" sldId="260"/>
            <ac:spMk id="23" creationId="{37EE0599-C867-68EE-8C33-D4145BD44E6E}"/>
          </ac:spMkLst>
        </pc:spChg>
        <pc:spChg chg="del">
          <ac:chgData name="Vasanti Kadam" userId="2d2c718a-941c-44c5-9fc1-bfc327de9193" providerId="ADAL" clId="{01B42F18-8433-40A2-9A6F-BBB2C19DF8F9}" dt="2025-07-17T14:32:06.864" v="1755" actId="478"/>
          <ac:spMkLst>
            <pc:docMk/>
            <pc:sldMk cId="422125021" sldId="260"/>
            <ac:spMk id="24" creationId="{CE56EE4B-2A79-B140-C59E-B67716E6FD83}"/>
          </ac:spMkLst>
        </pc:spChg>
        <pc:spChg chg="mod topLvl">
          <ac:chgData name="Vasanti Kadam" userId="2d2c718a-941c-44c5-9fc1-bfc327de9193" providerId="ADAL" clId="{01B42F18-8433-40A2-9A6F-BBB2C19DF8F9}" dt="2025-07-17T13:15:33" v="807"/>
          <ac:spMkLst>
            <pc:docMk/>
            <pc:sldMk cId="422125021" sldId="260"/>
            <ac:spMk id="27" creationId="{CC9F8FF3-CA5D-F74F-A52B-67F1B9F64075}"/>
          </ac:spMkLst>
        </pc:spChg>
        <pc:spChg chg="mod topLvl">
          <ac:chgData name="Vasanti Kadam" userId="2d2c718a-941c-44c5-9fc1-bfc327de9193" providerId="ADAL" clId="{01B42F18-8433-40A2-9A6F-BBB2C19DF8F9}" dt="2025-07-17T13:15:33" v="808"/>
          <ac:spMkLst>
            <pc:docMk/>
            <pc:sldMk cId="422125021" sldId="260"/>
            <ac:spMk id="29" creationId="{7378289E-46D5-6777-23CF-5688CE96806B}"/>
          </ac:spMkLst>
        </pc:spChg>
        <pc:spChg chg="mod topLvl">
          <ac:chgData name="Vasanti Kadam" userId="2d2c718a-941c-44c5-9fc1-bfc327de9193" providerId="ADAL" clId="{01B42F18-8433-40A2-9A6F-BBB2C19DF8F9}" dt="2025-07-17T13:15:33" v="809"/>
          <ac:spMkLst>
            <pc:docMk/>
            <pc:sldMk cId="422125021" sldId="260"/>
            <ac:spMk id="30" creationId="{C961E3E7-7EA1-BC75-D8A6-AA20A05BA1A8}"/>
          </ac:spMkLst>
        </pc:spChg>
        <pc:spChg chg="mod topLvl">
          <ac:chgData name="Vasanti Kadam" userId="2d2c718a-941c-44c5-9fc1-bfc327de9193" providerId="ADAL" clId="{01B42F18-8433-40A2-9A6F-BBB2C19DF8F9}" dt="2025-07-17T13:15:33" v="810"/>
          <ac:spMkLst>
            <pc:docMk/>
            <pc:sldMk cId="422125021" sldId="260"/>
            <ac:spMk id="31" creationId="{15C29454-7398-ED5D-6213-297E201F980E}"/>
          </ac:spMkLst>
        </pc:spChg>
        <pc:spChg chg="del mod topLvl">
          <ac:chgData name="Vasanti Kadam" userId="2d2c718a-941c-44c5-9fc1-bfc327de9193" providerId="ADAL" clId="{01B42F18-8433-40A2-9A6F-BBB2C19DF8F9}" dt="2025-07-17T13:15:01.818" v="799" actId="478"/>
          <ac:spMkLst>
            <pc:docMk/>
            <pc:sldMk cId="422125021" sldId="260"/>
            <ac:spMk id="32" creationId="{C0324406-AAEC-11DE-2FC6-3483EBAB5412}"/>
          </ac:spMkLst>
        </pc:spChg>
        <pc:spChg chg="add mod ord">
          <ac:chgData name="Vasanti Kadam" userId="2d2c718a-941c-44c5-9fc1-bfc327de9193" providerId="ADAL" clId="{01B42F18-8433-40A2-9A6F-BBB2C19DF8F9}" dt="2025-07-17T13:15:08.257" v="802" actId="208"/>
          <ac:spMkLst>
            <pc:docMk/>
            <pc:sldMk cId="422125021" sldId="260"/>
            <ac:spMk id="33" creationId="{1A1BD2C4-6E1C-6C2B-60F7-08CB796BD78A}"/>
          </ac:spMkLst>
        </pc:spChg>
        <pc:spChg chg="mod">
          <ac:chgData name="Vasanti Kadam" userId="2d2c718a-941c-44c5-9fc1-bfc327de9193" providerId="ADAL" clId="{01B42F18-8433-40A2-9A6F-BBB2C19DF8F9}" dt="2025-07-17T13:14:49.022" v="795" actId="12789"/>
          <ac:spMkLst>
            <pc:docMk/>
            <pc:sldMk cId="422125021" sldId="260"/>
            <ac:spMk id="35" creationId="{BBD773F3-FA0A-165F-E7D1-A182D8627C32}"/>
          </ac:spMkLst>
        </pc:spChg>
        <pc:spChg chg="add mod">
          <ac:chgData name="Vasanti Kadam" userId="2d2c718a-941c-44c5-9fc1-bfc327de9193" providerId="ADAL" clId="{01B42F18-8433-40A2-9A6F-BBB2C19DF8F9}" dt="2025-07-17T13:15:28.740" v="806"/>
          <ac:spMkLst>
            <pc:docMk/>
            <pc:sldMk cId="422125021" sldId="260"/>
            <ac:spMk id="39" creationId="{28993EA8-2F56-157F-31F5-1BF55332D96B}"/>
          </ac:spMkLst>
        </pc:spChg>
        <pc:spChg chg="add mod">
          <ac:chgData name="Vasanti Kadam" userId="2d2c718a-941c-44c5-9fc1-bfc327de9193" providerId="ADAL" clId="{01B42F18-8433-40A2-9A6F-BBB2C19DF8F9}" dt="2025-07-17T13:16:35.627" v="828" actId="14100"/>
          <ac:spMkLst>
            <pc:docMk/>
            <pc:sldMk cId="422125021" sldId="260"/>
            <ac:spMk id="40" creationId="{BA1C8389-976F-B337-8A26-49A681DA8EBC}"/>
          </ac:spMkLst>
        </pc:spChg>
        <pc:spChg chg="add mod">
          <ac:chgData name="Vasanti Kadam" userId="2d2c718a-941c-44c5-9fc1-bfc327de9193" providerId="ADAL" clId="{01B42F18-8433-40A2-9A6F-BBB2C19DF8F9}" dt="2025-07-17T13:16:46.846" v="833" actId="552"/>
          <ac:spMkLst>
            <pc:docMk/>
            <pc:sldMk cId="422125021" sldId="260"/>
            <ac:spMk id="41" creationId="{F521278D-FAAD-B6D7-5FC2-FF36BAB43E69}"/>
          </ac:spMkLst>
        </pc:spChg>
        <pc:spChg chg="add mod">
          <ac:chgData name="Vasanti Kadam" userId="2d2c718a-941c-44c5-9fc1-bfc327de9193" providerId="ADAL" clId="{01B42F18-8433-40A2-9A6F-BBB2C19DF8F9}" dt="2025-07-17T13:16:35.627" v="828" actId="14100"/>
          <ac:spMkLst>
            <pc:docMk/>
            <pc:sldMk cId="422125021" sldId="260"/>
            <ac:spMk id="42" creationId="{FD3284AC-EBEA-F293-1AA5-5180BD6B1534}"/>
          </ac:spMkLst>
        </pc:spChg>
        <pc:spChg chg="add mod">
          <ac:chgData name="Vasanti Kadam" userId="2d2c718a-941c-44c5-9fc1-bfc327de9193" providerId="ADAL" clId="{01B42F18-8433-40A2-9A6F-BBB2C19DF8F9}" dt="2025-07-17T13:16:43.090" v="830" actId="1076"/>
          <ac:spMkLst>
            <pc:docMk/>
            <pc:sldMk cId="422125021" sldId="260"/>
            <ac:spMk id="44" creationId="{0A53A508-20A3-D25C-6994-F048BDD331FD}"/>
          </ac:spMkLst>
        </pc:spChg>
        <pc:spChg chg="add mod">
          <ac:chgData name="Vasanti Kadam" userId="2d2c718a-941c-44c5-9fc1-bfc327de9193" providerId="ADAL" clId="{01B42F18-8433-40A2-9A6F-BBB2C19DF8F9}" dt="2025-07-17T13:16:50.068" v="835" actId="14100"/>
          <ac:spMkLst>
            <pc:docMk/>
            <pc:sldMk cId="422125021" sldId="260"/>
            <ac:spMk id="46" creationId="{8DEAE0E6-EBE7-BFD9-789D-1D5FA2592849}"/>
          </ac:spMkLst>
        </pc:spChg>
        <pc:spChg chg="add mod">
          <ac:chgData name="Vasanti Kadam" userId="2d2c718a-941c-44c5-9fc1-bfc327de9193" providerId="ADAL" clId="{01B42F18-8433-40A2-9A6F-BBB2C19DF8F9}" dt="2025-07-17T13:16:14.583" v="825" actId="1076"/>
          <ac:spMkLst>
            <pc:docMk/>
            <pc:sldMk cId="422125021" sldId="260"/>
            <ac:spMk id="47" creationId="{73728C7F-5C14-4F56-946F-BD166C27B84C}"/>
          </ac:spMkLst>
        </pc:spChg>
        <pc:spChg chg="add mod">
          <ac:chgData name="Vasanti Kadam" userId="2d2c718a-941c-44c5-9fc1-bfc327de9193" providerId="ADAL" clId="{01B42F18-8433-40A2-9A6F-BBB2C19DF8F9}" dt="2025-07-17T13:16:50.068" v="835" actId="14100"/>
          <ac:spMkLst>
            <pc:docMk/>
            <pc:sldMk cId="422125021" sldId="260"/>
            <ac:spMk id="48" creationId="{F6AB6098-7362-579C-B055-607B37E842AE}"/>
          </ac:spMkLst>
        </pc:spChg>
        <pc:spChg chg="del">
          <ac:chgData name="Vasanti Kadam" userId="2d2c718a-941c-44c5-9fc1-bfc327de9193" providerId="ADAL" clId="{01B42F18-8433-40A2-9A6F-BBB2C19DF8F9}" dt="2025-07-17T13:13:03.204" v="779" actId="478"/>
          <ac:spMkLst>
            <pc:docMk/>
            <pc:sldMk cId="422125021" sldId="260"/>
            <ac:spMk id="71" creationId="{3654A195-C470-2BAB-E45B-D0276FD816CF}"/>
          </ac:spMkLst>
        </pc:spChg>
        <pc:spChg chg="del">
          <ac:chgData name="Vasanti Kadam" userId="2d2c718a-941c-44c5-9fc1-bfc327de9193" providerId="ADAL" clId="{01B42F18-8433-40A2-9A6F-BBB2C19DF8F9}" dt="2025-07-17T13:13:03.204" v="779" actId="478"/>
          <ac:spMkLst>
            <pc:docMk/>
            <pc:sldMk cId="422125021" sldId="260"/>
            <ac:spMk id="72" creationId="{A0EB50B3-E2BD-AC6C-E16B-1A2EC1C5CF26}"/>
          </ac:spMkLst>
        </pc:spChg>
        <pc:spChg chg="del">
          <ac:chgData name="Vasanti Kadam" userId="2d2c718a-941c-44c5-9fc1-bfc327de9193" providerId="ADAL" clId="{01B42F18-8433-40A2-9A6F-BBB2C19DF8F9}" dt="2025-07-17T13:13:03.204" v="779" actId="478"/>
          <ac:spMkLst>
            <pc:docMk/>
            <pc:sldMk cId="422125021" sldId="260"/>
            <ac:spMk id="73" creationId="{1F297E54-43AA-2F82-EDD9-97145D05545C}"/>
          </ac:spMkLst>
        </pc:spChg>
        <pc:spChg chg="del">
          <ac:chgData name="Vasanti Kadam" userId="2d2c718a-941c-44c5-9fc1-bfc327de9193" providerId="ADAL" clId="{01B42F18-8433-40A2-9A6F-BBB2C19DF8F9}" dt="2025-07-17T13:13:03.204" v="779" actId="478"/>
          <ac:spMkLst>
            <pc:docMk/>
            <pc:sldMk cId="422125021" sldId="260"/>
            <ac:spMk id="74" creationId="{A68934C9-80F0-2069-F2FE-52FFEECDBD12}"/>
          </ac:spMkLst>
        </pc:spChg>
        <pc:spChg chg="del">
          <ac:chgData name="Vasanti Kadam" userId="2d2c718a-941c-44c5-9fc1-bfc327de9193" providerId="ADAL" clId="{01B42F18-8433-40A2-9A6F-BBB2C19DF8F9}" dt="2025-07-17T13:13:03.204" v="779" actId="478"/>
          <ac:spMkLst>
            <pc:docMk/>
            <pc:sldMk cId="422125021" sldId="260"/>
            <ac:spMk id="75" creationId="{24EDBBEB-7A70-EC9C-98F5-17E15347FDA6}"/>
          </ac:spMkLst>
        </pc:spChg>
        <pc:spChg chg="del">
          <ac:chgData name="Vasanti Kadam" userId="2d2c718a-941c-44c5-9fc1-bfc327de9193" providerId="ADAL" clId="{01B42F18-8433-40A2-9A6F-BBB2C19DF8F9}" dt="2025-07-17T13:13:03.204" v="779" actId="478"/>
          <ac:spMkLst>
            <pc:docMk/>
            <pc:sldMk cId="422125021" sldId="260"/>
            <ac:spMk id="76" creationId="{AFA6DBA1-EE9F-8C48-7A2D-63C51D4DD2F8}"/>
          </ac:spMkLst>
        </pc:spChg>
        <pc:spChg chg="del">
          <ac:chgData name="Vasanti Kadam" userId="2d2c718a-941c-44c5-9fc1-bfc327de9193" providerId="ADAL" clId="{01B42F18-8433-40A2-9A6F-BBB2C19DF8F9}" dt="2025-07-17T13:13:03.204" v="779" actId="478"/>
          <ac:spMkLst>
            <pc:docMk/>
            <pc:sldMk cId="422125021" sldId="260"/>
            <ac:spMk id="77" creationId="{59227768-DFAF-7015-32C3-E444F27C6694}"/>
          </ac:spMkLst>
        </pc:spChg>
        <pc:spChg chg="del">
          <ac:chgData name="Vasanti Kadam" userId="2d2c718a-941c-44c5-9fc1-bfc327de9193" providerId="ADAL" clId="{01B42F18-8433-40A2-9A6F-BBB2C19DF8F9}" dt="2025-07-17T13:13:03.204" v="779" actId="478"/>
          <ac:spMkLst>
            <pc:docMk/>
            <pc:sldMk cId="422125021" sldId="260"/>
            <ac:spMk id="78" creationId="{6D3DCE1D-C8FE-8C57-0C76-5A9F039D0084}"/>
          </ac:spMkLst>
        </pc:spChg>
        <pc:grpChg chg="add del mod">
          <ac:chgData name="Vasanti Kadam" userId="2d2c718a-941c-44c5-9fc1-bfc327de9193" providerId="ADAL" clId="{01B42F18-8433-40A2-9A6F-BBB2C19DF8F9}" dt="2025-07-17T13:14:18.922" v="786" actId="165"/>
          <ac:grpSpMkLst>
            <pc:docMk/>
            <pc:sldMk cId="422125021" sldId="260"/>
            <ac:grpSpMk id="26" creationId="{4EAF5F98-94E3-E11D-681C-2228D9F97766}"/>
          </ac:grpSpMkLst>
        </pc:grpChg>
        <pc:grpChg chg="del">
          <ac:chgData name="Vasanti Kadam" userId="2d2c718a-941c-44c5-9fc1-bfc327de9193" providerId="ADAL" clId="{01B42F18-8433-40A2-9A6F-BBB2C19DF8F9}" dt="2025-07-17T13:13:03.204" v="779" actId="478"/>
          <ac:grpSpMkLst>
            <pc:docMk/>
            <pc:sldMk cId="422125021" sldId="260"/>
            <ac:grpSpMk id="56" creationId="{5A362CD1-4FF1-61EF-3F12-D96F59F3BA2E}"/>
          </ac:grpSpMkLst>
        </pc:grpChg>
        <pc:cxnChg chg="add mod">
          <ac:chgData name="Vasanti Kadam" userId="2d2c718a-941c-44c5-9fc1-bfc327de9193" providerId="ADAL" clId="{01B42F18-8433-40A2-9A6F-BBB2C19DF8F9}" dt="2025-07-17T13:15:16.741" v="803"/>
          <ac:cxnSpMkLst>
            <pc:docMk/>
            <pc:sldMk cId="422125021" sldId="260"/>
            <ac:cxnSpMk id="34" creationId="{20EBAFC8-E0ED-377E-FB52-69EBA994650C}"/>
          </ac:cxnSpMkLst>
        </pc:cxnChg>
        <pc:cxnChg chg="add mod">
          <ac:chgData name="Vasanti Kadam" userId="2d2c718a-941c-44c5-9fc1-bfc327de9193" providerId="ADAL" clId="{01B42F18-8433-40A2-9A6F-BBB2C19DF8F9}" dt="2025-07-17T13:15:16.741" v="803"/>
          <ac:cxnSpMkLst>
            <pc:docMk/>
            <pc:sldMk cId="422125021" sldId="260"/>
            <ac:cxnSpMk id="36" creationId="{B9345957-1FB1-5103-EAA5-3D262DC86EE0}"/>
          </ac:cxnSpMkLst>
        </pc:cxnChg>
        <pc:cxnChg chg="add mod">
          <ac:chgData name="Vasanti Kadam" userId="2d2c718a-941c-44c5-9fc1-bfc327de9193" providerId="ADAL" clId="{01B42F18-8433-40A2-9A6F-BBB2C19DF8F9}" dt="2025-07-17T13:15:16.741" v="803"/>
          <ac:cxnSpMkLst>
            <pc:docMk/>
            <pc:sldMk cId="422125021" sldId="260"/>
            <ac:cxnSpMk id="37" creationId="{E544B86C-97BB-575E-A2DB-0665C2B9889B}"/>
          </ac:cxnSpMkLst>
        </pc:cxnChg>
        <pc:cxnChg chg="add mod">
          <ac:chgData name="Vasanti Kadam" userId="2d2c718a-941c-44c5-9fc1-bfc327de9193" providerId="ADAL" clId="{01B42F18-8433-40A2-9A6F-BBB2C19DF8F9}" dt="2025-07-17T13:15:16.741" v="803"/>
          <ac:cxnSpMkLst>
            <pc:docMk/>
            <pc:sldMk cId="422125021" sldId="260"/>
            <ac:cxnSpMk id="38" creationId="{912B2550-FB93-7844-F42D-C8FFD7708422}"/>
          </ac:cxnSpMkLst>
        </pc:cxnChg>
        <pc:cxnChg chg="del">
          <ac:chgData name="Vasanti Kadam" userId="2d2c718a-941c-44c5-9fc1-bfc327de9193" providerId="ADAL" clId="{01B42F18-8433-40A2-9A6F-BBB2C19DF8F9}" dt="2025-07-17T13:13:05.201" v="780" actId="478"/>
          <ac:cxnSpMkLst>
            <pc:docMk/>
            <pc:sldMk cId="422125021" sldId="260"/>
            <ac:cxnSpMk id="69" creationId="{511CE4AF-B91B-9A7C-DCB4-524CF4BC01AF}"/>
          </ac:cxnSpMkLst>
        </pc:cxnChg>
        <pc:cxnChg chg="del">
          <ac:chgData name="Vasanti Kadam" userId="2d2c718a-941c-44c5-9fc1-bfc327de9193" providerId="ADAL" clId="{01B42F18-8433-40A2-9A6F-BBB2C19DF8F9}" dt="2025-07-17T13:13:03.204" v="779" actId="478"/>
          <ac:cxnSpMkLst>
            <pc:docMk/>
            <pc:sldMk cId="422125021" sldId="260"/>
            <ac:cxnSpMk id="70" creationId="{0E1631FC-43E9-1D69-FDF5-3F83B9BF566F}"/>
          </ac:cxnSpMkLst>
        </pc:cxnChg>
      </pc:sldChg>
      <pc:sldChg chg="addSp delSp modSp add mod">
        <pc:chgData name="Vasanti Kadam" userId="2d2c718a-941c-44c5-9fc1-bfc327de9193" providerId="ADAL" clId="{01B42F18-8433-40A2-9A6F-BBB2C19DF8F9}" dt="2025-07-17T14:32:04.960" v="1754" actId="478"/>
        <pc:sldMkLst>
          <pc:docMk/>
          <pc:sldMk cId="1654162108" sldId="261"/>
        </pc:sldMkLst>
        <pc:spChg chg="del">
          <ac:chgData name="Vasanti Kadam" userId="2d2c718a-941c-44c5-9fc1-bfc327de9193" providerId="ADAL" clId="{01B42F18-8433-40A2-9A6F-BBB2C19DF8F9}" dt="2025-07-17T14:32:04.960" v="1754" actId="478"/>
          <ac:spMkLst>
            <pc:docMk/>
            <pc:sldMk cId="1654162108" sldId="261"/>
            <ac:spMk id="2" creationId="{784EDC8A-FE5B-C3DF-8929-89502C7B1469}"/>
          </ac:spMkLst>
        </pc:spChg>
        <pc:spChg chg="del">
          <ac:chgData name="Vasanti Kadam" userId="2d2c718a-941c-44c5-9fc1-bfc327de9193" providerId="ADAL" clId="{01B42F18-8433-40A2-9A6F-BBB2C19DF8F9}" dt="2025-07-17T14:32:04.960" v="1754" actId="478"/>
          <ac:spMkLst>
            <pc:docMk/>
            <pc:sldMk cId="1654162108" sldId="261"/>
            <ac:spMk id="6" creationId="{262C521F-1CA5-E71E-0B1C-9211E991F530}"/>
          </ac:spMkLst>
        </pc:spChg>
        <pc:spChg chg="del">
          <ac:chgData name="Vasanti Kadam" userId="2d2c718a-941c-44c5-9fc1-bfc327de9193" providerId="ADAL" clId="{01B42F18-8433-40A2-9A6F-BBB2C19DF8F9}" dt="2025-07-17T14:32:04.960" v="1754" actId="478"/>
          <ac:spMkLst>
            <pc:docMk/>
            <pc:sldMk cId="1654162108" sldId="261"/>
            <ac:spMk id="9" creationId="{C513D906-8D98-3A68-E027-0AF00D3C8856}"/>
          </ac:spMkLst>
        </pc:spChg>
        <pc:spChg chg="del">
          <ac:chgData name="Vasanti Kadam" userId="2d2c718a-941c-44c5-9fc1-bfc327de9193" providerId="ADAL" clId="{01B42F18-8433-40A2-9A6F-BBB2C19DF8F9}" dt="2025-07-17T14:32:04.960" v="1754" actId="478"/>
          <ac:spMkLst>
            <pc:docMk/>
            <pc:sldMk cId="1654162108" sldId="261"/>
            <ac:spMk id="10" creationId="{F2EC6C88-B74A-855C-1D35-C661AC7FCAB6}"/>
          </ac:spMkLst>
        </pc:spChg>
        <pc:spChg chg="del">
          <ac:chgData name="Vasanti Kadam" userId="2d2c718a-941c-44c5-9fc1-bfc327de9193" providerId="ADAL" clId="{01B42F18-8433-40A2-9A6F-BBB2C19DF8F9}" dt="2025-07-17T14:32:04.960" v="1754" actId="478"/>
          <ac:spMkLst>
            <pc:docMk/>
            <pc:sldMk cId="1654162108" sldId="261"/>
            <ac:spMk id="16" creationId="{CE3CD24E-AA47-881B-64FD-84377BEC9390}"/>
          </ac:spMkLst>
        </pc:spChg>
        <pc:spChg chg="del">
          <ac:chgData name="Vasanti Kadam" userId="2d2c718a-941c-44c5-9fc1-bfc327de9193" providerId="ADAL" clId="{01B42F18-8433-40A2-9A6F-BBB2C19DF8F9}" dt="2025-07-17T14:32:04.960" v="1754" actId="478"/>
          <ac:spMkLst>
            <pc:docMk/>
            <pc:sldMk cId="1654162108" sldId="261"/>
            <ac:spMk id="17" creationId="{BFF7D95E-CE20-93DD-9005-1A20A563F515}"/>
          </ac:spMkLst>
        </pc:spChg>
        <pc:spChg chg="del">
          <ac:chgData name="Vasanti Kadam" userId="2d2c718a-941c-44c5-9fc1-bfc327de9193" providerId="ADAL" clId="{01B42F18-8433-40A2-9A6F-BBB2C19DF8F9}" dt="2025-07-17T14:32:04.960" v="1754" actId="478"/>
          <ac:spMkLst>
            <pc:docMk/>
            <pc:sldMk cId="1654162108" sldId="261"/>
            <ac:spMk id="20" creationId="{158F6A87-11C8-328D-A61B-3C9CF1BB5045}"/>
          </ac:spMkLst>
        </pc:spChg>
        <pc:spChg chg="del">
          <ac:chgData name="Vasanti Kadam" userId="2d2c718a-941c-44c5-9fc1-bfc327de9193" providerId="ADAL" clId="{01B42F18-8433-40A2-9A6F-BBB2C19DF8F9}" dt="2025-07-17T14:32:04.960" v="1754" actId="478"/>
          <ac:spMkLst>
            <pc:docMk/>
            <pc:sldMk cId="1654162108" sldId="261"/>
            <ac:spMk id="22" creationId="{5F65B5CA-A408-D861-24BC-F8155E3B1252}"/>
          </ac:spMkLst>
        </pc:spChg>
        <pc:spChg chg="del">
          <ac:chgData name="Vasanti Kadam" userId="2d2c718a-941c-44c5-9fc1-bfc327de9193" providerId="ADAL" clId="{01B42F18-8433-40A2-9A6F-BBB2C19DF8F9}" dt="2025-07-17T14:32:04.960" v="1754" actId="478"/>
          <ac:spMkLst>
            <pc:docMk/>
            <pc:sldMk cId="1654162108" sldId="261"/>
            <ac:spMk id="23" creationId="{923E0B39-026C-75D0-E132-5474267D4F9F}"/>
          </ac:spMkLst>
        </pc:spChg>
        <pc:spChg chg="del">
          <ac:chgData name="Vasanti Kadam" userId="2d2c718a-941c-44c5-9fc1-bfc327de9193" providerId="ADAL" clId="{01B42F18-8433-40A2-9A6F-BBB2C19DF8F9}" dt="2025-07-17T14:32:04.960" v="1754" actId="478"/>
          <ac:spMkLst>
            <pc:docMk/>
            <pc:sldMk cId="1654162108" sldId="261"/>
            <ac:spMk id="24" creationId="{87DEFF28-EAD6-FEB1-58A1-C45BB523B89C}"/>
          </ac:spMkLst>
        </pc:spChg>
        <pc:spChg chg="del">
          <ac:chgData name="Vasanti Kadam" userId="2d2c718a-941c-44c5-9fc1-bfc327de9193" providerId="ADAL" clId="{01B42F18-8433-40A2-9A6F-BBB2C19DF8F9}" dt="2025-07-17T13:17:11.680" v="837" actId="478"/>
          <ac:spMkLst>
            <pc:docMk/>
            <pc:sldMk cId="1654162108" sldId="261"/>
            <ac:spMk id="27" creationId="{F3235F1A-1CAB-7F4D-F29F-CCB205ADFB58}"/>
          </ac:spMkLst>
        </pc:spChg>
        <pc:spChg chg="del">
          <ac:chgData name="Vasanti Kadam" userId="2d2c718a-941c-44c5-9fc1-bfc327de9193" providerId="ADAL" clId="{01B42F18-8433-40A2-9A6F-BBB2C19DF8F9}" dt="2025-07-17T13:17:11.680" v="837" actId="478"/>
          <ac:spMkLst>
            <pc:docMk/>
            <pc:sldMk cId="1654162108" sldId="261"/>
            <ac:spMk id="29" creationId="{40063F87-2E83-82AF-EC0A-BB237B550BF4}"/>
          </ac:spMkLst>
        </pc:spChg>
        <pc:spChg chg="del">
          <ac:chgData name="Vasanti Kadam" userId="2d2c718a-941c-44c5-9fc1-bfc327de9193" providerId="ADAL" clId="{01B42F18-8433-40A2-9A6F-BBB2C19DF8F9}" dt="2025-07-17T13:17:11.680" v="837" actId="478"/>
          <ac:spMkLst>
            <pc:docMk/>
            <pc:sldMk cId="1654162108" sldId="261"/>
            <ac:spMk id="31" creationId="{5BAF54C4-85E5-A8DB-A797-B6CEB38C7016}"/>
          </ac:spMkLst>
        </pc:spChg>
        <pc:spChg chg="del">
          <ac:chgData name="Vasanti Kadam" userId="2d2c718a-941c-44c5-9fc1-bfc327de9193" providerId="ADAL" clId="{01B42F18-8433-40A2-9A6F-BBB2C19DF8F9}" dt="2025-07-17T13:17:11.680" v="837" actId="478"/>
          <ac:spMkLst>
            <pc:docMk/>
            <pc:sldMk cId="1654162108" sldId="261"/>
            <ac:spMk id="33" creationId="{867600F5-22C6-996F-8F1A-13464BD3F076}"/>
          </ac:spMkLst>
        </pc:spChg>
        <pc:spChg chg="del mod">
          <ac:chgData name="Vasanti Kadam" userId="2d2c718a-941c-44c5-9fc1-bfc327de9193" providerId="ADAL" clId="{01B42F18-8433-40A2-9A6F-BBB2C19DF8F9}" dt="2025-07-17T13:22:44.607" v="859" actId="478"/>
          <ac:spMkLst>
            <pc:docMk/>
            <pc:sldMk cId="1654162108" sldId="261"/>
            <ac:spMk id="35" creationId="{2CD72400-1DD2-E682-6494-188CBD91BE15}"/>
          </ac:spMkLst>
        </pc:spChg>
        <pc:spChg chg="del">
          <ac:chgData name="Vasanti Kadam" userId="2d2c718a-941c-44c5-9fc1-bfc327de9193" providerId="ADAL" clId="{01B42F18-8433-40A2-9A6F-BBB2C19DF8F9}" dt="2025-07-17T13:17:11.680" v="837" actId="478"/>
          <ac:spMkLst>
            <pc:docMk/>
            <pc:sldMk cId="1654162108" sldId="261"/>
            <ac:spMk id="40" creationId="{6190E673-E972-BB95-D0EC-D0A552A534F6}"/>
          </ac:spMkLst>
        </pc:spChg>
        <pc:spChg chg="del">
          <ac:chgData name="Vasanti Kadam" userId="2d2c718a-941c-44c5-9fc1-bfc327de9193" providerId="ADAL" clId="{01B42F18-8433-40A2-9A6F-BBB2C19DF8F9}" dt="2025-07-17T13:17:11.680" v="837" actId="478"/>
          <ac:spMkLst>
            <pc:docMk/>
            <pc:sldMk cId="1654162108" sldId="261"/>
            <ac:spMk id="41" creationId="{B0269D44-166F-6505-7E53-E5DB0927E890}"/>
          </ac:spMkLst>
        </pc:spChg>
        <pc:spChg chg="del">
          <ac:chgData name="Vasanti Kadam" userId="2d2c718a-941c-44c5-9fc1-bfc327de9193" providerId="ADAL" clId="{01B42F18-8433-40A2-9A6F-BBB2C19DF8F9}" dt="2025-07-17T13:17:11.680" v="837" actId="478"/>
          <ac:spMkLst>
            <pc:docMk/>
            <pc:sldMk cId="1654162108" sldId="261"/>
            <ac:spMk id="42" creationId="{052A7073-F6AC-A5E1-0109-3B5D91BA46FC}"/>
          </ac:spMkLst>
        </pc:spChg>
        <pc:spChg chg="del">
          <ac:chgData name="Vasanti Kadam" userId="2d2c718a-941c-44c5-9fc1-bfc327de9193" providerId="ADAL" clId="{01B42F18-8433-40A2-9A6F-BBB2C19DF8F9}" dt="2025-07-17T13:17:11.680" v="837" actId="478"/>
          <ac:spMkLst>
            <pc:docMk/>
            <pc:sldMk cId="1654162108" sldId="261"/>
            <ac:spMk id="44" creationId="{03DCAAA3-DFA8-E899-C89F-1F83355EB1FE}"/>
          </ac:spMkLst>
        </pc:spChg>
        <pc:spChg chg="del">
          <ac:chgData name="Vasanti Kadam" userId="2d2c718a-941c-44c5-9fc1-bfc327de9193" providerId="ADAL" clId="{01B42F18-8433-40A2-9A6F-BBB2C19DF8F9}" dt="2025-07-17T13:23:48.495" v="866" actId="478"/>
          <ac:spMkLst>
            <pc:docMk/>
            <pc:sldMk cId="1654162108" sldId="261"/>
            <ac:spMk id="45" creationId="{0F99B8D6-CD29-E9CB-85C9-CE3BDB523627}"/>
          </ac:spMkLst>
        </pc:spChg>
        <pc:spChg chg="del">
          <ac:chgData name="Vasanti Kadam" userId="2d2c718a-941c-44c5-9fc1-bfc327de9193" providerId="ADAL" clId="{01B42F18-8433-40A2-9A6F-BBB2C19DF8F9}" dt="2025-07-17T13:17:11.680" v="837" actId="478"/>
          <ac:spMkLst>
            <pc:docMk/>
            <pc:sldMk cId="1654162108" sldId="261"/>
            <ac:spMk id="46" creationId="{05B56BD5-3BF4-33C1-3819-C15DE20DC4AB}"/>
          </ac:spMkLst>
        </pc:spChg>
        <pc:spChg chg="del">
          <ac:chgData name="Vasanti Kadam" userId="2d2c718a-941c-44c5-9fc1-bfc327de9193" providerId="ADAL" clId="{01B42F18-8433-40A2-9A6F-BBB2C19DF8F9}" dt="2025-07-17T13:17:11.680" v="837" actId="478"/>
          <ac:spMkLst>
            <pc:docMk/>
            <pc:sldMk cId="1654162108" sldId="261"/>
            <ac:spMk id="47" creationId="{EDC03A5D-53D1-2667-1DA4-0A72F2EFEF6D}"/>
          </ac:spMkLst>
        </pc:spChg>
        <pc:spChg chg="del mod">
          <ac:chgData name="Vasanti Kadam" userId="2d2c718a-941c-44c5-9fc1-bfc327de9193" providerId="ADAL" clId="{01B42F18-8433-40A2-9A6F-BBB2C19DF8F9}" dt="2025-07-17T13:23:48.495" v="866" actId="478"/>
          <ac:spMkLst>
            <pc:docMk/>
            <pc:sldMk cId="1654162108" sldId="261"/>
            <ac:spMk id="49" creationId="{2C80DF8C-6EAA-61C8-95A6-C36126CDB498}"/>
          </ac:spMkLst>
        </pc:spChg>
        <pc:spChg chg="mod">
          <ac:chgData name="Vasanti Kadam" userId="2d2c718a-941c-44c5-9fc1-bfc327de9193" providerId="ADAL" clId="{01B42F18-8433-40A2-9A6F-BBB2C19DF8F9}" dt="2025-07-17T13:24:50.464" v="891" actId="1076"/>
          <ac:spMkLst>
            <pc:docMk/>
            <pc:sldMk cId="1654162108" sldId="261"/>
            <ac:spMk id="51" creationId="{9C5E58D9-9C9B-6ABB-5B63-A50709247CA9}"/>
          </ac:spMkLst>
        </pc:spChg>
        <pc:spChg chg="del">
          <ac:chgData name="Vasanti Kadam" userId="2d2c718a-941c-44c5-9fc1-bfc327de9193" providerId="ADAL" clId="{01B42F18-8433-40A2-9A6F-BBB2C19DF8F9}" dt="2025-07-17T13:23:48.495" v="866" actId="478"/>
          <ac:spMkLst>
            <pc:docMk/>
            <pc:sldMk cId="1654162108" sldId="261"/>
            <ac:spMk id="52" creationId="{17A8A96E-31F8-125C-AC8E-D80B6AFB4FBE}"/>
          </ac:spMkLst>
        </pc:spChg>
        <pc:spChg chg="del">
          <ac:chgData name="Vasanti Kadam" userId="2d2c718a-941c-44c5-9fc1-bfc327de9193" providerId="ADAL" clId="{01B42F18-8433-40A2-9A6F-BBB2C19DF8F9}" dt="2025-07-17T13:23:48.495" v="866" actId="478"/>
          <ac:spMkLst>
            <pc:docMk/>
            <pc:sldMk cId="1654162108" sldId="261"/>
            <ac:spMk id="53" creationId="{C1D3EF38-D57B-B75D-62A3-86FB6E056AE1}"/>
          </ac:spMkLst>
        </pc:spChg>
        <pc:spChg chg="mod topLvl">
          <ac:chgData name="Vasanti Kadam" userId="2d2c718a-941c-44c5-9fc1-bfc327de9193" providerId="ADAL" clId="{01B42F18-8433-40A2-9A6F-BBB2C19DF8F9}" dt="2025-07-17T13:21:37.146" v="843" actId="165"/>
          <ac:spMkLst>
            <pc:docMk/>
            <pc:sldMk cId="1654162108" sldId="261"/>
            <ac:spMk id="56" creationId="{552A63A5-CAF3-6426-DEAB-19F57AD29B45}"/>
          </ac:spMkLst>
        </pc:spChg>
        <pc:spChg chg="mod topLvl">
          <ac:chgData name="Vasanti Kadam" userId="2d2c718a-941c-44c5-9fc1-bfc327de9193" providerId="ADAL" clId="{01B42F18-8433-40A2-9A6F-BBB2C19DF8F9}" dt="2025-07-17T13:21:37.146" v="843" actId="165"/>
          <ac:spMkLst>
            <pc:docMk/>
            <pc:sldMk cId="1654162108" sldId="261"/>
            <ac:spMk id="58" creationId="{5DC97581-7146-4606-4460-1DCD16D1982F}"/>
          </ac:spMkLst>
        </pc:spChg>
        <pc:spChg chg="del">
          <ac:chgData name="Vasanti Kadam" userId="2d2c718a-941c-44c5-9fc1-bfc327de9193" providerId="ADAL" clId="{01B42F18-8433-40A2-9A6F-BBB2C19DF8F9}" dt="2025-07-17T13:21:41.503" v="844" actId="478"/>
          <ac:spMkLst>
            <pc:docMk/>
            <pc:sldMk cId="1654162108" sldId="261"/>
            <ac:spMk id="59" creationId="{25059B7F-3FEB-BC8C-5592-7A4F2DDA72A5}"/>
          </ac:spMkLst>
        </pc:spChg>
        <pc:spChg chg="mod topLvl">
          <ac:chgData name="Vasanti Kadam" userId="2d2c718a-941c-44c5-9fc1-bfc327de9193" providerId="ADAL" clId="{01B42F18-8433-40A2-9A6F-BBB2C19DF8F9}" dt="2025-07-17T13:21:37.146" v="843" actId="165"/>
          <ac:spMkLst>
            <pc:docMk/>
            <pc:sldMk cId="1654162108" sldId="261"/>
            <ac:spMk id="62" creationId="{C8302FD5-82C4-2290-558D-B683F6020B8E}"/>
          </ac:spMkLst>
        </pc:spChg>
        <pc:spChg chg="del">
          <ac:chgData name="Vasanti Kadam" userId="2d2c718a-941c-44c5-9fc1-bfc327de9193" providerId="ADAL" clId="{01B42F18-8433-40A2-9A6F-BBB2C19DF8F9}" dt="2025-07-17T13:21:41.503" v="844" actId="478"/>
          <ac:spMkLst>
            <pc:docMk/>
            <pc:sldMk cId="1654162108" sldId="261"/>
            <ac:spMk id="63" creationId="{29A73656-1783-9BB6-D539-521D0C96D632}"/>
          </ac:spMkLst>
        </pc:spChg>
        <pc:spChg chg="mod topLvl">
          <ac:chgData name="Vasanti Kadam" userId="2d2c718a-941c-44c5-9fc1-bfc327de9193" providerId="ADAL" clId="{01B42F18-8433-40A2-9A6F-BBB2C19DF8F9}" dt="2025-07-17T13:21:37.146" v="843" actId="165"/>
          <ac:spMkLst>
            <pc:docMk/>
            <pc:sldMk cId="1654162108" sldId="261"/>
            <ac:spMk id="67" creationId="{35F23935-FCD4-10FB-3456-A13A65A9348D}"/>
          </ac:spMkLst>
        </pc:spChg>
        <pc:spChg chg="del mod topLvl">
          <ac:chgData name="Vasanti Kadam" userId="2d2c718a-941c-44c5-9fc1-bfc327de9193" providerId="ADAL" clId="{01B42F18-8433-40A2-9A6F-BBB2C19DF8F9}" dt="2025-07-17T13:21:41.503" v="844" actId="478"/>
          <ac:spMkLst>
            <pc:docMk/>
            <pc:sldMk cId="1654162108" sldId="261"/>
            <ac:spMk id="68" creationId="{C4E76919-16CE-EAF6-CA75-7142D2A21F13}"/>
          </ac:spMkLst>
        </pc:spChg>
        <pc:spChg chg="del">
          <ac:chgData name="Vasanti Kadam" userId="2d2c718a-941c-44c5-9fc1-bfc327de9193" providerId="ADAL" clId="{01B42F18-8433-40A2-9A6F-BBB2C19DF8F9}" dt="2025-07-17T13:21:41.503" v="844" actId="478"/>
          <ac:spMkLst>
            <pc:docMk/>
            <pc:sldMk cId="1654162108" sldId="261"/>
            <ac:spMk id="75" creationId="{A8911D71-4006-CE8F-EADA-1E1DFC185B21}"/>
          </ac:spMkLst>
        </pc:spChg>
        <pc:spChg chg="mod topLvl">
          <ac:chgData name="Vasanti Kadam" userId="2d2c718a-941c-44c5-9fc1-bfc327de9193" providerId="ADAL" clId="{01B42F18-8433-40A2-9A6F-BBB2C19DF8F9}" dt="2025-07-17T13:21:37.146" v="843" actId="165"/>
          <ac:spMkLst>
            <pc:docMk/>
            <pc:sldMk cId="1654162108" sldId="261"/>
            <ac:spMk id="79" creationId="{77F45055-1CBD-A142-488F-FCC7ADDD9684}"/>
          </ac:spMkLst>
        </pc:spChg>
        <pc:spChg chg="del">
          <ac:chgData name="Vasanti Kadam" userId="2d2c718a-941c-44c5-9fc1-bfc327de9193" providerId="ADAL" clId="{01B42F18-8433-40A2-9A6F-BBB2C19DF8F9}" dt="2025-07-17T13:21:41.503" v="844" actId="478"/>
          <ac:spMkLst>
            <pc:docMk/>
            <pc:sldMk cId="1654162108" sldId="261"/>
            <ac:spMk id="83" creationId="{21FCA1B0-D217-41EE-813B-0F98F45860C3}"/>
          </ac:spMkLst>
        </pc:spChg>
        <pc:spChg chg="del">
          <ac:chgData name="Vasanti Kadam" userId="2d2c718a-941c-44c5-9fc1-bfc327de9193" providerId="ADAL" clId="{01B42F18-8433-40A2-9A6F-BBB2C19DF8F9}" dt="2025-07-17T13:21:41.503" v="844" actId="478"/>
          <ac:spMkLst>
            <pc:docMk/>
            <pc:sldMk cId="1654162108" sldId="261"/>
            <ac:spMk id="84" creationId="{73C2A044-8B24-6053-8FAF-7FB9E92421B1}"/>
          </ac:spMkLst>
        </pc:spChg>
        <pc:spChg chg="del">
          <ac:chgData name="Vasanti Kadam" userId="2d2c718a-941c-44c5-9fc1-bfc327de9193" providerId="ADAL" clId="{01B42F18-8433-40A2-9A6F-BBB2C19DF8F9}" dt="2025-07-17T13:21:41.503" v="844" actId="478"/>
          <ac:spMkLst>
            <pc:docMk/>
            <pc:sldMk cId="1654162108" sldId="261"/>
            <ac:spMk id="85" creationId="{8FE31597-FF98-A5C2-0992-1BFC3B41EDC0}"/>
          </ac:spMkLst>
        </pc:spChg>
        <pc:spChg chg="del">
          <ac:chgData name="Vasanti Kadam" userId="2d2c718a-941c-44c5-9fc1-bfc327de9193" providerId="ADAL" clId="{01B42F18-8433-40A2-9A6F-BBB2C19DF8F9}" dt="2025-07-17T13:21:41.503" v="844" actId="478"/>
          <ac:spMkLst>
            <pc:docMk/>
            <pc:sldMk cId="1654162108" sldId="261"/>
            <ac:spMk id="87" creationId="{79C67F41-095B-1DE1-5BD3-7D82D70261F9}"/>
          </ac:spMkLst>
        </pc:spChg>
        <pc:spChg chg="del">
          <ac:chgData name="Vasanti Kadam" userId="2d2c718a-941c-44c5-9fc1-bfc327de9193" providerId="ADAL" clId="{01B42F18-8433-40A2-9A6F-BBB2C19DF8F9}" dt="2025-07-17T13:21:41.503" v="844" actId="478"/>
          <ac:spMkLst>
            <pc:docMk/>
            <pc:sldMk cId="1654162108" sldId="261"/>
            <ac:spMk id="89" creationId="{408906F9-9B2D-6E09-5EC0-53C18BFA3C4E}"/>
          </ac:spMkLst>
        </pc:spChg>
        <pc:spChg chg="mod topLvl">
          <ac:chgData name="Vasanti Kadam" userId="2d2c718a-941c-44c5-9fc1-bfc327de9193" providerId="ADAL" clId="{01B42F18-8433-40A2-9A6F-BBB2C19DF8F9}" dt="2025-07-17T13:21:37.146" v="843" actId="165"/>
          <ac:spMkLst>
            <pc:docMk/>
            <pc:sldMk cId="1654162108" sldId="261"/>
            <ac:spMk id="101" creationId="{5159EC24-1D31-EE89-6EA7-3B5A820966A8}"/>
          </ac:spMkLst>
        </pc:spChg>
        <pc:spChg chg="del mod topLvl">
          <ac:chgData name="Vasanti Kadam" userId="2d2c718a-941c-44c5-9fc1-bfc327de9193" providerId="ADAL" clId="{01B42F18-8433-40A2-9A6F-BBB2C19DF8F9}" dt="2025-07-17T13:21:41.503" v="844" actId="478"/>
          <ac:spMkLst>
            <pc:docMk/>
            <pc:sldMk cId="1654162108" sldId="261"/>
            <ac:spMk id="102" creationId="{0EE56EDB-487A-ADA4-19A7-2D02141E3E5A}"/>
          </ac:spMkLst>
        </pc:spChg>
        <pc:spChg chg="mod topLvl">
          <ac:chgData name="Vasanti Kadam" userId="2d2c718a-941c-44c5-9fc1-bfc327de9193" providerId="ADAL" clId="{01B42F18-8433-40A2-9A6F-BBB2C19DF8F9}" dt="2025-07-17T13:21:37.146" v="843" actId="165"/>
          <ac:spMkLst>
            <pc:docMk/>
            <pc:sldMk cId="1654162108" sldId="261"/>
            <ac:spMk id="103" creationId="{58584EE0-4EB1-CA23-D6D3-C64AD88E330D}"/>
          </ac:spMkLst>
        </pc:spChg>
        <pc:spChg chg="mod topLvl">
          <ac:chgData name="Vasanti Kadam" userId="2d2c718a-941c-44c5-9fc1-bfc327de9193" providerId="ADAL" clId="{01B42F18-8433-40A2-9A6F-BBB2C19DF8F9}" dt="2025-07-17T13:21:37.146" v="843" actId="165"/>
          <ac:spMkLst>
            <pc:docMk/>
            <pc:sldMk cId="1654162108" sldId="261"/>
            <ac:spMk id="105" creationId="{07AC1F33-878D-B24E-0998-0D0E39D5A5BF}"/>
          </ac:spMkLst>
        </pc:spChg>
        <pc:spChg chg="mod">
          <ac:chgData name="Vasanti Kadam" userId="2d2c718a-941c-44c5-9fc1-bfc327de9193" providerId="ADAL" clId="{01B42F18-8433-40A2-9A6F-BBB2C19DF8F9}" dt="2025-07-17T13:24:50.464" v="891" actId="1076"/>
          <ac:spMkLst>
            <pc:docMk/>
            <pc:sldMk cId="1654162108" sldId="261"/>
            <ac:spMk id="108" creationId="{14DE66F9-9CD3-DD9A-BD71-2E0E7A849906}"/>
          </ac:spMkLst>
        </pc:spChg>
        <pc:spChg chg="add del mod">
          <ac:chgData name="Vasanti Kadam" userId="2d2c718a-941c-44c5-9fc1-bfc327de9193" providerId="ADAL" clId="{01B42F18-8433-40A2-9A6F-BBB2C19DF8F9}" dt="2025-07-17T13:21:49.830" v="849" actId="478"/>
          <ac:spMkLst>
            <pc:docMk/>
            <pc:sldMk cId="1654162108" sldId="261"/>
            <ac:spMk id="109" creationId="{00B3C5DD-D9CC-F9CD-B869-A9D5995B0DF6}"/>
          </ac:spMkLst>
        </pc:spChg>
        <pc:spChg chg="mod">
          <ac:chgData name="Vasanti Kadam" userId="2d2c718a-941c-44c5-9fc1-bfc327de9193" providerId="ADAL" clId="{01B42F18-8433-40A2-9A6F-BBB2C19DF8F9}" dt="2025-07-17T13:26:24.205" v="933" actId="207"/>
          <ac:spMkLst>
            <pc:docMk/>
            <pc:sldMk cId="1654162108" sldId="261"/>
            <ac:spMk id="114" creationId="{0E66E87E-4F5C-2CAC-061B-E04FE319349A}"/>
          </ac:spMkLst>
        </pc:spChg>
        <pc:spChg chg="del mod">
          <ac:chgData name="Vasanti Kadam" userId="2d2c718a-941c-44c5-9fc1-bfc327de9193" providerId="ADAL" clId="{01B42F18-8433-40A2-9A6F-BBB2C19DF8F9}" dt="2025-07-17T13:24:20.284" v="875" actId="478"/>
          <ac:spMkLst>
            <pc:docMk/>
            <pc:sldMk cId="1654162108" sldId="261"/>
            <ac:spMk id="118" creationId="{CACC6A65-2CAF-1D42-952B-667545FD33F8}"/>
          </ac:spMkLst>
        </pc:spChg>
        <pc:spChg chg="del mod">
          <ac:chgData name="Vasanti Kadam" userId="2d2c718a-941c-44c5-9fc1-bfc327de9193" providerId="ADAL" clId="{01B42F18-8433-40A2-9A6F-BBB2C19DF8F9}" dt="2025-07-17T13:24:20.284" v="875" actId="478"/>
          <ac:spMkLst>
            <pc:docMk/>
            <pc:sldMk cId="1654162108" sldId="261"/>
            <ac:spMk id="119" creationId="{36810C50-0F2D-17EF-63B0-11EDC2717DA6}"/>
          </ac:spMkLst>
        </pc:spChg>
        <pc:spChg chg="mod">
          <ac:chgData name="Vasanti Kadam" userId="2d2c718a-941c-44c5-9fc1-bfc327de9193" providerId="ADAL" clId="{01B42F18-8433-40A2-9A6F-BBB2C19DF8F9}" dt="2025-07-17T13:24:50.464" v="891" actId="1076"/>
          <ac:spMkLst>
            <pc:docMk/>
            <pc:sldMk cId="1654162108" sldId="261"/>
            <ac:spMk id="120" creationId="{02798AAE-18B4-0870-47B5-1607908168F5}"/>
          </ac:spMkLst>
        </pc:spChg>
        <pc:spChg chg="del mod">
          <ac:chgData name="Vasanti Kadam" userId="2d2c718a-941c-44c5-9fc1-bfc327de9193" providerId="ADAL" clId="{01B42F18-8433-40A2-9A6F-BBB2C19DF8F9}" dt="2025-07-17T13:24:20.284" v="875" actId="478"/>
          <ac:spMkLst>
            <pc:docMk/>
            <pc:sldMk cId="1654162108" sldId="261"/>
            <ac:spMk id="121" creationId="{EC66E59A-F8AF-DC41-C723-6DF0D8E07981}"/>
          </ac:spMkLst>
        </pc:spChg>
        <pc:spChg chg="del mod">
          <ac:chgData name="Vasanti Kadam" userId="2d2c718a-941c-44c5-9fc1-bfc327de9193" providerId="ADAL" clId="{01B42F18-8433-40A2-9A6F-BBB2C19DF8F9}" dt="2025-07-17T13:24:20.284" v="875" actId="478"/>
          <ac:spMkLst>
            <pc:docMk/>
            <pc:sldMk cId="1654162108" sldId="261"/>
            <ac:spMk id="122" creationId="{AD58F07B-E8E4-52C0-F9E1-417127E828EA}"/>
          </ac:spMkLst>
        </pc:spChg>
        <pc:spChg chg="mod topLvl">
          <ac:chgData name="Vasanti Kadam" userId="2d2c718a-941c-44c5-9fc1-bfc327de9193" providerId="ADAL" clId="{01B42F18-8433-40A2-9A6F-BBB2C19DF8F9}" dt="2025-07-17T13:26:35.588" v="937" actId="1076"/>
          <ac:spMkLst>
            <pc:docMk/>
            <pc:sldMk cId="1654162108" sldId="261"/>
            <ac:spMk id="125" creationId="{B52DF21B-D2D5-B831-39CA-593E47497F10}"/>
          </ac:spMkLst>
        </pc:spChg>
        <pc:spChg chg="add mod topLvl">
          <ac:chgData name="Vasanti Kadam" userId="2d2c718a-941c-44c5-9fc1-bfc327de9193" providerId="ADAL" clId="{01B42F18-8433-40A2-9A6F-BBB2C19DF8F9}" dt="2025-07-17T13:26:35.588" v="937" actId="1076"/>
          <ac:spMkLst>
            <pc:docMk/>
            <pc:sldMk cId="1654162108" sldId="261"/>
            <ac:spMk id="126" creationId="{228D3BDF-69FD-6590-60B7-A3F4E5D0F2BA}"/>
          </ac:spMkLst>
        </pc:spChg>
        <pc:spChg chg="add mod topLvl">
          <ac:chgData name="Vasanti Kadam" userId="2d2c718a-941c-44c5-9fc1-bfc327de9193" providerId="ADAL" clId="{01B42F18-8433-40A2-9A6F-BBB2C19DF8F9}" dt="2025-07-17T13:26:35.588" v="937" actId="1076"/>
          <ac:spMkLst>
            <pc:docMk/>
            <pc:sldMk cId="1654162108" sldId="261"/>
            <ac:spMk id="127" creationId="{CAFD9401-786C-FE00-0FB6-52CCD3AD3B91}"/>
          </ac:spMkLst>
        </pc:spChg>
        <pc:spChg chg="add mod topLvl">
          <ac:chgData name="Vasanti Kadam" userId="2d2c718a-941c-44c5-9fc1-bfc327de9193" providerId="ADAL" clId="{01B42F18-8433-40A2-9A6F-BBB2C19DF8F9}" dt="2025-07-17T13:26:35.588" v="937" actId="1076"/>
          <ac:spMkLst>
            <pc:docMk/>
            <pc:sldMk cId="1654162108" sldId="261"/>
            <ac:spMk id="128" creationId="{4264B51B-4D92-8838-0D05-42EE209BD1C3}"/>
          </ac:spMkLst>
        </pc:spChg>
        <pc:spChg chg="add mod">
          <ac:chgData name="Vasanti Kadam" userId="2d2c718a-941c-44c5-9fc1-bfc327de9193" providerId="ADAL" clId="{01B42F18-8433-40A2-9A6F-BBB2C19DF8F9}" dt="2025-07-17T13:28:32.628" v="950" actId="208"/>
          <ac:spMkLst>
            <pc:docMk/>
            <pc:sldMk cId="1654162108" sldId="261"/>
            <ac:spMk id="132" creationId="{E3ECF1C6-C2D1-70C8-55E8-F28728EC9E4D}"/>
          </ac:spMkLst>
        </pc:spChg>
        <pc:spChg chg="add mod">
          <ac:chgData name="Vasanti Kadam" userId="2d2c718a-941c-44c5-9fc1-bfc327de9193" providerId="ADAL" clId="{01B42F18-8433-40A2-9A6F-BBB2C19DF8F9}" dt="2025-07-17T13:28:32.628" v="950" actId="208"/>
          <ac:spMkLst>
            <pc:docMk/>
            <pc:sldMk cId="1654162108" sldId="261"/>
            <ac:spMk id="133" creationId="{52450683-5B7E-F56F-F77E-D789743E0928}"/>
          </ac:spMkLst>
        </pc:spChg>
        <pc:spChg chg="add mod">
          <ac:chgData name="Vasanti Kadam" userId="2d2c718a-941c-44c5-9fc1-bfc327de9193" providerId="ADAL" clId="{01B42F18-8433-40A2-9A6F-BBB2C19DF8F9}" dt="2025-07-17T13:28:44.463" v="954" actId="14100"/>
          <ac:spMkLst>
            <pc:docMk/>
            <pc:sldMk cId="1654162108" sldId="261"/>
            <ac:spMk id="134" creationId="{1A32A5BF-0B64-0149-4182-64FB337795D4}"/>
          </ac:spMkLst>
        </pc:spChg>
        <pc:spChg chg="add mod">
          <ac:chgData name="Vasanti Kadam" userId="2d2c718a-941c-44c5-9fc1-bfc327de9193" providerId="ADAL" clId="{01B42F18-8433-40A2-9A6F-BBB2C19DF8F9}" dt="2025-07-17T13:28:49.317" v="957" actId="1076"/>
          <ac:spMkLst>
            <pc:docMk/>
            <pc:sldMk cId="1654162108" sldId="261"/>
            <ac:spMk id="135" creationId="{1A54148D-3E95-1509-F001-6543EECE9966}"/>
          </ac:spMkLst>
        </pc:spChg>
        <pc:grpChg chg="del mod">
          <ac:chgData name="Vasanti Kadam" userId="2d2c718a-941c-44c5-9fc1-bfc327de9193" providerId="ADAL" clId="{01B42F18-8433-40A2-9A6F-BBB2C19DF8F9}" dt="2025-07-17T13:24:00.250" v="871" actId="27803"/>
          <ac:grpSpMkLst>
            <pc:docMk/>
            <pc:sldMk cId="1654162108" sldId="261"/>
            <ac:grpSpMk id="117" creationId="{2AC4E5F7-A082-F4AB-BDF9-0EF6FD27E2DF}"/>
          </ac:grpSpMkLst>
        </pc:grpChg>
        <pc:grpChg chg="add del mod">
          <ac:chgData name="Vasanti Kadam" userId="2d2c718a-941c-44c5-9fc1-bfc327de9193" providerId="ADAL" clId="{01B42F18-8433-40A2-9A6F-BBB2C19DF8F9}" dt="2025-07-17T13:24:51.849" v="892" actId="165"/>
          <ac:grpSpMkLst>
            <pc:docMk/>
            <pc:sldMk cId="1654162108" sldId="261"/>
            <ac:grpSpMk id="129" creationId="{6FE439B4-E65D-A983-98EC-A12290BAFF36}"/>
          </ac:grpSpMkLst>
        </pc:grpChg>
        <pc:picChg chg="add mod">
          <ac:chgData name="Vasanti Kadam" userId="2d2c718a-941c-44c5-9fc1-bfc327de9193" providerId="ADAL" clId="{01B42F18-8433-40A2-9A6F-BBB2C19DF8F9}" dt="2025-07-17T13:21:33.555" v="841" actId="12788"/>
          <ac:picMkLst>
            <pc:docMk/>
            <pc:sldMk cId="1654162108" sldId="261"/>
            <ac:picMk id="32" creationId="{47E0BE11-2891-FF3D-75F0-28B0C563D1F8}"/>
          </ac:picMkLst>
        </pc:picChg>
        <pc:picChg chg="add del">
          <ac:chgData name="Vasanti Kadam" userId="2d2c718a-941c-44c5-9fc1-bfc327de9193" providerId="ADAL" clId="{01B42F18-8433-40A2-9A6F-BBB2C19DF8F9}" dt="2025-07-17T13:22:01.226" v="851" actId="22"/>
          <ac:picMkLst>
            <pc:docMk/>
            <pc:sldMk cId="1654162108" sldId="261"/>
            <ac:picMk id="111" creationId="{187A9D06-07F7-33CE-4CE4-00FAD7AA918A}"/>
          </ac:picMkLst>
        </pc:picChg>
        <pc:picChg chg="add del mod">
          <ac:chgData name="Vasanti Kadam" userId="2d2c718a-941c-44c5-9fc1-bfc327de9193" providerId="ADAL" clId="{01B42F18-8433-40A2-9A6F-BBB2C19DF8F9}" dt="2025-07-17T13:22:24.732" v="858" actId="27803"/>
          <ac:picMkLst>
            <pc:docMk/>
            <pc:sldMk cId="1654162108" sldId="261"/>
            <ac:picMk id="113" creationId="{0E66E87E-4F5C-2CAC-061B-E04FE319349A}"/>
          </ac:picMkLst>
        </pc:picChg>
        <pc:picChg chg="add del mod">
          <ac:chgData name="Vasanti Kadam" userId="2d2c718a-941c-44c5-9fc1-bfc327de9193" providerId="ADAL" clId="{01B42F18-8433-40A2-9A6F-BBB2C19DF8F9}" dt="2025-07-17T13:24:00.250" v="871" actId="27803"/>
          <ac:picMkLst>
            <pc:docMk/>
            <pc:sldMk cId="1654162108" sldId="261"/>
            <ac:picMk id="116" creationId="{0927DAEA-27D5-72FC-9B0D-BE18AF2B5F12}"/>
          </ac:picMkLst>
        </pc:picChg>
        <pc:picChg chg="add del mod">
          <ac:chgData name="Vasanti Kadam" userId="2d2c718a-941c-44c5-9fc1-bfc327de9193" providerId="ADAL" clId="{01B42F18-8433-40A2-9A6F-BBB2C19DF8F9}" dt="2025-07-17T13:24:24.474" v="878" actId="27803"/>
          <ac:picMkLst>
            <pc:docMk/>
            <pc:sldMk cId="1654162108" sldId="261"/>
            <ac:picMk id="124" creationId="{B52DF21B-D2D5-B831-39CA-593E47497F10}"/>
          </ac:picMkLst>
        </pc:picChg>
        <pc:cxnChg chg="add del mod">
          <ac:chgData name="Vasanti Kadam" userId="2d2c718a-941c-44c5-9fc1-bfc327de9193" providerId="ADAL" clId="{01B42F18-8433-40A2-9A6F-BBB2C19DF8F9}" dt="2025-07-17T13:27:59.679" v="940" actId="478"/>
          <ac:cxnSpMkLst>
            <pc:docMk/>
            <pc:sldMk cId="1654162108" sldId="261"/>
            <ac:cxnSpMk id="131" creationId="{555CF6AE-8AC7-B310-B920-19746B0306DE}"/>
          </ac:cxnSpMkLst>
        </pc:cxnChg>
      </pc:sldChg>
      <pc:sldChg chg="addSp delSp modSp add mod">
        <pc:chgData name="Vasanti Kadam" userId="2d2c718a-941c-44c5-9fc1-bfc327de9193" providerId="ADAL" clId="{01B42F18-8433-40A2-9A6F-BBB2C19DF8F9}" dt="2025-07-17T14:32:02.363" v="1753" actId="478"/>
        <pc:sldMkLst>
          <pc:docMk/>
          <pc:sldMk cId="2030008345" sldId="262"/>
        </pc:sldMkLst>
        <pc:spChg chg="mod">
          <ac:chgData name="Vasanti Kadam" userId="2d2c718a-941c-44c5-9fc1-bfc327de9193" providerId="ADAL" clId="{01B42F18-8433-40A2-9A6F-BBB2C19DF8F9}" dt="2025-07-17T13:43:07.539" v="988" actId="947"/>
          <ac:spMkLst>
            <pc:docMk/>
            <pc:sldMk cId="2030008345" sldId="262"/>
            <ac:spMk id="2" creationId="{0FA1918A-9BA8-2D81-C011-0A14742BD0D1}"/>
          </ac:spMkLst>
        </pc:spChg>
        <pc:spChg chg="mod">
          <ac:chgData name="Vasanti Kadam" userId="2d2c718a-941c-44c5-9fc1-bfc327de9193" providerId="ADAL" clId="{01B42F18-8433-40A2-9A6F-BBB2C19DF8F9}" dt="2025-07-17T13:43:07.539" v="989" actId="947"/>
          <ac:spMkLst>
            <pc:docMk/>
            <pc:sldMk cId="2030008345" sldId="262"/>
            <ac:spMk id="3" creationId="{466D1FE7-FFBA-E6AD-3C0A-9ABCBE76F1AE}"/>
          </ac:spMkLst>
        </pc:spChg>
        <pc:spChg chg="mod">
          <ac:chgData name="Vasanti Kadam" userId="2d2c718a-941c-44c5-9fc1-bfc327de9193" providerId="ADAL" clId="{01B42F18-8433-40A2-9A6F-BBB2C19DF8F9}" dt="2025-07-17T13:43:07.539" v="990" actId="947"/>
          <ac:spMkLst>
            <pc:docMk/>
            <pc:sldMk cId="2030008345" sldId="262"/>
            <ac:spMk id="4" creationId="{FB016952-12A8-D0A6-E938-5DCE74BB2063}"/>
          </ac:spMkLst>
        </pc:spChg>
        <pc:spChg chg="mod">
          <ac:chgData name="Vasanti Kadam" userId="2d2c718a-941c-44c5-9fc1-bfc327de9193" providerId="ADAL" clId="{01B42F18-8433-40A2-9A6F-BBB2C19DF8F9}" dt="2025-07-17T13:43:07.539" v="991" actId="947"/>
          <ac:spMkLst>
            <pc:docMk/>
            <pc:sldMk cId="2030008345" sldId="262"/>
            <ac:spMk id="5" creationId="{37E51950-3F34-76A2-3C30-97263CB79CDA}"/>
          </ac:spMkLst>
        </pc:spChg>
        <pc:spChg chg="del mod">
          <ac:chgData name="Vasanti Kadam" userId="2d2c718a-941c-44c5-9fc1-bfc327de9193" providerId="ADAL" clId="{01B42F18-8433-40A2-9A6F-BBB2C19DF8F9}" dt="2025-07-17T14:32:02.363" v="1753" actId="478"/>
          <ac:spMkLst>
            <pc:docMk/>
            <pc:sldMk cId="2030008345" sldId="262"/>
            <ac:spMk id="6" creationId="{7BC67CD3-D7B5-0291-5018-CDD157116569}"/>
          </ac:spMkLst>
        </pc:spChg>
        <pc:spChg chg="mod">
          <ac:chgData name="Vasanti Kadam" userId="2d2c718a-941c-44c5-9fc1-bfc327de9193" providerId="ADAL" clId="{01B42F18-8433-40A2-9A6F-BBB2C19DF8F9}" dt="2025-07-17T13:43:07.539" v="993" actId="947"/>
          <ac:spMkLst>
            <pc:docMk/>
            <pc:sldMk cId="2030008345" sldId="262"/>
            <ac:spMk id="7" creationId="{4808F7BC-8202-AEB4-5B9B-D77D1F6F85EC}"/>
          </ac:spMkLst>
        </pc:spChg>
        <pc:spChg chg="del mod">
          <ac:chgData name="Vasanti Kadam" userId="2d2c718a-941c-44c5-9fc1-bfc327de9193" providerId="ADAL" clId="{01B42F18-8433-40A2-9A6F-BBB2C19DF8F9}" dt="2025-07-17T14:32:02.363" v="1753" actId="478"/>
          <ac:spMkLst>
            <pc:docMk/>
            <pc:sldMk cId="2030008345" sldId="262"/>
            <ac:spMk id="8" creationId="{9645430F-0245-7726-FAFB-CC6165F2AFBA}"/>
          </ac:spMkLst>
        </pc:spChg>
        <pc:spChg chg="del mod">
          <ac:chgData name="Vasanti Kadam" userId="2d2c718a-941c-44c5-9fc1-bfc327de9193" providerId="ADAL" clId="{01B42F18-8433-40A2-9A6F-BBB2C19DF8F9}" dt="2025-07-17T14:32:02.363" v="1753" actId="478"/>
          <ac:spMkLst>
            <pc:docMk/>
            <pc:sldMk cId="2030008345" sldId="262"/>
            <ac:spMk id="9" creationId="{0F1D1EBA-A83D-A110-179D-153917DE07A8}"/>
          </ac:spMkLst>
        </pc:spChg>
        <pc:spChg chg="del mod">
          <ac:chgData name="Vasanti Kadam" userId="2d2c718a-941c-44c5-9fc1-bfc327de9193" providerId="ADAL" clId="{01B42F18-8433-40A2-9A6F-BBB2C19DF8F9}" dt="2025-07-17T14:32:02.363" v="1753" actId="478"/>
          <ac:spMkLst>
            <pc:docMk/>
            <pc:sldMk cId="2030008345" sldId="262"/>
            <ac:spMk id="10" creationId="{8ABFB5B0-1E51-DD26-3298-423C8DB8A1D1}"/>
          </ac:spMkLst>
        </pc:spChg>
        <pc:spChg chg="mod">
          <ac:chgData name="Vasanti Kadam" userId="2d2c718a-941c-44c5-9fc1-bfc327de9193" providerId="ADAL" clId="{01B42F18-8433-40A2-9A6F-BBB2C19DF8F9}" dt="2025-07-17T13:43:07.539" v="997" actId="947"/>
          <ac:spMkLst>
            <pc:docMk/>
            <pc:sldMk cId="2030008345" sldId="262"/>
            <ac:spMk id="11" creationId="{7DD7E85B-68A9-A992-EC5D-607225B1516C}"/>
          </ac:spMkLst>
        </pc:spChg>
        <pc:spChg chg="mod">
          <ac:chgData name="Vasanti Kadam" userId="2d2c718a-941c-44c5-9fc1-bfc327de9193" providerId="ADAL" clId="{01B42F18-8433-40A2-9A6F-BBB2C19DF8F9}" dt="2025-07-17T13:43:07.539" v="998" actId="947"/>
          <ac:spMkLst>
            <pc:docMk/>
            <pc:sldMk cId="2030008345" sldId="262"/>
            <ac:spMk id="12" creationId="{FF0C3471-86B5-C407-BB29-918747F5035D}"/>
          </ac:spMkLst>
        </pc:spChg>
        <pc:spChg chg="mod">
          <ac:chgData name="Vasanti Kadam" userId="2d2c718a-941c-44c5-9fc1-bfc327de9193" providerId="ADAL" clId="{01B42F18-8433-40A2-9A6F-BBB2C19DF8F9}" dt="2025-07-17T13:43:07.539" v="999" actId="947"/>
          <ac:spMkLst>
            <pc:docMk/>
            <pc:sldMk cId="2030008345" sldId="262"/>
            <ac:spMk id="13" creationId="{3A6E1BF8-FB02-CD15-9AA9-FF2142925499}"/>
          </ac:spMkLst>
        </pc:spChg>
        <pc:spChg chg="del mod">
          <ac:chgData name="Vasanti Kadam" userId="2d2c718a-941c-44c5-9fc1-bfc327de9193" providerId="ADAL" clId="{01B42F18-8433-40A2-9A6F-BBB2C19DF8F9}" dt="2025-07-17T14:32:02.363" v="1753" actId="478"/>
          <ac:spMkLst>
            <pc:docMk/>
            <pc:sldMk cId="2030008345" sldId="262"/>
            <ac:spMk id="14" creationId="{FD1B3165-736D-C46E-6020-9BF898C4F7D2}"/>
          </ac:spMkLst>
        </pc:spChg>
        <pc:spChg chg="del mod">
          <ac:chgData name="Vasanti Kadam" userId="2d2c718a-941c-44c5-9fc1-bfc327de9193" providerId="ADAL" clId="{01B42F18-8433-40A2-9A6F-BBB2C19DF8F9}" dt="2025-07-17T14:32:02.363" v="1753" actId="478"/>
          <ac:spMkLst>
            <pc:docMk/>
            <pc:sldMk cId="2030008345" sldId="262"/>
            <ac:spMk id="15" creationId="{DC0C68CF-583D-D3BD-4208-E2FF7518F8FF}"/>
          </ac:spMkLst>
        </pc:spChg>
        <pc:spChg chg="mod">
          <ac:chgData name="Vasanti Kadam" userId="2d2c718a-941c-44c5-9fc1-bfc327de9193" providerId="ADAL" clId="{01B42F18-8433-40A2-9A6F-BBB2C19DF8F9}" dt="2025-07-17T13:43:07.539" v="1002" actId="947"/>
          <ac:spMkLst>
            <pc:docMk/>
            <pc:sldMk cId="2030008345" sldId="262"/>
            <ac:spMk id="16" creationId="{EC440C82-5840-ED9C-75AD-C5CFD0D8A779}"/>
          </ac:spMkLst>
        </pc:spChg>
        <pc:spChg chg="mod">
          <ac:chgData name="Vasanti Kadam" userId="2d2c718a-941c-44c5-9fc1-bfc327de9193" providerId="ADAL" clId="{01B42F18-8433-40A2-9A6F-BBB2C19DF8F9}" dt="2025-07-17T13:43:07.539" v="1003" actId="947"/>
          <ac:spMkLst>
            <pc:docMk/>
            <pc:sldMk cId="2030008345" sldId="262"/>
            <ac:spMk id="17" creationId="{14AB95E9-87FD-1CC8-2B0F-F74267589985}"/>
          </ac:spMkLst>
        </pc:spChg>
        <pc:spChg chg="mod">
          <ac:chgData name="Vasanti Kadam" userId="2d2c718a-941c-44c5-9fc1-bfc327de9193" providerId="ADAL" clId="{01B42F18-8433-40A2-9A6F-BBB2C19DF8F9}" dt="2025-07-17T13:43:07.539" v="1004" actId="947"/>
          <ac:spMkLst>
            <pc:docMk/>
            <pc:sldMk cId="2030008345" sldId="262"/>
            <ac:spMk id="18" creationId="{A0E1914F-A93C-1FA6-3919-1D23FB009615}"/>
          </ac:spMkLst>
        </pc:spChg>
        <pc:spChg chg="del mod">
          <ac:chgData name="Vasanti Kadam" userId="2d2c718a-941c-44c5-9fc1-bfc327de9193" providerId="ADAL" clId="{01B42F18-8433-40A2-9A6F-BBB2C19DF8F9}" dt="2025-07-17T14:32:02.363" v="1753" actId="478"/>
          <ac:spMkLst>
            <pc:docMk/>
            <pc:sldMk cId="2030008345" sldId="262"/>
            <ac:spMk id="19" creationId="{ECBB1C33-65FE-E993-956C-C978BD252E60}"/>
          </ac:spMkLst>
        </pc:spChg>
        <pc:spChg chg="del mod">
          <ac:chgData name="Vasanti Kadam" userId="2d2c718a-941c-44c5-9fc1-bfc327de9193" providerId="ADAL" clId="{01B42F18-8433-40A2-9A6F-BBB2C19DF8F9}" dt="2025-07-17T14:32:02.363" v="1753" actId="478"/>
          <ac:spMkLst>
            <pc:docMk/>
            <pc:sldMk cId="2030008345" sldId="262"/>
            <ac:spMk id="20" creationId="{C0B0B9A6-E774-B472-5340-1C15DB762E51}"/>
          </ac:spMkLst>
        </pc:spChg>
        <pc:spChg chg="mod">
          <ac:chgData name="Vasanti Kadam" userId="2d2c718a-941c-44c5-9fc1-bfc327de9193" providerId="ADAL" clId="{01B42F18-8433-40A2-9A6F-BBB2C19DF8F9}" dt="2025-07-17T13:43:07.539" v="1007" actId="947"/>
          <ac:spMkLst>
            <pc:docMk/>
            <pc:sldMk cId="2030008345" sldId="262"/>
            <ac:spMk id="21" creationId="{E6DD3545-1973-093D-D52D-4D7093A8189B}"/>
          </ac:spMkLst>
        </pc:spChg>
        <pc:spChg chg="del mod">
          <ac:chgData name="Vasanti Kadam" userId="2d2c718a-941c-44c5-9fc1-bfc327de9193" providerId="ADAL" clId="{01B42F18-8433-40A2-9A6F-BBB2C19DF8F9}" dt="2025-07-17T14:32:02.363" v="1753" actId="478"/>
          <ac:spMkLst>
            <pc:docMk/>
            <pc:sldMk cId="2030008345" sldId="262"/>
            <ac:spMk id="22" creationId="{530F2A8F-1BE3-F376-E415-C056DC4C1C9A}"/>
          </ac:spMkLst>
        </pc:spChg>
        <pc:spChg chg="mod">
          <ac:chgData name="Vasanti Kadam" userId="2d2c718a-941c-44c5-9fc1-bfc327de9193" providerId="ADAL" clId="{01B42F18-8433-40A2-9A6F-BBB2C19DF8F9}" dt="2025-07-17T13:43:07.539" v="1009" actId="947"/>
          <ac:spMkLst>
            <pc:docMk/>
            <pc:sldMk cId="2030008345" sldId="262"/>
            <ac:spMk id="23" creationId="{ACD0D528-D179-3606-17D4-3332F88A8293}"/>
          </ac:spMkLst>
        </pc:spChg>
        <pc:spChg chg="mod">
          <ac:chgData name="Vasanti Kadam" userId="2d2c718a-941c-44c5-9fc1-bfc327de9193" providerId="ADAL" clId="{01B42F18-8433-40A2-9A6F-BBB2C19DF8F9}" dt="2025-07-17T13:43:07.555" v="1010" actId="947"/>
          <ac:spMkLst>
            <pc:docMk/>
            <pc:sldMk cId="2030008345" sldId="262"/>
            <ac:spMk id="24" creationId="{DF737576-6F97-9440-5793-9B878D525237}"/>
          </ac:spMkLst>
        </pc:spChg>
        <pc:spChg chg="del mod">
          <ac:chgData name="Vasanti Kadam" userId="2d2c718a-941c-44c5-9fc1-bfc327de9193" providerId="ADAL" clId="{01B42F18-8433-40A2-9A6F-BBB2C19DF8F9}" dt="2025-07-17T14:32:02.363" v="1753" actId="478"/>
          <ac:spMkLst>
            <pc:docMk/>
            <pc:sldMk cId="2030008345" sldId="262"/>
            <ac:spMk id="25" creationId="{BCE7329B-7DBB-9B9B-3DEB-2A7FE2BFB07C}"/>
          </ac:spMkLst>
        </pc:spChg>
        <pc:spChg chg="mod">
          <ac:chgData name="Vasanti Kadam" userId="2d2c718a-941c-44c5-9fc1-bfc327de9193" providerId="ADAL" clId="{01B42F18-8433-40A2-9A6F-BBB2C19DF8F9}" dt="2025-07-17T13:43:07.533" v="987" actId="947"/>
          <ac:spMkLst>
            <pc:docMk/>
            <pc:sldMk cId="2030008345" sldId="262"/>
            <ac:spMk id="28" creationId="{ABB51A75-15FE-3812-068A-94D37B986E24}"/>
          </ac:spMkLst>
        </pc:spChg>
        <pc:spChg chg="add mod">
          <ac:chgData name="Vasanti Kadam" userId="2d2c718a-941c-44c5-9fc1-bfc327de9193" providerId="ADAL" clId="{01B42F18-8433-40A2-9A6F-BBB2C19DF8F9}" dt="2025-07-17T13:42:25.146" v="966" actId="12789"/>
          <ac:spMkLst>
            <pc:docMk/>
            <pc:sldMk cId="2030008345" sldId="262"/>
            <ac:spMk id="29" creationId="{5A3DA430-CFAD-E95A-924D-2173059CF9BE}"/>
          </ac:spMkLst>
        </pc:spChg>
        <pc:spChg chg="del mod">
          <ac:chgData name="Vasanti Kadam" userId="2d2c718a-941c-44c5-9fc1-bfc327de9193" providerId="ADAL" clId="{01B42F18-8433-40A2-9A6F-BBB2C19DF8F9}" dt="2025-07-17T13:46:26.979" v="1095" actId="478"/>
          <ac:spMkLst>
            <pc:docMk/>
            <pc:sldMk cId="2030008345" sldId="262"/>
            <ac:spMk id="31" creationId="{C646B386-8DD5-493E-A5CE-0A4589DDFB54}"/>
          </ac:spMkLst>
        </pc:spChg>
        <pc:spChg chg="del mod">
          <ac:chgData name="Vasanti Kadam" userId="2d2c718a-941c-44c5-9fc1-bfc327de9193" providerId="ADAL" clId="{01B42F18-8433-40A2-9A6F-BBB2C19DF8F9}" dt="2025-07-17T13:46:22.608" v="1094" actId="478"/>
          <ac:spMkLst>
            <pc:docMk/>
            <pc:sldMk cId="2030008345" sldId="262"/>
            <ac:spMk id="32" creationId="{DE371D62-46F1-9346-4693-1DA349A46152}"/>
          </ac:spMkLst>
        </pc:spChg>
        <pc:spChg chg="del mod">
          <ac:chgData name="Vasanti Kadam" userId="2d2c718a-941c-44c5-9fc1-bfc327de9193" providerId="ADAL" clId="{01B42F18-8433-40A2-9A6F-BBB2C19DF8F9}" dt="2025-07-17T13:46:29.056" v="1096" actId="478"/>
          <ac:spMkLst>
            <pc:docMk/>
            <pc:sldMk cId="2030008345" sldId="262"/>
            <ac:spMk id="33" creationId="{5291F3EF-DC0C-BBDE-0E82-9B0E2CFCE77A}"/>
          </ac:spMkLst>
        </pc:spChg>
        <pc:spChg chg="del mod">
          <ac:chgData name="Vasanti Kadam" userId="2d2c718a-941c-44c5-9fc1-bfc327de9193" providerId="ADAL" clId="{01B42F18-8433-40A2-9A6F-BBB2C19DF8F9}" dt="2025-07-17T13:46:03.969" v="1085" actId="478"/>
          <ac:spMkLst>
            <pc:docMk/>
            <pc:sldMk cId="2030008345" sldId="262"/>
            <ac:spMk id="34" creationId="{E82044C3-4989-BAC8-062B-ED2121F19EA0}"/>
          </ac:spMkLst>
        </pc:spChg>
        <pc:spChg chg="mod">
          <ac:chgData name="Vasanti Kadam" userId="2d2c718a-941c-44c5-9fc1-bfc327de9193" providerId="ADAL" clId="{01B42F18-8433-40A2-9A6F-BBB2C19DF8F9}" dt="2025-07-17T13:43:07.555" v="1012" actId="947"/>
          <ac:spMkLst>
            <pc:docMk/>
            <pc:sldMk cId="2030008345" sldId="262"/>
            <ac:spMk id="35" creationId="{4252B58E-4354-C9D5-72ED-187D2D269774}"/>
          </ac:spMkLst>
        </pc:spChg>
        <pc:spChg chg="mod">
          <ac:chgData name="Vasanti Kadam" userId="2d2c718a-941c-44c5-9fc1-bfc327de9193" providerId="ADAL" clId="{01B42F18-8433-40A2-9A6F-BBB2C19DF8F9}" dt="2025-07-17T13:42:34.242" v="970" actId="207"/>
          <ac:spMkLst>
            <pc:docMk/>
            <pc:sldMk cId="2030008345" sldId="262"/>
            <ac:spMk id="36" creationId="{DEDD33EB-12A1-EF50-8D8A-5A7E67F8211E}"/>
          </ac:spMkLst>
        </pc:spChg>
        <pc:spChg chg="mod">
          <ac:chgData name="Vasanti Kadam" userId="2d2c718a-941c-44c5-9fc1-bfc327de9193" providerId="ADAL" clId="{01B42F18-8433-40A2-9A6F-BBB2C19DF8F9}" dt="2025-07-17T13:42:36.294" v="971" actId="207"/>
          <ac:spMkLst>
            <pc:docMk/>
            <pc:sldMk cId="2030008345" sldId="262"/>
            <ac:spMk id="37" creationId="{2C40999F-03CB-0E04-0BC4-312CD4CA1124}"/>
          </ac:spMkLst>
        </pc:spChg>
        <pc:spChg chg="mod">
          <ac:chgData name="Vasanti Kadam" userId="2d2c718a-941c-44c5-9fc1-bfc327de9193" providerId="ADAL" clId="{01B42F18-8433-40A2-9A6F-BBB2C19DF8F9}" dt="2025-07-17T13:42:41.456" v="973" actId="207"/>
          <ac:spMkLst>
            <pc:docMk/>
            <pc:sldMk cId="2030008345" sldId="262"/>
            <ac:spMk id="38" creationId="{326D192D-4A57-3E7F-576C-A86BCC361A02}"/>
          </ac:spMkLst>
        </pc:spChg>
        <pc:spChg chg="mod">
          <ac:chgData name="Vasanti Kadam" userId="2d2c718a-941c-44c5-9fc1-bfc327de9193" providerId="ADAL" clId="{01B42F18-8433-40A2-9A6F-BBB2C19DF8F9}" dt="2025-07-17T13:42:38.954" v="972" actId="207"/>
          <ac:spMkLst>
            <pc:docMk/>
            <pc:sldMk cId="2030008345" sldId="262"/>
            <ac:spMk id="39" creationId="{E9639ABD-ED2C-A520-A327-28E5ACF2FBFA}"/>
          </ac:spMkLst>
        </pc:spChg>
        <pc:spChg chg="mod">
          <ac:chgData name="Vasanti Kadam" userId="2d2c718a-941c-44c5-9fc1-bfc327de9193" providerId="ADAL" clId="{01B42F18-8433-40A2-9A6F-BBB2C19DF8F9}" dt="2025-07-17T13:42:49.870" v="976" actId="207"/>
          <ac:spMkLst>
            <pc:docMk/>
            <pc:sldMk cId="2030008345" sldId="262"/>
            <ac:spMk id="40" creationId="{125E0CBF-B63F-0F4D-EB47-FFA2336593D6}"/>
          </ac:spMkLst>
        </pc:spChg>
        <pc:spChg chg="mod">
          <ac:chgData name="Vasanti Kadam" userId="2d2c718a-941c-44c5-9fc1-bfc327de9193" providerId="ADAL" clId="{01B42F18-8433-40A2-9A6F-BBB2C19DF8F9}" dt="2025-07-17T13:42:52.136" v="977" actId="207"/>
          <ac:spMkLst>
            <pc:docMk/>
            <pc:sldMk cId="2030008345" sldId="262"/>
            <ac:spMk id="41" creationId="{B66E5226-67A4-6A77-71D0-57C087365BC2}"/>
          </ac:spMkLst>
        </pc:spChg>
        <pc:spChg chg="mod">
          <ac:chgData name="Vasanti Kadam" userId="2d2c718a-941c-44c5-9fc1-bfc327de9193" providerId="ADAL" clId="{01B42F18-8433-40A2-9A6F-BBB2C19DF8F9}" dt="2025-07-17T13:42:47.671" v="975" actId="207"/>
          <ac:spMkLst>
            <pc:docMk/>
            <pc:sldMk cId="2030008345" sldId="262"/>
            <ac:spMk id="42" creationId="{D2D9CBFE-9365-3E2A-1ACE-A218247B14F2}"/>
          </ac:spMkLst>
        </pc:spChg>
        <pc:spChg chg="mod">
          <ac:chgData name="Vasanti Kadam" userId="2d2c718a-941c-44c5-9fc1-bfc327de9193" providerId="ADAL" clId="{01B42F18-8433-40A2-9A6F-BBB2C19DF8F9}" dt="2025-07-17T13:42:45.280" v="974" actId="207"/>
          <ac:spMkLst>
            <pc:docMk/>
            <pc:sldMk cId="2030008345" sldId="262"/>
            <ac:spMk id="43" creationId="{12348587-2795-B967-63F1-90D4C7B6284D}"/>
          </ac:spMkLst>
        </pc:spChg>
        <pc:spChg chg="add mod ord">
          <ac:chgData name="Vasanti Kadam" userId="2d2c718a-941c-44c5-9fc1-bfc327de9193" providerId="ADAL" clId="{01B42F18-8433-40A2-9A6F-BBB2C19DF8F9}" dt="2025-07-17T13:46:41.119" v="1098" actId="1076"/>
          <ac:spMkLst>
            <pc:docMk/>
            <pc:sldMk cId="2030008345" sldId="262"/>
            <ac:spMk id="48" creationId="{9BF0A635-9B01-8DC2-A6C6-8979444DAED4}"/>
          </ac:spMkLst>
        </pc:spChg>
        <pc:spChg chg="add mod">
          <ac:chgData name="Vasanti Kadam" userId="2d2c718a-941c-44c5-9fc1-bfc327de9193" providerId="ADAL" clId="{01B42F18-8433-40A2-9A6F-BBB2C19DF8F9}" dt="2025-07-17T13:47:02.069" v="1112" actId="1035"/>
          <ac:spMkLst>
            <pc:docMk/>
            <pc:sldMk cId="2030008345" sldId="262"/>
            <ac:spMk id="49" creationId="{5E0B3F00-8C8B-BD84-97A4-928E7D39E5BF}"/>
          </ac:spMkLst>
        </pc:spChg>
        <pc:spChg chg="add mod">
          <ac:chgData name="Vasanti Kadam" userId="2d2c718a-941c-44c5-9fc1-bfc327de9193" providerId="ADAL" clId="{01B42F18-8433-40A2-9A6F-BBB2C19DF8F9}" dt="2025-07-17T13:47:12.594" v="1123" actId="1036"/>
          <ac:spMkLst>
            <pc:docMk/>
            <pc:sldMk cId="2030008345" sldId="262"/>
            <ac:spMk id="50" creationId="{B02C8D59-4199-C904-1449-4A5081134F6D}"/>
          </ac:spMkLst>
        </pc:spChg>
        <pc:spChg chg="del">
          <ac:chgData name="Vasanti Kadam" userId="2d2c718a-941c-44c5-9fc1-bfc327de9193" providerId="ADAL" clId="{01B42F18-8433-40A2-9A6F-BBB2C19DF8F9}" dt="2025-07-17T13:42:12.916" v="959" actId="478"/>
          <ac:spMkLst>
            <pc:docMk/>
            <pc:sldMk cId="2030008345" sldId="262"/>
            <ac:spMk id="51" creationId="{B9888AEE-976B-B879-F3DE-C425B319B35D}"/>
          </ac:spMkLst>
        </pc:spChg>
        <pc:spChg chg="add mod">
          <ac:chgData name="Vasanti Kadam" userId="2d2c718a-941c-44c5-9fc1-bfc327de9193" providerId="ADAL" clId="{01B42F18-8433-40A2-9A6F-BBB2C19DF8F9}" dt="2025-07-17T13:47:18.272" v="1125" actId="1076"/>
          <ac:spMkLst>
            <pc:docMk/>
            <pc:sldMk cId="2030008345" sldId="262"/>
            <ac:spMk id="52" creationId="{65CCC18C-0B59-F590-8E31-B45933B8167E}"/>
          </ac:spMkLst>
        </pc:spChg>
        <pc:spChg chg="add mod">
          <ac:chgData name="Vasanti Kadam" userId="2d2c718a-941c-44c5-9fc1-bfc327de9193" providerId="ADAL" clId="{01B42F18-8433-40A2-9A6F-BBB2C19DF8F9}" dt="2025-07-17T13:47:28.488" v="1129"/>
          <ac:spMkLst>
            <pc:docMk/>
            <pc:sldMk cId="2030008345" sldId="262"/>
            <ac:spMk id="53" creationId="{C012D2C1-23FF-1318-C624-14DDFDEE1B10}"/>
          </ac:spMkLst>
        </pc:spChg>
        <pc:spChg chg="add mod ord">
          <ac:chgData name="Vasanti Kadam" userId="2d2c718a-941c-44c5-9fc1-bfc327de9193" providerId="ADAL" clId="{01B42F18-8433-40A2-9A6F-BBB2C19DF8F9}" dt="2025-07-17T13:47:39.676" v="1143" actId="403"/>
          <ac:spMkLst>
            <pc:docMk/>
            <pc:sldMk cId="2030008345" sldId="262"/>
            <ac:spMk id="54" creationId="{F26CE558-F77C-C949-2699-988AFF73430A}"/>
          </ac:spMkLst>
        </pc:spChg>
        <pc:spChg chg="add mod">
          <ac:chgData name="Vasanti Kadam" userId="2d2c718a-941c-44c5-9fc1-bfc327de9193" providerId="ADAL" clId="{01B42F18-8433-40A2-9A6F-BBB2C19DF8F9}" dt="2025-07-17T13:45:37.530" v="1078" actId="571"/>
          <ac:spMkLst>
            <pc:docMk/>
            <pc:sldMk cId="2030008345" sldId="262"/>
            <ac:spMk id="55" creationId="{05E94E1C-698E-C1C2-D0AE-258AEC2F5F04}"/>
          </ac:spMkLst>
        </pc:spChg>
        <pc:spChg chg="add mod ord">
          <ac:chgData name="Vasanti Kadam" userId="2d2c718a-941c-44c5-9fc1-bfc327de9193" providerId="ADAL" clId="{01B42F18-8433-40A2-9A6F-BBB2C19DF8F9}" dt="2025-07-17T13:47:39.676" v="1143" actId="403"/>
          <ac:spMkLst>
            <pc:docMk/>
            <pc:sldMk cId="2030008345" sldId="262"/>
            <ac:spMk id="56" creationId="{2C87EB78-18CE-CDAA-A627-4A66743C3D25}"/>
          </ac:spMkLst>
        </pc:spChg>
        <pc:spChg chg="add mod ord">
          <ac:chgData name="Vasanti Kadam" userId="2d2c718a-941c-44c5-9fc1-bfc327de9193" providerId="ADAL" clId="{01B42F18-8433-40A2-9A6F-BBB2C19DF8F9}" dt="2025-07-17T13:47:39.676" v="1143" actId="403"/>
          <ac:spMkLst>
            <pc:docMk/>
            <pc:sldMk cId="2030008345" sldId="262"/>
            <ac:spMk id="57" creationId="{9F3CDD0D-319D-9004-759D-96D9D28207B9}"/>
          </ac:spMkLst>
        </pc:spChg>
        <pc:spChg chg="del">
          <ac:chgData name="Vasanti Kadam" userId="2d2c718a-941c-44c5-9fc1-bfc327de9193" providerId="ADAL" clId="{01B42F18-8433-40A2-9A6F-BBB2C19DF8F9}" dt="2025-07-17T13:42:12.916" v="959" actId="478"/>
          <ac:spMkLst>
            <pc:docMk/>
            <pc:sldMk cId="2030008345" sldId="262"/>
            <ac:spMk id="108" creationId="{4FF91F44-B16C-92FD-0C9A-7E0AF8D1CDF9}"/>
          </ac:spMkLst>
        </pc:spChg>
        <pc:spChg chg="del">
          <ac:chgData name="Vasanti Kadam" userId="2d2c718a-941c-44c5-9fc1-bfc327de9193" providerId="ADAL" clId="{01B42F18-8433-40A2-9A6F-BBB2C19DF8F9}" dt="2025-07-17T13:42:12.916" v="959" actId="478"/>
          <ac:spMkLst>
            <pc:docMk/>
            <pc:sldMk cId="2030008345" sldId="262"/>
            <ac:spMk id="114" creationId="{44350A36-94B9-7DAF-39B8-6C0F846F1FE0}"/>
          </ac:spMkLst>
        </pc:spChg>
        <pc:spChg chg="del">
          <ac:chgData name="Vasanti Kadam" userId="2d2c718a-941c-44c5-9fc1-bfc327de9193" providerId="ADAL" clId="{01B42F18-8433-40A2-9A6F-BBB2C19DF8F9}" dt="2025-07-17T13:42:12.916" v="959" actId="478"/>
          <ac:spMkLst>
            <pc:docMk/>
            <pc:sldMk cId="2030008345" sldId="262"/>
            <ac:spMk id="120" creationId="{D4013C9A-822E-9CF6-AF97-9F4E671A0B83}"/>
          </ac:spMkLst>
        </pc:spChg>
        <pc:spChg chg="del">
          <ac:chgData name="Vasanti Kadam" userId="2d2c718a-941c-44c5-9fc1-bfc327de9193" providerId="ADAL" clId="{01B42F18-8433-40A2-9A6F-BBB2C19DF8F9}" dt="2025-07-17T13:42:12.916" v="959" actId="478"/>
          <ac:spMkLst>
            <pc:docMk/>
            <pc:sldMk cId="2030008345" sldId="262"/>
            <ac:spMk id="125" creationId="{84138808-9638-C4E0-3D7C-7BD5A87DC40F}"/>
          </ac:spMkLst>
        </pc:spChg>
        <pc:spChg chg="del">
          <ac:chgData name="Vasanti Kadam" userId="2d2c718a-941c-44c5-9fc1-bfc327de9193" providerId="ADAL" clId="{01B42F18-8433-40A2-9A6F-BBB2C19DF8F9}" dt="2025-07-17T13:42:12.916" v="959" actId="478"/>
          <ac:spMkLst>
            <pc:docMk/>
            <pc:sldMk cId="2030008345" sldId="262"/>
            <ac:spMk id="126" creationId="{8992E99E-03A5-E83C-EC61-08065536A0D4}"/>
          </ac:spMkLst>
        </pc:spChg>
        <pc:spChg chg="del">
          <ac:chgData name="Vasanti Kadam" userId="2d2c718a-941c-44c5-9fc1-bfc327de9193" providerId="ADAL" clId="{01B42F18-8433-40A2-9A6F-BBB2C19DF8F9}" dt="2025-07-17T13:42:12.916" v="959" actId="478"/>
          <ac:spMkLst>
            <pc:docMk/>
            <pc:sldMk cId="2030008345" sldId="262"/>
            <ac:spMk id="127" creationId="{CC471C66-1BBC-36A9-0A5B-9AE692A13C9A}"/>
          </ac:spMkLst>
        </pc:spChg>
        <pc:spChg chg="del">
          <ac:chgData name="Vasanti Kadam" userId="2d2c718a-941c-44c5-9fc1-bfc327de9193" providerId="ADAL" clId="{01B42F18-8433-40A2-9A6F-BBB2C19DF8F9}" dt="2025-07-17T13:42:12.916" v="959" actId="478"/>
          <ac:spMkLst>
            <pc:docMk/>
            <pc:sldMk cId="2030008345" sldId="262"/>
            <ac:spMk id="128" creationId="{832B5F9E-C94A-E9D8-F0D8-62AF91DE82E3}"/>
          </ac:spMkLst>
        </pc:spChg>
        <pc:spChg chg="del">
          <ac:chgData name="Vasanti Kadam" userId="2d2c718a-941c-44c5-9fc1-bfc327de9193" providerId="ADAL" clId="{01B42F18-8433-40A2-9A6F-BBB2C19DF8F9}" dt="2025-07-17T13:42:12.916" v="959" actId="478"/>
          <ac:spMkLst>
            <pc:docMk/>
            <pc:sldMk cId="2030008345" sldId="262"/>
            <ac:spMk id="133" creationId="{CE9D5AA4-89E2-27BD-CCD0-7B902B477749}"/>
          </ac:spMkLst>
        </pc:spChg>
        <pc:spChg chg="del">
          <ac:chgData name="Vasanti Kadam" userId="2d2c718a-941c-44c5-9fc1-bfc327de9193" providerId="ADAL" clId="{01B42F18-8433-40A2-9A6F-BBB2C19DF8F9}" dt="2025-07-17T13:42:12.916" v="959" actId="478"/>
          <ac:spMkLst>
            <pc:docMk/>
            <pc:sldMk cId="2030008345" sldId="262"/>
            <ac:spMk id="134" creationId="{141A7FA0-A51C-A768-6359-1077D0DA6458}"/>
          </ac:spMkLst>
        </pc:spChg>
        <pc:picChg chg="add mod">
          <ac:chgData name="Vasanti Kadam" userId="2d2c718a-941c-44c5-9fc1-bfc327de9193" providerId="ADAL" clId="{01B42F18-8433-40A2-9A6F-BBB2C19DF8F9}" dt="2025-07-17T13:42:28.732" v="968" actId="14100"/>
          <ac:picMkLst>
            <pc:docMk/>
            <pc:sldMk cId="2030008345" sldId="262"/>
            <ac:picMk id="27" creationId="{8F8E0AF9-4F92-256A-ACC6-44CA91D0ADD5}"/>
          </ac:picMkLst>
        </pc:picChg>
        <pc:cxnChg chg="add mod ord">
          <ac:chgData name="Vasanti Kadam" userId="2d2c718a-941c-44c5-9fc1-bfc327de9193" providerId="ADAL" clId="{01B42F18-8433-40A2-9A6F-BBB2C19DF8F9}" dt="2025-07-17T13:46:18.502" v="1091" actId="108"/>
          <ac:cxnSpMkLst>
            <pc:docMk/>
            <pc:sldMk cId="2030008345" sldId="262"/>
            <ac:cxnSpMk id="44" creationId="{CC3A2F71-C05A-4B45-9618-075C0D998C2B}"/>
          </ac:cxnSpMkLst>
        </pc:cxnChg>
        <pc:cxnChg chg="add mod ord">
          <ac:chgData name="Vasanti Kadam" userId="2d2c718a-941c-44c5-9fc1-bfc327de9193" providerId="ADAL" clId="{01B42F18-8433-40A2-9A6F-BBB2C19DF8F9}" dt="2025-07-17T13:43:35.297" v="1022" actId="167"/>
          <ac:cxnSpMkLst>
            <pc:docMk/>
            <pc:sldMk cId="2030008345" sldId="262"/>
            <ac:cxnSpMk id="46" creationId="{27DB171C-C2DE-DF98-A6A0-A645D0B8AC20}"/>
          </ac:cxnSpMkLst>
        </pc:cxnChg>
        <pc:cxnChg chg="add mod ord">
          <ac:chgData name="Vasanti Kadam" userId="2d2c718a-941c-44c5-9fc1-bfc327de9193" providerId="ADAL" clId="{01B42F18-8433-40A2-9A6F-BBB2C19DF8F9}" dt="2025-07-17T13:43:35.297" v="1022" actId="167"/>
          <ac:cxnSpMkLst>
            <pc:docMk/>
            <pc:sldMk cId="2030008345" sldId="262"/>
            <ac:cxnSpMk id="47" creationId="{6D501D43-695E-87AC-9134-6C711E57A0E9}"/>
          </ac:cxnSpMkLst>
        </pc:cxnChg>
      </pc:sldChg>
      <pc:sldChg chg="addSp delSp modSp add mod">
        <pc:chgData name="Vasanti Kadam" userId="2d2c718a-941c-44c5-9fc1-bfc327de9193" providerId="ADAL" clId="{01B42F18-8433-40A2-9A6F-BBB2C19DF8F9}" dt="2025-07-17T14:32:00.662" v="1752" actId="478"/>
        <pc:sldMkLst>
          <pc:docMk/>
          <pc:sldMk cId="3595947503" sldId="263"/>
        </pc:sldMkLst>
        <pc:spChg chg="mod">
          <ac:chgData name="Vasanti Kadam" userId="2d2c718a-941c-44c5-9fc1-bfc327de9193" providerId="ADAL" clId="{01B42F18-8433-40A2-9A6F-BBB2C19DF8F9}" dt="2025-07-17T13:51:54.147" v="1269" actId="947"/>
          <ac:spMkLst>
            <pc:docMk/>
            <pc:sldMk cId="3595947503" sldId="263"/>
            <ac:spMk id="2" creationId="{00A7632F-52B9-768E-858C-539B361A7476}"/>
          </ac:spMkLst>
        </pc:spChg>
        <pc:spChg chg="del mod">
          <ac:chgData name="Vasanti Kadam" userId="2d2c718a-941c-44c5-9fc1-bfc327de9193" providerId="ADAL" clId="{01B42F18-8433-40A2-9A6F-BBB2C19DF8F9}" dt="2025-07-17T14:32:00.662" v="1752" actId="478"/>
          <ac:spMkLst>
            <pc:docMk/>
            <pc:sldMk cId="3595947503" sldId="263"/>
            <ac:spMk id="3" creationId="{50E722A2-19E8-B687-86AF-AE9223CC91A6}"/>
          </ac:spMkLst>
        </pc:spChg>
        <pc:spChg chg="mod">
          <ac:chgData name="Vasanti Kadam" userId="2d2c718a-941c-44c5-9fc1-bfc327de9193" providerId="ADAL" clId="{01B42F18-8433-40A2-9A6F-BBB2C19DF8F9}" dt="2025-07-17T13:51:54.147" v="1271" actId="947"/>
          <ac:spMkLst>
            <pc:docMk/>
            <pc:sldMk cId="3595947503" sldId="263"/>
            <ac:spMk id="4" creationId="{58706493-3687-725C-CA1A-FD7DCF267B7F}"/>
          </ac:spMkLst>
        </pc:spChg>
        <pc:spChg chg="mod">
          <ac:chgData name="Vasanti Kadam" userId="2d2c718a-941c-44c5-9fc1-bfc327de9193" providerId="ADAL" clId="{01B42F18-8433-40A2-9A6F-BBB2C19DF8F9}" dt="2025-07-17T13:51:54.147" v="1272" actId="947"/>
          <ac:spMkLst>
            <pc:docMk/>
            <pc:sldMk cId="3595947503" sldId="263"/>
            <ac:spMk id="5" creationId="{E90FCEAB-97EF-DB62-8696-ADD7A9D0040F}"/>
          </ac:spMkLst>
        </pc:spChg>
        <pc:spChg chg="del mod">
          <ac:chgData name="Vasanti Kadam" userId="2d2c718a-941c-44c5-9fc1-bfc327de9193" providerId="ADAL" clId="{01B42F18-8433-40A2-9A6F-BBB2C19DF8F9}" dt="2025-07-17T14:32:00.662" v="1752" actId="478"/>
          <ac:spMkLst>
            <pc:docMk/>
            <pc:sldMk cId="3595947503" sldId="263"/>
            <ac:spMk id="6" creationId="{F6F36D35-7C60-A1A5-7FB9-DEF744B5FE2E}"/>
          </ac:spMkLst>
        </pc:spChg>
        <pc:spChg chg="mod">
          <ac:chgData name="Vasanti Kadam" userId="2d2c718a-941c-44c5-9fc1-bfc327de9193" providerId="ADAL" clId="{01B42F18-8433-40A2-9A6F-BBB2C19DF8F9}" dt="2025-07-17T13:51:54.147" v="1274" actId="947"/>
          <ac:spMkLst>
            <pc:docMk/>
            <pc:sldMk cId="3595947503" sldId="263"/>
            <ac:spMk id="7" creationId="{8158FD91-EAC0-BEDE-3CC6-7A98778D0E68}"/>
          </ac:spMkLst>
        </pc:spChg>
        <pc:spChg chg="mod">
          <ac:chgData name="Vasanti Kadam" userId="2d2c718a-941c-44c5-9fc1-bfc327de9193" providerId="ADAL" clId="{01B42F18-8433-40A2-9A6F-BBB2C19DF8F9}" dt="2025-07-17T13:51:54.147" v="1275" actId="947"/>
          <ac:spMkLst>
            <pc:docMk/>
            <pc:sldMk cId="3595947503" sldId="263"/>
            <ac:spMk id="8" creationId="{0F705703-D936-3580-EB30-E8E68A84C74C}"/>
          </ac:spMkLst>
        </pc:spChg>
        <pc:spChg chg="mod">
          <ac:chgData name="Vasanti Kadam" userId="2d2c718a-941c-44c5-9fc1-bfc327de9193" providerId="ADAL" clId="{01B42F18-8433-40A2-9A6F-BBB2C19DF8F9}" dt="2025-07-17T13:51:54.147" v="1276" actId="947"/>
          <ac:spMkLst>
            <pc:docMk/>
            <pc:sldMk cId="3595947503" sldId="263"/>
            <ac:spMk id="9" creationId="{273EA359-2049-C600-5149-9A462EFF4D97}"/>
          </ac:spMkLst>
        </pc:spChg>
        <pc:spChg chg="mod">
          <ac:chgData name="Vasanti Kadam" userId="2d2c718a-941c-44c5-9fc1-bfc327de9193" providerId="ADAL" clId="{01B42F18-8433-40A2-9A6F-BBB2C19DF8F9}" dt="2025-07-17T13:51:54.147" v="1277" actId="947"/>
          <ac:spMkLst>
            <pc:docMk/>
            <pc:sldMk cId="3595947503" sldId="263"/>
            <ac:spMk id="10" creationId="{0168B9DC-243D-A916-F22B-057C67191AB3}"/>
          </ac:spMkLst>
        </pc:spChg>
        <pc:spChg chg="del mod">
          <ac:chgData name="Vasanti Kadam" userId="2d2c718a-941c-44c5-9fc1-bfc327de9193" providerId="ADAL" clId="{01B42F18-8433-40A2-9A6F-BBB2C19DF8F9}" dt="2025-07-17T14:32:00.662" v="1752" actId="478"/>
          <ac:spMkLst>
            <pc:docMk/>
            <pc:sldMk cId="3595947503" sldId="263"/>
            <ac:spMk id="11" creationId="{39109532-DF4B-1E39-74C7-1949423CB35C}"/>
          </ac:spMkLst>
        </pc:spChg>
        <pc:spChg chg="del mod">
          <ac:chgData name="Vasanti Kadam" userId="2d2c718a-941c-44c5-9fc1-bfc327de9193" providerId="ADAL" clId="{01B42F18-8433-40A2-9A6F-BBB2C19DF8F9}" dt="2025-07-17T14:32:00.662" v="1752" actId="478"/>
          <ac:spMkLst>
            <pc:docMk/>
            <pc:sldMk cId="3595947503" sldId="263"/>
            <ac:spMk id="12" creationId="{5DB83B4D-C9CC-4F07-70C1-7A9440BA9902}"/>
          </ac:spMkLst>
        </pc:spChg>
        <pc:spChg chg="mod">
          <ac:chgData name="Vasanti Kadam" userId="2d2c718a-941c-44c5-9fc1-bfc327de9193" providerId="ADAL" clId="{01B42F18-8433-40A2-9A6F-BBB2C19DF8F9}" dt="2025-07-17T13:51:54.163" v="1280" actId="947"/>
          <ac:spMkLst>
            <pc:docMk/>
            <pc:sldMk cId="3595947503" sldId="263"/>
            <ac:spMk id="13" creationId="{57961020-74BF-8ED9-2C4F-D312B2D6C758}"/>
          </ac:spMkLst>
        </pc:spChg>
        <pc:spChg chg="del mod">
          <ac:chgData name="Vasanti Kadam" userId="2d2c718a-941c-44c5-9fc1-bfc327de9193" providerId="ADAL" clId="{01B42F18-8433-40A2-9A6F-BBB2C19DF8F9}" dt="2025-07-17T14:32:00.662" v="1752" actId="478"/>
          <ac:spMkLst>
            <pc:docMk/>
            <pc:sldMk cId="3595947503" sldId="263"/>
            <ac:spMk id="14" creationId="{E808FF37-5456-798E-ECD9-92C3FB9A8CA2}"/>
          </ac:spMkLst>
        </pc:spChg>
        <pc:spChg chg="mod">
          <ac:chgData name="Vasanti Kadam" userId="2d2c718a-941c-44c5-9fc1-bfc327de9193" providerId="ADAL" clId="{01B42F18-8433-40A2-9A6F-BBB2C19DF8F9}" dt="2025-07-17T13:51:54.163" v="1282" actId="947"/>
          <ac:spMkLst>
            <pc:docMk/>
            <pc:sldMk cId="3595947503" sldId="263"/>
            <ac:spMk id="15" creationId="{F259E126-E2BD-315C-3D49-931E74C6ABEB}"/>
          </ac:spMkLst>
        </pc:spChg>
        <pc:spChg chg="del mod">
          <ac:chgData name="Vasanti Kadam" userId="2d2c718a-941c-44c5-9fc1-bfc327de9193" providerId="ADAL" clId="{01B42F18-8433-40A2-9A6F-BBB2C19DF8F9}" dt="2025-07-17T14:32:00.662" v="1752" actId="478"/>
          <ac:spMkLst>
            <pc:docMk/>
            <pc:sldMk cId="3595947503" sldId="263"/>
            <ac:spMk id="16" creationId="{D2621763-8936-4F1B-4010-96DA0D8A9299}"/>
          </ac:spMkLst>
        </pc:spChg>
        <pc:spChg chg="del mod">
          <ac:chgData name="Vasanti Kadam" userId="2d2c718a-941c-44c5-9fc1-bfc327de9193" providerId="ADAL" clId="{01B42F18-8433-40A2-9A6F-BBB2C19DF8F9}" dt="2025-07-17T14:32:00.662" v="1752" actId="478"/>
          <ac:spMkLst>
            <pc:docMk/>
            <pc:sldMk cId="3595947503" sldId="263"/>
            <ac:spMk id="17" creationId="{8EBA8335-ED0D-8398-9553-87D77978302B}"/>
          </ac:spMkLst>
        </pc:spChg>
        <pc:spChg chg="del mod">
          <ac:chgData name="Vasanti Kadam" userId="2d2c718a-941c-44c5-9fc1-bfc327de9193" providerId="ADAL" clId="{01B42F18-8433-40A2-9A6F-BBB2C19DF8F9}" dt="2025-07-17T14:32:00.662" v="1752" actId="478"/>
          <ac:spMkLst>
            <pc:docMk/>
            <pc:sldMk cId="3595947503" sldId="263"/>
            <ac:spMk id="18" creationId="{AF6719D7-242D-EBB6-1FD1-0AD34C4E0416}"/>
          </ac:spMkLst>
        </pc:spChg>
        <pc:spChg chg="mod">
          <ac:chgData name="Vasanti Kadam" userId="2d2c718a-941c-44c5-9fc1-bfc327de9193" providerId="ADAL" clId="{01B42F18-8433-40A2-9A6F-BBB2C19DF8F9}" dt="2025-07-17T13:51:54.163" v="1286" actId="947"/>
          <ac:spMkLst>
            <pc:docMk/>
            <pc:sldMk cId="3595947503" sldId="263"/>
            <ac:spMk id="19" creationId="{43CF59D2-6C16-00B0-E571-8012198FDC15}"/>
          </ac:spMkLst>
        </pc:spChg>
        <pc:spChg chg="mod">
          <ac:chgData name="Vasanti Kadam" userId="2d2c718a-941c-44c5-9fc1-bfc327de9193" providerId="ADAL" clId="{01B42F18-8433-40A2-9A6F-BBB2C19DF8F9}" dt="2025-07-17T13:51:54.163" v="1287" actId="947"/>
          <ac:spMkLst>
            <pc:docMk/>
            <pc:sldMk cId="3595947503" sldId="263"/>
            <ac:spMk id="20" creationId="{84A36EAC-755B-2518-3D2D-98EE7EF1B50E}"/>
          </ac:spMkLst>
        </pc:spChg>
        <pc:spChg chg="mod">
          <ac:chgData name="Vasanti Kadam" userId="2d2c718a-941c-44c5-9fc1-bfc327de9193" providerId="ADAL" clId="{01B42F18-8433-40A2-9A6F-BBB2C19DF8F9}" dt="2025-07-17T13:51:54.163" v="1288" actId="947"/>
          <ac:spMkLst>
            <pc:docMk/>
            <pc:sldMk cId="3595947503" sldId="263"/>
            <ac:spMk id="21" creationId="{E6029A0F-F1F2-5EFB-E3AE-92A73A44EBD8}"/>
          </ac:spMkLst>
        </pc:spChg>
        <pc:spChg chg="mod">
          <ac:chgData name="Vasanti Kadam" userId="2d2c718a-941c-44c5-9fc1-bfc327de9193" providerId="ADAL" clId="{01B42F18-8433-40A2-9A6F-BBB2C19DF8F9}" dt="2025-07-17T13:51:54.163" v="1289" actId="947"/>
          <ac:spMkLst>
            <pc:docMk/>
            <pc:sldMk cId="3595947503" sldId="263"/>
            <ac:spMk id="22" creationId="{B1F01177-5315-E234-6D89-B3BBD7CD22A0}"/>
          </ac:spMkLst>
        </pc:spChg>
        <pc:spChg chg="mod">
          <ac:chgData name="Vasanti Kadam" userId="2d2c718a-941c-44c5-9fc1-bfc327de9193" providerId="ADAL" clId="{01B42F18-8433-40A2-9A6F-BBB2C19DF8F9}" dt="2025-07-17T13:51:54.163" v="1290" actId="947"/>
          <ac:spMkLst>
            <pc:docMk/>
            <pc:sldMk cId="3595947503" sldId="263"/>
            <ac:spMk id="23" creationId="{B5CE8333-1058-5729-ACD2-24F6FC4630EE}"/>
          </ac:spMkLst>
        </pc:spChg>
        <pc:spChg chg="del mod">
          <ac:chgData name="Vasanti Kadam" userId="2d2c718a-941c-44c5-9fc1-bfc327de9193" providerId="ADAL" clId="{01B42F18-8433-40A2-9A6F-BBB2C19DF8F9}" dt="2025-07-17T14:32:00.662" v="1752" actId="478"/>
          <ac:spMkLst>
            <pc:docMk/>
            <pc:sldMk cId="3595947503" sldId="263"/>
            <ac:spMk id="24" creationId="{2E3E98E6-B001-9F11-F098-48E8D1FCB77C}"/>
          </ac:spMkLst>
        </pc:spChg>
        <pc:spChg chg="del mod">
          <ac:chgData name="Vasanti Kadam" userId="2d2c718a-941c-44c5-9fc1-bfc327de9193" providerId="ADAL" clId="{01B42F18-8433-40A2-9A6F-BBB2C19DF8F9}" dt="2025-07-17T14:32:00.662" v="1752" actId="478"/>
          <ac:spMkLst>
            <pc:docMk/>
            <pc:sldMk cId="3595947503" sldId="263"/>
            <ac:spMk id="25" creationId="{4C8540FA-CB14-3F01-9A1E-5256439CDA98}"/>
          </ac:spMkLst>
        </pc:spChg>
        <pc:spChg chg="mod">
          <ac:chgData name="Vasanti Kadam" userId="2d2c718a-941c-44c5-9fc1-bfc327de9193" providerId="ADAL" clId="{01B42F18-8433-40A2-9A6F-BBB2C19DF8F9}" dt="2025-07-17T13:51:54.147" v="1268" actId="947"/>
          <ac:spMkLst>
            <pc:docMk/>
            <pc:sldMk cId="3595947503" sldId="263"/>
            <ac:spMk id="28" creationId="{876FE25A-9247-D3BA-922E-9E02C546F4D0}"/>
          </ac:spMkLst>
        </pc:spChg>
        <pc:spChg chg="mod">
          <ac:chgData name="Vasanti Kadam" userId="2d2c718a-941c-44c5-9fc1-bfc327de9193" providerId="ADAL" clId="{01B42F18-8433-40A2-9A6F-BBB2C19DF8F9}" dt="2025-07-17T13:51:05.432" v="1212" actId="1076"/>
          <ac:spMkLst>
            <pc:docMk/>
            <pc:sldMk cId="3595947503" sldId="263"/>
            <ac:spMk id="29" creationId="{631543B3-8790-E610-8F34-DFFC7D4C76D5}"/>
          </ac:spMkLst>
        </pc:spChg>
        <pc:spChg chg="mod topLvl">
          <ac:chgData name="Vasanti Kadam" userId="2d2c718a-941c-44c5-9fc1-bfc327de9193" providerId="ADAL" clId="{01B42F18-8433-40A2-9A6F-BBB2C19DF8F9}" dt="2025-07-17T13:51:42.486" v="1228" actId="165"/>
          <ac:spMkLst>
            <pc:docMk/>
            <pc:sldMk cId="3595947503" sldId="263"/>
            <ac:spMk id="31" creationId="{03C69371-6498-F071-AF1B-FC42E9C0D43B}"/>
          </ac:spMkLst>
        </pc:spChg>
        <pc:spChg chg="mod topLvl">
          <ac:chgData name="Vasanti Kadam" userId="2d2c718a-941c-44c5-9fc1-bfc327de9193" providerId="ADAL" clId="{01B42F18-8433-40A2-9A6F-BBB2C19DF8F9}" dt="2025-07-17T13:51:42.486" v="1228" actId="165"/>
          <ac:spMkLst>
            <pc:docMk/>
            <pc:sldMk cId="3595947503" sldId="263"/>
            <ac:spMk id="32" creationId="{7DF2871F-BDFC-D4B6-3DA6-ABF1C570582C}"/>
          </ac:spMkLst>
        </pc:spChg>
        <pc:spChg chg="mod topLvl">
          <ac:chgData name="Vasanti Kadam" userId="2d2c718a-941c-44c5-9fc1-bfc327de9193" providerId="ADAL" clId="{01B42F18-8433-40A2-9A6F-BBB2C19DF8F9}" dt="2025-07-17T13:51:42.486" v="1228" actId="165"/>
          <ac:spMkLst>
            <pc:docMk/>
            <pc:sldMk cId="3595947503" sldId="263"/>
            <ac:spMk id="33" creationId="{34C2E5E2-A68F-F55D-44FC-040B94274715}"/>
          </ac:spMkLst>
        </pc:spChg>
        <pc:spChg chg="mod topLvl">
          <ac:chgData name="Vasanti Kadam" userId="2d2c718a-941c-44c5-9fc1-bfc327de9193" providerId="ADAL" clId="{01B42F18-8433-40A2-9A6F-BBB2C19DF8F9}" dt="2025-07-17T13:51:42.486" v="1228" actId="165"/>
          <ac:spMkLst>
            <pc:docMk/>
            <pc:sldMk cId="3595947503" sldId="263"/>
            <ac:spMk id="34" creationId="{49A13500-C843-0188-FC8D-171CAE04F940}"/>
          </ac:spMkLst>
        </pc:spChg>
        <pc:spChg chg="del">
          <ac:chgData name="Vasanti Kadam" userId="2d2c718a-941c-44c5-9fc1-bfc327de9193" providerId="ADAL" clId="{01B42F18-8433-40A2-9A6F-BBB2C19DF8F9}" dt="2025-07-17T13:49:29.236" v="1145" actId="478"/>
          <ac:spMkLst>
            <pc:docMk/>
            <pc:sldMk cId="3595947503" sldId="263"/>
            <ac:spMk id="35" creationId="{622CAAAC-F374-5538-9373-761B7C560E90}"/>
          </ac:spMkLst>
        </pc:spChg>
        <pc:spChg chg="del">
          <ac:chgData name="Vasanti Kadam" userId="2d2c718a-941c-44c5-9fc1-bfc327de9193" providerId="ADAL" clId="{01B42F18-8433-40A2-9A6F-BBB2C19DF8F9}" dt="2025-07-17T13:49:29.236" v="1145" actId="478"/>
          <ac:spMkLst>
            <pc:docMk/>
            <pc:sldMk cId="3595947503" sldId="263"/>
            <ac:spMk id="36" creationId="{C2B8603A-3DF2-7A67-1696-CF390A000EE7}"/>
          </ac:spMkLst>
        </pc:spChg>
        <pc:spChg chg="del">
          <ac:chgData name="Vasanti Kadam" userId="2d2c718a-941c-44c5-9fc1-bfc327de9193" providerId="ADAL" clId="{01B42F18-8433-40A2-9A6F-BBB2C19DF8F9}" dt="2025-07-17T13:49:29.236" v="1145" actId="478"/>
          <ac:spMkLst>
            <pc:docMk/>
            <pc:sldMk cId="3595947503" sldId="263"/>
            <ac:spMk id="37" creationId="{5BE05BAC-C6E4-C320-8956-4BD22002A778}"/>
          </ac:spMkLst>
        </pc:spChg>
        <pc:spChg chg="del">
          <ac:chgData name="Vasanti Kadam" userId="2d2c718a-941c-44c5-9fc1-bfc327de9193" providerId="ADAL" clId="{01B42F18-8433-40A2-9A6F-BBB2C19DF8F9}" dt="2025-07-17T13:49:29.236" v="1145" actId="478"/>
          <ac:spMkLst>
            <pc:docMk/>
            <pc:sldMk cId="3595947503" sldId="263"/>
            <ac:spMk id="38" creationId="{AD8D158F-7250-6281-5E51-D0DFF25A31C4}"/>
          </ac:spMkLst>
        </pc:spChg>
        <pc:spChg chg="del">
          <ac:chgData name="Vasanti Kadam" userId="2d2c718a-941c-44c5-9fc1-bfc327de9193" providerId="ADAL" clId="{01B42F18-8433-40A2-9A6F-BBB2C19DF8F9}" dt="2025-07-17T13:49:29.236" v="1145" actId="478"/>
          <ac:spMkLst>
            <pc:docMk/>
            <pc:sldMk cId="3595947503" sldId="263"/>
            <ac:spMk id="40" creationId="{97AD1BB6-CCAD-763B-251D-D0A1BE9DC3B8}"/>
          </ac:spMkLst>
        </pc:spChg>
        <pc:spChg chg="del">
          <ac:chgData name="Vasanti Kadam" userId="2d2c718a-941c-44c5-9fc1-bfc327de9193" providerId="ADAL" clId="{01B42F18-8433-40A2-9A6F-BBB2C19DF8F9}" dt="2025-07-17T13:49:29.236" v="1145" actId="478"/>
          <ac:spMkLst>
            <pc:docMk/>
            <pc:sldMk cId="3595947503" sldId="263"/>
            <ac:spMk id="41" creationId="{40A2D89C-87E4-951B-0DBA-631B9ED10B1C}"/>
          </ac:spMkLst>
        </pc:spChg>
        <pc:spChg chg="del">
          <ac:chgData name="Vasanti Kadam" userId="2d2c718a-941c-44c5-9fc1-bfc327de9193" providerId="ADAL" clId="{01B42F18-8433-40A2-9A6F-BBB2C19DF8F9}" dt="2025-07-17T13:49:29.236" v="1145" actId="478"/>
          <ac:spMkLst>
            <pc:docMk/>
            <pc:sldMk cId="3595947503" sldId="263"/>
            <ac:spMk id="43" creationId="{7B94FA8A-55D0-C189-637C-7D574573E29B}"/>
          </ac:spMkLst>
        </pc:spChg>
        <pc:spChg chg="mod topLvl">
          <ac:chgData name="Vasanti Kadam" userId="2d2c718a-941c-44c5-9fc1-bfc327de9193" providerId="ADAL" clId="{01B42F18-8433-40A2-9A6F-BBB2C19DF8F9}" dt="2025-07-17T13:51:54.163" v="1293" actId="947"/>
          <ac:spMkLst>
            <pc:docMk/>
            <pc:sldMk cId="3595947503" sldId="263"/>
            <ac:spMk id="45" creationId="{153467E0-4338-CCE6-6DA3-47DD60213980}"/>
          </ac:spMkLst>
        </pc:spChg>
        <pc:spChg chg="del">
          <ac:chgData name="Vasanti Kadam" userId="2d2c718a-941c-44c5-9fc1-bfc327de9193" providerId="ADAL" clId="{01B42F18-8433-40A2-9A6F-BBB2C19DF8F9}" dt="2025-07-17T13:49:29.236" v="1145" actId="478"/>
          <ac:spMkLst>
            <pc:docMk/>
            <pc:sldMk cId="3595947503" sldId="263"/>
            <ac:spMk id="49" creationId="{FD2A9831-97A3-0D0C-2BAF-887954B5319A}"/>
          </ac:spMkLst>
        </pc:spChg>
        <pc:spChg chg="del">
          <ac:chgData name="Vasanti Kadam" userId="2d2c718a-941c-44c5-9fc1-bfc327de9193" providerId="ADAL" clId="{01B42F18-8433-40A2-9A6F-BBB2C19DF8F9}" dt="2025-07-17T13:49:29.236" v="1145" actId="478"/>
          <ac:spMkLst>
            <pc:docMk/>
            <pc:sldMk cId="3595947503" sldId="263"/>
            <ac:spMk id="52" creationId="{6FD2F56A-F7D7-AC68-0850-C12F8EA1D737}"/>
          </ac:spMkLst>
        </pc:spChg>
        <pc:spChg chg="del">
          <ac:chgData name="Vasanti Kadam" userId="2d2c718a-941c-44c5-9fc1-bfc327de9193" providerId="ADAL" clId="{01B42F18-8433-40A2-9A6F-BBB2C19DF8F9}" dt="2025-07-17T13:49:29.236" v="1145" actId="478"/>
          <ac:spMkLst>
            <pc:docMk/>
            <pc:sldMk cId="3595947503" sldId="263"/>
            <ac:spMk id="56" creationId="{4E7AAB03-2B3A-3B5B-C63B-AB914E5F01FC}"/>
          </ac:spMkLst>
        </pc:spChg>
        <pc:spChg chg="add mod">
          <ac:chgData name="Vasanti Kadam" userId="2d2c718a-941c-44c5-9fc1-bfc327de9193" providerId="ADAL" clId="{01B42F18-8433-40A2-9A6F-BBB2C19DF8F9}" dt="2025-07-17T13:53:14.976" v="1322" actId="1076"/>
          <ac:spMkLst>
            <pc:docMk/>
            <pc:sldMk cId="3595947503" sldId="263"/>
            <ac:spMk id="73" creationId="{D2D31660-5E3D-5B9A-7111-30A74AD6600C}"/>
          </ac:spMkLst>
        </pc:spChg>
        <pc:spChg chg="add mod">
          <ac:chgData name="Vasanti Kadam" userId="2d2c718a-941c-44c5-9fc1-bfc327de9193" providerId="ADAL" clId="{01B42F18-8433-40A2-9A6F-BBB2C19DF8F9}" dt="2025-07-17T13:53:21.157" v="1324" actId="552"/>
          <ac:spMkLst>
            <pc:docMk/>
            <pc:sldMk cId="3595947503" sldId="263"/>
            <ac:spMk id="74" creationId="{21E8C74A-4FEC-DA42-AA23-B293518F7B95}"/>
          </ac:spMkLst>
        </pc:spChg>
        <pc:spChg chg="add mod">
          <ac:chgData name="Vasanti Kadam" userId="2d2c718a-941c-44c5-9fc1-bfc327de9193" providerId="ADAL" clId="{01B42F18-8433-40A2-9A6F-BBB2C19DF8F9}" dt="2025-07-17T13:53:21.157" v="1324" actId="552"/>
          <ac:spMkLst>
            <pc:docMk/>
            <pc:sldMk cId="3595947503" sldId="263"/>
            <ac:spMk id="75" creationId="{5CC87095-27AA-0513-D0B0-2B32ABED674B}"/>
          </ac:spMkLst>
        </pc:spChg>
        <pc:spChg chg="add mod">
          <ac:chgData name="Vasanti Kadam" userId="2d2c718a-941c-44c5-9fc1-bfc327de9193" providerId="ADAL" clId="{01B42F18-8433-40A2-9A6F-BBB2C19DF8F9}" dt="2025-07-17T13:53:14.976" v="1322" actId="1076"/>
          <ac:spMkLst>
            <pc:docMk/>
            <pc:sldMk cId="3595947503" sldId="263"/>
            <ac:spMk id="76" creationId="{1A7C5D2E-F40E-5138-0DF6-D0B7E033B801}"/>
          </ac:spMkLst>
        </pc:spChg>
        <pc:spChg chg="add mod">
          <ac:chgData name="Vasanti Kadam" userId="2d2c718a-941c-44c5-9fc1-bfc327de9193" providerId="ADAL" clId="{01B42F18-8433-40A2-9A6F-BBB2C19DF8F9}" dt="2025-07-17T13:53:14.976" v="1322" actId="1076"/>
          <ac:spMkLst>
            <pc:docMk/>
            <pc:sldMk cId="3595947503" sldId="263"/>
            <ac:spMk id="77" creationId="{C6F783CF-EA71-1EC4-6A5F-F7428945BE24}"/>
          </ac:spMkLst>
        </pc:spChg>
        <pc:spChg chg="add mod">
          <ac:chgData name="Vasanti Kadam" userId="2d2c718a-941c-44c5-9fc1-bfc327de9193" providerId="ADAL" clId="{01B42F18-8433-40A2-9A6F-BBB2C19DF8F9}" dt="2025-07-17T13:53:21.157" v="1324" actId="552"/>
          <ac:spMkLst>
            <pc:docMk/>
            <pc:sldMk cId="3595947503" sldId="263"/>
            <ac:spMk id="78" creationId="{93BA4C66-CAD8-E856-46E9-4702F2BF2230}"/>
          </ac:spMkLst>
        </pc:spChg>
        <pc:spChg chg="add mod">
          <ac:chgData name="Vasanti Kadam" userId="2d2c718a-941c-44c5-9fc1-bfc327de9193" providerId="ADAL" clId="{01B42F18-8433-40A2-9A6F-BBB2C19DF8F9}" dt="2025-07-17T13:53:29.225" v="1329" actId="554"/>
          <ac:spMkLst>
            <pc:docMk/>
            <pc:sldMk cId="3595947503" sldId="263"/>
            <ac:spMk id="79" creationId="{3CDB05F7-A290-F29B-0A13-99D91C337587}"/>
          </ac:spMkLst>
        </pc:spChg>
        <pc:spChg chg="add del mod">
          <ac:chgData name="Vasanti Kadam" userId="2d2c718a-941c-44c5-9fc1-bfc327de9193" providerId="ADAL" clId="{01B42F18-8433-40A2-9A6F-BBB2C19DF8F9}" dt="2025-07-17T13:53:27.055" v="1328" actId="478"/>
          <ac:spMkLst>
            <pc:docMk/>
            <pc:sldMk cId="3595947503" sldId="263"/>
            <ac:spMk id="80" creationId="{E90A4D0B-1C8B-FE42-94D1-2F59BAF8CE69}"/>
          </ac:spMkLst>
        </pc:spChg>
        <pc:spChg chg="add mod">
          <ac:chgData name="Vasanti Kadam" userId="2d2c718a-941c-44c5-9fc1-bfc327de9193" providerId="ADAL" clId="{01B42F18-8433-40A2-9A6F-BBB2C19DF8F9}" dt="2025-07-17T13:53:29.225" v="1329" actId="554"/>
          <ac:spMkLst>
            <pc:docMk/>
            <pc:sldMk cId="3595947503" sldId="263"/>
            <ac:spMk id="81" creationId="{EC353120-1BDC-8BBB-5D9A-EC05CC3BA849}"/>
          </ac:spMkLst>
        </pc:spChg>
        <pc:grpChg chg="del mod">
          <ac:chgData name="Vasanti Kadam" userId="2d2c718a-941c-44c5-9fc1-bfc327de9193" providerId="ADAL" clId="{01B42F18-8433-40A2-9A6F-BBB2C19DF8F9}" dt="2025-07-17T13:49:44.641" v="1151" actId="27803"/>
          <ac:grpSpMkLst>
            <pc:docMk/>
            <pc:sldMk cId="3595947503" sldId="263"/>
            <ac:grpSpMk id="30" creationId="{147E5BAE-1A2D-0A96-CCA4-122774C9648D}"/>
          </ac:grpSpMkLst>
        </pc:grpChg>
        <pc:grpChg chg="add del mod">
          <ac:chgData name="Vasanti Kadam" userId="2d2c718a-941c-44c5-9fc1-bfc327de9193" providerId="ADAL" clId="{01B42F18-8433-40A2-9A6F-BBB2C19DF8F9}" dt="2025-07-17T13:51:42.486" v="1228" actId="165"/>
          <ac:grpSpMkLst>
            <pc:docMk/>
            <pc:sldMk cId="3595947503" sldId="263"/>
            <ac:grpSpMk id="51" creationId="{B44DD7D5-2402-5D5C-CDCF-F1F988932903}"/>
          </ac:grpSpMkLst>
        </pc:grpChg>
        <pc:picChg chg="add del mod">
          <ac:chgData name="Vasanti Kadam" userId="2d2c718a-941c-44c5-9fc1-bfc327de9193" providerId="ADAL" clId="{01B42F18-8433-40A2-9A6F-BBB2C19DF8F9}" dt="2025-07-17T13:49:44.641" v="1151" actId="27803"/>
          <ac:picMkLst>
            <pc:docMk/>
            <pc:sldMk cId="3595947503" sldId="263"/>
            <ac:picMk id="27" creationId="{EB10CB8D-C944-D04F-62B9-B3E2532F0136}"/>
          </ac:picMkLst>
        </pc:picChg>
        <pc:cxnChg chg="add mod">
          <ac:chgData name="Vasanti Kadam" userId="2d2c718a-941c-44c5-9fc1-bfc327de9193" providerId="ADAL" clId="{01B42F18-8433-40A2-9A6F-BBB2C19DF8F9}" dt="2025-07-17T13:50:49.344" v="1186" actId="1582"/>
          <ac:cxnSpMkLst>
            <pc:docMk/>
            <pc:sldMk cId="3595947503" sldId="263"/>
            <ac:cxnSpMk id="55" creationId="{083ABCBF-40E7-5AB3-3457-DB176C889EDB}"/>
          </ac:cxnSpMkLst>
        </pc:cxnChg>
        <pc:cxnChg chg="add mod">
          <ac:chgData name="Vasanti Kadam" userId="2d2c718a-941c-44c5-9fc1-bfc327de9193" providerId="ADAL" clId="{01B42F18-8433-40A2-9A6F-BBB2C19DF8F9}" dt="2025-07-17T13:50:58.120" v="1206" actId="1038"/>
          <ac:cxnSpMkLst>
            <pc:docMk/>
            <pc:sldMk cId="3595947503" sldId="263"/>
            <ac:cxnSpMk id="63" creationId="{3E924AD9-F779-FEE9-E658-0519B78E65A8}"/>
          </ac:cxnSpMkLst>
        </pc:cxnChg>
        <pc:cxnChg chg="add mod">
          <ac:chgData name="Vasanti Kadam" userId="2d2c718a-941c-44c5-9fc1-bfc327de9193" providerId="ADAL" clId="{01B42F18-8433-40A2-9A6F-BBB2C19DF8F9}" dt="2025-07-17T13:51:20.281" v="1217" actId="14100"/>
          <ac:cxnSpMkLst>
            <pc:docMk/>
            <pc:sldMk cId="3595947503" sldId="263"/>
            <ac:cxnSpMk id="64" creationId="{9A3134B6-E8A2-5D06-DCB5-937375AE775F}"/>
          </ac:cxnSpMkLst>
        </pc:cxnChg>
        <pc:cxnChg chg="add mod">
          <ac:chgData name="Vasanti Kadam" userId="2d2c718a-941c-44c5-9fc1-bfc327de9193" providerId="ADAL" clId="{01B42F18-8433-40A2-9A6F-BBB2C19DF8F9}" dt="2025-07-17T13:51:36.206" v="1227" actId="14100"/>
          <ac:cxnSpMkLst>
            <pc:docMk/>
            <pc:sldMk cId="3595947503" sldId="263"/>
            <ac:cxnSpMk id="70" creationId="{98645417-5CD9-31A1-842B-1FA2718FF856}"/>
          </ac:cxnSpMkLst>
        </pc:cxnChg>
      </pc:sldChg>
      <pc:sldChg chg="addSp delSp modSp add mod">
        <pc:chgData name="Vasanti Kadam" userId="2d2c718a-941c-44c5-9fc1-bfc327de9193" providerId="ADAL" clId="{01B42F18-8433-40A2-9A6F-BBB2C19DF8F9}" dt="2025-07-17T14:31:58.368" v="1751" actId="478"/>
        <pc:sldMkLst>
          <pc:docMk/>
          <pc:sldMk cId="2225966566" sldId="264"/>
        </pc:sldMkLst>
        <pc:spChg chg="del mod">
          <ac:chgData name="Vasanti Kadam" userId="2d2c718a-941c-44c5-9fc1-bfc327de9193" providerId="ADAL" clId="{01B42F18-8433-40A2-9A6F-BBB2C19DF8F9}" dt="2025-07-17T14:31:58.368" v="1751" actId="478"/>
          <ac:spMkLst>
            <pc:docMk/>
            <pc:sldMk cId="2225966566" sldId="264"/>
            <ac:spMk id="2" creationId="{7D462EF5-D7EC-6E86-FA4E-1F4B1E07B806}"/>
          </ac:spMkLst>
        </pc:spChg>
        <pc:spChg chg="mod">
          <ac:chgData name="Vasanti Kadam" userId="2d2c718a-941c-44c5-9fc1-bfc327de9193" providerId="ADAL" clId="{01B42F18-8433-40A2-9A6F-BBB2C19DF8F9}" dt="2025-07-17T13:58:09.437" v="1404" actId="947"/>
          <ac:spMkLst>
            <pc:docMk/>
            <pc:sldMk cId="2225966566" sldId="264"/>
            <ac:spMk id="3" creationId="{14590ADC-8924-3190-F221-A9E41728DF03}"/>
          </ac:spMkLst>
        </pc:spChg>
        <pc:spChg chg="mod">
          <ac:chgData name="Vasanti Kadam" userId="2d2c718a-941c-44c5-9fc1-bfc327de9193" providerId="ADAL" clId="{01B42F18-8433-40A2-9A6F-BBB2C19DF8F9}" dt="2025-07-17T13:58:09.437" v="1405" actId="947"/>
          <ac:spMkLst>
            <pc:docMk/>
            <pc:sldMk cId="2225966566" sldId="264"/>
            <ac:spMk id="4" creationId="{E3EE8BB3-93D3-47CF-2894-D7D876665A0D}"/>
          </ac:spMkLst>
        </pc:spChg>
        <pc:spChg chg="mod">
          <ac:chgData name="Vasanti Kadam" userId="2d2c718a-941c-44c5-9fc1-bfc327de9193" providerId="ADAL" clId="{01B42F18-8433-40A2-9A6F-BBB2C19DF8F9}" dt="2025-07-17T13:58:09.437" v="1406" actId="947"/>
          <ac:spMkLst>
            <pc:docMk/>
            <pc:sldMk cId="2225966566" sldId="264"/>
            <ac:spMk id="5" creationId="{E91F8E3F-8B2D-8BE5-4FFB-B030F844C2CD}"/>
          </ac:spMkLst>
        </pc:spChg>
        <pc:spChg chg="mod">
          <ac:chgData name="Vasanti Kadam" userId="2d2c718a-941c-44c5-9fc1-bfc327de9193" providerId="ADAL" clId="{01B42F18-8433-40A2-9A6F-BBB2C19DF8F9}" dt="2025-07-17T13:58:09.437" v="1407" actId="947"/>
          <ac:spMkLst>
            <pc:docMk/>
            <pc:sldMk cId="2225966566" sldId="264"/>
            <ac:spMk id="6" creationId="{19B23856-8C8E-D899-2B05-755579B992F2}"/>
          </ac:spMkLst>
        </pc:spChg>
        <pc:spChg chg="mod">
          <ac:chgData name="Vasanti Kadam" userId="2d2c718a-941c-44c5-9fc1-bfc327de9193" providerId="ADAL" clId="{01B42F18-8433-40A2-9A6F-BBB2C19DF8F9}" dt="2025-07-17T13:58:09.437" v="1408" actId="947"/>
          <ac:spMkLst>
            <pc:docMk/>
            <pc:sldMk cId="2225966566" sldId="264"/>
            <ac:spMk id="7" creationId="{831DD8C4-0A0B-EA6F-6EEC-B7872D397CA7}"/>
          </ac:spMkLst>
        </pc:spChg>
        <pc:spChg chg="mod">
          <ac:chgData name="Vasanti Kadam" userId="2d2c718a-941c-44c5-9fc1-bfc327de9193" providerId="ADAL" clId="{01B42F18-8433-40A2-9A6F-BBB2C19DF8F9}" dt="2025-07-17T13:58:09.437" v="1409" actId="947"/>
          <ac:spMkLst>
            <pc:docMk/>
            <pc:sldMk cId="2225966566" sldId="264"/>
            <ac:spMk id="8" creationId="{045FF0DE-BB85-E943-BB6C-1AE92A3530A9}"/>
          </ac:spMkLst>
        </pc:spChg>
        <pc:spChg chg="del mod">
          <ac:chgData name="Vasanti Kadam" userId="2d2c718a-941c-44c5-9fc1-bfc327de9193" providerId="ADAL" clId="{01B42F18-8433-40A2-9A6F-BBB2C19DF8F9}" dt="2025-07-17T14:31:58.368" v="1751" actId="478"/>
          <ac:spMkLst>
            <pc:docMk/>
            <pc:sldMk cId="2225966566" sldId="264"/>
            <ac:spMk id="9" creationId="{EBEC9480-29FD-F7D2-B7A1-E43FDABF10A9}"/>
          </ac:spMkLst>
        </pc:spChg>
        <pc:spChg chg="mod">
          <ac:chgData name="Vasanti Kadam" userId="2d2c718a-941c-44c5-9fc1-bfc327de9193" providerId="ADAL" clId="{01B42F18-8433-40A2-9A6F-BBB2C19DF8F9}" dt="2025-07-17T13:58:09.437" v="1411" actId="947"/>
          <ac:spMkLst>
            <pc:docMk/>
            <pc:sldMk cId="2225966566" sldId="264"/>
            <ac:spMk id="10" creationId="{34CBD863-7D4C-94FA-BB4F-BD8F33B69090}"/>
          </ac:spMkLst>
        </pc:spChg>
        <pc:spChg chg="mod">
          <ac:chgData name="Vasanti Kadam" userId="2d2c718a-941c-44c5-9fc1-bfc327de9193" providerId="ADAL" clId="{01B42F18-8433-40A2-9A6F-BBB2C19DF8F9}" dt="2025-07-17T13:58:09.437" v="1412" actId="947"/>
          <ac:spMkLst>
            <pc:docMk/>
            <pc:sldMk cId="2225966566" sldId="264"/>
            <ac:spMk id="11" creationId="{563ABEB5-B486-B331-EC67-8544331D71B6}"/>
          </ac:spMkLst>
        </pc:spChg>
        <pc:spChg chg="del mod">
          <ac:chgData name="Vasanti Kadam" userId="2d2c718a-941c-44c5-9fc1-bfc327de9193" providerId="ADAL" clId="{01B42F18-8433-40A2-9A6F-BBB2C19DF8F9}" dt="2025-07-17T14:31:58.368" v="1751" actId="478"/>
          <ac:spMkLst>
            <pc:docMk/>
            <pc:sldMk cId="2225966566" sldId="264"/>
            <ac:spMk id="12" creationId="{2793281C-9750-E748-2BF8-9EE363073831}"/>
          </ac:spMkLst>
        </pc:spChg>
        <pc:spChg chg="del mod">
          <ac:chgData name="Vasanti Kadam" userId="2d2c718a-941c-44c5-9fc1-bfc327de9193" providerId="ADAL" clId="{01B42F18-8433-40A2-9A6F-BBB2C19DF8F9}" dt="2025-07-17T14:31:58.368" v="1751" actId="478"/>
          <ac:spMkLst>
            <pc:docMk/>
            <pc:sldMk cId="2225966566" sldId="264"/>
            <ac:spMk id="13" creationId="{AEE83865-96C9-B9D8-A7BB-BE999FB781B0}"/>
          </ac:spMkLst>
        </pc:spChg>
        <pc:spChg chg="del mod">
          <ac:chgData name="Vasanti Kadam" userId="2d2c718a-941c-44c5-9fc1-bfc327de9193" providerId="ADAL" clId="{01B42F18-8433-40A2-9A6F-BBB2C19DF8F9}" dt="2025-07-17T14:31:58.368" v="1751" actId="478"/>
          <ac:spMkLst>
            <pc:docMk/>
            <pc:sldMk cId="2225966566" sldId="264"/>
            <ac:spMk id="14" creationId="{B87A2487-9EA7-C14D-5E30-3644FD2C7B92}"/>
          </ac:spMkLst>
        </pc:spChg>
        <pc:spChg chg="mod">
          <ac:chgData name="Vasanti Kadam" userId="2d2c718a-941c-44c5-9fc1-bfc327de9193" providerId="ADAL" clId="{01B42F18-8433-40A2-9A6F-BBB2C19DF8F9}" dt="2025-07-17T13:58:09.437" v="1416" actId="947"/>
          <ac:spMkLst>
            <pc:docMk/>
            <pc:sldMk cId="2225966566" sldId="264"/>
            <ac:spMk id="15" creationId="{3A50D8B5-641E-4A29-551A-83C34FB17B5C}"/>
          </ac:spMkLst>
        </pc:spChg>
        <pc:spChg chg="mod">
          <ac:chgData name="Vasanti Kadam" userId="2d2c718a-941c-44c5-9fc1-bfc327de9193" providerId="ADAL" clId="{01B42F18-8433-40A2-9A6F-BBB2C19DF8F9}" dt="2025-07-17T13:58:09.453" v="1417" actId="947"/>
          <ac:spMkLst>
            <pc:docMk/>
            <pc:sldMk cId="2225966566" sldId="264"/>
            <ac:spMk id="16" creationId="{22989DCA-81DD-4D58-004D-3817746FA5AC}"/>
          </ac:spMkLst>
        </pc:spChg>
        <pc:spChg chg="mod">
          <ac:chgData name="Vasanti Kadam" userId="2d2c718a-941c-44c5-9fc1-bfc327de9193" providerId="ADAL" clId="{01B42F18-8433-40A2-9A6F-BBB2C19DF8F9}" dt="2025-07-17T13:58:09.453" v="1418" actId="947"/>
          <ac:spMkLst>
            <pc:docMk/>
            <pc:sldMk cId="2225966566" sldId="264"/>
            <ac:spMk id="17" creationId="{12C8A8A2-4DDB-63E4-1CEB-C555FDD5CB09}"/>
          </ac:spMkLst>
        </pc:spChg>
        <pc:spChg chg="mod">
          <ac:chgData name="Vasanti Kadam" userId="2d2c718a-941c-44c5-9fc1-bfc327de9193" providerId="ADAL" clId="{01B42F18-8433-40A2-9A6F-BBB2C19DF8F9}" dt="2025-07-17T13:58:09.453" v="1419" actId="947"/>
          <ac:spMkLst>
            <pc:docMk/>
            <pc:sldMk cId="2225966566" sldId="264"/>
            <ac:spMk id="18" creationId="{A8293103-2739-5399-54BE-F232A16A40FD}"/>
          </ac:spMkLst>
        </pc:spChg>
        <pc:spChg chg="del mod">
          <ac:chgData name="Vasanti Kadam" userId="2d2c718a-941c-44c5-9fc1-bfc327de9193" providerId="ADAL" clId="{01B42F18-8433-40A2-9A6F-BBB2C19DF8F9}" dt="2025-07-17T14:31:58.368" v="1751" actId="478"/>
          <ac:spMkLst>
            <pc:docMk/>
            <pc:sldMk cId="2225966566" sldId="264"/>
            <ac:spMk id="19" creationId="{7C1A989E-3DC1-F14A-9328-54241768F7E1}"/>
          </ac:spMkLst>
        </pc:spChg>
        <pc:spChg chg="del mod">
          <ac:chgData name="Vasanti Kadam" userId="2d2c718a-941c-44c5-9fc1-bfc327de9193" providerId="ADAL" clId="{01B42F18-8433-40A2-9A6F-BBB2C19DF8F9}" dt="2025-07-17T14:31:58.368" v="1751" actId="478"/>
          <ac:spMkLst>
            <pc:docMk/>
            <pc:sldMk cId="2225966566" sldId="264"/>
            <ac:spMk id="20" creationId="{67EF255C-CD3D-452C-D10A-8AFE00FA1396}"/>
          </ac:spMkLst>
        </pc:spChg>
        <pc:spChg chg="del mod">
          <ac:chgData name="Vasanti Kadam" userId="2d2c718a-941c-44c5-9fc1-bfc327de9193" providerId="ADAL" clId="{01B42F18-8433-40A2-9A6F-BBB2C19DF8F9}" dt="2025-07-17T14:31:58.368" v="1751" actId="478"/>
          <ac:spMkLst>
            <pc:docMk/>
            <pc:sldMk cId="2225966566" sldId="264"/>
            <ac:spMk id="21" creationId="{C6EAF51F-080E-5047-AA7C-A532F5BDB733}"/>
          </ac:spMkLst>
        </pc:spChg>
        <pc:spChg chg="mod">
          <ac:chgData name="Vasanti Kadam" userId="2d2c718a-941c-44c5-9fc1-bfc327de9193" providerId="ADAL" clId="{01B42F18-8433-40A2-9A6F-BBB2C19DF8F9}" dt="2025-07-17T13:58:09.453" v="1423" actId="947"/>
          <ac:spMkLst>
            <pc:docMk/>
            <pc:sldMk cId="2225966566" sldId="264"/>
            <ac:spMk id="22" creationId="{48B153A7-641D-C78A-BAA4-42F4A4FCDDB3}"/>
          </ac:spMkLst>
        </pc:spChg>
        <pc:spChg chg="mod">
          <ac:chgData name="Vasanti Kadam" userId="2d2c718a-941c-44c5-9fc1-bfc327de9193" providerId="ADAL" clId="{01B42F18-8433-40A2-9A6F-BBB2C19DF8F9}" dt="2025-07-17T13:58:09.453" v="1424" actId="947"/>
          <ac:spMkLst>
            <pc:docMk/>
            <pc:sldMk cId="2225966566" sldId="264"/>
            <ac:spMk id="23" creationId="{C4B725C8-5958-F048-365E-477D04960110}"/>
          </ac:spMkLst>
        </pc:spChg>
        <pc:spChg chg="del mod">
          <ac:chgData name="Vasanti Kadam" userId="2d2c718a-941c-44c5-9fc1-bfc327de9193" providerId="ADAL" clId="{01B42F18-8433-40A2-9A6F-BBB2C19DF8F9}" dt="2025-07-17T14:31:58.368" v="1751" actId="478"/>
          <ac:spMkLst>
            <pc:docMk/>
            <pc:sldMk cId="2225966566" sldId="264"/>
            <ac:spMk id="24" creationId="{52939836-FCEA-05A6-3F19-6C9E3B86BFFF}"/>
          </ac:spMkLst>
        </pc:spChg>
        <pc:spChg chg="del mod">
          <ac:chgData name="Vasanti Kadam" userId="2d2c718a-941c-44c5-9fc1-bfc327de9193" providerId="ADAL" clId="{01B42F18-8433-40A2-9A6F-BBB2C19DF8F9}" dt="2025-07-17T14:31:58.368" v="1751" actId="478"/>
          <ac:spMkLst>
            <pc:docMk/>
            <pc:sldMk cId="2225966566" sldId="264"/>
            <ac:spMk id="25" creationId="{0A5234B4-DC21-9197-C2C7-F61D4F986642}"/>
          </ac:spMkLst>
        </pc:spChg>
        <pc:spChg chg="mod">
          <ac:chgData name="Vasanti Kadam" userId="2d2c718a-941c-44c5-9fc1-bfc327de9193" providerId="ADAL" clId="{01B42F18-8433-40A2-9A6F-BBB2C19DF8F9}" dt="2025-07-17T13:58:09.437" v="1402" actId="947"/>
          <ac:spMkLst>
            <pc:docMk/>
            <pc:sldMk cId="2225966566" sldId="264"/>
            <ac:spMk id="28" creationId="{5DE62B7E-8498-0BD0-A70E-1B937C982963}"/>
          </ac:spMkLst>
        </pc:spChg>
        <pc:spChg chg="del">
          <ac:chgData name="Vasanti Kadam" userId="2d2c718a-941c-44c5-9fc1-bfc327de9193" providerId="ADAL" clId="{01B42F18-8433-40A2-9A6F-BBB2C19DF8F9}" dt="2025-07-17T13:55:11.947" v="1331" actId="478"/>
          <ac:spMkLst>
            <pc:docMk/>
            <pc:sldMk cId="2225966566" sldId="264"/>
            <ac:spMk id="29" creationId="{3715C9C9-3E36-039A-803A-8CF4D3C9A83D}"/>
          </ac:spMkLst>
        </pc:spChg>
        <pc:spChg chg="add mod">
          <ac:chgData name="Vasanti Kadam" userId="2d2c718a-941c-44c5-9fc1-bfc327de9193" providerId="ADAL" clId="{01B42F18-8433-40A2-9A6F-BBB2C19DF8F9}" dt="2025-07-17T13:58:09.468" v="1427" actId="947"/>
          <ac:spMkLst>
            <pc:docMk/>
            <pc:sldMk cId="2225966566" sldId="264"/>
            <ac:spMk id="30" creationId="{68C2F9EC-3C4B-4740-8D11-4298B7EA0F59}"/>
          </ac:spMkLst>
        </pc:spChg>
        <pc:spChg chg="del">
          <ac:chgData name="Vasanti Kadam" userId="2d2c718a-941c-44c5-9fc1-bfc327de9193" providerId="ADAL" clId="{01B42F18-8433-40A2-9A6F-BBB2C19DF8F9}" dt="2025-07-17T13:55:11.947" v="1331" actId="478"/>
          <ac:spMkLst>
            <pc:docMk/>
            <pc:sldMk cId="2225966566" sldId="264"/>
            <ac:spMk id="32" creationId="{96F84B04-6153-21ED-4CA7-46432D723542}"/>
          </ac:spMkLst>
        </pc:spChg>
        <pc:spChg chg="mod topLvl">
          <ac:chgData name="Vasanti Kadam" userId="2d2c718a-941c-44c5-9fc1-bfc327de9193" providerId="ADAL" clId="{01B42F18-8433-40A2-9A6F-BBB2C19DF8F9}" dt="2025-07-17T13:57:29.902" v="1385" actId="207"/>
          <ac:spMkLst>
            <pc:docMk/>
            <pc:sldMk cId="2225966566" sldId="264"/>
            <ac:spMk id="36" creationId="{10A57B1C-AB6A-15FE-A845-DD5C4264E045}"/>
          </ac:spMkLst>
        </pc:spChg>
        <pc:spChg chg="mod topLvl">
          <ac:chgData name="Vasanti Kadam" userId="2d2c718a-941c-44c5-9fc1-bfc327de9193" providerId="ADAL" clId="{01B42F18-8433-40A2-9A6F-BBB2C19DF8F9}" dt="2025-07-17T13:57:18.989" v="1381" actId="207"/>
          <ac:spMkLst>
            <pc:docMk/>
            <pc:sldMk cId="2225966566" sldId="264"/>
            <ac:spMk id="37" creationId="{362D155F-D413-1039-8FA6-A48F506658B4}"/>
          </ac:spMkLst>
        </pc:spChg>
        <pc:spChg chg="mod">
          <ac:chgData name="Vasanti Kadam" userId="2d2c718a-941c-44c5-9fc1-bfc327de9193" providerId="ADAL" clId="{01B42F18-8433-40A2-9A6F-BBB2C19DF8F9}" dt="2025-07-17T13:57:21.717" v="1382" actId="207"/>
          <ac:spMkLst>
            <pc:docMk/>
            <pc:sldMk cId="2225966566" sldId="264"/>
            <ac:spMk id="39" creationId="{A6BB17FA-EC03-5C18-F849-E2EE1E1ECF9E}"/>
          </ac:spMkLst>
        </pc:spChg>
        <pc:spChg chg="mod">
          <ac:chgData name="Vasanti Kadam" userId="2d2c718a-941c-44c5-9fc1-bfc327de9193" providerId="ADAL" clId="{01B42F18-8433-40A2-9A6F-BBB2C19DF8F9}" dt="2025-07-17T13:57:21.717" v="1382" actId="207"/>
          <ac:spMkLst>
            <pc:docMk/>
            <pc:sldMk cId="2225966566" sldId="264"/>
            <ac:spMk id="40" creationId="{D7253958-16E3-A0F9-7AD4-FCE6DBC193D5}"/>
          </ac:spMkLst>
        </pc:spChg>
        <pc:spChg chg="mod">
          <ac:chgData name="Vasanti Kadam" userId="2d2c718a-941c-44c5-9fc1-bfc327de9193" providerId="ADAL" clId="{01B42F18-8433-40A2-9A6F-BBB2C19DF8F9}" dt="2025-07-17T13:57:26.847" v="1384" actId="207"/>
          <ac:spMkLst>
            <pc:docMk/>
            <pc:sldMk cId="2225966566" sldId="264"/>
            <ac:spMk id="42" creationId="{92754D6C-EA73-72D1-CC8D-C65F7B8B2614}"/>
          </ac:spMkLst>
        </pc:spChg>
        <pc:spChg chg="mod">
          <ac:chgData name="Vasanti Kadam" userId="2d2c718a-941c-44c5-9fc1-bfc327de9193" providerId="ADAL" clId="{01B42F18-8433-40A2-9A6F-BBB2C19DF8F9}" dt="2025-07-17T13:57:26.847" v="1384" actId="207"/>
          <ac:spMkLst>
            <pc:docMk/>
            <pc:sldMk cId="2225966566" sldId="264"/>
            <ac:spMk id="43" creationId="{C04D7DE0-CF8C-C2DB-B536-61A6415B0B47}"/>
          </ac:spMkLst>
        </pc:spChg>
        <pc:spChg chg="add mod">
          <ac:chgData name="Vasanti Kadam" userId="2d2c718a-941c-44c5-9fc1-bfc327de9193" providerId="ADAL" clId="{01B42F18-8433-40A2-9A6F-BBB2C19DF8F9}" dt="2025-07-17T13:58:09.468" v="1428" actId="947"/>
          <ac:spMkLst>
            <pc:docMk/>
            <pc:sldMk cId="2225966566" sldId="264"/>
            <ac:spMk id="44" creationId="{743A4401-0606-9237-9EE9-986A9DF5B8A2}"/>
          </ac:spMkLst>
        </pc:spChg>
        <pc:spChg chg="del">
          <ac:chgData name="Vasanti Kadam" userId="2d2c718a-941c-44c5-9fc1-bfc327de9193" providerId="ADAL" clId="{01B42F18-8433-40A2-9A6F-BBB2C19DF8F9}" dt="2025-07-17T13:55:11.947" v="1331" actId="478"/>
          <ac:spMkLst>
            <pc:docMk/>
            <pc:sldMk cId="2225966566" sldId="264"/>
            <ac:spMk id="45" creationId="{B0590DC4-A727-106E-4D4C-3CF484FA0269}"/>
          </ac:spMkLst>
        </pc:spChg>
        <pc:spChg chg="add mod">
          <ac:chgData name="Vasanti Kadam" userId="2d2c718a-941c-44c5-9fc1-bfc327de9193" providerId="ADAL" clId="{01B42F18-8433-40A2-9A6F-BBB2C19DF8F9}" dt="2025-07-17T13:58:09.468" v="1429" actId="947"/>
          <ac:spMkLst>
            <pc:docMk/>
            <pc:sldMk cId="2225966566" sldId="264"/>
            <ac:spMk id="46" creationId="{FB3CA5C7-4E66-CAD2-9461-0C6CAF42FB0B}"/>
          </ac:spMkLst>
        </pc:spChg>
        <pc:spChg chg="add mod">
          <ac:chgData name="Vasanti Kadam" userId="2d2c718a-941c-44c5-9fc1-bfc327de9193" providerId="ADAL" clId="{01B42F18-8433-40A2-9A6F-BBB2C19DF8F9}" dt="2025-07-17T13:58:09.468" v="1430" actId="947"/>
          <ac:spMkLst>
            <pc:docMk/>
            <pc:sldMk cId="2225966566" sldId="264"/>
            <ac:spMk id="47" creationId="{11B9B12A-214E-5BAB-C008-BC38F24B783B}"/>
          </ac:spMkLst>
        </pc:spChg>
        <pc:spChg chg="add del mod">
          <ac:chgData name="Vasanti Kadam" userId="2d2c718a-941c-44c5-9fc1-bfc327de9193" providerId="ADAL" clId="{01B42F18-8433-40A2-9A6F-BBB2C19DF8F9}" dt="2025-07-17T13:56:30.288" v="1362" actId="478"/>
          <ac:spMkLst>
            <pc:docMk/>
            <pc:sldMk cId="2225966566" sldId="264"/>
            <ac:spMk id="48" creationId="{70250B79-BC2B-AF2C-B93F-A3AB99D17B0D}"/>
          </ac:spMkLst>
        </pc:spChg>
        <pc:spChg chg="add mod">
          <ac:chgData name="Vasanti Kadam" userId="2d2c718a-941c-44c5-9fc1-bfc327de9193" providerId="ADAL" clId="{01B42F18-8433-40A2-9A6F-BBB2C19DF8F9}" dt="2025-07-17T13:58:23.817" v="1438" actId="255"/>
          <ac:spMkLst>
            <pc:docMk/>
            <pc:sldMk cId="2225966566" sldId="264"/>
            <ac:spMk id="49" creationId="{EC713504-3B18-7809-1D07-A20C1F125FAD}"/>
          </ac:spMkLst>
        </pc:spChg>
        <pc:spChg chg="add mod">
          <ac:chgData name="Vasanti Kadam" userId="2d2c718a-941c-44c5-9fc1-bfc327de9193" providerId="ADAL" clId="{01B42F18-8433-40A2-9A6F-BBB2C19DF8F9}" dt="2025-07-17T13:58:23.817" v="1438" actId="255"/>
          <ac:spMkLst>
            <pc:docMk/>
            <pc:sldMk cId="2225966566" sldId="264"/>
            <ac:spMk id="50" creationId="{1E2467A0-3017-0F5A-AF02-D3B134580474}"/>
          </ac:spMkLst>
        </pc:spChg>
        <pc:spChg chg="add mod">
          <ac:chgData name="Vasanti Kadam" userId="2d2c718a-941c-44c5-9fc1-bfc327de9193" providerId="ADAL" clId="{01B42F18-8433-40A2-9A6F-BBB2C19DF8F9}" dt="2025-07-17T13:58:23.817" v="1438" actId="255"/>
          <ac:spMkLst>
            <pc:docMk/>
            <pc:sldMk cId="2225966566" sldId="264"/>
            <ac:spMk id="51" creationId="{0BC52246-B602-3CF4-C73A-1F8403E32C85}"/>
          </ac:spMkLst>
        </pc:spChg>
        <pc:spChg chg="add mod">
          <ac:chgData name="Vasanti Kadam" userId="2d2c718a-941c-44c5-9fc1-bfc327de9193" providerId="ADAL" clId="{01B42F18-8433-40A2-9A6F-BBB2C19DF8F9}" dt="2025-07-17T13:58:23.817" v="1438" actId="255"/>
          <ac:spMkLst>
            <pc:docMk/>
            <pc:sldMk cId="2225966566" sldId="264"/>
            <ac:spMk id="52" creationId="{42A5D891-DCBB-035E-A627-5F6DCA4EFC55}"/>
          </ac:spMkLst>
        </pc:spChg>
        <pc:spChg chg="del">
          <ac:chgData name="Vasanti Kadam" userId="2d2c718a-941c-44c5-9fc1-bfc327de9193" providerId="ADAL" clId="{01B42F18-8433-40A2-9A6F-BBB2C19DF8F9}" dt="2025-07-17T13:55:11.947" v="1331" actId="478"/>
          <ac:spMkLst>
            <pc:docMk/>
            <pc:sldMk cId="2225966566" sldId="264"/>
            <ac:spMk id="73" creationId="{D96B31AE-8EE3-A7AB-B80D-9A4DF2FD622E}"/>
          </ac:spMkLst>
        </pc:spChg>
        <pc:spChg chg="del">
          <ac:chgData name="Vasanti Kadam" userId="2d2c718a-941c-44c5-9fc1-bfc327de9193" providerId="ADAL" clId="{01B42F18-8433-40A2-9A6F-BBB2C19DF8F9}" dt="2025-07-17T13:55:11.947" v="1331" actId="478"/>
          <ac:spMkLst>
            <pc:docMk/>
            <pc:sldMk cId="2225966566" sldId="264"/>
            <ac:spMk id="74" creationId="{E21FFD3D-42A2-1642-EB20-DCBB3D9530DE}"/>
          </ac:spMkLst>
        </pc:spChg>
        <pc:spChg chg="del">
          <ac:chgData name="Vasanti Kadam" userId="2d2c718a-941c-44c5-9fc1-bfc327de9193" providerId="ADAL" clId="{01B42F18-8433-40A2-9A6F-BBB2C19DF8F9}" dt="2025-07-17T13:55:11.947" v="1331" actId="478"/>
          <ac:spMkLst>
            <pc:docMk/>
            <pc:sldMk cId="2225966566" sldId="264"/>
            <ac:spMk id="75" creationId="{EC548AB9-C34B-6289-0DB2-FFD3EBEF7842}"/>
          </ac:spMkLst>
        </pc:spChg>
        <pc:spChg chg="del">
          <ac:chgData name="Vasanti Kadam" userId="2d2c718a-941c-44c5-9fc1-bfc327de9193" providerId="ADAL" clId="{01B42F18-8433-40A2-9A6F-BBB2C19DF8F9}" dt="2025-07-17T13:55:11.947" v="1331" actId="478"/>
          <ac:spMkLst>
            <pc:docMk/>
            <pc:sldMk cId="2225966566" sldId="264"/>
            <ac:spMk id="77" creationId="{25D695A1-E071-A7F5-464F-20CEAA317D1B}"/>
          </ac:spMkLst>
        </pc:spChg>
        <pc:spChg chg="del">
          <ac:chgData name="Vasanti Kadam" userId="2d2c718a-941c-44c5-9fc1-bfc327de9193" providerId="ADAL" clId="{01B42F18-8433-40A2-9A6F-BBB2C19DF8F9}" dt="2025-07-17T13:55:11.947" v="1331" actId="478"/>
          <ac:spMkLst>
            <pc:docMk/>
            <pc:sldMk cId="2225966566" sldId="264"/>
            <ac:spMk id="78" creationId="{76A5EC0A-D97D-0C01-CA16-80DDAA255C22}"/>
          </ac:spMkLst>
        </pc:spChg>
        <pc:spChg chg="del">
          <ac:chgData name="Vasanti Kadam" userId="2d2c718a-941c-44c5-9fc1-bfc327de9193" providerId="ADAL" clId="{01B42F18-8433-40A2-9A6F-BBB2C19DF8F9}" dt="2025-07-17T13:55:11.947" v="1331" actId="478"/>
          <ac:spMkLst>
            <pc:docMk/>
            <pc:sldMk cId="2225966566" sldId="264"/>
            <ac:spMk id="79" creationId="{E64ABECE-D139-12ED-08E0-841D31788ABF}"/>
          </ac:spMkLst>
        </pc:spChg>
        <pc:spChg chg="del">
          <ac:chgData name="Vasanti Kadam" userId="2d2c718a-941c-44c5-9fc1-bfc327de9193" providerId="ADAL" clId="{01B42F18-8433-40A2-9A6F-BBB2C19DF8F9}" dt="2025-07-17T13:55:11.947" v="1331" actId="478"/>
          <ac:spMkLst>
            <pc:docMk/>
            <pc:sldMk cId="2225966566" sldId="264"/>
            <ac:spMk id="81" creationId="{908C2682-9E1C-565E-15AC-C125C1525410}"/>
          </ac:spMkLst>
        </pc:spChg>
        <pc:grpChg chg="del mod">
          <ac:chgData name="Vasanti Kadam" userId="2d2c718a-941c-44c5-9fc1-bfc327de9193" providerId="ADAL" clId="{01B42F18-8433-40A2-9A6F-BBB2C19DF8F9}" dt="2025-07-17T13:55:55.618" v="1352" actId="165"/>
          <ac:grpSpMkLst>
            <pc:docMk/>
            <pc:sldMk cId="2225966566" sldId="264"/>
            <ac:grpSpMk id="35" creationId="{FB3B9C60-1268-4291-DADD-3A106FDF80A9}"/>
          </ac:grpSpMkLst>
        </pc:grpChg>
        <pc:grpChg chg="mod topLvl">
          <ac:chgData name="Vasanti Kadam" userId="2d2c718a-941c-44c5-9fc1-bfc327de9193" providerId="ADAL" clId="{01B42F18-8433-40A2-9A6F-BBB2C19DF8F9}" dt="2025-07-17T13:57:21.717" v="1382" actId="207"/>
          <ac:grpSpMkLst>
            <pc:docMk/>
            <pc:sldMk cId="2225966566" sldId="264"/>
            <ac:grpSpMk id="38" creationId="{DAB258B0-B2CE-B702-7F90-2507FD269B96}"/>
          </ac:grpSpMkLst>
        </pc:grpChg>
        <pc:grpChg chg="mod topLvl">
          <ac:chgData name="Vasanti Kadam" userId="2d2c718a-941c-44c5-9fc1-bfc327de9193" providerId="ADAL" clId="{01B42F18-8433-40A2-9A6F-BBB2C19DF8F9}" dt="2025-07-17T13:57:26.847" v="1384" actId="207"/>
          <ac:grpSpMkLst>
            <pc:docMk/>
            <pc:sldMk cId="2225966566" sldId="264"/>
            <ac:grpSpMk id="41" creationId="{4CA81804-9A9D-03B0-AF73-1C8D6D57005E}"/>
          </ac:grpSpMkLst>
        </pc:grpChg>
        <pc:picChg chg="add del mod">
          <ac:chgData name="Vasanti Kadam" userId="2d2c718a-941c-44c5-9fc1-bfc327de9193" providerId="ADAL" clId="{01B42F18-8433-40A2-9A6F-BBB2C19DF8F9}" dt="2025-07-17T13:55:50.600" v="1351" actId="27803"/>
          <ac:picMkLst>
            <pc:docMk/>
            <pc:sldMk cId="2225966566" sldId="264"/>
            <ac:picMk id="27" creationId="{B0665395-7C7B-8DEA-8283-4B02E0982508}"/>
          </ac:picMkLst>
        </pc:picChg>
      </pc:sldChg>
      <pc:sldChg chg="addSp delSp modSp add mod">
        <pc:chgData name="Vasanti Kadam" userId="2d2c718a-941c-44c5-9fc1-bfc327de9193" providerId="ADAL" clId="{01B42F18-8433-40A2-9A6F-BBB2C19DF8F9}" dt="2025-07-17T14:31:56.351" v="1750" actId="478"/>
        <pc:sldMkLst>
          <pc:docMk/>
          <pc:sldMk cId="1408773479" sldId="265"/>
        </pc:sldMkLst>
        <pc:spChg chg="del">
          <ac:chgData name="Vasanti Kadam" userId="2d2c718a-941c-44c5-9fc1-bfc327de9193" providerId="ADAL" clId="{01B42F18-8433-40A2-9A6F-BBB2C19DF8F9}" dt="2025-07-17T14:31:56.351" v="1750" actId="478"/>
          <ac:spMkLst>
            <pc:docMk/>
            <pc:sldMk cId="1408773479" sldId="265"/>
            <ac:spMk id="2" creationId="{99E8DBB9-69DC-0121-1A52-B489275AEB28}"/>
          </ac:spMkLst>
        </pc:spChg>
        <pc:spChg chg="del">
          <ac:chgData name="Vasanti Kadam" userId="2d2c718a-941c-44c5-9fc1-bfc327de9193" providerId="ADAL" clId="{01B42F18-8433-40A2-9A6F-BBB2C19DF8F9}" dt="2025-07-17T14:31:56.351" v="1750" actId="478"/>
          <ac:spMkLst>
            <pc:docMk/>
            <pc:sldMk cId="1408773479" sldId="265"/>
            <ac:spMk id="3" creationId="{CE2A4DA3-4D64-42E6-267F-5A6C4A885E2A}"/>
          </ac:spMkLst>
        </pc:spChg>
        <pc:spChg chg="del">
          <ac:chgData name="Vasanti Kadam" userId="2d2c718a-941c-44c5-9fc1-bfc327de9193" providerId="ADAL" clId="{01B42F18-8433-40A2-9A6F-BBB2C19DF8F9}" dt="2025-07-17T14:31:56.351" v="1750" actId="478"/>
          <ac:spMkLst>
            <pc:docMk/>
            <pc:sldMk cId="1408773479" sldId="265"/>
            <ac:spMk id="5" creationId="{5F78F09C-A3B4-5F5C-6813-060419977942}"/>
          </ac:spMkLst>
        </pc:spChg>
        <pc:spChg chg="del">
          <ac:chgData name="Vasanti Kadam" userId="2d2c718a-941c-44c5-9fc1-bfc327de9193" providerId="ADAL" clId="{01B42F18-8433-40A2-9A6F-BBB2C19DF8F9}" dt="2025-07-17T14:31:56.351" v="1750" actId="478"/>
          <ac:spMkLst>
            <pc:docMk/>
            <pc:sldMk cId="1408773479" sldId="265"/>
            <ac:spMk id="7" creationId="{E76E9DC7-DFD4-6C17-2DD2-3EDFF21E84C9}"/>
          </ac:spMkLst>
        </pc:spChg>
        <pc:spChg chg="del">
          <ac:chgData name="Vasanti Kadam" userId="2d2c718a-941c-44c5-9fc1-bfc327de9193" providerId="ADAL" clId="{01B42F18-8433-40A2-9A6F-BBB2C19DF8F9}" dt="2025-07-17T14:31:56.351" v="1750" actId="478"/>
          <ac:spMkLst>
            <pc:docMk/>
            <pc:sldMk cId="1408773479" sldId="265"/>
            <ac:spMk id="8" creationId="{6D45F55F-AA19-246F-C53D-C6D6F25053E9}"/>
          </ac:spMkLst>
        </pc:spChg>
        <pc:spChg chg="del">
          <ac:chgData name="Vasanti Kadam" userId="2d2c718a-941c-44c5-9fc1-bfc327de9193" providerId="ADAL" clId="{01B42F18-8433-40A2-9A6F-BBB2C19DF8F9}" dt="2025-07-17T14:31:56.351" v="1750" actId="478"/>
          <ac:spMkLst>
            <pc:docMk/>
            <pc:sldMk cId="1408773479" sldId="265"/>
            <ac:spMk id="9" creationId="{9D0127CA-6759-D271-A9DC-E7C2B6A7E6D2}"/>
          </ac:spMkLst>
        </pc:spChg>
        <pc:spChg chg="del">
          <ac:chgData name="Vasanti Kadam" userId="2d2c718a-941c-44c5-9fc1-bfc327de9193" providerId="ADAL" clId="{01B42F18-8433-40A2-9A6F-BBB2C19DF8F9}" dt="2025-07-17T14:31:56.351" v="1750" actId="478"/>
          <ac:spMkLst>
            <pc:docMk/>
            <pc:sldMk cId="1408773479" sldId="265"/>
            <ac:spMk id="12" creationId="{FC1D41AF-220F-57AD-794B-347CF2FBFB8A}"/>
          </ac:spMkLst>
        </pc:spChg>
        <pc:spChg chg="del">
          <ac:chgData name="Vasanti Kadam" userId="2d2c718a-941c-44c5-9fc1-bfc327de9193" providerId="ADAL" clId="{01B42F18-8433-40A2-9A6F-BBB2C19DF8F9}" dt="2025-07-17T14:31:56.351" v="1750" actId="478"/>
          <ac:spMkLst>
            <pc:docMk/>
            <pc:sldMk cId="1408773479" sldId="265"/>
            <ac:spMk id="20" creationId="{961EC445-5E96-FD19-68F0-8FCFDC431887}"/>
          </ac:spMkLst>
        </pc:spChg>
        <pc:spChg chg="del">
          <ac:chgData name="Vasanti Kadam" userId="2d2c718a-941c-44c5-9fc1-bfc327de9193" providerId="ADAL" clId="{01B42F18-8433-40A2-9A6F-BBB2C19DF8F9}" dt="2025-07-17T14:31:56.351" v="1750" actId="478"/>
          <ac:spMkLst>
            <pc:docMk/>
            <pc:sldMk cId="1408773479" sldId="265"/>
            <ac:spMk id="21" creationId="{9ABD9A60-18A5-208E-CEC8-5BEEBB1AD3C4}"/>
          </ac:spMkLst>
        </pc:spChg>
        <pc:spChg chg="del">
          <ac:chgData name="Vasanti Kadam" userId="2d2c718a-941c-44c5-9fc1-bfc327de9193" providerId="ADAL" clId="{01B42F18-8433-40A2-9A6F-BBB2C19DF8F9}" dt="2025-07-17T14:31:56.351" v="1750" actId="478"/>
          <ac:spMkLst>
            <pc:docMk/>
            <pc:sldMk cId="1408773479" sldId="265"/>
            <ac:spMk id="22" creationId="{5AFF7180-4283-3194-2F3A-7B1A2AF1A721}"/>
          </ac:spMkLst>
        </pc:spChg>
        <pc:spChg chg="del">
          <ac:chgData name="Vasanti Kadam" userId="2d2c718a-941c-44c5-9fc1-bfc327de9193" providerId="ADAL" clId="{01B42F18-8433-40A2-9A6F-BBB2C19DF8F9}" dt="2025-07-17T13:59:39.679" v="1440" actId="478"/>
          <ac:spMkLst>
            <pc:docMk/>
            <pc:sldMk cId="1408773479" sldId="265"/>
            <ac:spMk id="30" creationId="{26A6A822-49AB-C261-048B-937232EC4147}"/>
          </ac:spMkLst>
        </pc:spChg>
        <pc:spChg chg="mod topLvl">
          <ac:chgData name="Vasanti Kadam" userId="2d2c718a-941c-44c5-9fc1-bfc327de9193" providerId="ADAL" clId="{01B42F18-8433-40A2-9A6F-BBB2C19DF8F9}" dt="2025-07-17T14:04:19.332" v="1500" actId="552"/>
          <ac:spMkLst>
            <pc:docMk/>
            <pc:sldMk cId="1408773479" sldId="265"/>
            <ac:spMk id="31" creationId="{BF7CDD93-510D-E62A-444A-82AB3DD92B66}"/>
          </ac:spMkLst>
        </pc:spChg>
        <pc:spChg chg="mod">
          <ac:chgData name="Vasanti Kadam" userId="2d2c718a-941c-44c5-9fc1-bfc327de9193" providerId="ADAL" clId="{01B42F18-8433-40A2-9A6F-BBB2C19DF8F9}" dt="2025-07-17T14:04:15.747" v="1499" actId="207"/>
          <ac:spMkLst>
            <pc:docMk/>
            <pc:sldMk cId="1408773479" sldId="265"/>
            <ac:spMk id="32" creationId="{A75A9CB3-C1F5-9DBF-D123-9BF687D36B5C}"/>
          </ac:spMkLst>
        </pc:spChg>
        <pc:spChg chg="mod">
          <ac:chgData name="Vasanti Kadam" userId="2d2c718a-941c-44c5-9fc1-bfc327de9193" providerId="ADAL" clId="{01B42F18-8433-40A2-9A6F-BBB2C19DF8F9}" dt="2025-07-17T14:00:58.874" v="1462" actId="207"/>
          <ac:spMkLst>
            <pc:docMk/>
            <pc:sldMk cId="1408773479" sldId="265"/>
            <ac:spMk id="34" creationId="{97E95433-8138-3241-9769-3187E1D531E2}"/>
          </ac:spMkLst>
        </pc:spChg>
        <pc:spChg chg="mod">
          <ac:chgData name="Vasanti Kadam" userId="2d2c718a-941c-44c5-9fc1-bfc327de9193" providerId="ADAL" clId="{01B42F18-8433-40A2-9A6F-BBB2C19DF8F9}" dt="2025-07-17T14:00:56.514" v="1461" actId="207"/>
          <ac:spMkLst>
            <pc:docMk/>
            <pc:sldMk cId="1408773479" sldId="265"/>
            <ac:spMk id="35" creationId="{288F0DFE-6A7C-459A-8F26-822243262CA6}"/>
          </ac:spMkLst>
        </pc:spChg>
        <pc:spChg chg="del">
          <ac:chgData name="Vasanti Kadam" userId="2d2c718a-941c-44c5-9fc1-bfc327de9193" providerId="ADAL" clId="{01B42F18-8433-40A2-9A6F-BBB2C19DF8F9}" dt="2025-07-17T13:59:39.679" v="1440" actId="478"/>
          <ac:spMkLst>
            <pc:docMk/>
            <pc:sldMk cId="1408773479" sldId="265"/>
            <ac:spMk id="36" creationId="{267EA515-983C-1EFA-EA5A-A579CB752B0F}"/>
          </ac:spMkLst>
        </pc:spChg>
        <pc:spChg chg="del">
          <ac:chgData name="Vasanti Kadam" userId="2d2c718a-941c-44c5-9fc1-bfc327de9193" providerId="ADAL" clId="{01B42F18-8433-40A2-9A6F-BBB2C19DF8F9}" dt="2025-07-17T13:59:39.679" v="1440" actId="478"/>
          <ac:spMkLst>
            <pc:docMk/>
            <pc:sldMk cId="1408773479" sldId="265"/>
            <ac:spMk id="37" creationId="{DA2B5938-34CB-16E0-281C-B189FB80CCD5}"/>
          </ac:spMkLst>
        </pc:spChg>
        <pc:spChg chg="del">
          <ac:chgData name="Vasanti Kadam" userId="2d2c718a-941c-44c5-9fc1-bfc327de9193" providerId="ADAL" clId="{01B42F18-8433-40A2-9A6F-BBB2C19DF8F9}" dt="2025-07-17T13:59:39.679" v="1440" actId="478"/>
          <ac:spMkLst>
            <pc:docMk/>
            <pc:sldMk cId="1408773479" sldId="265"/>
            <ac:spMk id="44" creationId="{AFE26533-D63C-5703-1766-5C17D3C62E80}"/>
          </ac:spMkLst>
        </pc:spChg>
        <pc:spChg chg="mod topLvl">
          <ac:chgData name="Vasanti Kadam" userId="2d2c718a-941c-44c5-9fc1-bfc327de9193" providerId="ADAL" clId="{01B42F18-8433-40A2-9A6F-BBB2C19DF8F9}" dt="2025-07-17T14:00:20.992" v="1448" actId="165"/>
          <ac:spMkLst>
            <pc:docMk/>
            <pc:sldMk cId="1408773479" sldId="265"/>
            <ac:spMk id="45" creationId="{FF0FFBFC-E827-2AD3-2390-5B01A1B38A81}"/>
          </ac:spMkLst>
        </pc:spChg>
        <pc:spChg chg="del">
          <ac:chgData name="Vasanti Kadam" userId="2d2c718a-941c-44c5-9fc1-bfc327de9193" providerId="ADAL" clId="{01B42F18-8433-40A2-9A6F-BBB2C19DF8F9}" dt="2025-07-17T13:59:39.679" v="1440" actId="478"/>
          <ac:spMkLst>
            <pc:docMk/>
            <pc:sldMk cId="1408773479" sldId="265"/>
            <ac:spMk id="46" creationId="{8197A0D6-E2AC-0075-16E3-830C1D0A7263}"/>
          </ac:spMkLst>
        </pc:spChg>
        <pc:spChg chg="del">
          <ac:chgData name="Vasanti Kadam" userId="2d2c718a-941c-44c5-9fc1-bfc327de9193" providerId="ADAL" clId="{01B42F18-8433-40A2-9A6F-BBB2C19DF8F9}" dt="2025-07-17T13:59:39.679" v="1440" actId="478"/>
          <ac:spMkLst>
            <pc:docMk/>
            <pc:sldMk cId="1408773479" sldId="265"/>
            <ac:spMk id="47" creationId="{E7101FB7-AB96-4E85-740E-C5ECCFA50080}"/>
          </ac:spMkLst>
        </pc:spChg>
        <pc:spChg chg="mod">
          <ac:chgData name="Vasanti Kadam" userId="2d2c718a-941c-44c5-9fc1-bfc327de9193" providerId="ADAL" clId="{01B42F18-8433-40A2-9A6F-BBB2C19DF8F9}" dt="2025-07-17T14:00:17.659" v="1446" actId="164"/>
          <ac:spMkLst>
            <pc:docMk/>
            <pc:sldMk cId="1408773479" sldId="265"/>
            <ac:spMk id="48" creationId="{188DD939-F79C-7C7B-72A8-0BBFA8BDC33D}"/>
          </ac:spMkLst>
        </pc:spChg>
        <pc:spChg chg="del">
          <ac:chgData name="Vasanti Kadam" userId="2d2c718a-941c-44c5-9fc1-bfc327de9193" providerId="ADAL" clId="{01B42F18-8433-40A2-9A6F-BBB2C19DF8F9}" dt="2025-07-17T13:59:39.679" v="1440" actId="478"/>
          <ac:spMkLst>
            <pc:docMk/>
            <pc:sldMk cId="1408773479" sldId="265"/>
            <ac:spMk id="49" creationId="{7A05F356-3E32-16F6-645D-07ED4DA7D0DF}"/>
          </ac:spMkLst>
        </pc:spChg>
        <pc:spChg chg="del">
          <ac:chgData name="Vasanti Kadam" userId="2d2c718a-941c-44c5-9fc1-bfc327de9193" providerId="ADAL" clId="{01B42F18-8433-40A2-9A6F-BBB2C19DF8F9}" dt="2025-07-17T13:59:39.679" v="1440" actId="478"/>
          <ac:spMkLst>
            <pc:docMk/>
            <pc:sldMk cId="1408773479" sldId="265"/>
            <ac:spMk id="50" creationId="{3B2024D8-0017-C2BC-E7AA-81319B9DB4A9}"/>
          </ac:spMkLst>
        </pc:spChg>
        <pc:spChg chg="del">
          <ac:chgData name="Vasanti Kadam" userId="2d2c718a-941c-44c5-9fc1-bfc327de9193" providerId="ADAL" clId="{01B42F18-8433-40A2-9A6F-BBB2C19DF8F9}" dt="2025-07-17T13:59:39.679" v="1440" actId="478"/>
          <ac:spMkLst>
            <pc:docMk/>
            <pc:sldMk cId="1408773479" sldId="265"/>
            <ac:spMk id="51" creationId="{E09AEF8D-0ADD-9994-5486-BAA076FA3673}"/>
          </ac:spMkLst>
        </pc:spChg>
        <pc:spChg chg="del">
          <ac:chgData name="Vasanti Kadam" userId="2d2c718a-941c-44c5-9fc1-bfc327de9193" providerId="ADAL" clId="{01B42F18-8433-40A2-9A6F-BBB2C19DF8F9}" dt="2025-07-17T13:59:39.679" v="1440" actId="478"/>
          <ac:spMkLst>
            <pc:docMk/>
            <pc:sldMk cId="1408773479" sldId="265"/>
            <ac:spMk id="52" creationId="{BF19B9CC-9599-63C4-EF89-A1DFE689EC4F}"/>
          </ac:spMkLst>
        </pc:spChg>
        <pc:spChg chg="mod topLvl">
          <ac:chgData name="Vasanti Kadam" userId="2d2c718a-941c-44c5-9fc1-bfc327de9193" providerId="ADAL" clId="{01B42F18-8433-40A2-9A6F-BBB2C19DF8F9}" dt="2025-07-17T14:01:01.156" v="1463" actId="207"/>
          <ac:spMkLst>
            <pc:docMk/>
            <pc:sldMk cId="1408773479" sldId="265"/>
            <ac:spMk id="53" creationId="{C86D0EB9-4169-7481-3C6A-701B35FC2583}"/>
          </ac:spMkLst>
        </pc:spChg>
        <pc:spChg chg="mod">
          <ac:chgData name="Vasanti Kadam" userId="2d2c718a-941c-44c5-9fc1-bfc327de9193" providerId="ADAL" clId="{01B42F18-8433-40A2-9A6F-BBB2C19DF8F9}" dt="2025-07-17T14:00:20.992" v="1448" actId="165"/>
          <ac:spMkLst>
            <pc:docMk/>
            <pc:sldMk cId="1408773479" sldId="265"/>
            <ac:spMk id="55" creationId="{C3EC6FAB-9F6A-FB27-8BCD-4EBE32A96771}"/>
          </ac:spMkLst>
        </pc:spChg>
        <pc:spChg chg="mod">
          <ac:chgData name="Vasanti Kadam" userId="2d2c718a-941c-44c5-9fc1-bfc327de9193" providerId="ADAL" clId="{01B42F18-8433-40A2-9A6F-BBB2C19DF8F9}" dt="2025-07-17T14:00:20.992" v="1448" actId="165"/>
          <ac:spMkLst>
            <pc:docMk/>
            <pc:sldMk cId="1408773479" sldId="265"/>
            <ac:spMk id="56" creationId="{E024AC44-537F-53F1-53F3-53C3EEEF45A7}"/>
          </ac:spMkLst>
        </pc:spChg>
        <pc:spChg chg="mod">
          <ac:chgData name="Vasanti Kadam" userId="2d2c718a-941c-44c5-9fc1-bfc327de9193" providerId="ADAL" clId="{01B42F18-8433-40A2-9A6F-BBB2C19DF8F9}" dt="2025-07-17T14:00:20.992" v="1448" actId="165"/>
          <ac:spMkLst>
            <pc:docMk/>
            <pc:sldMk cId="1408773479" sldId="265"/>
            <ac:spMk id="58" creationId="{C8EC27CF-EEB8-D4F1-44F9-AC1753A93E71}"/>
          </ac:spMkLst>
        </pc:spChg>
        <pc:spChg chg="mod">
          <ac:chgData name="Vasanti Kadam" userId="2d2c718a-941c-44c5-9fc1-bfc327de9193" providerId="ADAL" clId="{01B42F18-8433-40A2-9A6F-BBB2C19DF8F9}" dt="2025-07-17T14:00:15.572" v="1445" actId="165"/>
          <ac:spMkLst>
            <pc:docMk/>
            <pc:sldMk cId="1408773479" sldId="265"/>
            <ac:spMk id="59" creationId="{1C4AF156-9960-D2CE-59F7-A73B38CF8240}"/>
          </ac:spMkLst>
        </pc:spChg>
        <pc:spChg chg="mod">
          <ac:chgData name="Vasanti Kadam" userId="2d2c718a-941c-44c5-9fc1-bfc327de9193" providerId="ADAL" clId="{01B42F18-8433-40A2-9A6F-BBB2C19DF8F9}" dt="2025-07-17T14:00:51.404" v="1459" actId="207"/>
          <ac:spMkLst>
            <pc:docMk/>
            <pc:sldMk cId="1408773479" sldId="265"/>
            <ac:spMk id="61" creationId="{3695E53B-108B-FBD7-5055-F0DD3E5A755F}"/>
          </ac:spMkLst>
        </pc:spChg>
        <pc:spChg chg="mod">
          <ac:chgData name="Vasanti Kadam" userId="2d2c718a-941c-44c5-9fc1-bfc327de9193" providerId="ADAL" clId="{01B42F18-8433-40A2-9A6F-BBB2C19DF8F9}" dt="2025-07-17T14:00:20.992" v="1448" actId="165"/>
          <ac:spMkLst>
            <pc:docMk/>
            <pc:sldMk cId="1408773479" sldId="265"/>
            <ac:spMk id="62" creationId="{261E3776-25A7-AE5D-855B-982B1C01A561}"/>
          </ac:spMkLst>
        </pc:spChg>
        <pc:spChg chg="mod">
          <ac:chgData name="Vasanti Kadam" userId="2d2c718a-941c-44c5-9fc1-bfc327de9193" providerId="ADAL" clId="{01B42F18-8433-40A2-9A6F-BBB2C19DF8F9}" dt="2025-07-17T14:00:46.639" v="1458" actId="207"/>
          <ac:spMkLst>
            <pc:docMk/>
            <pc:sldMk cId="1408773479" sldId="265"/>
            <ac:spMk id="64" creationId="{42A420E1-E34B-8D8D-AAC3-6EB8F729746A}"/>
          </ac:spMkLst>
        </pc:spChg>
        <pc:spChg chg="mod">
          <ac:chgData name="Vasanti Kadam" userId="2d2c718a-941c-44c5-9fc1-bfc327de9193" providerId="ADAL" clId="{01B42F18-8433-40A2-9A6F-BBB2C19DF8F9}" dt="2025-07-17T14:00:20.992" v="1448" actId="165"/>
          <ac:spMkLst>
            <pc:docMk/>
            <pc:sldMk cId="1408773479" sldId="265"/>
            <ac:spMk id="65" creationId="{FFED4CA6-95C7-AED3-AC5C-3021CB04320C}"/>
          </ac:spMkLst>
        </pc:spChg>
        <pc:spChg chg="mod">
          <ac:chgData name="Vasanti Kadam" userId="2d2c718a-941c-44c5-9fc1-bfc327de9193" providerId="ADAL" clId="{01B42F18-8433-40A2-9A6F-BBB2C19DF8F9}" dt="2025-07-17T14:00:53.386" v="1460" actId="207"/>
          <ac:spMkLst>
            <pc:docMk/>
            <pc:sldMk cId="1408773479" sldId="265"/>
            <ac:spMk id="67" creationId="{3BE71466-897F-A2C0-47C9-8B092FF374D1}"/>
          </ac:spMkLst>
        </pc:spChg>
        <pc:spChg chg="mod topLvl">
          <ac:chgData name="Vasanti Kadam" userId="2d2c718a-941c-44c5-9fc1-bfc327de9193" providerId="ADAL" clId="{01B42F18-8433-40A2-9A6F-BBB2C19DF8F9}" dt="2025-07-17T14:01:03.311" v="1464" actId="207"/>
          <ac:spMkLst>
            <pc:docMk/>
            <pc:sldMk cId="1408773479" sldId="265"/>
            <ac:spMk id="69" creationId="{4358FB89-4E91-9C6A-929B-432649DEB98D}"/>
          </ac:spMkLst>
        </pc:spChg>
        <pc:spChg chg="mod">
          <ac:chgData name="Vasanti Kadam" userId="2d2c718a-941c-44c5-9fc1-bfc327de9193" providerId="ADAL" clId="{01B42F18-8433-40A2-9A6F-BBB2C19DF8F9}" dt="2025-07-17T14:00:17.659" v="1446" actId="164"/>
          <ac:spMkLst>
            <pc:docMk/>
            <pc:sldMk cId="1408773479" sldId="265"/>
            <ac:spMk id="70" creationId="{96604C65-3135-EAE9-32A9-FF45D08AE58E}"/>
          </ac:spMkLst>
        </pc:spChg>
        <pc:spChg chg="mod">
          <ac:chgData name="Vasanti Kadam" userId="2d2c718a-941c-44c5-9fc1-bfc327de9193" providerId="ADAL" clId="{01B42F18-8433-40A2-9A6F-BBB2C19DF8F9}" dt="2025-07-17T14:00:37.609" v="1456" actId="207"/>
          <ac:spMkLst>
            <pc:docMk/>
            <pc:sldMk cId="1408773479" sldId="265"/>
            <ac:spMk id="72" creationId="{1AA72B35-7B38-F69C-8C13-48F0012DBFF8}"/>
          </ac:spMkLst>
        </pc:spChg>
        <pc:spChg chg="mod">
          <ac:chgData name="Vasanti Kadam" userId="2d2c718a-941c-44c5-9fc1-bfc327de9193" providerId="ADAL" clId="{01B42F18-8433-40A2-9A6F-BBB2C19DF8F9}" dt="2025-07-17T14:00:34.481" v="1453" actId="207"/>
          <ac:spMkLst>
            <pc:docMk/>
            <pc:sldMk cId="1408773479" sldId="265"/>
            <ac:spMk id="73" creationId="{0DD9D8E8-922D-70B0-2ED3-4B3F6D041DB3}"/>
          </ac:spMkLst>
        </pc:spChg>
        <pc:spChg chg="add mod">
          <ac:chgData name="Vasanti Kadam" userId="2d2c718a-941c-44c5-9fc1-bfc327de9193" providerId="ADAL" clId="{01B42F18-8433-40A2-9A6F-BBB2C19DF8F9}" dt="2025-07-17T14:04:10.237" v="1497" actId="1076"/>
          <ac:spMkLst>
            <pc:docMk/>
            <pc:sldMk cId="1408773479" sldId="265"/>
            <ac:spMk id="75" creationId="{4B6B0EF0-CDD8-7007-E6C6-6508B125A7B6}"/>
          </ac:spMkLst>
        </pc:spChg>
        <pc:spChg chg="add mod">
          <ac:chgData name="Vasanti Kadam" userId="2d2c718a-941c-44c5-9fc1-bfc327de9193" providerId="ADAL" clId="{01B42F18-8433-40A2-9A6F-BBB2C19DF8F9}" dt="2025-07-17T14:04:37.664" v="1509" actId="1076"/>
          <ac:spMkLst>
            <pc:docMk/>
            <pc:sldMk cId="1408773479" sldId="265"/>
            <ac:spMk id="79" creationId="{56F04C94-CA67-420E-C58B-21229E72DB8C}"/>
          </ac:spMkLst>
        </pc:spChg>
        <pc:spChg chg="add mod">
          <ac:chgData name="Vasanti Kadam" userId="2d2c718a-941c-44c5-9fc1-bfc327de9193" providerId="ADAL" clId="{01B42F18-8433-40A2-9A6F-BBB2C19DF8F9}" dt="2025-07-17T14:04:56.534" v="1515" actId="1036"/>
          <ac:spMkLst>
            <pc:docMk/>
            <pc:sldMk cId="1408773479" sldId="265"/>
            <ac:spMk id="81" creationId="{727669CD-97A6-3889-B976-2F6BAE7F4668}"/>
          </ac:spMkLst>
        </pc:spChg>
        <pc:spChg chg="add mod">
          <ac:chgData name="Vasanti Kadam" userId="2d2c718a-941c-44c5-9fc1-bfc327de9193" providerId="ADAL" clId="{01B42F18-8433-40A2-9A6F-BBB2C19DF8F9}" dt="2025-07-17T14:04:56.534" v="1515" actId="1036"/>
          <ac:spMkLst>
            <pc:docMk/>
            <pc:sldMk cId="1408773479" sldId="265"/>
            <ac:spMk id="83" creationId="{2EE9BD28-75E4-A7B7-C913-8ABB762648B0}"/>
          </ac:spMkLst>
        </pc:spChg>
        <pc:grpChg chg="mod">
          <ac:chgData name="Vasanti Kadam" userId="2d2c718a-941c-44c5-9fc1-bfc327de9193" providerId="ADAL" clId="{01B42F18-8433-40A2-9A6F-BBB2C19DF8F9}" dt="2025-07-17T14:00:17.659" v="1446" actId="164"/>
          <ac:grpSpMkLst>
            <pc:docMk/>
            <pc:sldMk cId="1408773479" sldId="265"/>
            <ac:grpSpMk id="54" creationId="{9A55885A-28AF-90D6-889D-7F10A34938E7}"/>
          </ac:grpSpMkLst>
        </pc:grpChg>
        <pc:grpChg chg="mod">
          <ac:chgData name="Vasanti Kadam" userId="2d2c718a-941c-44c5-9fc1-bfc327de9193" providerId="ADAL" clId="{01B42F18-8433-40A2-9A6F-BBB2C19DF8F9}" dt="2025-07-17T14:01:06.253" v="1466" actId="1076"/>
          <ac:grpSpMkLst>
            <pc:docMk/>
            <pc:sldMk cId="1408773479" sldId="265"/>
            <ac:grpSpMk id="71" creationId="{2BCF9C37-0DA9-FFC3-CD3A-BBF4E61D5313}"/>
          </ac:grpSpMkLst>
        </pc:grpChg>
        <pc:grpChg chg="mod">
          <ac:chgData name="Vasanti Kadam" userId="2d2c718a-941c-44c5-9fc1-bfc327de9193" providerId="ADAL" clId="{01B42F18-8433-40A2-9A6F-BBB2C19DF8F9}" dt="2025-07-17T14:00:20.284" v="1447" actId="14100"/>
          <ac:grpSpMkLst>
            <pc:docMk/>
            <pc:sldMk cId="1408773479" sldId="265"/>
            <ac:grpSpMk id="74" creationId="{D57481B8-2260-CC36-9AF2-D68A8C7D8F68}"/>
          </ac:grpSpMkLst>
        </pc:grpChg>
        <pc:picChg chg="add mod">
          <ac:chgData name="Vasanti Kadam" userId="2d2c718a-941c-44c5-9fc1-bfc327de9193" providerId="ADAL" clId="{01B42F18-8433-40A2-9A6F-BBB2C19DF8F9}" dt="2025-07-17T14:00:12.251" v="1443" actId="1076"/>
          <ac:picMkLst>
            <pc:docMk/>
            <pc:sldMk cId="1408773479" sldId="265"/>
            <ac:picMk id="27" creationId="{D9161B2F-768F-8076-8AB7-2CDBAB6E2B3C}"/>
          </ac:picMkLst>
        </pc:picChg>
        <pc:cxnChg chg="add mod ord">
          <ac:chgData name="Vasanti Kadam" userId="2d2c718a-941c-44c5-9fc1-bfc327de9193" providerId="ADAL" clId="{01B42F18-8433-40A2-9A6F-BBB2C19DF8F9}" dt="2025-07-17T14:04:27.875" v="1505" actId="1037"/>
          <ac:cxnSpMkLst>
            <pc:docMk/>
            <pc:sldMk cId="1408773479" sldId="265"/>
            <ac:cxnSpMk id="76" creationId="{3C74BBBE-1593-45F9-E0AD-95FC0A2C8F01}"/>
          </ac:cxnSpMkLst>
        </pc:cxnChg>
        <pc:cxnChg chg="add mod">
          <ac:chgData name="Vasanti Kadam" userId="2d2c718a-941c-44c5-9fc1-bfc327de9193" providerId="ADAL" clId="{01B42F18-8433-40A2-9A6F-BBB2C19DF8F9}" dt="2025-07-17T14:04:45.525" v="1512" actId="1076"/>
          <ac:cxnSpMkLst>
            <pc:docMk/>
            <pc:sldMk cId="1408773479" sldId="265"/>
            <ac:cxnSpMk id="78" creationId="{923DD5BA-D857-9C5B-F08E-5591B28293DA}"/>
          </ac:cxnSpMkLst>
        </pc:cxnChg>
        <pc:cxnChg chg="add mod">
          <ac:chgData name="Vasanti Kadam" userId="2d2c718a-941c-44c5-9fc1-bfc327de9193" providerId="ADAL" clId="{01B42F18-8433-40A2-9A6F-BBB2C19DF8F9}" dt="2025-07-17T14:04:56.534" v="1515" actId="1036"/>
          <ac:cxnSpMkLst>
            <pc:docMk/>
            <pc:sldMk cId="1408773479" sldId="265"/>
            <ac:cxnSpMk id="80" creationId="{02A0A288-C068-46D7-55CF-7AD7810DACF5}"/>
          </ac:cxnSpMkLst>
        </pc:cxnChg>
        <pc:cxnChg chg="add mod">
          <ac:chgData name="Vasanti Kadam" userId="2d2c718a-941c-44c5-9fc1-bfc327de9193" providerId="ADAL" clId="{01B42F18-8433-40A2-9A6F-BBB2C19DF8F9}" dt="2025-07-17T14:04:56.534" v="1515" actId="1036"/>
          <ac:cxnSpMkLst>
            <pc:docMk/>
            <pc:sldMk cId="1408773479" sldId="265"/>
            <ac:cxnSpMk id="82" creationId="{B56C7483-F238-BCF3-3E21-4913FECFF836}"/>
          </ac:cxnSpMkLst>
        </pc:cxnChg>
      </pc:sldChg>
      <pc:sldChg chg="addSp delSp modSp add mod">
        <pc:chgData name="Vasanti Kadam" userId="2d2c718a-941c-44c5-9fc1-bfc327de9193" providerId="ADAL" clId="{01B42F18-8433-40A2-9A6F-BBB2C19DF8F9}" dt="2025-07-17T14:31:54.087" v="1749" actId="478"/>
        <pc:sldMkLst>
          <pc:docMk/>
          <pc:sldMk cId="4227053066" sldId="266"/>
        </pc:sldMkLst>
        <pc:spChg chg="del mod">
          <ac:chgData name="Vasanti Kadam" userId="2d2c718a-941c-44c5-9fc1-bfc327de9193" providerId="ADAL" clId="{01B42F18-8433-40A2-9A6F-BBB2C19DF8F9}" dt="2025-07-17T14:31:54.087" v="1749" actId="478"/>
          <ac:spMkLst>
            <pc:docMk/>
            <pc:sldMk cId="4227053066" sldId="266"/>
            <ac:spMk id="2" creationId="{5D0F8616-2515-6BA9-245A-48D10A584F69}"/>
          </ac:spMkLst>
        </pc:spChg>
        <pc:spChg chg="mod">
          <ac:chgData name="Vasanti Kadam" userId="2d2c718a-941c-44c5-9fc1-bfc327de9193" providerId="ADAL" clId="{01B42F18-8433-40A2-9A6F-BBB2C19DF8F9}" dt="2025-07-17T14:21:12.924" v="1608" actId="947"/>
          <ac:spMkLst>
            <pc:docMk/>
            <pc:sldMk cId="4227053066" sldId="266"/>
            <ac:spMk id="3" creationId="{3ADCF7CE-4BD4-A8BD-3FDE-3E8D9E4FDD9F}"/>
          </ac:spMkLst>
        </pc:spChg>
        <pc:spChg chg="mod">
          <ac:chgData name="Vasanti Kadam" userId="2d2c718a-941c-44c5-9fc1-bfc327de9193" providerId="ADAL" clId="{01B42F18-8433-40A2-9A6F-BBB2C19DF8F9}" dt="2025-07-17T14:21:12.924" v="1609" actId="947"/>
          <ac:spMkLst>
            <pc:docMk/>
            <pc:sldMk cId="4227053066" sldId="266"/>
            <ac:spMk id="4" creationId="{A27C2932-A644-4D5E-406A-49400725AA73}"/>
          </ac:spMkLst>
        </pc:spChg>
        <pc:spChg chg="del mod">
          <ac:chgData name="Vasanti Kadam" userId="2d2c718a-941c-44c5-9fc1-bfc327de9193" providerId="ADAL" clId="{01B42F18-8433-40A2-9A6F-BBB2C19DF8F9}" dt="2025-07-17T14:31:54.087" v="1749" actId="478"/>
          <ac:spMkLst>
            <pc:docMk/>
            <pc:sldMk cId="4227053066" sldId="266"/>
            <ac:spMk id="5" creationId="{E9C09B21-7392-E718-137B-0CE90596B3CC}"/>
          </ac:spMkLst>
        </pc:spChg>
        <pc:spChg chg="mod">
          <ac:chgData name="Vasanti Kadam" userId="2d2c718a-941c-44c5-9fc1-bfc327de9193" providerId="ADAL" clId="{01B42F18-8433-40A2-9A6F-BBB2C19DF8F9}" dt="2025-07-17T14:21:12.924" v="1611" actId="947"/>
          <ac:spMkLst>
            <pc:docMk/>
            <pc:sldMk cId="4227053066" sldId="266"/>
            <ac:spMk id="6" creationId="{D29E10D7-FC3B-CA47-5320-28DC5B4A76FD}"/>
          </ac:spMkLst>
        </pc:spChg>
        <pc:spChg chg="mod">
          <ac:chgData name="Vasanti Kadam" userId="2d2c718a-941c-44c5-9fc1-bfc327de9193" providerId="ADAL" clId="{01B42F18-8433-40A2-9A6F-BBB2C19DF8F9}" dt="2025-07-17T14:21:12.924" v="1612" actId="947"/>
          <ac:spMkLst>
            <pc:docMk/>
            <pc:sldMk cId="4227053066" sldId="266"/>
            <ac:spMk id="7" creationId="{1775734D-31DB-8C52-7EF5-CEB39C4A1C3B}"/>
          </ac:spMkLst>
        </pc:spChg>
        <pc:spChg chg="del mod">
          <ac:chgData name="Vasanti Kadam" userId="2d2c718a-941c-44c5-9fc1-bfc327de9193" providerId="ADAL" clId="{01B42F18-8433-40A2-9A6F-BBB2C19DF8F9}" dt="2025-07-17T14:31:54.087" v="1749" actId="478"/>
          <ac:spMkLst>
            <pc:docMk/>
            <pc:sldMk cId="4227053066" sldId="266"/>
            <ac:spMk id="8" creationId="{0BEB1BB8-9B1C-536C-CDBD-89C66CA03CBC}"/>
          </ac:spMkLst>
        </pc:spChg>
        <pc:spChg chg="del mod">
          <ac:chgData name="Vasanti Kadam" userId="2d2c718a-941c-44c5-9fc1-bfc327de9193" providerId="ADAL" clId="{01B42F18-8433-40A2-9A6F-BBB2C19DF8F9}" dt="2025-07-17T14:31:54.087" v="1749" actId="478"/>
          <ac:spMkLst>
            <pc:docMk/>
            <pc:sldMk cId="4227053066" sldId="266"/>
            <ac:spMk id="9" creationId="{40B5BAE8-6F14-5BA2-AFA5-24F9DDF94F1C}"/>
          </ac:spMkLst>
        </pc:spChg>
        <pc:spChg chg="mod">
          <ac:chgData name="Vasanti Kadam" userId="2d2c718a-941c-44c5-9fc1-bfc327de9193" providerId="ADAL" clId="{01B42F18-8433-40A2-9A6F-BBB2C19DF8F9}" dt="2025-07-17T14:21:12.924" v="1615" actId="947"/>
          <ac:spMkLst>
            <pc:docMk/>
            <pc:sldMk cId="4227053066" sldId="266"/>
            <ac:spMk id="10" creationId="{52E005F3-F972-CA24-173C-3D3A2D8A39F3}"/>
          </ac:spMkLst>
        </pc:spChg>
        <pc:spChg chg="mod">
          <ac:chgData name="Vasanti Kadam" userId="2d2c718a-941c-44c5-9fc1-bfc327de9193" providerId="ADAL" clId="{01B42F18-8433-40A2-9A6F-BBB2C19DF8F9}" dt="2025-07-17T14:21:12.924" v="1616" actId="947"/>
          <ac:spMkLst>
            <pc:docMk/>
            <pc:sldMk cId="4227053066" sldId="266"/>
            <ac:spMk id="11" creationId="{C54011FA-7829-FB87-AE45-7D97C32ADBB8}"/>
          </ac:spMkLst>
        </pc:spChg>
        <pc:spChg chg="del mod">
          <ac:chgData name="Vasanti Kadam" userId="2d2c718a-941c-44c5-9fc1-bfc327de9193" providerId="ADAL" clId="{01B42F18-8433-40A2-9A6F-BBB2C19DF8F9}" dt="2025-07-17T14:31:54.087" v="1749" actId="478"/>
          <ac:spMkLst>
            <pc:docMk/>
            <pc:sldMk cId="4227053066" sldId="266"/>
            <ac:spMk id="12" creationId="{80027E12-3F5E-709A-D0EF-A49BB14C2921}"/>
          </ac:spMkLst>
        </pc:spChg>
        <pc:spChg chg="mod">
          <ac:chgData name="Vasanti Kadam" userId="2d2c718a-941c-44c5-9fc1-bfc327de9193" providerId="ADAL" clId="{01B42F18-8433-40A2-9A6F-BBB2C19DF8F9}" dt="2025-07-17T14:21:12.940" v="1618" actId="947"/>
          <ac:spMkLst>
            <pc:docMk/>
            <pc:sldMk cId="4227053066" sldId="266"/>
            <ac:spMk id="13" creationId="{D07862CC-28AA-E14E-4CC9-13242C086313}"/>
          </ac:spMkLst>
        </pc:spChg>
        <pc:spChg chg="mod">
          <ac:chgData name="Vasanti Kadam" userId="2d2c718a-941c-44c5-9fc1-bfc327de9193" providerId="ADAL" clId="{01B42F18-8433-40A2-9A6F-BBB2C19DF8F9}" dt="2025-07-17T14:21:12.940" v="1619" actId="947"/>
          <ac:spMkLst>
            <pc:docMk/>
            <pc:sldMk cId="4227053066" sldId="266"/>
            <ac:spMk id="14" creationId="{C104C602-F813-5FD9-97A2-1F11BEA24383}"/>
          </ac:spMkLst>
        </pc:spChg>
        <pc:spChg chg="mod">
          <ac:chgData name="Vasanti Kadam" userId="2d2c718a-941c-44c5-9fc1-bfc327de9193" providerId="ADAL" clId="{01B42F18-8433-40A2-9A6F-BBB2C19DF8F9}" dt="2025-07-17T14:21:12.940" v="1620" actId="947"/>
          <ac:spMkLst>
            <pc:docMk/>
            <pc:sldMk cId="4227053066" sldId="266"/>
            <ac:spMk id="15" creationId="{A659836D-104B-4A59-07E3-F679FB3ADAB1}"/>
          </ac:spMkLst>
        </pc:spChg>
        <pc:spChg chg="mod">
          <ac:chgData name="Vasanti Kadam" userId="2d2c718a-941c-44c5-9fc1-bfc327de9193" providerId="ADAL" clId="{01B42F18-8433-40A2-9A6F-BBB2C19DF8F9}" dt="2025-07-17T14:21:12.940" v="1621" actId="947"/>
          <ac:spMkLst>
            <pc:docMk/>
            <pc:sldMk cId="4227053066" sldId="266"/>
            <ac:spMk id="16" creationId="{C84586E0-8DED-8AFF-22B8-56482F60989C}"/>
          </ac:spMkLst>
        </pc:spChg>
        <pc:spChg chg="del mod">
          <ac:chgData name="Vasanti Kadam" userId="2d2c718a-941c-44c5-9fc1-bfc327de9193" providerId="ADAL" clId="{01B42F18-8433-40A2-9A6F-BBB2C19DF8F9}" dt="2025-07-17T14:31:54.087" v="1749" actId="478"/>
          <ac:spMkLst>
            <pc:docMk/>
            <pc:sldMk cId="4227053066" sldId="266"/>
            <ac:spMk id="17" creationId="{BA8788F8-BDB3-047F-63F6-1FECDE3EE401}"/>
          </ac:spMkLst>
        </pc:spChg>
        <pc:spChg chg="del mod">
          <ac:chgData name="Vasanti Kadam" userId="2d2c718a-941c-44c5-9fc1-bfc327de9193" providerId="ADAL" clId="{01B42F18-8433-40A2-9A6F-BBB2C19DF8F9}" dt="2025-07-17T14:31:54.087" v="1749" actId="478"/>
          <ac:spMkLst>
            <pc:docMk/>
            <pc:sldMk cId="4227053066" sldId="266"/>
            <ac:spMk id="18" creationId="{DB1BEB78-991B-873B-F8A9-C5A963492FA0}"/>
          </ac:spMkLst>
        </pc:spChg>
        <pc:spChg chg="del mod">
          <ac:chgData name="Vasanti Kadam" userId="2d2c718a-941c-44c5-9fc1-bfc327de9193" providerId="ADAL" clId="{01B42F18-8433-40A2-9A6F-BBB2C19DF8F9}" dt="2025-07-17T14:31:54.087" v="1749" actId="478"/>
          <ac:spMkLst>
            <pc:docMk/>
            <pc:sldMk cId="4227053066" sldId="266"/>
            <ac:spMk id="19" creationId="{1AF54AC2-25E7-A2EE-EBD0-D2377764F414}"/>
          </ac:spMkLst>
        </pc:spChg>
        <pc:spChg chg="mod">
          <ac:chgData name="Vasanti Kadam" userId="2d2c718a-941c-44c5-9fc1-bfc327de9193" providerId="ADAL" clId="{01B42F18-8433-40A2-9A6F-BBB2C19DF8F9}" dt="2025-07-17T14:21:12.940" v="1625" actId="947"/>
          <ac:spMkLst>
            <pc:docMk/>
            <pc:sldMk cId="4227053066" sldId="266"/>
            <ac:spMk id="20" creationId="{30A7FB2D-06FC-6691-464D-15D20607FC2E}"/>
          </ac:spMkLst>
        </pc:spChg>
        <pc:spChg chg="mod">
          <ac:chgData name="Vasanti Kadam" userId="2d2c718a-941c-44c5-9fc1-bfc327de9193" providerId="ADAL" clId="{01B42F18-8433-40A2-9A6F-BBB2C19DF8F9}" dt="2025-07-17T14:21:12.940" v="1626" actId="947"/>
          <ac:spMkLst>
            <pc:docMk/>
            <pc:sldMk cId="4227053066" sldId="266"/>
            <ac:spMk id="21" creationId="{378DD5A3-5781-1020-B2E3-5E478BAD83CF}"/>
          </ac:spMkLst>
        </pc:spChg>
        <pc:spChg chg="mod">
          <ac:chgData name="Vasanti Kadam" userId="2d2c718a-941c-44c5-9fc1-bfc327de9193" providerId="ADAL" clId="{01B42F18-8433-40A2-9A6F-BBB2C19DF8F9}" dt="2025-07-17T14:21:12.940" v="1627" actId="947"/>
          <ac:spMkLst>
            <pc:docMk/>
            <pc:sldMk cId="4227053066" sldId="266"/>
            <ac:spMk id="22" creationId="{6A8EEA32-EECB-4856-128A-1BC10FDD5222}"/>
          </ac:spMkLst>
        </pc:spChg>
        <pc:spChg chg="mod">
          <ac:chgData name="Vasanti Kadam" userId="2d2c718a-941c-44c5-9fc1-bfc327de9193" providerId="ADAL" clId="{01B42F18-8433-40A2-9A6F-BBB2C19DF8F9}" dt="2025-07-17T14:21:12.940" v="1628" actId="947"/>
          <ac:spMkLst>
            <pc:docMk/>
            <pc:sldMk cId="4227053066" sldId="266"/>
            <ac:spMk id="23" creationId="{4D2E343A-1FE3-D9C6-771F-E32CC8B8CDCA}"/>
          </ac:spMkLst>
        </pc:spChg>
        <pc:spChg chg="del mod">
          <ac:chgData name="Vasanti Kadam" userId="2d2c718a-941c-44c5-9fc1-bfc327de9193" providerId="ADAL" clId="{01B42F18-8433-40A2-9A6F-BBB2C19DF8F9}" dt="2025-07-17T14:31:54.087" v="1749" actId="478"/>
          <ac:spMkLst>
            <pc:docMk/>
            <pc:sldMk cId="4227053066" sldId="266"/>
            <ac:spMk id="24" creationId="{62CCB976-3E7B-2756-E45B-B0F7AF5AA864}"/>
          </ac:spMkLst>
        </pc:spChg>
        <pc:spChg chg="del mod">
          <ac:chgData name="Vasanti Kadam" userId="2d2c718a-941c-44c5-9fc1-bfc327de9193" providerId="ADAL" clId="{01B42F18-8433-40A2-9A6F-BBB2C19DF8F9}" dt="2025-07-17T14:31:54.087" v="1749" actId="478"/>
          <ac:spMkLst>
            <pc:docMk/>
            <pc:sldMk cId="4227053066" sldId="266"/>
            <ac:spMk id="25" creationId="{59D2E16C-E3AB-2787-F6A9-0B02C2A7F76F}"/>
          </ac:spMkLst>
        </pc:spChg>
        <pc:spChg chg="del mod topLvl">
          <ac:chgData name="Vasanti Kadam" userId="2d2c718a-941c-44c5-9fc1-bfc327de9193" providerId="ADAL" clId="{01B42F18-8433-40A2-9A6F-BBB2C19DF8F9}" dt="2025-07-17T14:18:26.436" v="1523" actId="478"/>
          <ac:spMkLst>
            <pc:docMk/>
            <pc:sldMk cId="4227053066" sldId="266"/>
            <ac:spMk id="27" creationId="{3DB058F9-6060-8AA4-01F3-4DDEBD2A0B8D}"/>
          </ac:spMkLst>
        </pc:spChg>
        <pc:spChg chg="mod">
          <ac:chgData name="Vasanti Kadam" userId="2d2c718a-941c-44c5-9fc1-bfc327de9193" providerId="ADAL" clId="{01B42F18-8433-40A2-9A6F-BBB2C19DF8F9}" dt="2025-07-17T14:21:12.924" v="1606" actId="947"/>
          <ac:spMkLst>
            <pc:docMk/>
            <pc:sldMk cId="4227053066" sldId="266"/>
            <ac:spMk id="28" creationId="{8F8B8B2C-76C2-D04A-C0A9-C76D4E90FFA4}"/>
          </ac:spMkLst>
        </pc:spChg>
        <pc:spChg chg="mod topLvl">
          <ac:chgData name="Vasanti Kadam" userId="2d2c718a-941c-44c5-9fc1-bfc327de9193" providerId="ADAL" clId="{01B42F18-8433-40A2-9A6F-BBB2C19DF8F9}" dt="2025-07-17T14:21:01.659" v="1598" actId="688"/>
          <ac:spMkLst>
            <pc:docMk/>
            <pc:sldMk cId="4227053066" sldId="266"/>
            <ac:spMk id="29" creationId="{42B9B5C0-22AF-FBE0-A989-04C4B9BCE0FA}"/>
          </ac:spMkLst>
        </pc:spChg>
        <pc:spChg chg="mod topLvl">
          <ac:chgData name="Vasanti Kadam" userId="2d2c718a-941c-44c5-9fc1-bfc327de9193" providerId="ADAL" clId="{01B42F18-8433-40A2-9A6F-BBB2C19DF8F9}" dt="2025-07-17T14:21:01.659" v="1598" actId="688"/>
          <ac:spMkLst>
            <pc:docMk/>
            <pc:sldMk cId="4227053066" sldId="266"/>
            <ac:spMk id="30" creationId="{6A9CE333-1EE3-9C1F-1CA9-E43FD6C8100B}"/>
          </ac:spMkLst>
        </pc:spChg>
        <pc:spChg chg="del">
          <ac:chgData name="Vasanti Kadam" userId="2d2c718a-941c-44c5-9fc1-bfc327de9193" providerId="ADAL" clId="{01B42F18-8433-40A2-9A6F-BBB2C19DF8F9}" dt="2025-07-17T14:18:17.401" v="1517" actId="478"/>
          <ac:spMkLst>
            <pc:docMk/>
            <pc:sldMk cId="4227053066" sldId="266"/>
            <ac:spMk id="31" creationId="{72AC5829-91D2-8C4E-E809-4F9756BB9DA0}"/>
          </ac:spMkLst>
        </pc:spChg>
        <pc:spChg chg="del">
          <ac:chgData name="Vasanti Kadam" userId="2d2c718a-941c-44c5-9fc1-bfc327de9193" providerId="ADAL" clId="{01B42F18-8433-40A2-9A6F-BBB2C19DF8F9}" dt="2025-07-17T14:18:17.401" v="1517" actId="478"/>
          <ac:spMkLst>
            <pc:docMk/>
            <pc:sldMk cId="4227053066" sldId="266"/>
            <ac:spMk id="32" creationId="{5D2329B1-0172-7B8D-24CD-618F04B058F1}"/>
          </ac:spMkLst>
        </pc:spChg>
        <pc:spChg chg="mod topLvl">
          <ac:chgData name="Vasanti Kadam" userId="2d2c718a-941c-44c5-9fc1-bfc327de9193" providerId="ADAL" clId="{01B42F18-8433-40A2-9A6F-BBB2C19DF8F9}" dt="2025-07-17T14:21:01.659" v="1598" actId="688"/>
          <ac:spMkLst>
            <pc:docMk/>
            <pc:sldMk cId="4227053066" sldId="266"/>
            <ac:spMk id="33" creationId="{C957BF9F-F7E8-2218-8690-45E3B2752336}"/>
          </ac:spMkLst>
        </pc:spChg>
        <pc:spChg chg="del">
          <ac:chgData name="Vasanti Kadam" userId="2d2c718a-941c-44c5-9fc1-bfc327de9193" providerId="ADAL" clId="{01B42F18-8433-40A2-9A6F-BBB2C19DF8F9}" dt="2025-07-17T14:18:17.401" v="1517" actId="478"/>
          <ac:spMkLst>
            <pc:docMk/>
            <pc:sldMk cId="4227053066" sldId="266"/>
            <ac:spMk id="34" creationId="{4A027807-4F57-7083-93C9-E2E17CE64995}"/>
          </ac:spMkLst>
        </pc:spChg>
        <pc:spChg chg="del">
          <ac:chgData name="Vasanti Kadam" userId="2d2c718a-941c-44c5-9fc1-bfc327de9193" providerId="ADAL" clId="{01B42F18-8433-40A2-9A6F-BBB2C19DF8F9}" dt="2025-07-17T14:18:17.401" v="1517" actId="478"/>
          <ac:spMkLst>
            <pc:docMk/>
            <pc:sldMk cId="4227053066" sldId="266"/>
            <ac:spMk id="35" creationId="{2E7E60BA-7B4E-7638-609F-115051217684}"/>
          </ac:spMkLst>
        </pc:spChg>
        <pc:spChg chg="mod topLvl">
          <ac:chgData name="Vasanti Kadam" userId="2d2c718a-941c-44c5-9fc1-bfc327de9193" providerId="ADAL" clId="{01B42F18-8433-40A2-9A6F-BBB2C19DF8F9}" dt="2025-07-17T14:21:01.659" v="1598" actId="688"/>
          <ac:spMkLst>
            <pc:docMk/>
            <pc:sldMk cId="4227053066" sldId="266"/>
            <ac:spMk id="36" creationId="{A8883D5B-733C-A15C-406C-B884009AA6BB}"/>
          </ac:spMkLst>
        </pc:spChg>
        <pc:spChg chg="mod topLvl">
          <ac:chgData name="Vasanti Kadam" userId="2d2c718a-941c-44c5-9fc1-bfc327de9193" providerId="ADAL" clId="{01B42F18-8433-40A2-9A6F-BBB2C19DF8F9}" dt="2025-07-17T14:21:12.940" v="1631"/>
          <ac:spMkLst>
            <pc:docMk/>
            <pc:sldMk cId="4227053066" sldId="266"/>
            <ac:spMk id="37" creationId="{7C43E5B3-4D87-3F20-E487-06661ED6B12E}"/>
          </ac:spMkLst>
        </pc:spChg>
        <pc:spChg chg="del mod topLvl">
          <ac:chgData name="Vasanti Kadam" userId="2d2c718a-941c-44c5-9fc1-bfc327de9193" providerId="ADAL" clId="{01B42F18-8433-40A2-9A6F-BBB2C19DF8F9}" dt="2025-07-17T14:18:26.436" v="1523" actId="478"/>
          <ac:spMkLst>
            <pc:docMk/>
            <pc:sldMk cId="4227053066" sldId="266"/>
            <ac:spMk id="38" creationId="{D08DB6DC-D051-299D-B616-367FA52A9E17}"/>
          </ac:spMkLst>
        </pc:spChg>
        <pc:spChg chg="del">
          <ac:chgData name="Vasanti Kadam" userId="2d2c718a-941c-44c5-9fc1-bfc327de9193" providerId="ADAL" clId="{01B42F18-8433-40A2-9A6F-BBB2C19DF8F9}" dt="2025-07-17T14:18:17.401" v="1517" actId="478"/>
          <ac:spMkLst>
            <pc:docMk/>
            <pc:sldMk cId="4227053066" sldId="266"/>
            <ac:spMk id="45" creationId="{1B7AE012-771E-CA2B-727F-E45D1A6742A6}"/>
          </ac:spMkLst>
        </pc:spChg>
        <pc:spChg chg="add mod">
          <ac:chgData name="Vasanti Kadam" userId="2d2c718a-941c-44c5-9fc1-bfc327de9193" providerId="ADAL" clId="{01B42F18-8433-40A2-9A6F-BBB2C19DF8F9}" dt="2025-07-17T14:20:22.807" v="1589" actId="12789"/>
          <ac:spMkLst>
            <pc:docMk/>
            <pc:sldMk cId="4227053066" sldId="266"/>
            <ac:spMk id="47" creationId="{5C0ADE47-B01D-CDEB-0D53-E4AB0252DB38}"/>
          </ac:spMkLst>
        </pc:spChg>
        <pc:spChg chg="add mod">
          <ac:chgData name="Vasanti Kadam" userId="2d2c718a-941c-44c5-9fc1-bfc327de9193" providerId="ADAL" clId="{01B42F18-8433-40A2-9A6F-BBB2C19DF8F9}" dt="2025-07-17T14:31:11.892" v="1731" actId="1076"/>
          <ac:spMkLst>
            <pc:docMk/>
            <pc:sldMk cId="4227053066" sldId="266"/>
            <ac:spMk id="50" creationId="{96991BD6-D016-7E87-37BC-8C0D10D81436}"/>
          </ac:spMkLst>
        </pc:spChg>
        <pc:spChg chg="add mod">
          <ac:chgData name="Vasanti Kadam" userId="2d2c718a-941c-44c5-9fc1-bfc327de9193" providerId="ADAL" clId="{01B42F18-8433-40A2-9A6F-BBB2C19DF8F9}" dt="2025-07-17T14:31:11.892" v="1731" actId="1076"/>
          <ac:spMkLst>
            <pc:docMk/>
            <pc:sldMk cId="4227053066" sldId="266"/>
            <ac:spMk id="51" creationId="{38A9C1AB-6D5E-D24F-926D-8F7F1332C616}"/>
          </ac:spMkLst>
        </pc:spChg>
        <pc:spChg chg="add mod">
          <ac:chgData name="Vasanti Kadam" userId="2d2c718a-941c-44c5-9fc1-bfc327de9193" providerId="ADAL" clId="{01B42F18-8433-40A2-9A6F-BBB2C19DF8F9}" dt="2025-07-17T14:31:11.892" v="1731" actId="1076"/>
          <ac:spMkLst>
            <pc:docMk/>
            <pc:sldMk cId="4227053066" sldId="266"/>
            <ac:spMk id="52" creationId="{10EDC411-E2C4-9507-DF84-96DAC884F475}"/>
          </ac:spMkLst>
        </pc:spChg>
        <pc:spChg chg="del">
          <ac:chgData name="Vasanti Kadam" userId="2d2c718a-941c-44c5-9fc1-bfc327de9193" providerId="ADAL" clId="{01B42F18-8433-40A2-9A6F-BBB2C19DF8F9}" dt="2025-07-17T14:18:17.401" v="1517" actId="478"/>
          <ac:spMkLst>
            <pc:docMk/>
            <pc:sldMk cId="4227053066" sldId="266"/>
            <ac:spMk id="53" creationId="{4A60F4A8-F53C-C8F1-FFBE-F9B568507FE4}"/>
          </ac:spMkLst>
        </pc:spChg>
        <pc:spChg chg="del">
          <ac:chgData name="Vasanti Kadam" userId="2d2c718a-941c-44c5-9fc1-bfc327de9193" providerId="ADAL" clId="{01B42F18-8433-40A2-9A6F-BBB2C19DF8F9}" dt="2025-07-17T14:18:17.401" v="1517" actId="478"/>
          <ac:spMkLst>
            <pc:docMk/>
            <pc:sldMk cId="4227053066" sldId="266"/>
            <ac:spMk id="70" creationId="{BDCBA4AE-0CE1-159C-EB23-D783C5196D2B}"/>
          </ac:spMkLst>
        </pc:spChg>
        <pc:spChg chg="add mod">
          <ac:chgData name="Vasanti Kadam" userId="2d2c718a-941c-44c5-9fc1-bfc327de9193" providerId="ADAL" clId="{01B42F18-8433-40A2-9A6F-BBB2C19DF8F9}" dt="2025-07-17T14:31:11.892" v="1731" actId="1076"/>
          <ac:spMkLst>
            <pc:docMk/>
            <pc:sldMk cId="4227053066" sldId="266"/>
            <ac:spMk id="74" creationId="{05186F0F-DF4F-BCC9-505D-3B46C3F3787F}"/>
          </ac:spMkLst>
        </pc:spChg>
        <pc:spChg chg="del">
          <ac:chgData name="Vasanti Kadam" userId="2d2c718a-941c-44c5-9fc1-bfc327de9193" providerId="ADAL" clId="{01B42F18-8433-40A2-9A6F-BBB2C19DF8F9}" dt="2025-07-17T14:18:17.401" v="1517" actId="478"/>
          <ac:spMkLst>
            <pc:docMk/>
            <pc:sldMk cId="4227053066" sldId="266"/>
            <ac:spMk id="75" creationId="{0371BF70-2314-F686-86AD-BEF88ECCDF5B}"/>
          </ac:spMkLst>
        </pc:spChg>
        <pc:spChg chg="add mod">
          <ac:chgData name="Vasanti Kadam" userId="2d2c718a-941c-44c5-9fc1-bfc327de9193" providerId="ADAL" clId="{01B42F18-8433-40A2-9A6F-BBB2C19DF8F9}" dt="2025-07-17T14:21:12.955" v="1636" actId="947"/>
          <ac:spMkLst>
            <pc:docMk/>
            <pc:sldMk cId="4227053066" sldId="266"/>
            <ac:spMk id="77" creationId="{24487C65-2109-0700-A3F1-94F27F13F138}"/>
          </ac:spMkLst>
        </pc:spChg>
        <pc:spChg chg="del">
          <ac:chgData name="Vasanti Kadam" userId="2d2c718a-941c-44c5-9fc1-bfc327de9193" providerId="ADAL" clId="{01B42F18-8433-40A2-9A6F-BBB2C19DF8F9}" dt="2025-07-17T14:18:17.401" v="1517" actId="478"/>
          <ac:spMkLst>
            <pc:docMk/>
            <pc:sldMk cId="4227053066" sldId="266"/>
            <ac:spMk id="79" creationId="{1BED73F0-FA67-994F-52B4-9E781C19C248}"/>
          </ac:spMkLst>
        </pc:spChg>
        <pc:spChg chg="del">
          <ac:chgData name="Vasanti Kadam" userId="2d2c718a-941c-44c5-9fc1-bfc327de9193" providerId="ADAL" clId="{01B42F18-8433-40A2-9A6F-BBB2C19DF8F9}" dt="2025-07-17T14:18:17.401" v="1517" actId="478"/>
          <ac:spMkLst>
            <pc:docMk/>
            <pc:sldMk cId="4227053066" sldId="266"/>
            <ac:spMk id="81" creationId="{3C18C91B-3EE6-AB3A-C0AC-26AA4F573F8A}"/>
          </ac:spMkLst>
        </pc:spChg>
        <pc:spChg chg="add mod">
          <ac:chgData name="Vasanti Kadam" userId="2d2c718a-941c-44c5-9fc1-bfc327de9193" providerId="ADAL" clId="{01B42F18-8433-40A2-9A6F-BBB2C19DF8F9}" dt="2025-07-17T14:31:11.892" v="1731" actId="1076"/>
          <ac:spMkLst>
            <pc:docMk/>
            <pc:sldMk cId="4227053066" sldId="266"/>
            <ac:spMk id="84" creationId="{ED377244-C9DF-8138-66C4-FD1105C2ED94}"/>
          </ac:spMkLst>
        </pc:spChg>
        <pc:spChg chg="add mod">
          <ac:chgData name="Vasanti Kadam" userId="2d2c718a-941c-44c5-9fc1-bfc327de9193" providerId="ADAL" clId="{01B42F18-8433-40A2-9A6F-BBB2C19DF8F9}" dt="2025-07-17T14:31:11.892" v="1731" actId="1076"/>
          <ac:spMkLst>
            <pc:docMk/>
            <pc:sldMk cId="4227053066" sldId="266"/>
            <ac:spMk id="85" creationId="{B7975F19-5C89-BAD5-E70A-3A8CBFB1827B}"/>
          </ac:spMkLst>
        </pc:spChg>
        <pc:spChg chg="add mod">
          <ac:chgData name="Vasanti Kadam" userId="2d2c718a-941c-44c5-9fc1-bfc327de9193" providerId="ADAL" clId="{01B42F18-8433-40A2-9A6F-BBB2C19DF8F9}" dt="2025-07-17T14:21:12.971" v="1639" actId="947"/>
          <ac:spMkLst>
            <pc:docMk/>
            <pc:sldMk cId="4227053066" sldId="266"/>
            <ac:spMk id="86" creationId="{1209A6BE-9FA4-D5BC-06D1-B45DF563BD8B}"/>
          </ac:spMkLst>
        </pc:spChg>
        <pc:grpChg chg="add del mod">
          <ac:chgData name="Vasanti Kadam" userId="2d2c718a-941c-44c5-9fc1-bfc327de9193" providerId="ADAL" clId="{01B42F18-8433-40A2-9A6F-BBB2C19DF8F9}" dt="2025-07-17T14:18:23.002" v="1522" actId="165"/>
          <ac:grpSpMkLst>
            <pc:docMk/>
            <pc:sldMk cId="4227053066" sldId="266"/>
            <ac:grpSpMk id="26" creationId="{CF0A40B3-ECE9-F7FA-57A7-98F38716ABD1}"/>
          </ac:grpSpMkLst>
        </pc:grpChg>
        <pc:grpChg chg="add mod topLvl">
          <ac:chgData name="Vasanti Kadam" userId="2d2c718a-941c-44c5-9fc1-bfc327de9193" providerId="ADAL" clId="{01B42F18-8433-40A2-9A6F-BBB2C19DF8F9}" dt="2025-07-17T14:21:01.659" v="1598" actId="688"/>
          <ac:grpSpMkLst>
            <pc:docMk/>
            <pc:sldMk cId="4227053066" sldId="266"/>
            <ac:grpSpMk id="39" creationId="{2CBD37BA-CB4C-836C-0B3C-ABE53A745E4D}"/>
          </ac:grpSpMkLst>
        </pc:grpChg>
        <pc:grpChg chg="add del mod">
          <ac:chgData name="Vasanti Kadam" userId="2d2c718a-941c-44c5-9fc1-bfc327de9193" providerId="ADAL" clId="{01B42F18-8433-40A2-9A6F-BBB2C19DF8F9}" dt="2025-07-17T14:20:25.698" v="1590" actId="165"/>
          <ac:grpSpMkLst>
            <pc:docMk/>
            <pc:sldMk cId="4227053066" sldId="266"/>
            <ac:grpSpMk id="49" creationId="{35EA772E-5484-6E68-6752-51D6BCD0973F}"/>
          </ac:grpSpMkLst>
        </pc:grpChg>
        <pc:cxnChg chg="add mod topLvl">
          <ac:chgData name="Vasanti Kadam" userId="2d2c718a-941c-44c5-9fc1-bfc327de9193" providerId="ADAL" clId="{01B42F18-8433-40A2-9A6F-BBB2C19DF8F9}" dt="2025-07-17T14:20:25.698" v="1590" actId="165"/>
          <ac:cxnSpMkLst>
            <pc:docMk/>
            <pc:sldMk cId="4227053066" sldId="266"/>
            <ac:cxnSpMk id="40" creationId="{4F5AC989-A166-BD00-3228-BF53FD52B3F8}"/>
          </ac:cxnSpMkLst>
        </pc:cxnChg>
        <pc:cxnChg chg="add mod topLvl">
          <ac:chgData name="Vasanti Kadam" userId="2d2c718a-941c-44c5-9fc1-bfc327de9193" providerId="ADAL" clId="{01B42F18-8433-40A2-9A6F-BBB2C19DF8F9}" dt="2025-07-17T14:20:25.698" v="1590" actId="165"/>
          <ac:cxnSpMkLst>
            <pc:docMk/>
            <pc:sldMk cId="4227053066" sldId="266"/>
            <ac:cxnSpMk id="43" creationId="{22D7F295-1ED1-3582-6313-3FF44B07C59C}"/>
          </ac:cxnSpMkLst>
        </pc:cxnChg>
        <pc:cxnChg chg="add mod">
          <ac:chgData name="Vasanti Kadam" userId="2d2c718a-941c-44c5-9fc1-bfc327de9193" providerId="ADAL" clId="{01B42F18-8433-40A2-9A6F-BBB2C19DF8F9}" dt="2025-07-17T14:20:17.042" v="1584" actId="164"/>
          <ac:cxnSpMkLst>
            <pc:docMk/>
            <pc:sldMk cId="4227053066" sldId="266"/>
            <ac:cxnSpMk id="44" creationId="{F4758076-9F35-B444-F360-3D4FD36780ED}"/>
          </ac:cxnSpMkLst>
        </pc:cxnChg>
        <pc:cxnChg chg="add mod topLvl">
          <ac:chgData name="Vasanti Kadam" userId="2d2c718a-941c-44c5-9fc1-bfc327de9193" providerId="ADAL" clId="{01B42F18-8433-40A2-9A6F-BBB2C19DF8F9}" dt="2025-07-17T14:20:25.698" v="1590" actId="165"/>
          <ac:cxnSpMkLst>
            <pc:docMk/>
            <pc:sldMk cId="4227053066" sldId="266"/>
            <ac:cxnSpMk id="46" creationId="{94FCC451-9C89-F717-AD89-7ECEB08A7F7A}"/>
          </ac:cxnSpMkLst>
        </pc:cxnChg>
      </pc:sldChg>
      <pc:sldChg chg="addSp delSp modSp add mod">
        <pc:chgData name="Vasanti Kadam" userId="2d2c718a-941c-44c5-9fc1-bfc327de9193" providerId="ADAL" clId="{01B42F18-8433-40A2-9A6F-BBB2C19DF8F9}" dt="2025-07-17T14:31:50.932" v="1748" actId="478"/>
        <pc:sldMkLst>
          <pc:docMk/>
          <pc:sldMk cId="2103303091" sldId="267"/>
        </pc:sldMkLst>
        <pc:spChg chg="mod">
          <ac:chgData name="Vasanti Kadam" userId="2d2c718a-941c-44c5-9fc1-bfc327de9193" providerId="ADAL" clId="{01B42F18-8433-40A2-9A6F-BBB2C19DF8F9}" dt="2025-07-17T14:30:30.163" v="1691" actId="947"/>
          <ac:spMkLst>
            <pc:docMk/>
            <pc:sldMk cId="2103303091" sldId="267"/>
            <ac:spMk id="2" creationId="{1891E0EA-384E-4640-FD49-ECB5959F0943}"/>
          </ac:spMkLst>
        </pc:spChg>
        <pc:spChg chg="del mod">
          <ac:chgData name="Vasanti Kadam" userId="2d2c718a-941c-44c5-9fc1-bfc327de9193" providerId="ADAL" clId="{01B42F18-8433-40A2-9A6F-BBB2C19DF8F9}" dt="2025-07-17T14:31:50.932" v="1748" actId="478"/>
          <ac:spMkLst>
            <pc:docMk/>
            <pc:sldMk cId="2103303091" sldId="267"/>
            <ac:spMk id="3" creationId="{0020CA60-3A09-D967-7016-35703C68E2A8}"/>
          </ac:spMkLst>
        </pc:spChg>
        <pc:spChg chg="del mod">
          <ac:chgData name="Vasanti Kadam" userId="2d2c718a-941c-44c5-9fc1-bfc327de9193" providerId="ADAL" clId="{01B42F18-8433-40A2-9A6F-BBB2C19DF8F9}" dt="2025-07-17T14:31:50.932" v="1748" actId="478"/>
          <ac:spMkLst>
            <pc:docMk/>
            <pc:sldMk cId="2103303091" sldId="267"/>
            <ac:spMk id="4" creationId="{BF501A76-A7AF-C396-B08C-7711AA7DE985}"/>
          </ac:spMkLst>
        </pc:spChg>
        <pc:spChg chg="del mod">
          <ac:chgData name="Vasanti Kadam" userId="2d2c718a-941c-44c5-9fc1-bfc327de9193" providerId="ADAL" clId="{01B42F18-8433-40A2-9A6F-BBB2C19DF8F9}" dt="2025-07-17T14:31:50.932" v="1748" actId="478"/>
          <ac:spMkLst>
            <pc:docMk/>
            <pc:sldMk cId="2103303091" sldId="267"/>
            <ac:spMk id="5" creationId="{91791245-B0D4-58DB-07B0-C7629428ABF1}"/>
          </ac:spMkLst>
        </pc:spChg>
        <pc:spChg chg="mod">
          <ac:chgData name="Vasanti Kadam" userId="2d2c718a-941c-44c5-9fc1-bfc327de9193" providerId="ADAL" clId="{01B42F18-8433-40A2-9A6F-BBB2C19DF8F9}" dt="2025-07-17T14:30:30.179" v="1695" actId="947"/>
          <ac:spMkLst>
            <pc:docMk/>
            <pc:sldMk cId="2103303091" sldId="267"/>
            <ac:spMk id="6" creationId="{9716617C-708F-C0D5-9317-042242470325}"/>
          </ac:spMkLst>
        </pc:spChg>
        <pc:spChg chg="mod">
          <ac:chgData name="Vasanti Kadam" userId="2d2c718a-941c-44c5-9fc1-bfc327de9193" providerId="ADAL" clId="{01B42F18-8433-40A2-9A6F-BBB2C19DF8F9}" dt="2025-07-17T14:30:30.179" v="1696" actId="947"/>
          <ac:spMkLst>
            <pc:docMk/>
            <pc:sldMk cId="2103303091" sldId="267"/>
            <ac:spMk id="7" creationId="{5B997038-89CB-BC5A-B782-DF47897EB0ED}"/>
          </ac:spMkLst>
        </pc:spChg>
        <pc:spChg chg="mod">
          <ac:chgData name="Vasanti Kadam" userId="2d2c718a-941c-44c5-9fc1-bfc327de9193" providerId="ADAL" clId="{01B42F18-8433-40A2-9A6F-BBB2C19DF8F9}" dt="2025-07-17T14:30:30.179" v="1697" actId="947"/>
          <ac:spMkLst>
            <pc:docMk/>
            <pc:sldMk cId="2103303091" sldId="267"/>
            <ac:spMk id="8" creationId="{43DE6773-08D1-99E7-EB3A-EC05977AA43C}"/>
          </ac:spMkLst>
        </pc:spChg>
        <pc:spChg chg="mod">
          <ac:chgData name="Vasanti Kadam" userId="2d2c718a-941c-44c5-9fc1-bfc327de9193" providerId="ADAL" clId="{01B42F18-8433-40A2-9A6F-BBB2C19DF8F9}" dt="2025-07-17T14:30:30.179" v="1698" actId="947"/>
          <ac:spMkLst>
            <pc:docMk/>
            <pc:sldMk cId="2103303091" sldId="267"/>
            <ac:spMk id="9" creationId="{DE11B612-ABD0-F76D-0E14-64330FE0E340}"/>
          </ac:spMkLst>
        </pc:spChg>
        <pc:spChg chg="mod">
          <ac:chgData name="Vasanti Kadam" userId="2d2c718a-941c-44c5-9fc1-bfc327de9193" providerId="ADAL" clId="{01B42F18-8433-40A2-9A6F-BBB2C19DF8F9}" dt="2025-07-17T14:30:30.179" v="1699" actId="947"/>
          <ac:spMkLst>
            <pc:docMk/>
            <pc:sldMk cId="2103303091" sldId="267"/>
            <ac:spMk id="10" creationId="{7875A886-F5B3-FACC-D7EE-537222CFA7F3}"/>
          </ac:spMkLst>
        </pc:spChg>
        <pc:spChg chg="del mod">
          <ac:chgData name="Vasanti Kadam" userId="2d2c718a-941c-44c5-9fc1-bfc327de9193" providerId="ADAL" clId="{01B42F18-8433-40A2-9A6F-BBB2C19DF8F9}" dt="2025-07-17T14:31:50.932" v="1748" actId="478"/>
          <ac:spMkLst>
            <pc:docMk/>
            <pc:sldMk cId="2103303091" sldId="267"/>
            <ac:spMk id="11" creationId="{50C23D20-26F9-0DFF-962E-B9703E8E4832}"/>
          </ac:spMkLst>
        </pc:spChg>
        <pc:spChg chg="del mod">
          <ac:chgData name="Vasanti Kadam" userId="2d2c718a-941c-44c5-9fc1-bfc327de9193" providerId="ADAL" clId="{01B42F18-8433-40A2-9A6F-BBB2C19DF8F9}" dt="2025-07-17T14:31:50.932" v="1748" actId="478"/>
          <ac:spMkLst>
            <pc:docMk/>
            <pc:sldMk cId="2103303091" sldId="267"/>
            <ac:spMk id="12" creationId="{97770446-C3FB-760A-4111-20A021E45827}"/>
          </ac:spMkLst>
        </pc:spChg>
        <pc:spChg chg="mod">
          <ac:chgData name="Vasanti Kadam" userId="2d2c718a-941c-44c5-9fc1-bfc327de9193" providerId="ADAL" clId="{01B42F18-8433-40A2-9A6F-BBB2C19DF8F9}" dt="2025-07-17T14:30:30.179" v="1702" actId="947"/>
          <ac:spMkLst>
            <pc:docMk/>
            <pc:sldMk cId="2103303091" sldId="267"/>
            <ac:spMk id="13" creationId="{663720BF-B953-AB5A-B9A7-A4C58FD4401B}"/>
          </ac:spMkLst>
        </pc:spChg>
        <pc:spChg chg="del mod">
          <ac:chgData name="Vasanti Kadam" userId="2d2c718a-941c-44c5-9fc1-bfc327de9193" providerId="ADAL" clId="{01B42F18-8433-40A2-9A6F-BBB2C19DF8F9}" dt="2025-07-17T14:31:50.932" v="1748" actId="478"/>
          <ac:spMkLst>
            <pc:docMk/>
            <pc:sldMk cId="2103303091" sldId="267"/>
            <ac:spMk id="14" creationId="{8BF6B0F6-7580-E245-11AC-D8BBB637A81A}"/>
          </ac:spMkLst>
        </pc:spChg>
        <pc:spChg chg="mod">
          <ac:chgData name="Vasanti Kadam" userId="2d2c718a-941c-44c5-9fc1-bfc327de9193" providerId="ADAL" clId="{01B42F18-8433-40A2-9A6F-BBB2C19DF8F9}" dt="2025-07-17T14:30:30.179" v="1704" actId="947"/>
          <ac:spMkLst>
            <pc:docMk/>
            <pc:sldMk cId="2103303091" sldId="267"/>
            <ac:spMk id="15" creationId="{610F68CE-DA7D-B6B4-0D83-562B95328F11}"/>
          </ac:spMkLst>
        </pc:spChg>
        <pc:spChg chg="mod">
          <ac:chgData name="Vasanti Kadam" userId="2d2c718a-941c-44c5-9fc1-bfc327de9193" providerId="ADAL" clId="{01B42F18-8433-40A2-9A6F-BBB2C19DF8F9}" dt="2025-07-17T14:30:30.179" v="1705" actId="947"/>
          <ac:spMkLst>
            <pc:docMk/>
            <pc:sldMk cId="2103303091" sldId="267"/>
            <ac:spMk id="16" creationId="{76789BCD-E0DA-BD54-272F-6EFF72404411}"/>
          </ac:spMkLst>
        </pc:spChg>
        <pc:spChg chg="del mod">
          <ac:chgData name="Vasanti Kadam" userId="2d2c718a-941c-44c5-9fc1-bfc327de9193" providerId="ADAL" clId="{01B42F18-8433-40A2-9A6F-BBB2C19DF8F9}" dt="2025-07-17T14:31:50.932" v="1748" actId="478"/>
          <ac:spMkLst>
            <pc:docMk/>
            <pc:sldMk cId="2103303091" sldId="267"/>
            <ac:spMk id="17" creationId="{F8D32607-67FE-6AE4-B58A-6C047A7A6CD8}"/>
          </ac:spMkLst>
        </pc:spChg>
        <pc:spChg chg="mod">
          <ac:chgData name="Vasanti Kadam" userId="2d2c718a-941c-44c5-9fc1-bfc327de9193" providerId="ADAL" clId="{01B42F18-8433-40A2-9A6F-BBB2C19DF8F9}" dt="2025-07-17T14:30:30.179" v="1707" actId="947"/>
          <ac:spMkLst>
            <pc:docMk/>
            <pc:sldMk cId="2103303091" sldId="267"/>
            <ac:spMk id="18" creationId="{4D303A4F-3576-B1E6-0789-F8FBD3A1EF0D}"/>
          </ac:spMkLst>
        </pc:spChg>
        <pc:spChg chg="del mod">
          <ac:chgData name="Vasanti Kadam" userId="2d2c718a-941c-44c5-9fc1-bfc327de9193" providerId="ADAL" clId="{01B42F18-8433-40A2-9A6F-BBB2C19DF8F9}" dt="2025-07-17T14:31:50.932" v="1748" actId="478"/>
          <ac:spMkLst>
            <pc:docMk/>
            <pc:sldMk cId="2103303091" sldId="267"/>
            <ac:spMk id="19" creationId="{6C3F7A61-0508-5841-4C2D-24306DAC472D}"/>
          </ac:spMkLst>
        </pc:spChg>
        <pc:spChg chg="mod">
          <ac:chgData name="Vasanti Kadam" userId="2d2c718a-941c-44c5-9fc1-bfc327de9193" providerId="ADAL" clId="{01B42F18-8433-40A2-9A6F-BBB2C19DF8F9}" dt="2025-07-17T14:30:30.179" v="1709" actId="947"/>
          <ac:spMkLst>
            <pc:docMk/>
            <pc:sldMk cId="2103303091" sldId="267"/>
            <ac:spMk id="20" creationId="{94B5F688-C834-7643-1CF1-4B02D5784396}"/>
          </ac:spMkLst>
        </pc:spChg>
        <pc:spChg chg="del mod">
          <ac:chgData name="Vasanti Kadam" userId="2d2c718a-941c-44c5-9fc1-bfc327de9193" providerId="ADAL" clId="{01B42F18-8433-40A2-9A6F-BBB2C19DF8F9}" dt="2025-07-17T14:31:50.932" v="1748" actId="478"/>
          <ac:spMkLst>
            <pc:docMk/>
            <pc:sldMk cId="2103303091" sldId="267"/>
            <ac:spMk id="21" creationId="{E8E26BB1-94E4-FEB4-F8E8-1325F0DDF309}"/>
          </ac:spMkLst>
        </pc:spChg>
        <pc:spChg chg="del mod">
          <ac:chgData name="Vasanti Kadam" userId="2d2c718a-941c-44c5-9fc1-bfc327de9193" providerId="ADAL" clId="{01B42F18-8433-40A2-9A6F-BBB2C19DF8F9}" dt="2025-07-17T14:31:50.932" v="1748" actId="478"/>
          <ac:spMkLst>
            <pc:docMk/>
            <pc:sldMk cId="2103303091" sldId="267"/>
            <ac:spMk id="22" creationId="{FA312ECF-94A9-9A4A-899E-66DDCA1471AB}"/>
          </ac:spMkLst>
        </pc:spChg>
        <pc:spChg chg="mod">
          <ac:chgData name="Vasanti Kadam" userId="2d2c718a-941c-44c5-9fc1-bfc327de9193" providerId="ADAL" clId="{01B42F18-8433-40A2-9A6F-BBB2C19DF8F9}" dt="2025-07-17T14:30:30.179" v="1712" actId="947"/>
          <ac:spMkLst>
            <pc:docMk/>
            <pc:sldMk cId="2103303091" sldId="267"/>
            <ac:spMk id="23" creationId="{7F0D6AC5-091C-2BF5-3066-620002BDDA0B}"/>
          </ac:spMkLst>
        </pc:spChg>
        <pc:spChg chg="mod">
          <ac:chgData name="Vasanti Kadam" userId="2d2c718a-941c-44c5-9fc1-bfc327de9193" providerId="ADAL" clId="{01B42F18-8433-40A2-9A6F-BBB2C19DF8F9}" dt="2025-07-17T14:30:30.179" v="1713" actId="947"/>
          <ac:spMkLst>
            <pc:docMk/>
            <pc:sldMk cId="2103303091" sldId="267"/>
            <ac:spMk id="24" creationId="{30150E76-0393-F73C-187C-1EBF87729ADF}"/>
          </ac:spMkLst>
        </pc:spChg>
        <pc:spChg chg="mod">
          <ac:chgData name="Vasanti Kadam" userId="2d2c718a-941c-44c5-9fc1-bfc327de9193" providerId="ADAL" clId="{01B42F18-8433-40A2-9A6F-BBB2C19DF8F9}" dt="2025-07-17T14:30:30.179" v="1714" actId="947"/>
          <ac:spMkLst>
            <pc:docMk/>
            <pc:sldMk cId="2103303091" sldId="267"/>
            <ac:spMk id="25" creationId="{F77D39B0-934D-5F30-438F-2CC7931923BE}"/>
          </ac:spMkLst>
        </pc:spChg>
        <pc:spChg chg="del mod topLvl">
          <ac:chgData name="Vasanti Kadam" userId="2d2c718a-941c-44c5-9fc1-bfc327de9193" providerId="ADAL" clId="{01B42F18-8433-40A2-9A6F-BBB2C19DF8F9}" dt="2025-07-17T14:22:07.326" v="1653" actId="478"/>
          <ac:spMkLst>
            <pc:docMk/>
            <pc:sldMk cId="2103303091" sldId="267"/>
            <ac:spMk id="27" creationId="{12A14DBC-74E9-7DBC-B602-7E674184EF67}"/>
          </ac:spMkLst>
        </pc:spChg>
        <pc:spChg chg="mod">
          <ac:chgData name="Vasanti Kadam" userId="2d2c718a-941c-44c5-9fc1-bfc327de9193" providerId="ADAL" clId="{01B42F18-8433-40A2-9A6F-BBB2C19DF8F9}" dt="2025-07-17T14:30:30.163" v="1690" actId="947"/>
          <ac:spMkLst>
            <pc:docMk/>
            <pc:sldMk cId="2103303091" sldId="267"/>
            <ac:spMk id="28" creationId="{712C94F4-79D6-6245-D723-1695DD347F43}"/>
          </ac:spMkLst>
        </pc:spChg>
        <pc:spChg chg="del mod topLvl">
          <ac:chgData name="Vasanti Kadam" userId="2d2c718a-941c-44c5-9fc1-bfc327de9193" providerId="ADAL" clId="{01B42F18-8433-40A2-9A6F-BBB2C19DF8F9}" dt="2025-07-17T14:22:07.326" v="1653" actId="478"/>
          <ac:spMkLst>
            <pc:docMk/>
            <pc:sldMk cId="2103303091" sldId="267"/>
            <ac:spMk id="34" creationId="{F65FBC92-2025-5DD3-0509-A59EED9E50B0}"/>
          </ac:spMkLst>
        </pc:spChg>
        <pc:spChg chg="del mod topLvl">
          <ac:chgData name="Vasanti Kadam" userId="2d2c718a-941c-44c5-9fc1-bfc327de9193" providerId="ADAL" clId="{01B42F18-8433-40A2-9A6F-BBB2C19DF8F9}" dt="2025-07-17T14:22:07.326" v="1653" actId="478"/>
          <ac:spMkLst>
            <pc:docMk/>
            <pc:sldMk cId="2103303091" sldId="267"/>
            <ac:spMk id="41" creationId="{0B536AA3-D8E6-2E79-17D7-5D68C1845CA5}"/>
          </ac:spMkLst>
        </pc:spChg>
        <pc:spChg chg="mod">
          <ac:chgData name="Vasanti Kadam" userId="2d2c718a-941c-44c5-9fc1-bfc327de9193" providerId="ADAL" clId="{01B42F18-8433-40A2-9A6F-BBB2C19DF8F9}" dt="2025-07-17T14:30:47.885" v="1727" actId="12788"/>
          <ac:spMkLst>
            <pc:docMk/>
            <pc:sldMk cId="2103303091" sldId="267"/>
            <ac:spMk id="47" creationId="{D87724AA-8E04-82F2-E7C8-DB55C200A19A}"/>
          </ac:spMkLst>
        </pc:spChg>
        <pc:spChg chg="del">
          <ac:chgData name="Vasanti Kadam" userId="2d2c718a-941c-44c5-9fc1-bfc327de9193" providerId="ADAL" clId="{01B42F18-8433-40A2-9A6F-BBB2C19DF8F9}" dt="2025-07-17T14:22:07.326" v="1653" actId="478"/>
          <ac:spMkLst>
            <pc:docMk/>
            <pc:sldMk cId="2103303091" sldId="267"/>
            <ac:spMk id="48" creationId="{82462CAC-3B91-43A1-C2C0-8119FF1DCFE5}"/>
          </ac:spMkLst>
        </pc:spChg>
        <pc:spChg chg="del">
          <ac:chgData name="Vasanti Kadam" userId="2d2c718a-941c-44c5-9fc1-bfc327de9193" providerId="ADAL" clId="{01B42F18-8433-40A2-9A6F-BBB2C19DF8F9}" dt="2025-07-17T14:21:46.246" v="1641" actId="478"/>
          <ac:spMkLst>
            <pc:docMk/>
            <pc:sldMk cId="2103303091" sldId="267"/>
            <ac:spMk id="50" creationId="{544C359C-08A4-1300-EF43-6661714383DB}"/>
          </ac:spMkLst>
        </pc:spChg>
        <pc:spChg chg="del">
          <ac:chgData name="Vasanti Kadam" userId="2d2c718a-941c-44c5-9fc1-bfc327de9193" providerId="ADAL" clId="{01B42F18-8433-40A2-9A6F-BBB2C19DF8F9}" dt="2025-07-17T14:21:46.246" v="1641" actId="478"/>
          <ac:spMkLst>
            <pc:docMk/>
            <pc:sldMk cId="2103303091" sldId="267"/>
            <ac:spMk id="51" creationId="{5DD80282-0BEE-6F3B-5E20-6681DDA35DBD}"/>
          </ac:spMkLst>
        </pc:spChg>
        <pc:spChg chg="del">
          <ac:chgData name="Vasanti Kadam" userId="2d2c718a-941c-44c5-9fc1-bfc327de9193" providerId="ADAL" clId="{01B42F18-8433-40A2-9A6F-BBB2C19DF8F9}" dt="2025-07-17T14:21:46.246" v="1641" actId="478"/>
          <ac:spMkLst>
            <pc:docMk/>
            <pc:sldMk cId="2103303091" sldId="267"/>
            <ac:spMk id="52" creationId="{7234F72E-B209-C446-EB11-15BB5D5C3C9F}"/>
          </ac:spMkLst>
        </pc:spChg>
        <pc:spChg chg="del mod topLvl">
          <ac:chgData name="Vasanti Kadam" userId="2d2c718a-941c-44c5-9fc1-bfc327de9193" providerId="ADAL" clId="{01B42F18-8433-40A2-9A6F-BBB2C19DF8F9}" dt="2025-07-17T14:22:07.326" v="1653" actId="478"/>
          <ac:spMkLst>
            <pc:docMk/>
            <pc:sldMk cId="2103303091" sldId="267"/>
            <ac:spMk id="54" creationId="{87B55BC9-3254-695A-5874-FD9FB83CBC27}"/>
          </ac:spMkLst>
        </pc:spChg>
        <pc:spChg chg="mod">
          <ac:chgData name="Vasanti Kadam" userId="2d2c718a-941c-44c5-9fc1-bfc327de9193" providerId="ADAL" clId="{01B42F18-8433-40A2-9A6F-BBB2C19DF8F9}" dt="2025-07-17T14:21:57.743" v="1649" actId="165"/>
          <ac:spMkLst>
            <pc:docMk/>
            <pc:sldMk cId="2103303091" sldId="267"/>
            <ac:spMk id="57" creationId="{2A090F08-4C54-9A60-0F9B-168F1A1D72F0}"/>
          </ac:spMkLst>
        </pc:spChg>
        <pc:spChg chg="mod">
          <ac:chgData name="Vasanti Kadam" userId="2d2c718a-941c-44c5-9fc1-bfc327de9193" providerId="ADAL" clId="{01B42F18-8433-40A2-9A6F-BBB2C19DF8F9}" dt="2025-07-17T14:21:57.743" v="1649" actId="165"/>
          <ac:spMkLst>
            <pc:docMk/>
            <pc:sldMk cId="2103303091" sldId="267"/>
            <ac:spMk id="60" creationId="{FA5CDEB3-AF22-7BA5-EC24-C15970F2F8AD}"/>
          </ac:spMkLst>
        </pc:spChg>
        <pc:spChg chg="mod">
          <ac:chgData name="Vasanti Kadam" userId="2d2c718a-941c-44c5-9fc1-bfc327de9193" providerId="ADAL" clId="{01B42F18-8433-40A2-9A6F-BBB2C19DF8F9}" dt="2025-07-17T14:21:57.743" v="1649" actId="165"/>
          <ac:spMkLst>
            <pc:docMk/>
            <pc:sldMk cId="2103303091" sldId="267"/>
            <ac:spMk id="63" creationId="{F2BFB403-0A9D-E90F-204C-0F2F216CF665}"/>
          </ac:spMkLst>
        </pc:spChg>
        <pc:spChg chg="mod">
          <ac:chgData name="Vasanti Kadam" userId="2d2c718a-941c-44c5-9fc1-bfc327de9193" providerId="ADAL" clId="{01B42F18-8433-40A2-9A6F-BBB2C19DF8F9}" dt="2025-07-17T14:21:57.743" v="1649" actId="165"/>
          <ac:spMkLst>
            <pc:docMk/>
            <pc:sldMk cId="2103303091" sldId="267"/>
            <ac:spMk id="65" creationId="{55E2BDCA-CB38-7BAB-F067-23772582E5DB}"/>
          </ac:spMkLst>
        </pc:spChg>
        <pc:spChg chg="mod">
          <ac:chgData name="Vasanti Kadam" userId="2d2c718a-941c-44c5-9fc1-bfc327de9193" providerId="ADAL" clId="{01B42F18-8433-40A2-9A6F-BBB2C19DF8F9}" dt="2025-07-17T14:21:57.743" v="1649" actId="165"/>
          <ac:spMkLst>
            <pc:docMk/>
            <pc:sldMk cId="2103303091" sldId="267"/>
            <ac:spMk id="67" creationId="{C6BD1F95-41BA-D327-0D67-A87E400CDBB5}"/>
          </ac:spMkLst>
        </pc:spChg>
        <pc:spChg chg="mod">
          <ac:chgData name="Vasanti Kadam" userId="2d2c718a-941c-44c5-9fc1-bfc327de9193" providerId="ADAL" clId="{01B42F18-8433-40A2-9A6F-BBB2C19DF8F9}" dt="2025-07-17T14:21:57.743" v="1649" actId="165"/>
          <ac:spMkLst>
            <pc:docMk/>
            <pc:sldMk cId="2103303091" sldId="267"/>
            <ac:spMk id="69" creationId="{FC286876-9029-FF8D-925E-FC06FF128C64}"/>
          </ac:spMkLst>
        </pc:spChg>
        <pc:spChg chg="mod topLvl">
          <ac:chgData name="Vasanti Kadam" userId="2d2c718a-941c-44c5-9fc1-bfc327de9193" providerId="ADAL" clId="{01B42F18-8433-40A2-9A6F-BBB2C19DF8F9}" dt="2025-07-17T14:30:02.386" v="1679" actId="164"/>
          <ac:spMkLst>
            <pc:docMk/>
            <pc:sldMk cId="2103303091" sldId="267"/>
            <ac:spMk id="72" creationId="{3F82BA3D-08FD-EC99-995B-EEBF2A582E8A}"/>
          </ac:spMkLst>
        </pc:spChg>
        <pc:spChg chg="mod">
          <ac:chgData name="Vasanti Kadam" userId="2d2c718a-941c-44c5-9fc1-bfc327de9193" providerId="ADAL" clId="{01B42F18-8433-40A2-9A6F-BBB2C19DF8F9}" dt="2025-07-17T14:29:30.633" v="1665" actId="207"/>
          <ac:spMkLst>
            <pc:docMk/>
            <pc:sldMk cId="2103303091" sldId="267"/>
            <ac:spMk id="73" creationId="{0C4FDC1A-F843-A64C-A062-01814AA33D2E}"/>
          </ac:spMkLst>
        </pc:spChg>
        <pc:spChg chg="del">
          <ac:chgData name="Vasanti Kadam" userId="2d2c718a-941c-44c5-9fc1-bfc327de9193" providerId="ADAL" clId="{01B42F18-8433-40A2-9A6F-BBB2C19DF8F9}" dt="2025-07-17T14:21:46.246" v="1641" actId="478"/>
          <ac:spMkLst>
            <pc:docMk/>
            <pc:sldMk cId="2103303091" sldId="267"/>
            <ac:spMk id="74" creationId="{D25375F2-E8B5-95D3-FBBC-2AA28B7E1892}"/>
          </ac:spMkLst>
        </pc:spChg>
        <pc:spChg chg="mod topLvl">
          <ac:chgData name="Vasanti Kadam" userId="2d2c718a-941c-44c5-9fc1-bfc327de9193" providerId="ADAL" clId="{01B42F18-8433-40A2-9A6F-BBB2C19DF8F9}" dt="2025-07-17T14:30:02.386" v="1679" actId="164"/>
          <ac:spMkLst>
            <pc:docMk/>
            <pc:sldMk cId="2103303091" sldId="267"/>
            <ac:spMk id="75" creationId="{C302793A-61ED-C4B0-9D59-AD2F30FF4A69}"/>
          </ac:spMkLst>
        </pc:spChg>
        <pc:spChg chg="mod">
          <ac:chgData name="Vasanti Kadam" userId="2d2c718a-941c-44c5-9fc1-bfc327de9193" providerId="ADAL" clId="{01B42F18-8433-40A2-9A6F-BBB2C19DF8F9}" dt="2025-07-17T14:29:35.852" v="1666" actId="207"/>
          <ac:spMkLst>
            <pc:docMk/>
            <pc:sldMk cId="2103303091" sldId="267"/>
            <ac:spMk id="76" creationId="{A4CEF702-AD7D-0217-E166-D267A9A90114}"/>
          </ac:spMkLst>
        </pc:spChg>
        <pc:spChg chg="del">
          <ac:chgData name="Vasanti Kadam" userId="2d2c718a-941c-44c5-9fc1-bfc327de9193" providerId="ADAL" clId="{01B42F18-8433-40A2-9A6F-BBB2C19DF8F9}" dt="2025-07-17T14:21:46.246" v="1641" actId="478"/>
          <ac:spMkLst>
            <pc:docMk/>
            <pc:sldMk cId="2103303091" sldId="267"/>
            <ac:spMk id="77" creationId="{8678472E-8600-4FDC-8731-AF43AFDF898A}"/>
          </ac:spMkLst>
        </pc:spChg>
        <pc:spChg chg="mod topLvl">
          <ac:chgData name="Vasanti Kadam" userId="2d2c718a-941c-44c5-9fc1-bfc327de9193" providerId="ADAL" clId="{01B42F18-8433-40A2-9A6F-BBB2C19DF8F9}" dt="2025-07-17T14:30:02.386" v="1679" actId="164"/>
          <ac:spMkLst>
            <pc:docMk/>
            <pc:sldMk cId="2103303091" sldId="267"/>
            <ac:spMk id="78" creationId="{1BB6FF5A-10E5-847A-399C-9C5194DC1902}"/>
          </ac:spMkLst>
        </pc:spChg>
        <pc:spChg chg="mod">
          <ac:chgData name="Vasanti Kadam" userId="2d2c718a-941c-44c5-9fc1-bfc327de9193" providerId="ADAL" clId="{01B42F18-8433-40A2-9A6F-BBB2C19DF8F9}" dt="2025-07-17T14:29:30.633" v="1665" actId="207"/>
          <ac:spMkLst>
            <pc:docMk/>
            <pc:sldMk cId="2103303091" sldId="267"/>
            <ac:spMk id="79" creationId="{59DA0CA2-9EFA-64F0-208B-34AEB28AD43E}"/>
          </ac:spMkLst>
        </pc:spChg>
        <pc:spChg chg="mod topLvl">
          <ac:chgData name="Vasanti Kadam" userId="2d2c718a-941c-44c5-9fc1-bfc327de9193" providerId="ADAL" clId="{01B42F18-8433-40A2-9A6F-BBB2C19DF8F9}" dt="2025-07-17T14:30:02.386" v="1679" actId="164"/>
          <ac:spMkLst>
            <pc:docMk/>
            <pc:sldMk cId="2103303091" sldId="267"/>
            <ac:spMk id="80" creationId="{4F8AEEA6-5D0B-A6A5-7DA1-767319E7C2A1}"/>
          </ac:spMkLst>
        </pc:spChg>
        <pc:spChg chg="mod">
          <ac:chgData name="Vasanti Kadam" userId="2d2c718a-941c-44c5-9fc1-bfc327de9193" providerId="ADAL" clId="{01B42F18-8433-40A2-9A6F-BBB2C19DF8F9}" dt="2025-07-17T14:29:35.852" v="1666" actId="207"/>
          <ac:spMkLst>
            <pc:docMk/>
            <pc:sldMk cId="2103303091" sldId="267"/>
            <ac:spMk id="81" creationId="{C0B313D8-4EDB-4DFE-1ED7-EE0F0777021F}"/>
          </ac:spMkLst>
        </pc:spChg>
        <pc:spChg chg="mod topLvl">
          <ac:chgData name="Vasanti Kadam" userId="2d2c718a-941c-44c5-9fc1-bfc327de9193" providerId="ADAL" clId="{01B42F18-8433-40A2-9A6F-BBB2C19DF8F9}" dt="2025-07-17T14:30:02.386" v="1679" actId="164"/>
          <ac:spMkLst>
            <pc:docMk/>
            <pc:sldMk cId="2103303091" sldId="267"/>
            <ac:spMk id="82" creationId="{125C883F-4240-595B-B119-7190C774EBFC}"/>
          </ac:spMkLst>
        </pc:spChg>
        <pc:spChg chg="mod">
          <ac:chgData name="Vasanti Kadam" userId="2d2c718a-941c-44c5-9fc1-bfc327de9193" providerId="ADAL" clId="{01B42F18-8433-40A2-9A6F-BBB2C19DF8F9}" dt="2025-07-17T14:29:40.384" v="1667" actId="207"/>
          <ac:spMkLst>
            <pc:docMk/>
            <pc:sldMk cId="2103303091" sldId="267"/>
            <ac:spMk id="83" creationId="{A7BBF37E-B839-3D8B-E0DA-4BB2266E86A8}"/>
          </ac:spMkLst>
        </pc:spChg>
        <pc:spChg chg="del">
          <ac:chgData name="Vasanti Kadam" userId="2d2c718a-941c-44c5-9fc1-bfc327de9193" providerId="ADAL" clId="{01B42F18-8433-40A2-9A6F-BBB2C19DF8F9}" dt="2025-07-17T14:21:46.246" v="1641" actId="478"/>
          <ac:spMkLst>
            <pc:docMk/>
            <pc:sldMk cId="2103303091" sldId="267"/>
            <ac:spMk id="84" creationId="{99A8E91E-243A-CD05-7358-D8726FFDB08A}"/>
          </ac:spMkLst>
        </pc:spChg>
        <pc:spChg chg="del">
          <ac:chgData name="Vasanti Kadam" userId="2d2c718a-941c-44c5-9fc1-bfc327de9193" providerId="ADAL" clId="{01B42F18-8433-40A2-9A6F-BBB2C19DF8F9}" dt="2025-07-17T14:21:46.246" v="1641" actId="478"/>
          <ac:spMkLst>
            <pc:docMk/>
            <pc:sldMk cId="2103303091" sldId="267"/>
            <ac:spMk id="85" creationId="{D4369552-AFD7-D29D-269D-7720BF206DF4}"/>
          </ac:spMkLst>
        </pc:spChg>
        <pc:spChg chg="del">
          <ac:chgData name="Vasanti Kadam" userId="2d2c718a-941c-44c5-9fc1-bfc327de9193" providerId="ADAL" clId="{01B42F18-8433-40A2-9A6F-BBB2C19DF8F9}" dt="2025-07-17T14:21:46.246" v="1641" actId="478"/>
          <ac:spMkLst>
            <pc:docMk/>
            <pc:sldMk cId="2103303091" sldId="267"/>
            <ac:spMk id="86" creationId="{F2BB73E4-72CB-074B-4CBB-7DE3A86BE63F}"/>
          </ac:spMkLst>
        </pc:spChg>
        <pc:spChg chg="mod topLvl">
          <ac:chgData name="Vasanti Kadam" userId="2d2c718a-941c-44c5-9fc1-bfc327de9193" providerId="ADAL" clId="{01B42F18-8433-40A2-9A6F-BBB2C19DF8F9}" dt="2025-07-17T14:30:02.386" v="1679" actId="164"/>
          <ac:spMkLst>
            <pc:docMk/>
            <pc:sldMk cId="2103303091" sldId="267"/>
            <ac:spMk id="87" creationId="{966773F2-E4A3-3B25-AC2D-6D2754BA23BC}"/>
          </ac:spMkLst>
        </pc:spChg>
        <pc:spChg chg="mod topLvl">
          <ac:chgData name="Vasanti Kadam" userId="2d2c718a-941c-44c5-9fc1-bfc327de9193" providerId="ADAL" clId="{01B42F18-8433-40A2-9A6F-BBB2C19DF8F9}" dt="2025-07-17T14:30:02.386" v="1679" actId="164"/>
          <ac:spMkLst>
            <pc:docMk/>
            <pc:sldMk cId="2103303091" sldId="267"/>
            <ac:spMk id="88" creationId="{9D6B8752-D998-E503-0A07-A2B50A7E76FF}"/>
          </ac:spMkLst>
        </pc:spChg>
        <pc:spChg chg="mod">
          <ac:chgData name="Vasanti Kadam" userId="2d2c718a-941c-44c5-9fc1-bfc327de9193" providerId="ADAL" clId="{01B42F18-8433-40A2-9A6F-BBB2C19DF8F9}" dt="2025-07-17T14:29:54.952" v="1676" actId="1582"/>
          <ac:spMkLst>
            <pc:docMk/>
            <pc:sldMk cId="2103303091" sldId="267"/>
            <ac:spMk id="89" creationId="{B8A8EA1A-B870-5697-2C7D-15B19AFB24EE}"/>
          </ac:spMkLst>
        </pc:spChg>
        <pc:spChg chg="mod topLvl">
          <ac:chgData name="Vasanti Kadam" userId="2d2c718a-941c-44c5-9fc1-bfc327de9193" providerId="ADAL" clId="{01B42F18-8433-40A2-9A6F-BBB2C19DF8F9}" dt="2025-07-17T14:30:02.386" v="1679" actId="164"/>
          <ac:spMkLst>
            <pc:docMk/>
            <pc:sldMk cId="2103303091" sldId="267"/>
            <ac:spMk id="90" creationId="{E4B3E169-4742-74A1-AB68-0A25181984D7}"/>
          </ac:spMkLst>
        </pc:spChg>
        <pc:spChg chg="mod topLvl">
          <ac:chgData name="Vasanti Kadam" userId="2d2c718a-941c-44c5-9fc1-bfc327de9193" providerId="ADAL" clId="{01B42F18-8433-40A2-9A6F-BBB2C19DF8F9}" dt="2025-07-17T14:30:02.386" v="1679" actId="164"/>
          <ac:spMkLst>
            <pc:docMk/>
            <pc:sldMk cId="2103303091" sldId="267"/>
            <ac:spMk id="91" creationId="{07A0CBE5-3CE7-8E66-70B1-39B1CF8E4BB9}"/>
          </ac:spMkLst>
        </pc:spChg>
        <pc:spChg chg="mod topLvl">
          <ac:chgData name="Vasanti Kadam" userId="2d2c718a-941c-44c5-9fc1-bfc327de9193" providerId="ADAL" clId="{01B42F18-8433-40A2-9A6F-BBB2C19DF8F9}" dt="2025-07-17T14:30:02.386" v="1679" actId="164"/>
          <ac:spMkLst>
            <pc:docMk/>
            <pc:sldMk cId="2103303091" sldId="267"/>
            <ac:spMk id="92" creationId="{4FACAFE9-4DA2-693C-497E-D6A9C3FD7139}"/>
          </ac:spMkLst>
        </pc:spChg>
        <pc:spChg chg="add mod">
          <ac:chgData name="Vasanti Kadam" userId="2d2c718a-941c-44c5-9fc1-bfc327de9193" providerId="ADAL" clId="{01B42F18-8433-40A2-9A6F-BBB2C19DF8F9}" dt="2025-07-17T14:30:54.576" v="1728" actId="164"/>
          <ac:spMkLst>
            <pc:docMk/>
            <pc:sldMk cId="2103303091" sldId="267"/>
            <ac:spMk id="98" creationId="{8683162B-3F46-9EDF-4907-A8CF07D6EACA}"/>
          </ac:spMkLst>
        </pc:spChg>
        <pc:spChg chg="add mod">
          <ac:chgData name="Vasanti Kadam" userId="2d2c718a-941c-44c5-9fc1-bfc327de9193" providerId="ADAL" clId="{01B42F18-8433-40A2-9A6F-BBB2C19DF8F9}" dt="2025-07-17T14:31:14.035" v="1732"/>
          <ac:spMkLst>
            <pc:docMk/>
            <pc:sldMk cId="2103303091" sldId="267"/>
            <ac:spMk id="100" creationId="{49C4B1D3-50AF-A945-6834-99ECFD69357B}"/>
          </ac:spMkLst>
        </pc:spChg>
        <pc:spChg chg="add mod">
          <ac:chgData name="Vasanti Kadam" userId="2d2c718a-941c-44c5-9fc1-bfc327de9193" providerId="ADAL" clId="{01B42F18-8433-40A2-9A6F-BBB2C19DF8F9}" dt="2025-07-17T14:31:27.436" v="1736"/>
          <ac:spMkLst>
            <pc:docMk/>
            <pc:sldMk cId="2103303091" sldId="267"/>
            <ac:spMk id="101" creationId="{52B8F8C4-F012-B64D-0C48-E883AC2D6588}"/>
          </ac:spMkLst>
        </pc:spChg>
        <pc:spChg chg="add mod">
          <ac:chgData name="Vasanti Kadam" userId="2d2c718a-941c-44c5-9fc1-bfc327de9193" providerId="ADAL" clId="{01B42F18-8433-40A2-9A6F-BBB2C19DF8F9}" dt="2025-07-17T14:31:40.971" v="1747" actId="207"/>
          <ac:spMkLst>
            <pc:docMk/>
            <pc:sldMk cId="2103303091" sldId="267"/>
            <ac:spMk id="102" creationId="{4BDBF311-8B70-D2F2-299E-5350D59E6332}"/>
          </ac:spMkLst>
        </pc:spChg>
        <pc:spChg chg="add mod">
          <ac:chgData name="Vasanti Kadam" userId="2d2c718a-941c-44c5-9fc1-bfc327de9193" providerId="ADAL" clId="{01B42F18-8433-40A2-9A6F-BBB2C19DF8F9}" dt="2025-07-17T14:31:40.971" v="1747" actId="207"/>
          <ac:spMkLst>
            <pc:docMk/>
            <pc:sldMk cId="2103303091" sldId="267"/>
            <ac:spMk id="103" creationId="{10E9861D-23FF-BA89-70E4-A45E842D1F89}"/>
          </ac:spMkLst>
        </pc:spChg>
        <pc:spChg chg="add mod">
          <ac:chgData name="Vasanti Kadam" userId="2d2c718a-941c-44c5-9fc1-bfc327de9193" providerId="ADAL" clId="{01B42F18-8433-40A2-9A6F-BBB2C19DF8F9}" dt="2025-07-17T14:31:27.436" v="1736"/>
          <ac:spMkLst>
            <pc:docMk/>
            <pc:sldMk cId="2103303091" sldId="267"/>
            <ac:spMk id="104" creationId="{73D4922E-8BD6-98E6-99B4-AF608AEB0F1D}"/>
          </ac:spMkLst>
        </pc:spChg>
        <pc:spChg chg="add mod">
          <ac:chgData name="Vasanti Kadam" userId="2d2c718a-941c-44c5-9fc1-bfc327de9193" providerId="ADAL" clId="{01B42F18-8433-40A2-9A6F-BBB2C19DF8F9}" dt="2025-07-17T14:31:14.035" v="1732"/>
          <ac:spMkLst>
            <pc:docMk/>
            <pc:sldMk cId="2103303091" sldId="267"/>
            <ac:spMk id="105" creationId="{8FE0EEFC-19F3-CF2C-8CC7-2983A4ED523A}"/>
          </ac:spMkLst>
        </pc:spChg>
        <pc:spChg chg="add mod">
          <ac:chgData name="Vasanti Kadam" userId="2d2c718a-941c-44c5-9fc1-bfc327de9193" providerId="ADAL" clId="{01B42F18-8433-40A2-9A6F-BBB2C19DF8F9}" dt="2025-07-17T14:31:21.666" v="1734" actId="1035"/>
          <ac:spMkLst>
            <pc:docMk/>
            <pc:sldMk cId="2103303091" sldId="267"/>
            <ac:spMk id="106" creationId="{4368DE6D-6A51-ED9C-1E11-E66362428E6C}"/>
          </ac:spMkLst>
        </pc:spChg>
        <pc:spChg chg="add mod">
          <ac:chgData name="Vasanti Kadam" userId="2d2c718a-941c-44c5-9fc1-bfc327de9193" providerId="ADAL" clId="{01B42F18-8433-40A2-9A6F-BBB2C19DF8F9}" dt="2025-07-17T14:31:21.666" v="1734" actId="1035"/>
          <ac:spMkLst>
            <pc:docMk/>
            <pc:sldMk cId="2103303091" sldId="267"/>
            <ac:spMk id="107" creationId="{C1AF4B4E-E206-FB6D-6EFB-F8FE11FBBA60}"/>
          </ac:spMkLst>
        </pc:spChg>
        <pc:grpChg chg="mod">
          <ac:chgData name="Vasanti Kadam" userId="2d2c718a-941c-44c5-9fc1-bfc327de9193" providerId="ADAL" clId="{01B42F18-8433-40A2-9A6F-BBB2C19DF8F9}" dt="2025-07-17T14:21:56.754" v="1648" actId="14100"/>
          <ac:grpSpMkLst>
            <pc:docMk/>
            <pc:sldMk cId="2103303091" sldId="267"/>
            <ac:grpSpMk id="26" creationId="{61A511C7-BC86-AF64-D671-418147F8EBDC}"/>
          </ac:grpSpMkLst>
        </pc:grpChg>
        <pc:grpChg chg="del">
          <ac:chgData name="Vasanti Kadam" userId="2d2c718a-941c-44c5-9fc1-bfc327de9193" providerId="ADAL" clId="{01B42F18-8433-40A2-9A6F-BBB2C19DF8F9}" dt="2025-07-17T14:22:07.326" v="1653" actId="478"/>
          <ac:grpSpMkLst>
            <pc:docMk/>
            <pc:sldMk cId="2103303091" sldId="267"/>
            <ac:grpSpMk id="32" creationId="{8CB3DD26-B398-F1B1-906E-8F172C7F8369}"/>
          </ac:grpSpMkLst>
        </pc:grpChg>
        <pc:grpChg chg="del">
          <ac:chgData name="Vasanti Kadam" userId="2d2c718a-941c-44c5-9fc1-bfc327de9193" providerId="ADAL" clId="{01B42F18-8433-40A2-9A6F-BBB2C19DF8F9}" dt="2025-07-17T14:22:07.326" v="1653" actId="478"/>
          <ac:grpSpMkLst>
            <pc:docMk/>
            <pc:sldMk cId="2103303091" sldId="267"/>
            <ac:grpSpMk id="35" creationId="{BC095F24-ECE5-5EB5-7580-31464824E049}"/>
          </ac:grpSpMkLst>
        </pc:grpChg>
        <pc:grpChg chg="del">
          <ac:chgData name="Vasanti Kadam" userId="2d2c718a-941c-44c5-9fc1-bfc327de9193" providerId="ADAL" clId="{01B42F18-8433-40A2-9A6F-BBB2C19DF8F9}" dt="2025-07-17T14:22:07.326" v="1653" actId="478"/>
          <ac:grpSpMkLst>
            <pc:docMk/>
            <pc:sldMk cId="2103303091" sldId="267"/>
            <ac:grpSpMk id="38" creationId="{BA48FEC2-102C-8E0D-34F1-5216650693E1}"/>
          </ac:grpSpMkLst>
        </pc:grpChg>
        <pc:grpChg chg="del">
          <ac:chgData name="Vasanti Kadam" userId="2d2c718a-941c-44c5-9fc1-bfc327de9193" providerId="ADAL" clId="{01B42F18-8433-40A2-9A6F-BBB2C19DF8F9}" dt="2025-07-17T14:21:46.246" v="1641" actId="478"/>
          <ac:grpSpMkLst>
            <pc:docMk/>
            <pc:sldMk cId="2103303091" sldId="267"/>
            <ac:grpSpMk id="39" creationId="{53E3BDCB-425E-12B1-8654-041F76E584E4}"/>
          </ac:grpSpMkLst>
        </pc:grpChg>
        <pc:grpChg chg="del">
          <ac:chgData name="Vasanti Kadam" userId="2d2c718a-941c-44c5-9fc1-bfc327de9193" providerId="ADAL" clId="{01B42F18-8433-40A2-9A6F-BBB2C19DF8F9}" dt="2025-07-17T14:22:07.326" v="1653" actId="478"/>
          <ac:grpSpMkLst>
            <pc:docMk/>
            <pc:sldMk cId="2103303091" sldId="267"/>
            <ac:grpSpMk id="42" creationId="{2F13E9E1-C37A-BB49-3E40-AAA433AEF02D}"/>
          </ac:grpSpMkLst>
        </pc:grpChg>
        <pc:grpChg chg="del">
          <ac:chgData name="Vasanti Kadam" userId="2d2c718a-941c-44c5-9fc1-bfc327de9193" providerId="ADAL" clId="{01B42F18-8433-40A2-9A6F-BBB2C19DF8F9}" dt="2025-07-17T14:22:07.326" v="1653" actId="478"/>
          <ac:grpSpMkLst>
            <pc:docMk/>
            <pc:sldMk cId="2103303091" sldId="267"/>
            <ac:grpSpMk id="49" creationId="{6958C8E3-B7A3-8FE4-E0A1-854D6C285142}"/>
          </ac:grpSpMkLst>
        </pc:grpChg>
        <pc:grpChg chg="mod">
          <ac:chgData name="Vasanti Kadam" userId="2d2c718a-941c-44c5-9fc1-bfc327de9193" providerId="ADAL" clId="{01B42F18-8433-40A2-9A6F-BBB2C19DF8F9}" dt="2025-07-17T14:29:16.097" v="1661" actId="688"/>
          <ac:grpSpMkLst>
            <pc:docMk/>
            <pc:sldMk cId="2103303091" sldId="267"/>
            <ac:grpSpMk id="71" creationId="{DF2AFC8D-E3D9-22DA-2E51-09D22D7DC4CB}"/>
          </ac:grpSpMkLst>
        </pc:grpChg>
        <pc:grpChg chg="mod">
          <ac:chgData name="Vasanti Kadam" userId="2d2c718a-941c-44c5-9fc1-bfc327de9193" providerId="ADAL" clId="{01B42F18-8433-40A2-9A6F-BBB2C19DF8F9}" dt="2025-07-17T14:30:54.576" v="1728" actId="164"/>
          <ac:grpSpMkLst>
            <pc:docMk/>
            <pc:sldMk cId="2103303091" sldId="267"/>
            <ac:grpSpMk id="93" creationId="{B2101BEB-362E-1822-703D-D6C34FA46173}"/>
          </ac:grpSpMkLst>
        </pc:grpChg>
        <pc:grpChg chg="add mod">
          <ac:chgData name="Vasanti Kadam" userId="2d2c718a-941c-44c5-9fc1-bfc327de9193" providerId="ADAL" clId="{01B42F18-8433-40A2-9A6F-BBB2C19DF8F9}" dt="2025-07-17T14:30:57.930" v="1729" actId="1076"/>
          <ac:grpSpMkLst>
            <pc:docMk/>
            <pc:sldMk cId="2103303091" sldId="267"/>
            <ac:grpSpMk id="99" creationId="{F8D3F0E9-CFF8-73E3-9F12-0709EFC11013}"/>
          </ac:grpSpMkLst>
        </pc:grpChg>
        <pc:cxnChg chg="del">
          <ac:chgData name="Vasanti Kadam" userId="2d2c718a-941c-44c5-9fc1-bfc327de9193" providerId="ADAL" clId="{01B42F18-8433-40A2-9A6F-BBB2C19DF8F9}" dt="2025-07-17T14:21:46.246" v="1641" actId="478"/>
          <ac:cxnSpMkLst>
            <pc:docMk/>
            <pc:sldMk cId="2103303091" sldId="267"/>
            <ac:cxnSpMk id="40" creationId="{F9867033-2259-14A8-9591-0ED33E2B30CE}"/>
          </ac:cxnSpMkLst>
        </pc:cxnChg>
        <pc:cxnChg chg="add mod">
          <ac:chgData name="Vasanti Kadam" userId="2d2c718a-941c-44c5-9fc1-bfc327de9193" providerId="ADAL" clId="{01B42F18-8433-40A2-9A6F-BBB2C19DF8F9}" dt="2025-07-17T14:30:42.598" v="1725" actId="12789"/>
          <ac:cxnSpMkLst>
            <pc:docMk/>
            <pc:sldMk cId="2103303091" sldId="267"/>
            <ac:cxnSpMk id="94" creationId="{41A25ABA-00A2-C739-0BFC-47C72A823A8D}"/>
          </ac:cxnSpMkLst>
        </pc:cxnChg>
        <pc:cxnChg chg="add mod">
          <ac:chgData name="Vasanti Kadam" userId="2d2c718a-941c-44c5-9fc1-bfc327de9193" providerId="ADAL" clId="{01B42F18-8433-40A2-9A6F-BBB2C19DF8F9}" dt="2025-07-17T14:30:42.598" v="1725" actId="12789"/>
          <ac:cxnSpMkLst>
            <pc:docMk/>
            <pc:sldMk cId="2103303091" sldId="267"/>
            <ac:cxnSpMk id="95" creationId="{979EC24D-363E-B302-DEE7-95FCDA7FD065}"/>
          </ac:cxnSpMkLst>
        </pc:cxnChg>
        <pc:cxnChg chg="add mod">
          <ac:chgData name="Vasanti Kadam" userId="2d2c718a-941c-44c5-9fc1-bfc327de9193" providerId="ADAL" clId="{01B42F18-8433-40A2-9A6F-BBB2C19DF8F9}" dt="2025-07-17T14:30:45.521" v="1726" actId="12788"/>
          <ac:cxnSpMkLst>
            <pc:docMk/>
            <pc:sldMk cId="2103303091" sldId="267"/>
            <ac:cxnSpMk id="96" creationId="{2EB0D241-214C-CF3E-351E-098CE921F3BE}"/>
          </ac:cxnSpMkLst>
        </pc:cxnChg>
        <pc:cxnChg chg="add mod">
          <ac:chgData name="Vasanti Kadam" userId="2d2c718a-941c-44c5-9fc1-bfc327de9193" providerId="ADAL" clId="{01B42F18-8433-40A2-9A6F-BBB2C19DF8F9}" dt="2025-07-17T14:30:47.885" v="1727" actId="12788"/>
          <ac:cxnSpMkLst>
            <pc:docMk/>
            <pc:sldMk cId="2103303091" sldId="267"/>
            <ac:cxnSpMk id="97" creationId="{894F8327-C633-4AD9-DA56-F94D57C5132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71012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4689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2393145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418043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0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145744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eg"/><Relationship Id="rId9" Type="http://schemas.openxmlformats.org/officeDocument/2006/relationships/image" Target="../media/image2.png"/><Relationship Id="rId1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0951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0" r:id="rId6"/>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dirty="0"/>
              <a:t>Four Levers of Working-Capital Optimization</a:t>
            </a:r>
            <a:endParaRPr lang="en-IN" dirty="0"/>
          </a:p>
        </p:txBody>
      </p:sp>
      <p:sp>
        <p:nvSpPr>
          <p:cNvPr id="27" name="Freeform: Shape 26">
            <a:extLst>
              <a:ext uri="{FF2B5EF4-FFF2-40B4-BE49-F238E27FC236}">
                <a16:creationId xmlns:a16="http://schemas.microsoft.com/office/drawing/2014/main" id="{EB1EEBAA-B4DD-6F52-A920-2AAFC9250715}"/>
              </a:ext>
            </a:extLst>
          </p:cNvPr>
          <p:cNvSpPr/>
          <p:nvPr/>
        </p:nvSpPr>
        <p:spPr>
          <a:xfrm>
            <a:off x="4283735" y="1816084"/>
            <a:ext cx="3614267" cy="3614333"/>
          </a:xfrm>
          <a:custGeom>
            <a:avLst/>
            <a:gdLst>
              <a:gd name="connsiteX0" fmla="*/ 1055286 w 2110571"/>
              <a:gd name="connsiteY0" fmla="*/ 2110613 h 2110612"/>
              <a:gd name="connsiteX1" fmla="*/ 309080 w 2110571"/>
              <a:gd name="connsiteY1" fmla="*/ 1801532 h 2110612"/>
              <a:gd name="connsiteX2" fmla="*/ 0 w 2110571"/>
              <a:gd name="connsiteY2" fmla="*/ 1055327 h 2110612"/>
              <a:gd name="connsiteX3" fmla="*/ 309080 w 2110571"/>
              <a:gd name="connsiteY3" fmla="*/ 309080 h 2110612"/>
              <a:gd name="connsiteX4" fmla="*/ 1055286 w 2110571"/>
              <a:gd name="connsiteY4" fmla="*/ 0 h 2110612"/>
              <a:gd name="connsiteX5" fmla="*/ 1801491 w 2110571"/>
              <a:gd name="connsiteY5" fmla="*/ 309080 h 2110612"/>
              <a:gd name="connsiteX6" fmla="*/ 2110572 w 2110571"/>
              <a:gd name="connsiteY6" fmla="*/ 1055286 h 2110612"/>
              <a:gd name="connsiteX7" fmla="*/ 1801491 w 2110571"/>
              <a:gd name="connsiteY7" fmla="*/ 1801491 h 2110612"/>
              <a:gd name="connsiteX8" fmla="*/ 1055286 w 2110571"/>
              <a:gd name="connsiteY8" fmla="*/ 2110572 h 2110612"/>
              <a:gd name="connsiteX9" fmla="*/ 1055286 w 2110571"/>
              <a:gd name="connsiteY9" fmla="*/ 206191 h 2110612"/>
              <a:gd name="connsiteX10" fmla="*/ 206191 w 2110571"/>
              <a:gd name="connsiteY10" fmla="*/ 1055286 h 2110612"/>
              <a:gd name="connsiteX11" fmla="*/ 1055286 w 2110571"/>
              <a:gd name="connsiteY11" fmla="*/ 1904422 h 2110612"/>
              <a:gd name="connsiteX12" fmla="*/ 1904422 w 2110571"/>
              <a:gd name="connsiteY12" fmla="*/ 1055286 h 2110612"/>
              <a:gd name="connsiteX13" fmla="*/ 1055286 w 2110571"/>
              <a:gd name="connsiteY13" fmla="*/ 206191 h 21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0571" h="2110612">
                <a:moveTo>
                  <a:pt x="1055286" y="2110613"/>
                </a:moveTo>
                <a:cubicBezTo>
                  <a:pt x="773423" y="2110613"/>
                  <a:pt x="508385" y="2000837"/>
                  <a:pt x="309080" y="1801532"/>
                </a:cubicBezTo>
                <a:cubicBezTo>
                  <a:pt x="109776" y="1602228"/>
                  <a:pt x="0" y="1337190"/>
                  <a:pt x="0" y="1055327"/>
                </a:cubicBezTo>
                <a:cubicBezTo>
                  <a:pt x="0" y="773464"/>
                  <a:pt x="109735" y="508426"/>
                  <a:pt x="309080" y="309080"/>
                </a:cubicBezTo>
                <a:cubicBezTo>
                  <a:pt x="508385" y="109776"/>
                  <a:pt x="773382" y="0"/>
                  <a:pt x="1055286" y="0"/>
                </a:cubicBezTo>
                <a:cubicBezTo>
                  <a:pt x="1337190" y="0"/>
                  <a:pt x="1602187" y="109776"/>
                  <a:pt x="1801491" y="309080"/>
                </a:cubicBezTo>
                <a:cubicBezTo>
                  <a:pt x="2000796" y="508385"/>
                  <a:pt x="2110572" y="773423"/>
                  <a:pt x="2110572" y="1055286"/>
                </a:cubicBezTo>
                <a:cubicBezTo>
                  <a:pt x="2110572" y="1337149"/>
                  <a:pt x="2000796" y="1602187"/>
                  <a:pt x="1801491" y="1801491"/>
                </a:cubicBezTo>
                <a:cubicBezTo>
                  <a:pt x="1602187" y="2000795"/>
                  <a:pt x="1337149" y="2110572"/>
                  <a:pt x="1055286" y="2110572"/>
                </a:cubicBezTo>
                <a:close/>
                <a:moveTo>
                  <a:pt x="1055286" y="206191"/>
                </a:moveTo>
                <a:cubicBezTo>
                  <a:pt x="587067" y="206191"/>
                  <a:pt x="206191" y="587108"/>
                  <a:pt x="206191" y="1055286"/>
                </a:cubicBezTo>
                <a:cubicBezTo>
                  <a:pt x="206191" y="1523463"/>
                  <a:pt x="587109" y="1904422"/>
                  <a:pt x="1055286" y="1904422"/>
                </a:cubicBezTo>
                <a:cubicBezTo>
                  <a:pt x="1523463" y="1904422"/>
                  <a:pt x="1904422" y="1523504"/>
                  <a:pt x="1904422" y="1055286"/>
                </a:cubicBezTo>
                <a:cubicBezTo>
                  <a:pt x="1904422" y="587067"/>
                  <a:pt x="1523463" y="206191"/>
                  <a:pt x="1055286" y="206191"/>
                </a:cubicBezTo>
                <a:close/>
              </a:path>
            </a:pathLst>
          </a:cu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9" name="Freeform: Shape 28">
            <a:extLst>
              <a:ext uri="{FF2B5EF4-FFF2-40B4-BE49-F238E27FC236}">
                <a16:creationId xmlns:a16="http://schemas.microsoft.com/office/drawing/2014/main" id="{6A68F81F-C1D7-B3E9-6AB1-12BFD3D1D75E}"/>
              </a:ext>
            </a:extLst>
          </p:cNvPr>
          <p:cNvSpPr/>
          <p:nvPr/>
        </p:nvSpPr>
        <p:spPr>
          <a:xfrm>
            <a:off x="5479630" y="3004137"/>
            <a:ext cx="1238299" cy="1238297"/>
          </a:xfrm>
          <a:custGeom>
            <a:avLst/>
            <a:gdLst>
              <a:gd name="connsiteX0" fmla="*/ 527932 w 527931"/>
              <a:gd name="connsiteY0" fmla="*/ 263966 h 527931"/>
              <a:gd name="connsiteX1" fmla="*/ 263966 w 527931"/>
              <a:gd name="connsiteY1" fmla="*/ 527932 h 527931"/>
              <a:gd name="connsiteX2" fmla="*/ 0 w 527931"/>
              <a:gd name="connsiteY2" fmla="*/ 263966 h 527931"/>
              <a:gd name="connsiteX3" fmla="*/ 263966 w 527931"/>
              <a:gd name="connsiteY3" fmla="*/ 0 h 527931"/>
              <a:gd name="connsiteX4" fmla="*/ 527932 w 527931"/>
              <a:gd name="connsiteY4" fmla="*/ 263966 h 52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31" h="527931">
                <a:moveTo>
                  <a:pt x="527932" y="263966"/>
                </a:moveTo>
                <a:cubicBezTo>
                  <a:pt x="527932" y="409743"/>
                  <a:pt x="409743" y="527932"/>
                  <a:pt x="263966" y="527932"/>
                </a:cubicBezTo>
                <a:cubicBezTo>
                  <a:pt x="118189" y="527932"/>
                  <a:pt x="0" y="409743"/>
                  <a:pt x="0" y="263966"/>
                </a:cubicBezTo>
                <a:cubicBezTo>
                  <a:pt x="0" y="118189"/>
                  <a:pt x="118189" y="0"/>
                  <a:pt x="263966" y="0"/>
                </a:cubicBezTo>
                <a:cubicBezTo>
                  <a:pt x="409743" y="0"/>
                  <a:pt x="527932" y="118189"/>
                  <a:pt x="527932" y="263966"/>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b="1" dirty="0">
                <a:solidFill>
                  <a:schemeClr val="tx1">
                    <a:lumMod val="85000"/>
                    <a:lumOff val="15000"/>
                  </a:schemeClr>
                </a:solidFill>
                <a:latin typeface="Arial" panose="020B0604020202020204" pitchFamily="34" charset="0"/>
              </a:rPr>
              <a:t/>
            </a:r>
            <a:endParaRPr lang="en-IN" b="1" dirty="0">
              <a:solidFill>
                <a:schemeClr val="tx1">
                  <a:lumMod val="85000"/>
                  <a:lumOff val="15000"/>
                </a:schemeClr>
              </a:solidFill>
              <a:latin typeface="Arial" panose="020B0604020202020204" pitchFamily="34" charset="0"/>
            </a:endParaRPr>
          </a:p>
        </p:txBody>
      </p:sp>
      <p:sp>
        <p:nvSpPr>
          <p:cNvPr id="30" name="Freeform: Shape 29">
            <a:extLst>
              <a:ext uri="{FF2B5EF4-FFF2-40B4-BE49-F238E27FC236}">
                <a16:creationId xmlns:a16="http://schemas.microsoft.com/office/drawing/2014/main" id="{4D44A5B1-0C04-665C-EDF2-799DDFB301B6}"/>
              </a:ext>
            </a:extLst>
          </p:cNvPr>
          <p:cNvSpPr/>
          <p:nvPr/>
        </p:nvSpPr>
        <p:spPr>
          <a:xfrm>
            <a:off x="4257395" y="3554434"/>
            <a:ext cx="405492" cy="133469"/>
          </a:xfrm>
          <a:custGeom>
            <a:avLst/>
            <a:gdLst>
              <a:gd name="connsiteX0" fmla="*/ 12248 w 236789"/>
              <a:gd name="connsiteY0" fmla="*/ 77940 h 77940"/>
              <a:gd name="connsiteX1" fmla="*/ 0 w 236789"/>
              <a:gd name="connsiteY1" fmla="*/ 47300 h 77940"/>
              <a:gd name="connsiteX2" fmla="*/ 118271 w 236789"/>
              <a:gd name="connsiteY2" fmla="*/ 0 h 77940"/>
              <a:gd name="connsiteX3" fmla="*/ 236790 w 236789"/>
              <a:gd name="connsiteY3" fmla="*/ 46599 h 77940"/>
              <a:gd name="connsiteX4" fmla="*/ 224707 w 236789"/>
              <a:gd name="connsiteY4" fmla="*/ 77280 h 77940"/>
              <a:gd name="connsiteX5" fmla="*/ 118354 w 236789"/>
              <a:gd name="connsiteY5" fmla="*/ 35506 h 77940"/>
              <a:gd name="connsiteX6" fmla="*/ 12248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2248" y="77940"/>
                </a:moveTo>
                <a:lnTo>
                  <a:pt x="0" y="47300"/>
                </a:lnTo>
                <a:lnTo>
                  <a:pt x="118271" y="0"/>
                </a:lnTo>
                <a:lnTo>
                  <a:pt x="236790" y="46599"/>
                </a:lnTo>
                <a:lnTo>
                  <a:pt x="224707" y="77280"/>
                </a:lnTo>
                <a:lnTo>
                  <a:pt x="118354" y="35506"/>
                </a:lnTo>
                <a:lnTo>
                  <a:pt x="12248" y="77940"/>
                </a:lnTo>
                <a:close/>
              </a:path>
            </a:pathLst>
          </a:custGeom>
          <a:solidFill>
            <a:srgbClr val="FFFFFF"/>
          </a:solidFill>
          <a:ln w="411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41501274-1DC8-815B-6FAB-68C29E8F897D}"/>
              </a:ext>
            </a:extLst>
          </p:cNvPr>
          <p:cNvSpPr/>
          <p:nvPr/>
        </p:nvSpPr>
        <p:spPr>
          <a:xfrm>
            <a:off x="7518639" y="3558601"/>
            <a:ext cx="405492" cy="133469"/>
          </a:xfrm>
          <a:custGeom>
            <a:avLst/>
            <a:gdLst>
              <a:gd name="connsiteX0" fmla="*/ 118271 w 236789"/>
              <a:gd name="connsiteY0" fmla="*/ 77940 h 77940"/>
              <a:gd name="connsiteX1" fmla="*/ 0 w 236789"/>
              <a:gd name="connsiteY1" fmla="*/ 30640 h 77940"/>
              <a:gd name="connsiteX2" fmla="*/ 12248 w 236789"/>
              <a:gd name="connsiteY2" fmla="*/ 0 h 77940"/>
              <a:gd name="connsiteX3" fmla="*/ 118354 w 236789"/>
              <a:gd name="connsiteY3" fmla="*/ 42434 h 77940"/>
              <a:gd name="connsiteX4" fmla="*/ 224707 w 236789"/>
              <a:gd name="connsiteY4" fmla="*/ 660 h 77940"/>
              <a:gd name="connsiteX5" fmla="*/ 236790 w 236789"/>
              <a:gd name="connsiteY5" fmla="*/ 31341 h 77940"/>
              <a:gd name="connsiteX6" fmla="*/ 118271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18271" y="77940"/>
                </a:moveTo>
                <a:lnTo>
                  <a:pt x="0" y="30640"/>
                </a:lnTo>
                <a:lnTo>
                  <a:pt x="12248" y="0"/>
                </a:lnTo>
                <a:lnTo>
                  <a:pt x="118354" y="42434"/>
                </a:lnTo>
                <a:lnTo>
                  <a:pt x="224707" y="660"/>
                </a:lnTo>
                <a:lnTo>
                  <a:pt x="236790" y="31341"/>
                </a:lnTo>
                <a:lnTo>
                  <a:pt x="118271" y="77940"/>
                </a:lnTo>
                <a:close/>
              </a:path>
            </a:pathLst>
          </a:custGeom>
          <a:solidFill>
            <a:srgbClr val="FFFFFF"/>
          </a:solidFill>
          <a:ln w="4118"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34DA4F6-EE70-0A01-AEA7-8AA1EBDF5A8E}"/>
              </a:ext>
            </a:extLst>
          </p:cNvPr>
          <p:cNvSpPr/>
          <p:nvPr/>
        </p:nvSpPr>
        <p:spPr>
          <a:xfrm>
            <a:off x="6026254" y="1790380"/>
            <a:ext cx="133397" cy="405491"/>
          </a:xfrm>
          <a:custGeom>
            <a:avLst/>
            <a:gdLst>
              <a:gd name="connsiteX0" fmla="*/ 31300 w 77898"/>
              <a:gd name="connsiteY0" fmla="*/ 236790 h 236789"/>
              <a:gd name="connsiteX1" fmla="*/ 619 w 77898"/>
              <a:gd name="connsiteY1" fmla="*/ 224707 h 236789"/>
              <a:gd name="connsiteX2" fmla="*/ 42393 w 77898"/>
              <a:gd name="connsiteY2" fmla="*/ 118354 h 236789"/>
              <a:gd name="connsiteX3" fmla="*/ 0 w 77898"/>
              <a:gd name="connsiteY3" fmla="*/ 12248 h 236789"/>
              <a:gd name="connsiteX4" fmla="*/ 30599 w 77898"/>
              <a:gd name="connsiteY4" fmla="*/ 0 h 236789"/>
              <a:gd name="connsiteX5" fmla="*/ 77899 w 77898"/>
              <a:gd name="connsiteY5" fmla="*/ 118230 h 236789"/>
              <a:gd name="connsiteX6" fmla="*/ 31300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31300" y="236790"/>
                </a:moveTo>
                <a:lnTo>
                  <a:pt x="619" y="224707"/>
                </a:lnTo>
                <a:lnTo>
                  <a:pt x="42393" y="118354"/>
                </a:lnTo>
                <a:lnTo>
                  <a:pt x="0" y="12248"/>
                </a:lnTo>
                <a:lnTo>
                  <a:pt x="30599" y="0"/>
                </a:lnTo>
                <a:lnTo>
                  <a:pt x="77899" y="118230"/>
                </a:lnTo>
                <a:lnTo>
                  <a:pt x="31300" y="236790"/>
                </a:lnTo>
                <a:close/>
              </a:path>
            </a:pathLst>
          </a:custGeom>
          <a:solidFill>
            <a:srgbClr val="FFFFFF"/>
          </a:solidFill>
          <a:ln w="4118"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BE771E7C-EB8B-4237-CF4A-C52333A6E6D1}"/>
              </a:ext>
            </a:extLst>
          </p:cNvPr>
          <p:cNvSpPr/>
          <p:nvPr/>
        </p:nvSpPr>
        <p:spPr>
          <a:xfrm>
            <a:off x="6022087" y="5051055"/>
            <a:ext cx="133397" cy="405491"/>
          </a:xfrm>
          <a:custGeom>
            <a:avLst/>
            <a:gdLst>
              <a:gd name="connsiteX0" fmla="*/ 46558 w 77898"/>
              <a:gd name="connsiteY0" fmla="*/ 236790 h 236789"/>
              <a:gd name="connsiteX1" fmla="*/ 0 w 77898"/>
              <a:gd name="connsiteY1" fmla="*/ 118271 h 236789"/>
              <a:gd name="connsiteX2" fmla="*/ 47259 w 77898"/>
              <a:gd name="connsiteY2" fmla="*/ 0 h 236789"/>
              <a:gd name="connsiteX3" fmla="*/ 77899 w 77898"/>
              <a:gd name="connsiteY3" fmla="*/ 12248 h 236789"/>
              <a:gd name="connsiteX4" fmla="*/ 35465 w 77898"/>
              <a:gd name="connsiteY4" fmla="*/ 118354 h 236789"/>
              <a:gd name="connsiteX5" fmla="*/ 77280 w 77898"/>
              <a:gd name="connsiteY5" fmla="*/ 224707 h 236789"/>
              <a:gd name="connsiteX6" fmla="*/ 46558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46558" y="236790"/>
                </a:moveTo>
                <a:lnTo>
                  <a:pt x="0" y="118271"/>
                </a:lnTo>
                <a:lnTo>
                  <a:pt x="47259" y="0"/>
                </a:lnTo>
                <a:lnTo>
                  <a:pt x="77899" y="12248"/>
                </a:lnTo>
                <a:lnTo>
                  <a:pt x="35465" y="118354"/>
                </a:lnTo>
                <a:lnTo>
                  <a:pt x="77280" y="224707"/>
                </a:lnTo>
                <a:lnTo>
                  <a:pt x="46558" y="236790"/>
                </a:lnTo>
                <a:close/>
              </a:path>
            </a:pathLst>
          </a:custGeom>
          <a:solidFill>
            <a:srgbClr val="FFFFFF"/>
          </a:solidFill>
          <a:ln w="4118" cap="flat">
            <a:noFill/>
            <a:prstDash val="solid"/>
            <a:miter/>
          </a:ln>
        </p:spPr>
        <p:txBody>
          <a:bodyPr rtlCol="0" anchor="ctr"/>
          <a:lstStyle/>
          <a:p>
            <a:endParaRPr lang="en-IN"/>
          </a:p>
        </p:txBody>
      </p:sp>
      <p:grpSp>
        <p:nvGrpSpPr>
          <p:cNvPr id="73" name="Group 72">
            <a:extLst>
              <a:ext uri="{FF2B5EF4-FFF2-40B4-BE49-F238E27FC236}">
                <a16:creationId xmlns:a16="http://schemas.microsoft.com/office/drawing/2014/main" id="{E182DC4B-2212-5648-FD69-24826B519EE3}"/>
              </a:ext>
            </a:extLst>
          </p:cNvPr>
          <p:cNvGrpSpPr/>
          <p:nvPr/>
        </p:nvGrpSpPr>
        <p:grpSpPr>
          <a:xfrm>
            <a:off x="4372326" y="1963704"/>
            <a:ext cx="1063274" cy="1002942"/>
            <a:chOff x="4273286" y="1870283"/>
            <a:chExt cx="1261354" cy="1189783"/>
          </a:xfrm>
        </p:grpSpPr>
        <p:sp>
          <p:nvSpPr>
            <p:cNvPr id="34" name="Freeform: Shape 33">
              <a:extLst>
                <a:ext uri="{FF2B5EF4-FFF2-40B4-BE49-F238E27FC236}">
                  <a16:creationId xmlns:a16="http://schemas.microsoft.com/office/drawing/2014/main" id="{7873FD26-AC7A-2EAB-07F0-C848B2CA2EE4}"/>
                </a:ext>
              </a:extLst>
            </p:cNvPr>
            <p:cNvSpPr/>
            <p:nvPr/>
          </p:nvSpPr>
          <p:spPr>
            <a:xfrm rot="17097000">
              <a:off x="4344856" y="1870283"/>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B898D0"/>
              </a:solidFill>
              <a:prstDash val="solid"/>
              <a:miter/>
            </a:ln>
          </p:spPr>
          <p:txBody>
            <a:bodyPr rtlCol="0" anchor="ctr"/>
            <a:lstStyle/>
            <a:p>
              <a:endParaRPr lang="en-IN"/>
            </a:p>
          </p:txBody>
        </p:sp>
        <p:sp>
          <p:nvSpPr>
            <p:cNvPr id="43" name="Oval 42">
              <a:extLst>
                <a:ext uri="{FF2B5EF4-FFF2-40B4-BE49-F238E27FC236}">
                  <a16:creationId xmlns:a16="http://schemas.microsoft.com/office/drawing/2014/main" id="{AA5F6AAC-3062-2244-0352-84CB7D95766C}"/>
                </a:ext>
              </a:extLst>
            </p:cNvPr>
            <p:cNvSpPr/>
            <p:nvPr/>
          </p:nvSpPr>
          <p:spPr bwMode="auto">
            <a:xfrm>
              <a:off x="4427447" y="1952875"/>
              <a:ext cx="1024599" cy="1024597"/>
            </a:xfrm>
            <a:prstGeom prst="ellipse">
              <a:avLst/>
            </a:pr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43D2CBCE-7AA4-3DE7-71F2-6926DCC5D682}"/>
                </a:ext>
              </a:extLst>
            </p:cNvPr>
            <p:cNvSpPr/>
            <p:nvPr/>
          </p:nvSpPr>
          <p:spPr>
            <a:xfrm>
              <a:off x="4273286"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B898D0"/>
            </a:solidFill>
            <a:ln w="28575" cap="flat">
              <a:solidFill>
                <a:schemeClr val="bg1"/>
              </a:solidFill>
              <a:prstDash val="solid"/>
              <a:miter/>
            </a:ln>
          </p:spPr>
          <p:txBody>
            <a:bodyPr rtlCol="0" anchor="ctr"/>
            <a:lstStyle/>
            <a:p>
              <a:endParaRPr lang="en-IN"/>
            </a:p>
          </p:txBody>
        </p:sp>
      </p:grpSp>
      <p:grpSp>
        <p:nvGrpSpPr>
          <p:cNvPr id="72" name="Group 71">
            <a:extLst>
              <a:ext uri="{FF2B5EF4-FFF2-40B4-BE49-F238E27FC236}">
                <a16:creationId xmlns:a16="http://schemas.microsoft.com/office/drawing/2014/main" id="{7ED61615-FA80-6869-E81E-B321342DC707}"/>
              </a:ext>
            </a:extLst>
          </p:cNvPr>
          <p:cNvGrpSpPr/>
          <p:nvPr/>
        </p:nvGrpSpPr>
        <p:grpSpPr>
          <a:xfrm>
            <a:off x="6753077" y="1963849"/>
            <a:ext cx="1065098" cy="1002942"/>
            <a:chOff x="6657679" y="1870428"/>
            <a:chExt cx="1263518" cy="1189783"/>
          </a:xfrm>
        </p:grpSpPr>
        <p:sp>
          <p:nvSpPr>
            <p:cNvPr id="35" name="Freeform: Shape 34">
              <a:extLst>
                <a:ext uri="{FF2B5EF4-FFF2-40B4-BE49-F238E27FC236}">
                  <a16:creationId xmlns:a16="http://schemas.microsoft.com/office/drawing/2014/main" id="{8708CF5C-D0E0-E335-B6A8-27907C1CA005}"/>
                </a:ext>
              </a:extLst>
            </p:cNvPr>
            <p:cNvSpPr/>
            <p:nvPr/>
          </p:nvSpPr>
          <p:spPr>
            <a:xfrm rot="17332800">
              <a:off x="6657679" y="1870428"/>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9A8DC8"/>
              </a:solidFill>
              <a:prstDash val="solid"/>
              <a:miter/>
            </a:ln>
          </p:spPr>
          <p:txBody>
            <a:bodyPr rtlCol="0" anchor="ctr"/>
            <a:lstStyle/>
            <a:p>
              <a:endParaRPr lang="en-IN"/>
            </a:p>
          </p:txBody>
        </p:sp>
        <p:sp>
          <p:nvSpPr>
            <p:cNvPr id="45" name="Oval 44">
              <a:extLst>
                <a:ext uri="{FF2B5EF4-FFF2-40B4-BE49-F238E27FC236}">
                  <a16:creationId xmlns:a16="http://schemas.microsoft.com/office/drawing/2014/main" id="{760EDB50-6BEC-7777-AF78-FE9D0C57442D}"/>
                </a:ext>
              </a:extLst>
            </p:cNvPr>
            <p:cNvSpPr/>
            <p:nvPr/>
          </p:nvSpPr>
          <p:spPr bwMode="auto">
            <a:xfrm>
              <a:off x="6740270" y="1953021"/>
              <a:ext cx="1024599" cy="1024597"/>
            </a:xfrm>
            <a:prstGeom prst="ellipse">
              <a:avLst/>
            </a:pr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24C57045-B46C-C951-0185-75526105168B}"/>
                </a:ext>
              </a:extLst>
            </p:cNvPr>
            <p:cNvSpPr/>
            <p:nvPr/>
          </p:nvSpPr>
          <p:spPr>
            <a:xfrm>
              <a:off x="7778124"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9A8DC8"/>
            </a:solidFill>
            <a:ln w="28575" cap="flat">
              <a:solidFill>
                <a:schemeClr val="bg1"/>
              </a:solidFill>
              <a:prstDash val="solid"/>
              <a:miter/>
            </a:ln>
          </p:spPr>
          <p:txBody>
            <a:bodyPr rtlCol="0" anchor="ctr"/>
            <a:lstStyle/>
            <a:p>
              <a:endParaRPr lang="en-IN"/>
            </a:p>
          </p:txBody>
        </p:sp>
      </p:grpSp>
      <p:grpSp>
        <p:nvGrpSpPr>
          <p:cNvPr id="74" name="Group 73">
            <a:extLst>
              <a:ext uri="{FF2B5EF4-FFF2-40B4-BE49-F238E27FC236}">
                <a16:creationId xmlns:a16="http://schemas.microsoft.com/office/drawing/2014/main" id="{5491DFB3-57ED-C89D-DB9A-031DC2279A45}"/>
              </a:ext>
            </a:extLst>
          </p:cNvPr>
          <p:cNvGrpSpPr/>
          <p:nvPr/>
        </p:nvGrpSpPr>
        <p:grpSpPr>
          <a:xfrm>
            <a:off x="4372252" y="4268353"/>
            <a:ext cx="1062480" cy="1002942"/>
            <a:chOff x="4273286" y="4174932"/>
            <a:chExt cx="1260412" cy="1189783"/>
          </a:xfrm>
        </p:grpSpPr>
        <p:sp>
          <p:nvSpPr>
            <p:cNvPr id="39" name="Freeform: Shape 38">
              <a:extLst>
                <a:ext uri="{FF2B5EF4-FFF2-40B4-BE49-F238E27FC236}">
                  <a16:creationId xmlns:a16="http://schemas.microsoft.com/office/drawing/2014/main" id="{F1FF60A1-F0DF-117C-6C9E-5B068D76A19F}"/>
                </a:ext>
              </a:extLst>
            </p:cNvPr>
            <p:cNvSpPr/>
            <p:nvPr/>
          </p:nvSpPr>
          <p:spPr>
            <a:xfrm rot="17310600">
              <a:off x="4343914" y="4174932"/>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7D95BE"/>
              </a:solidFill>
              <a:prstDash val="solid"/>
              <a:miter/>
            </a:ln>
          </p:spPr>
          <p:txBody>
            <a:bodyPr rtlCol="0" anchor="ctr"/>
            <a:lstStyle/>
            <a:p>
              <a:endParaRPr lang="en-IN"/>
            </a:p>
          </p:txBody>
        </p:sp>
        <p:sp>
          <p:nvSpPr>
            <p:cNvPr id="42" name="Oval 41">
              <a:extLst>
                <a:ext uri="{FF2B5EF4-FFF2-40B4-BE49-F238E27FC236}">
                  <a16:creationId xmlns:a16="http://schemas.microsoft.com/office/drawing/2014/main" id="{5203D02D-703D-771E-0DBC-B7795D28A4CB}"/>
                </a:ext>
              </a:extLst>
            </p:cNvPr>
            <p:cNvSpPr/>
            <p:nvPr/>
          </p:nvSpPr>
          <p:spPr bwMode="auto">
            <a:xfrm>
              <a:off x="4426505" y="4257524"/>
              <a:ext cx="1024599" cy="1024597"/>
            </a:xfrm>
            <a:prstGeom prst="ellipse">
              <a:avLst/>
            </a:pr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64D0A9B8-50AC-CE9C-CD43-BB41B9AD835F}"/>
                </a:ext>
              </a:extLst>
            </p:cNvPr>
            <p:cNvSpPr/>
            <p:nvPr/>
          </p:nvSpPr>
          <p:spPr>
            <a:xfrm>
              <a:off x="4273286"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7D95BE"/>
            </a:solidFill>
            <a:ln w="28575" cap="flat">
              <a:solidFill>
                <a:schemeClr val="bg1"/>
              </a:solidFill>
              <a:prstDash val="solid"/>
              <a:miter/>
            </a:ln>
          </p:spPr>
          <p:txBody>
            <a:bodyPr rtlCol="0" anchor="ctr"/>
            <a:lstStyle/>
            <a:p>
              <a:endParaRPr lang="en-IN"/>
            </a:p>
          </p:txBody>
        </p:sp>
      </p:grpSp>
      <p:grpSp>
        <p:nvGrpSpPr>
          <p:cNvPr id="26" name="Group 25">
            <a:extLst>
              <a:ext uri="{FF2B5EF4-FFF2-40B4-BE49-F238E27FC236}">
                <a16:creationId xmlns:a16="http://schemas.microsoft.com/office/drawing/2014/main" id="{BE5AC652-E78D-7AB4-72C9-DA03C428D5BE}"/>
              </a:ext>
            </a:extLst>
          </p:cNvPr>
          <p:cNvGrpSpPr/>
          <p:nvPr/>
        </p:nvGrpSpPr>
        <p:grpSpPr>
          <a:xfrm>
            <a:off x="6753077" y="4268353"/>
            <a:ext cx="1075378" cy="1002942"/>
            <a:chOff x="6753077" y="4268353"/>
            <a:chExt cx="1075378" cy="1002942"/>
          </a:xfrm>
        </p:grpSpPr>
        <p:sp>
          <p:nvSpPr>
            <p:cNvPr id="38" name="Freeform: Shape 37">
              <a:extLst>
                <a:ext uri="{FF2B5EF4-FFF2-40B4-BE49-F238E27FC236}">
                  <a16:creationId xmlns:a16="http://schemas.microsoft.com/office/drawing/2014/main" id="{81F6D0C5-A304-88DC-485D-D2CF07267BFF}"/>
                </a:ext>
              </a:extLst>
            </p:cNvPr>
            <p:cNvSpPr/>
            <p:nvPr/>
          </p:nvSpPr>
          <p:spPr>
            <a:xfrm>
              <a:off x="6753077" y="4268353"/>
              <a:ext cx="1004400" cy="1002942"/>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chemeClr val="bg1"/>
            </a:solidFill>
            <a:ln w="4118" cap="flat">
              <a:solidFill>
                <a:srgbClr val="60A6D8"/>
              </a:solidFill>
              <a:prstDash val="solid"/>
              <a:miter/>
            </a:ln>
          </p:spPr>
          <p:txBody>
            <a:bodyPr rtlCol="0" anchor="ctr"/>
            <a:lstStyle/>
            <a:p>
              <a:endParaRPr lang="en-IN"/>
            </a:p>
          </p:txBody>
        </p:sp>
        <p:grpSp>
          <p:nvGrpSpPr>
            <p:cNvPr id="75" name="Group 74">
              <a:extLst>
                <a:ext uri="{FF2B5EF4-FFF2-40B4-BE49-F238E27FC236}">
                  <a16:creationId xmlns:a16="http://schemas.microsoft.com/office/drawing/2014/main" id="{3A7980A3-DAB4-67ED-957B-BDC56EFA7AE7}"/>
                </a:ext>
              </a:extLst>
            </p:cNvPr>
            <p:cNvGrpSpPr/>
            <p:nvPr/>
          </p:nvGrpSpPr>
          <p:grpSpPr>
            <a:xfrm>
              <a:off x="6832797" y="4338131"/>
              <a:ext cx="995658" cy="863696"/>
              <a:chOff x="6740055" y="4257680"/>
              <a:chExt cx="1181142" cy="1024597"/>
            </a:xfrm>
          </p:grpSpPr>
          <p:sp>
            <p:nvSpPr>
              <p:cNvPr id="44" name="Oval 43">
                <a:extLst>
                  <a:ext uri="{FF2B5EF4-FFF2-40B4-BE49-F238E27FC236}">
                    <a16:creationId xmlns:a16="http://schemas.microsoft.com/office/drawing/2014/main" id="{2F7EE2C6-AB8B-19FF-21A2-EC672262F528}"/>
                  </a:ext>
                </a:extLst>
              </p:cNvPr>
              <p:cNvSpPr/>
              <p:nvPr/>
            </p:nvSpPr>
            <p:spPr bwMode="auto">
              <a:xfrm>
                <a:off x="6740055" y="4257680"/>
                <a:ext cx="1024599" cy="1024597"/>
              </a:xfrm>
              <a:prstGeom prst="ellipse">
                <a:avLst/>
              </a:pr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305DB4B3-BB12-4332-ABF3-54BE179004CD}"/>
                  </a:ext>
                </a:extLst>
              </p:cNvPr>
              <p:cNvSpPr/>
              <p:nvPr/>
            </p:nvSpPr>
            <p:spPr>
              <a:xfrm>
                <a:off x="7778124"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60A6D8"/>
              </a:solidFill>
              <a:ln w="28575" cap="flat">
                <a:solidFill>
                  <a:schemeClr val="bg1"/>
                </a:solidFill>
                <a:prstDash val="solid"/>
                <a:miter/>
              </a:ln>
            </p:spPr>
            <p:txBody>
              <a:bodyPr rtlCol="0" anchor="ctr"/>
              <a:lstStyle/>
              <a:p>
                <a:endParaRPr lang="en-IN"/>
              </a:p>
            </p:txBody>
          </p:sp>
        </p:grpSp>
      </p:grpSp>
      <p:cxnSp>
        <p:nvCxnSpPr>
          <p:cNvPr id="59" name="Straight Connector 58">
            <a:extLst>
              <a:ext uri="{FF2B5EF4-FFF2-40B4-BE49-F238E27FC236}">
                <a16:creationId xmlns:a16="http://schemas.microsoft.com/office/drawing/2014/main" id="{2071F977-F41C-40C1-762A-C51915025E62}"/>
              </a:ext>
            </a:extLst>
          </p:cNvPr>
          <p:cNvCxnSpPr>
            <a:cxnSpLocks/>
          </p:cNvCxnSpPr>
          <p:nvPr/>
        </p:nvCxnSpPr>
        <p:spPr>
          <a:xfrm>
            <a:off x="8075283"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F83CE106-7AA4-338E-BAF3-632D309C5E03}"/>
              </a:ext>
            </a:extLst>
          </p:cNvPr>
          <p:cNvCxnSpPr>
            <a:cxnSpLocks/>
          </p:cNvCxnSpPr>
          <p:nvPr/>
        </p:nvCxnSpPr>
        <p:spPr>
          <a:xfrm flipH="1">
            <a:off x="157234"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63" name="TextBox 62">
            <a:extLst>
              <a:ext uri="{FF2B5EF4-FFF2-40B4-BE49-F238E27FC236}">
                <a16:creationId xmlns:a16="http://schemas.microsoft.com/office/drawing/2014/main" id="{51D06A8D-0577-4906-F971-D56C3F13331D}"/>
              </a:ext>
            </a:extLst>
          </p:cNvPr>
          <p:cNvSpPr txBox="1"/>
          <p:nvPr/>
        </p:nvSpPr>
        <p:spPr>
          <a:xfrm>
            <a:off x="414660" y="1599386"/>
            <a:ext cx="3472602" cy="1869743"/>
          </a:xfrm>
          <a:prstGeom prst="rect">
            <a:avLst/>
          </a:prstGeom>
          <a:noFill/>
        </p:spPr>
        <p:txBody>
          <a:bodyPr wrap="square" rtlCol="0">
            <a:normAutofit/>
          </a:bodyPr>
          <a:lstStyle/>
          <a:p>
            <a:r>
              <a:rPr lang="en-IN" sz="1050" dirty="0">
                <a:latin typeface="Arial" panose="020B0604020202020204" pitchFamily="34" charset="0"/>
              </a:rPr>
              <a:t>Extend DPO through standardized terms and dynamic discounting.</a:t>
            </a:r>
          </a:p>
        </p:txBody>
      </p:sp>
      <p:sp>
        <p:nvSpPr>
          <p:cNvPr id="66" name="TextBox 65">
            <a:extLst>
              <a:ext uri="{FF2B5EF4-FFF2-40B4-BE49-F238E27FC236}">
                <a16:creationId xmlns:a16="http://schemas.microsoft.com/office/drawing/2014/main" id="{F1B56C75-868B-5C33-6C41-C729148D8AC5}"/>
              </a:ext>
            </a:extLst>
          </p:cNvPr>
          <p:cNvSpPr txBox="1"/>
          <p:nvPr/>
        </p:nvSpPr>
        <p:spPr>
          <a:xfrm>
            <a:off x="414660" y="4415887"/>
            <a:ext cx="3472602" cy="1869743"/>
          </a:xfrm>
          <a:prstGeom prst="rect">
            <a:avLst/>
          </a:prstGeom>
          <a:noFill/>
        </p:spPr>
        <p:txBody>
          <a:bodyPr wrap="square" rtlCol="0">
            <a:normAutofit/>
          </a:bodyPr>
          <a:lstStyle/>
          <a:p>
            <a:r>
              <a:rPr lang="en-IN" sz="1050" dirty="0">
                <a:latin typeface="Arial" panose="020B0604020202020204" pitchFamily="34" charset="0"/>
              </a:rPr>
              <a:t>Tighten DSO via cleaner invoicing and proactive collections.</a:t>
            </a:r>
          </a:p>
        </p:txBody>
      </p:sp>
      <p:sp>
        <p:nvSpPr>
          <p:cNvPr id="67" name="TextBox 66">
            <a:extLst>
              <a:ext uri="{FF2B5EF4-FFF2-40B4-BE49-F238E27FC236}">
                <a16:creationId xmlns:a16="http://schemas.microsoft.com/office/drawing/2014/main" id="{B3CF394F-1894-8F3F-84C2-A6212C6E2D99}"/>
              </a:ext>
            </a:extLst>
          </p:cNvPr>
          <p:cNvSpPr txBox="1"/>
          <p:nvPr/>
        </p:nvSpPr>
        <p:spPr>
          <a:xfrm>
            <a:off x="8364860" y="1599386"/>
            <a:ext cx="3472602" cy="1869743"/>
          </a:xfrm>
          <a:prstGeom prst="rect">
            <a:avLst/>
          </a:prstGeom>
          <a:noFill/>
        </p:spPr>
        <p:txBody>
          <a:bodyPr wrap="square" rtlCol="0">
            <a:normAutofit/>
          </a:bodyPr>
          <a:lstStyle/>
          <a:p>
            <a:r>
              <a:rPr lang="en-IN" sz="1050" dirty="0">
                <a:latin typeface="Arial" panose="020B0604020202020204" pitchFamily="34" charset="0"/>
              </a:rPr>
              <a:t>Reduce safety stock with better demand signals.</a:t>
            </a:r>
          </a:p>
        </p:txBody>
      </p:sp>
      <p:sp>
        <p:nvSpPr>
          <p:cNvPr id="68" name="TextBox 67">
            <a:extLst>
              <a:ext uri="{FF2B5EF4-FFF2-40B4-BE49-F238E27FC236}">
                <a16:creationId xmlns:a16="http://schemas.microsoft.com/office/drawing/2014/main" id="{18DCE4B4-2BF5-8810-1BFC-15FF46B62E8F}"/>
              </a:ext>
            </a:extLst>
          </p:cNvPr>
          <p:cNvSpPr txBox="1"/>
          <p:nvPr/>
        </p:nvSpPr>
        <p:spPr>
          <a:xfrm>
            <a:off x="8364860" y="4415887"/>
            <a:ext cx="3472602" cy="1869743"/>
          </a:xfrm>
          <a:prstGeom prst="rect">
            <a:avLst/>
          </a:prstGeom>
          <a:noFill/>
        </p:spPr>
        <p:txBody>
          <a:bodyPr wrap="square" rtlCol="0">
            <a:normAutofit/>
          </a:bodyPr>
          <a:lstStyle/>
          <a:p>
            <a:r>
              <a:rPr lang="en-IN" sz="1050" dirty="0">
                <a:latin typeface="Arial" panose="020B0604020202020204" pitchFamily="34" charset="0"/>
              </a:rPr>
              <a:t>Real-time dashboards across entities and currencies.</a:t>
            </a:r>
          </a:p>
        </p:txBody>
      </p:sp>
      <p:sp>
        <p:nvSpPr>
          <p:cNvPr id="76" name="Rectangle: Rounded Corners 75">
            <a:extLst>
              <a:ext uri="{FF2B5EF4-FFF2-40B4-BE49-F238E27FC236}">
                <a16:creationId xmlns:a16="http://schemas.microsoft.com/office/drawing/2014/main" id="{AE7F8755-7A34-E53F-D631-F761C9A7492B}"/>
              </a:ext>
            </a:extLst>
          </p:cNvPr>
          <p:cNvSpPr/>
          <p:nvPr/>
        </p:nvSpPr>
        <p:spPr>
          <a:xfrm>
            <a:off x="414660" y="1041709"/>
            <a:ext cx="3404413" cy="418791"/>
          </a:xfrm>
          <a:prstGeom prst="roundRect">
            <a:avLst>
              <a:gd name="adj" fmla="val 19213"/>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Payment Terms</a:t>
            </a:r>
            <a:endParaRPr lang="en-IN" sz="1400" b="1" dirty="0">
              <a:solidFill>
                <a:schemeClr val="tx1">
                  <a:lumMod val="85000"/>
                  <a:lumOff val="15000"/>
                </a:schemeClr>
              </a:solidFill>
              <a:latin typeface="Arial" panose="020B0604020202020204" pitchFamily="34" charset="0"/>
            </a:endParaRPr>
          </a:p>
        </p:txBody>
      </p:sp>
      <p:sp>
        <p:nvSpPr>
          <p:cNvPr id="77" name="Rectangle: Rounded Corners 76">
            <a:extLst>
              <a:ext uri="{FF2B5EF4-FFF2-40B4-BE49-F238E27FC236}">
                <a16:creationId xmlns:a16="http://schemas.microsoft.com/office/drawing/2014/main" id="{AE739CEE-6342-6F99-D37A-86A7DDBA225C}"/>
              </a:ext>
            </a:extLst>
          </p:cNvPr>
          <p:cNvSpPr/>
          <p:nvPr/>
        </p:nvSpPr>
        <p:spPr>
          <a:xfrm>
            <a:off x="8364860" y="1041709"/>
            <a:ext cx="3404413" cy="418791"/>
          </a:xfrm>
          <a:prstGeom prst="roundRect">
            <a:avLst>
              <a:gd name="adj" fmla="val 19213"/>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Inventory</a:t>
            </a:r>
            <a:endParaRPr lang="en-IN" sz="1400" b="1" dirty="0">
              <a:solidFill>
                <a:schemeClr val="tx1">
                  <a:lumMod val="85000"/>
                  <a:lumOff val="15000"/>
                </a:schemeClr>
              </a:solidFill>
              <a:latin typeface="Arial" panose="020B0604020202020204" pitchFamily="34" charset="0"/>
            </a:endParaRPr>
          </a:p>
        </p:txBody>
      </p:sp>
      <p:sp>
        <p:nvSpPr>
          <p:cNvPr id="78" name="Rectangle: Rounded Corners 77">
            <a:extLst>
              <a:ext uri="{FF2B5EF4-FFF2-40B4-BE49-F238E27FC236}">
                <a16:creationId xmlns:a16="http://schemas.microsoft.com/office/drawing/2014/main" id="{131D8ACE-B175-4C88-21DD-96B549669655}"/>
              </a:ext>
            </a:extLst>
          </p:cNvPr>
          <p:cNvSpPr/>
          <p:nvPr/>
        </p:nvSpPr>
        <p:spPr>
          <a:xfrm>
            <a:off x="414660" y="3886509"/>
            <a:ext cx="3404413" cy="418791"/>
          </a:xfrm>
          <a:prstGeom prst="roundRect">
            <a:avLst>
              <a:gd name="adj" fmla="val 19213"/>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Receivables</a:t>
            </a:r>
            <a:endParaRPr lang="en-IN" sz="1400" b="1" dirty="0">
              <a:solidFill>
                <a:schemeClr val="tx1">
                  <a:lumMod val="85000"/>
                  <a:lumOff val="15000"/>
                </a:schemeClr>
              </a:solidFill>
              <a:latin typeface="Arial" panose="020B0604020202020204" pitchFamily="34" charset="0"/>
            </a:endParaRPr>
          </a:p>
        </p:txBody>
      </p:sp>
      <p:sp>
        <p:nvSpPr>
          <p:cNvPr id="79" name="Rectangle: Rounded Corners 78">
            <a:extLst>
              <a:ext uri="{FF2B5EF4-FFF2-40B4-BE49-F238E27FC236}">
                <a16:creationId xmlns:a16="http://schemas.microsoft.com/office/drawing/2014/main" id="{1E7F823B-818D-D251-FA59-A7239A187162}"/>
              </a:ext>
            </a:extLst>
          </p:cNvPr>
          <p:cNvSpPr/>
          <p:nvPr/>
        </p:nvSpPr>
        <p:spPr>
          <a:xfrm>
            <a:off x="8364860" y="3886509"/>
            <a:ext cx="3404413" cy="418791"/>
          </a:xfrm>
          <a:prstGeom prst="roundRect">
            <a:avLst>
              <a:gd name="adj" fmla="val 19213"/>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Cash Visibility</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a:lstStyle/>
          <a:p>
            <a:r>
              <a:rPr lang="en-US" dirty="0"/>
              <a:t>Title</a:t>
            </a:r>
            <a:endParaRPr lang="en-IN" dirty="0"/>
          </a:p>
        </p:txBody>
      </p:sp>
      <p:sp>
        <p:nvSpPr>
          <p:cNvPr id="81" name="Freeform: Shape 80">
            <a:extLst>
              <a:ext uri="{FF2B5EF4-FFF2-40B4-BE49-F238E27FC236}">
                <a16:creationId xmlns:a16="http://schemas.microsoft.com/office/drawing/2014/main" id="{369C4037-D587-5BA3-7209-28DAAC1C04C2}"/>
              </a:ext>
            </a:extLst>
          </p:cNvPr>
          <p:cNvSpPr/>
          <p:nvPr/>
        </p:nvSpPr>
        <p:spPr>
          <a:xfrm rot="18900000">
            <a:off x="4429158" y="1896189"/>
            <a:ext cx="3450628" cy="3450626"/>
          </a:xfrm>
          <a:custGeom>
            <a:avLst/>
            <a:gdLst>
              <a:gd name="connsiteX0" fmla="*/ 1140128 w 1140127"/>
              <a:gd name="connsiteY0" fmla="*/ 570064 h 1140127"/>
              <a:gd name="connsiteX1" fmla="*/ 570064 w 1140127"/>
              <a:gd name="connsiteY1" fmla="*/ 1140128 h 1140127"/>
              <a:gd name="connsiteX2" fmla="*/ 0 w 1140127"/>
              <a:gd name="connsiteY2" fmla="*/ 570064 h 1140127"/>
              <a:gd name="connsiteX3" fmla="*/ 570064 w 1140127"/>
              <a:gd name="connsiteY3" fmla="*/ 0 h 1140127"/>
              <a:gd name="connsiteX4" fmla="*/ 1140128 w 1140127"/>
              <a:gd name="connsiteY4" fmla="*/ 570064 h 1140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127" h="1140127">
                <a:moveTo>
                  <a:pt x="1140128" y="570064"/>
                </a:moveTo>
                <a:cubicBezTo>
                  <a:pt x="1140128" y="884902"/>
                  <a:pt x="884901" y="1140128"/>
                  <a:pt x="570064" y="1140128"/>
                </a:cubicBezTo>
                <a:cubicBezTo>
                  <a:pt x="255226" y="1140128"/>
                  <a:pt x="0" y="884902"/>
                  <a:pt x="0" y="570064"/>
                </a:cubicBezTo>
                <a:cubicBezTo>
                  <a:pt x="0" y="255226"/>
                  <a:pt x="255226" y="0"/>
                  <a:pt x="570064" y="0"/>
                </a:cubicBezTo>
                <a:cubicBezTo>
                  <a:pt x="884901" y="0"/>
                  <a:pt x="1140128" y="255226"/>
                  <a:pt x="1140128" y="570064"/>
                </a:cubicBezTo>
                <a:close/>
              </a:path>
            </a:pathLst>
          </a:custGeom>
          <a:solidFill>
            <a:srgbClr val="DFEDF7"/>
          </a:solidFill>
          <a:ln w="6072" cap="flat">
            <a:noFill/>
            <a:prstDash val="solid"/>
            <a:miter/>
          </a:ln>
        </p:spPr>
        <p:txBody>
          <a:bodyPr rtlCol="0" anchor="ctr"/>
          <a:lstStyle/>
          <a:p>
            <a:pPr algn="ctr"/>
            <a:endParaRPr lang="en-US" sz="12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2" name="Freeform: Shape 81">
            <a:extLst>
              <a:ext uri="{FF2B5EF4-FFF2-40B4-BE49-F238E27FC236}">
                <a16:creationId xmlns:a16="http://schemas.microsoft.com/office/drawing/2014/main" id="{44FE34E7-A5DB-B9EC-9B9E-535AEAC8D58D}"/>
              </a:ext>
            </a:extLst>
          </p:cNvPr>
          <p:cNvSpPr/>
          <p:nvPr/>
        </p:nvSpPr>
        <p:spPr>
          <a:xfrm>
            <a:off x="6224551" y="2071440"/>
            <a:ext cx="1480685" cy="1499920"/>
          </a:xfrm>
          <a:custGeom>
            <a:avLst/>
            <a:gdLst>
              <a:gd name="connsiteX0" fmla="*/ 339359 w 489235"/>
              <a:gd name="connsiteY0" fmla="*/ 149628 h 495591"/>
              <a:gd name="connsiteX1" fmla="*/ 0 w 489235"/>
              <a:gd name="connsiteY1" fmla="*/ 0 h 495591"/>
              <a:gd name="connsiteX2" fmla="*/ 0 w 489235"/>
              <a:gd name="connsiteY2" fmla="*/ 248945 h 495591"/>
              <a:gd name="connsiteX3" fmla="*/ 240539 w 489235"/>
              <a:gd name="connsiteY3" fmla="*/ 495591 h 495591"/>
              <a:gd name="connsiteX4" fmla="*/ 489235 w 489235"/>
              <a:gd name="connsiteY4" fmla="*/ 495591 h 495591"/>
              <a:gd name="connsiteX5" fmla="*/ 339359 w 489235"/>
              <a:gd name="connsiteY5" fmla="*/ 149628 h 495591"/>
              <a:gd name="connsiteX6" fmla="*/ 3106 w 489235"/>
              <a:gd name="connsiteY6" fmla="*/ 246108 h 495591"/>
              <a:gd name="connsiteX7" fmla="*/ 3106 w 489235"/>
              <a:gd name="connsiteY7" fmla="*/ 3251 h 495591"/>
              <a:gd name="connsiteX8" fmla="*/ 182257 w 489235"/>
              <a:gd name="connsiteY8" fmla="*/ 45528 h 495591"/>
              <a:gd name="connsiteX9" fmla="*/ 337164 w 489235"/>
              <a:gd name="connsiteY9" fmla="*/ 151822 h 495591"/>
              <a:gd name="connsiteX10" fmla="*/ 486005 w 489235"/>
              <a:gd name="connsiteY10" fmla="*/ 492486 h 495591"/>
              <a:gd name="connsiteX11" fmla="*/ 243438 w 489235"/>
              <a:gd name="connsiteY11" fmla="*/ 492486 h 495591"/>
              <a:gd name="connsiteX12" fmla="*/ 3106 w 489235"/>
              <a:gd name="connsiteY12" fmla="*/ 246108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339359" y="149628"/>
                </a:moveTo>
                <a:cubicBezTo>
                  <a:pt x="248013" y="58282"/>
                  <a:pt x="128240" y="5652"/>
                  <a:pt x="0" y="0"/>
                </a:cubicBezTo>
                <a:lnTo>
                  <a:pt x="0" y="248945"/>
                </a:lnTo>
                <a:cubicBezTo>
                  <a:pt x="129441" y="260249"/>
                  <a:pt x="232444" y="365260"/>
                  <a:pt x="240539" y="495591"/>
                </a:cubicBezTo>
                <a:lnTo>
                  <a:pt x="489235" y="495591"/>
                </a:lnTo>
                <a:cubicBezTo>
                  <a:pt x="485115" y="364866"/>
                  <a:pt x="432279" y="242547"/>
                  <a:pt x="339359" y="149628"/>
                </a:cubicBezTo>
                <a:close/>
                <a:moveTo>
                  <a:pt x="3106" y="246108"/>
                </a:moveTo>
                <a:lnTo>
                  <a:pt x="3106" y="3251"/>
                </a:lnTo>
                <a:cubicBezTo>
                  <a:pt x="65445" y="6398"/>
                  <a:pt x="125715" y="20600"/>
                  <a:pt x="182257" y="45528"/>
                </a:cubicBezTo>
                <a:cubicBezTo>
                  <a:pt x="239897" y="70911"/>
                  <a:pt x="292009" y="106688"/>
                  <a:pt x="337164" y="151822"/>
                </a:cubicBezTo>
                <a:cubicBezTo>
                  <a:pt x="428366" y="243023"/>
                  <a:pt x="481161" y="363893"/>
                  <a:pt x="486005" y="492486"/>
                </a:cubicBezTo>
                <a:lnTo>
                  <a:pt x="243438" y="492486"/>
                </a:lnTo>
                <a:cubicBezTo>
                  <a:pt x="234017" y="363893"/>
                  <a:pt x="131408" y="258717"/>
                  <a:pt x="3106" y="246108"/>
                </a:cubicBez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3" name="Freeform: Shape 82">
            <a:extLst>
              <a:ext uri="{FF2B5EF4-FFF2-40B4-BE49-F238E27FC236}">
                <a16:creationId xmlns:a16="http://schemas.microsoft.com/office/drawing/2014/main" id="{5BCD5727-A92F-F2C1-DC10-0243FC8C8917}"/>
              </a:ext>
            </a:extLst>
          </p:cNvPr>
          <p:cNvSpPr/>
          <p:nvPr/>
        </p:nvSpPr>
        <p:spPr>
          <a:xfrm>
            <a:off x="4603691" y="2070187"/>
            <a:ext cx="1520661" cy="1501173"/>
          </a:xfrm>
          <a:custGeom>
            <a:avLst/>
            <a:gdLst>
              <a:gd name="connsiteX0" fmla="*/ 149855 w 502444"/>
              <a:gd name="connsiteY0" fmla="*/ 150042 h 496005"/>
              <a:gd name="connsiteX1" fmla="*/ 0 w 502444"/>
              <a:gd name="connsiteY1" fmla="*/ 496006 h 496005"/>
              <a:gd name="connsiteX2" fmla="*/ 248696 w 502444"/>
              <a:gd name="connsiteY2" fmla="*/ 496006 h 496005"/>
              <a:gd name="connsiteX3" fmla="*/ 502444 w 502444"/>
              <a:gd name="connsiteY3" fmla="*/ 248531 h 496005"/>
              <a:gd name="connsiteX4" fmla="*/ 502444 w 502444"/>
              <a:gd name="connsiteY4" fmla="*/ 0 h 496005"/>
              <a:gd name="connsiteX5" fmla="*/ 149876 w 502444"/>
              <a:gd name="connsiteY5" fmla="*/ 150042 h 496005"/>
              <a:gd name="connsiteX6" fmla="*/ 499318 w 502444"/>
              <a:gd name="connsiteY6" fmla="*/ 245549 h 496005"/>
              <a:gd name="connsiteX7" fmla="*/ 245777 w 502444"/>
              <a:gd name="connsiteY7" fmla="*/ 492879 h 496005"/>
              <a:gd name="connsiteX8" fmla="*/ 3209 w 502444"/>
              <a:gd name="connsiteY8" fmla="*/ 492879 h 496005"/>
              <a:gd name="connsiteX9" fmla="*/ 152050 w 502444"/>
              <a:gd name="connsiteY9" fmla="*/ 152216 h 496005"/>
              <a:gd name="connsiteX10" fmla="*/ 499318 w 502444"/>
              <a:gd name="connsiteY10" fmla="*/ 3147 h 496005"/>
              <a:gd name="connsiteX11" fmla="*/ 499318 w 502444"/>
              <a:gd name="connsiteY11" fmla="*/ 245529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44" h="496005">
                <a:moveTo>
                  <a:pt x="149855" y="150042"/>
                </a:moveTo>
                <a:cubicBezTo>
                  <a:pt x="56936" y="242961"/>
                  <a:pt x="4120" y="365260"/>
                  <a:pt x="0" y="496006"/>
                </a:cubicBezTo>
                <a:lnTo>
                  <a:pt x="248696" y="496006"/>
                </a:lnTo>
                <a:cubicBezTo>
                  <a:pt x="257081" y="361285"/>
                  <a:pt x="366854" y="253583"/>
                  <a:pt x="502444" y="248531"/>
                </a:cubicBezTo>
                <a:lnTo>
                  <a:pt x="502444" y="0"/>
                </a:lnTo>
                <a:cubicBezTo>
                  <a:pt x="369235" y="2526"/>
                  <a:pt x="244348" y="55570"/>
                  <a:pt x="149876" y="150042"/>
                </a:cubicBezTo>
                <a:close/>
                <a:moveTo>
                  <a:pt x="499318" y="245549"/>
                </a:moveTo>
                <a:cubicBezTo>
                  <a:pt x="363893" y="252071"/>
                  <a:pt x="255632" y="357682"/>
                  <a:pt x="245777" y="492879"/>
                </a:cubicBezTo>
                <a:lnTo>
                  <a:pt x="3209" y="492879"/>
                </a:lnTo>
                <a:cubicBezTo>
                  <a:pt x="8075" y="364307"/>
                  <a:pt x="60849" y="243438"/>
                  <a:pt x="152050" y="152216"/>
                </a:cubicBezTo>
                <a:cubicBezTo>
                  <a:pt x="244970" y="59296"/>
                  <a:pt x="368179" y="6439"/>
                  <a:pt x="499318" y="3147"/>
                </a:cubicBezTo>
                <a:lnTo>
                  <a:pt x="499318" y="245529"/>
                </a:ln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4" name="Freeform: Shape 83">
            <a:extLst>
              <a:ext uri="{FF2B5EF4-FFF2-40B4-BE49-F238E27FC236}">
                <a16:creationId xmlns:a16="http://schemas.microsoft.com/office/drawing/2014/main" id="{793B632C-04AE-8CD1-BB9F-0D3D4C42EA7B}"/>
              </a:ext>
            </a:extLst>
          </p:cNvPr>
          <p:cNvSpPr/>
          <p:nvPr/>
        </p:nvSpPr>
        <p:spPr>
          <a:xfrm>
            <a:off x="4603628" y="3671557"/>
            <a:ext cx="1520598" cy="1501173"/>
          </a:xfrm>
          <a:custGeom>
            <a:avLst/>
            <a:gdLst>
              <a:gd name="connsiteX0" fmla="*/ 248696 w 502423"/>
              <a:gd name="connsiteY0" fmla="*/ 0 h 496005"/>
              <a:gd name="connsiteX1" fmla="*/ 0 w 502423"/>
              <a:gd name="connsiteY1" fmla="*/ 0 h 496005"/>
              <a:gd name="connsiteX2" fmla="*/ 149855 w 502423"/>
              <a:gd name="connsiteY2" fmla="*/ 345964 h 496005"/>
              <a:gd name="connsiteX3" fmla="*/ 502424 w 502423"/>
              <a:gd name="connsiteY3" fmla="*/ 496006 h 496005"/>
              <a:gd name="connsiteX4" fmla="*/ 502424 w 502423"/>
              <a:gd name="connsiteY4" fmla="*/ 247475 h 496005"/>
              <a:gd name="connsiteX5" fmla="*/ 248676 w 502423"/>
              <a:gd name="connsiteY5" fmla="*/ 0 h 496005"/>
              <a:gd name="connsiteX6" fmla="*/ 499339 w 502423"/>
              <a:gd name="connsiteY6" fmla="*/ 492838 h 496005"/>
              <a:gd name="connsiteX7" fmla="*/ 152071 w 502423"/>
              <a:gd name="connsiteY7" fmla="*/ 343769 h 496005"/>
              <a:gd name="connsiteX8" fmla="*/ 3230 w 502423"/>
              <a:gd name="connsiteY8" fmla="*/ 3106 h 496005"/>
              <a:gd name="connsiteX9" fmla="*/ 245798 w 502423"/>
              <a:gd name="connsiteY9" fmla="*/ 3106 h 496005"/>
              <a:gd name="connsiteX10" fmla="*/ 499339 w 502423"/>
              <a:gd name="connsiteY10" fmla="*/ 250456 h 496005"/>
              <a:gd name="connsiteX11" fmla="*/ 499339 w 502423"/>
              <a:gd name="connsiteY11" fmla="*/ 492838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23" h="496005">
                <a:moveTo>
                  <a:pt x="248696" y="0"/>
                </a:moveTo>
                <a:lnTo>
                  <a:pt x="0" y="0"/>
                </a:lnTo>
                <a:cubicBezTo>
                  <a:pt x="4120" y="130725"/>
                  <a:pt x="56957" y="253044"/>
                  <a:pt x="149855" y="345964"/>
                </a:cubicBezTo>
                <a:cubicBezTo>
                  <a:pt x="244328" y="440457"/>
                  <a:pt x="369214" y="493480"/>
                  <a:pt x="502424" y="496006"/>
                </a:cubicBezTo>
                <a:lnTo>
                  <a:pt x="502424" y="247475"/>
                </a:lnTo>
                <a:cubicBezTo>
                  <a:pt x="366833" y="242423"/>
                  <a:pt x="257061" y="134742"/>
                  <a:pt x="248676" y="0"/>
                </a:cubicBezTo>
                <a:close/>
                <a:moveTo>
                  <a:pt x="499339" y="492838"/>
                </a:moveTo>
                <a:cubicBezTo>
                  <a:pt x="368200" y="489546"/>
                  <a:pt x="244990" y="436689"/>
                  <a:pt x="152071" y="343769"/>
                </a:cubicBezTo>
                <a:cubicBezTo>
                  <a:pt x="60870" y="252568"/>
                  <a:pt x="8075" y="131698"/>
                  <a:pt x="3230" y="3106"/>
                </a:cubicBezTo>
                <a:lnTo>
                  <a:pt x="245798" y="3106"/>
                </a:lnTo>
                <a:cubicBezTo>
                  <a:pt x="255653" y="138323"/>
                  <a:pt x="363914" y="243914"/>
                  <a:pt x="499339" y="250456"/>
                </a:cubicBezTo>
                <a:lnTo>
                  <a:pt x="499339" y="492838"/>
                </a:ln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5" name="Freeform: Shape 84">
            <a:extLst>
              <a:ext uri="{FF2B5EF4-FFF2-40B4-BE49-F238E27FC236}">
                <a16:creationId xmlns:a16="http://schemas.microsoft.com/office/drawing/2014/main" id="{C323936C-4340-BC1D-8914-073BF85B050F}"/>
              </a:ext>
            </a:extLst>
          </p:cNvPr>
          <p:cNvSpPr/>
          <p:nvPr/>
        </p:nvSpPr>
        <p:spPr>
          <a:xfrm>
            <a:off x="6224551" y="3671557"/>
            <a:ext cx="1480685" cy="1499920"/>
          </a:xfrm>
          <a:custGeom>
            <a:avLst/>
            <a:gdLst>
              <a:gd name="connsiteX0" fmla="*/ 240539 w 489235"/>
              <a:gd name="connsiteY0" fmla="*/ 0 h 495591"/>
              <a:gd name="connsiteX1" fmla="*/ 0 w 489235"/>
              <a:gd name="connsiteY1" fmla="*/ 246647 h 495591"/>
              <a:gd name="connsiteX2" fmla="*/ 0 w 489235"/>
              <a:gd name="connsiteY2" fmla="*/ 495591 h 495591"/>
              <a:gd name="connsiteX3" fmla="*/ 339359 w 489235"/>
              <a:gd name="connsiteY3" fmla="*/ 345964 h 495591"/>
              <a:gd name="connsiteX4" fmla="*/ 489235 w 489235"/>
              <a:gd name="connsiteY4" fmla="*/ 0 h 495591"/>
              <a:gd name="connsiteX5" fmla="*/ 240539 w 489235"/>
              <a:gd name="connsiteY5" fmla="*/ 0 h 495591"/>
              <a:gd name="connsiteX6" fmla="*/ 337164 w 489235"/>
              <a:gd name="connsiteY6" fmla="*/ 343769 h 495591"/>
              <a:gd name="connsiteX7" fmla="*/ 182257 w 489235"/>
              <a:gd name="connsiteY7" fmla="*/ 450063 h 495591"/>
              <a:gd name="connsiteX8" fmla="*/ 3106 w 489235"/>
              <a:gd name="connsiteY8" fmla="*/ 492341 h 495591"/>
              <a:gd name="connsiteX9" fmla="*/ 3106 w 489235"/>
              <a:gd name="connsiteY9" fmla="*/ 249483 h 495591"/>
              <a:gd name="connsiteX10" fmla="*/ 243438 w 489235"/>
              <a:gd name="connsiteY10" fmla="*/ 3106 h 495591"/>
              <a:gd name="connsiteX11" fmla="*/ 486005 w 489235"/>
              <a:gd name="connsiteY11" fmla="*/ 3106 h 495591"/>
              <a:gd name="connsiteX12" fmla="*/ 337164 w 489235"/>
              <a:gd name="connsiteY12" fmla="*/ 343769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240539" y="0"/>
                </a:moveTo>
                <a:cubicBezTo>
                  <a:pt x="232444" y="130332"/>
                  <a:pt x="129441" y="235342"/>
                  <a:pt x="0" y="246647"/>
                </a:cubicBezTo>
                <a:lnTo>
                  <a:pt x="0" y="495591"/>
                </a:lnTo>
                <a:cubicBezTo>
                  <a:pt x="128240" y="489919"/>
                  <a:pt x="248013" y="437310"/>
                  <a:pt x="339359" y="345964"/>
                </a:cubicBezTo>
                <a:cubicBezTo>
                  <a:pt x="432279" y="253044"/>
                  <a:pt x="485115" y="130746"/>
                  <a:pt x="489235" y="0"/>
                </a:cubicBezTo>
                <a:lnTo>
                  <a:pt x="240539" y="0"/>
                </a:lnTo>
                <a:close/>
                <a:moveTo>
                  <a:pt x="337164" y="343769"/>
                </a:moveTo>
                <a:cubicBezTo>
                  <a:pt x="292009" y="388925"/>
                  <a:pt x="239897" y="424680"/>
                  <a:pt x="182257" y="450063"/>
                </a:cubicBezTo>
                <a:cubicBezTo>
                  <a:pt x="125694" y="474970"/>
                  <a:pt x="65445" y="489194"/>
                  <a:pt x="3106" y="492341"/>
                </a:cubicBezTo>
                <a:lnTo>
                  <a:pt x="3106" y="249483"/>
                </a:lnTo>
                <a:cubicBezTo>
                  <a:pt x="131408" y="236874"/>
                  <a:pt x="234017" y="131698"/>
                  <a:pt x="243438" y="3106"/>
                </a:cubicBezTo>
                <a:lnTo>
                  <a:pt x="486005" y="3106"/>
                </a:lnTo>
                <a:cubicBezTo>
                  <a:pt x="481140" y="131677"/>
                  <a:pt x="428366" y="252547"/>
                  <a:pt x="337164" y="343769"/>
                </a:cubicBez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94" name="Graphic 4">
            <a:extLst>
              <a:ext uri="{FF2B5EF4-FFF2-40B4-BE49-F238E27FC236}">
                <a16:creationId xmlns:a16="http://schemas.microsoft.com/office/drawing/2014/main" id="{876B8AF4-6458-B7A9-BC17-ED3B696A7C7D}"/>
              </a:ext>
            </a:extLst>
          </p:cNvPr>
          <p:cNvGrpSpPr/>
          <p:nvPr/>
        </p:nvGrpSpPr>
        <p:grpSpPr>
          <a:xfrm>
            <a:off x="4931536" y="4597564"/>
            <a:ext cx="200514" cy="200514"/>
            <a:chOff x="1290252" y="1252762"/>
            <a:chExt cx="66252" cy="66252"/>
          </a:xfrm>
        </p:grpSpPr>
        <p:sp>
          <p:nvSpPr>
            <p:cNvPr id="106" name="Freeform: Shape 105">
              <a:extLst>
                <a:ext uri="{FF2B5EF4-FFF2-40B4-BE49-F238E27FC236}">
                  <a16:creationId xmlns:a16="http://schemas.microsoft.com/office/drawing/2014/main" id="{1F52464D-172B-C6B8-9E89-5615FEDB6D95}"/>
                </a:ext>
              </a:extLst>
            </p:cNvPr>
            <p:cNvSpPr/>
            <p:nvPr/>
          </p:nvSpPr>
          <p:spPr>
            <a:xfrm>
              <a:off x="1290252" y="1252762"/>
              <a:ext cx="66252" cy="66252"/>
            </a:xfrm>
            <a:custGeom>
              <a:avLst/>
              <a:gdLst>
                <a:gd name="connsiteX0" fmla="*/ 0 w 66252"/>
                <a:gd name="connsiteY0" fmla="*/ 33126 h 66252"/>
                <a:gd name="connsiteX1" fmla="*/ 33126 w 66252"/>
                <a:gd name="connsiteY1" fmla="*/ 0 h 66252"/>
                <a:gd name="connsiteX2" fmla="*/ 66253 w 66252"/>
                <a:gd name="connsiteY2" fmla="*/ 33126 h 66252"/>
                <a:gd name="connsiteX3" fmla="*/ 33126 w 66252"/>
                <a:gd name="connsiteY3" fmla="*/ 66253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14824"/>
                    <a:pt x="14824" y="0"/>
                    <a:pt x="33126" y="0"/>
                  </a:cubicBezTo>
                  <a:cubicBezTo>
                    <a:pt x="51429" y="0"/>
                    <a:pt x="66253" y="14824"/>
                    <a:pt x="66253" y="33126"/>
                  </a:cubicBezTo>
                  <a:cubicBezTo>
                    <a:pt x="66253" y="51429"/>
                    <a:pt x="51429" y="66253"/>
                    <a:pt x="33126" y="66253"/>
                  </a:cubicBezTo>
                  <a:cubicBezTo>
                    <a:pt x="14824" y="66253"/>
                    <a:pt x="0" y="51429"/>
                    <a:pt x="0" y="33126"/>
                  </a:cubicBezTo>
                  <a:close/>
                </a:path>
              </a:pathLst>
            </a:custGeom>
            <a:solidFill>
              <a:srgbClr val="DFEDF7"/>
            </a:solid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A15E2F3-E544-EEC1-0415-6AFA62EFD177}"/>
                </a:ext>
              </a:extLst>
            </p:cNvPr>
            <p:cNvSpPr/>
            <p:nvPr/>
          </p:nvSpPr>
          <p:spPr>
            <a:xfrm>
              <a:off x="1312467" y="1274956"/>
              <a:ext cx="21863" cy="21863"/>
            </a:xfrm>
            <a:custGeom>
              <a:avLst/>
              <a:gdLst>
                <a:gd name="connsiteX0" fmla="*/ 0 w 21863"/>
                <a:gd name="connsiteY0" fmla="*/ 10932 h 21863"/>
                <a:gd name="connsiteX1" fmla="*/ 10932 w 21863"/>
                <a:gd name="connsiteY1" fmla="*/ 0 h 21863"/>
                <a:gd name="connsiteX2" fmla="*/ 21863 w 21863"/>
                <a:gd name="connsiteY2" fmla="*/ 10932 h 21863"/>
                <a:gd name="connsiteX3" fmla="*/ 10932 w 21863"/>
                <a:gd name="connsiteY3" fmla="*/ 21863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4907"/>
                    <a:pt x="4886" y="0"/>
                    <a:pt x="10932" y="0"/>
                  </a:cubicBezTo>
                  <a:cubicBezTo>
                    <a:pt x="16977" y="0"/>
                    <a:pt x="21863" y="4886"/>
                    <a:pt x="21863" y="10932"/>
                  </a:cubicBezTo>
                  <a:cubicBezTo>
                    <a:pt x="21863" y="16977"/>
                    <a:pt x="16977" y="21863"/>
                    <a:pt x="10932" y="21863"/>
                  </a:cubicBezTo>
                  <a:cubicBezTo>
                    <a:pt x="4886" y="21863"/>
                    <a:pt x="0" y="16977"/>
                    <a:pt x="0"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18" name="Straight Connector 117">
            <a:extLst>
              <a:ext uri="{FF2B5EF4-FFF2-40B4-BE49-F238E27FC236}">
                <a16:creationId xmlns:a16="http://schemas.microsoft.com/office/drawing/2014/main" id="{0F429AB4-B004-74DB-665C-BDB40A987951}"/>
              </a:ext>
            </a:extLst>
          </p:cNvPr>
          <p:cNvCxnSpPr>
            <a:cxnSpLocks/>
          </p:cNvCxnSpPr>
          <p:nvPr/>
        </p:nvCxnSpPr>
        <p:spPr>
          <a:xfrm flipH="1">
            <a:off x="239042"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5667B77A-0791-7674-A1D8-7DC646C6FBC8}"/>
              </a:ext>
            </a:extLst>
          </p:cNvPr>
          <p:cNvCxnSpPr>
            <a:cxnSpLocks/>
          </p:cNvCxnSpPr>
          <p:nvPr/>
        </p:nvCxnSpPr>
        <p:spPr>
          <a:xfrm>
            <a:off x="7855259"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122" name="TextBox 121">
            <a:extLst>
              <a:ext uri="{FF2B5EF4-FFF2-40B4-BE49-F238E27FC236}">
                <a16:creationId xmlns:a16="http://schemas.microsoft.com/office/drawing/2014/main" id="{A604112A-109F-30A3-B2CD-F60F37658FF2}"/>
              </a:ext>
            </a:extLst>
          </p:cNvPr>
          <p:cNvSpPr txBox="1"/>
          <p:nvPr/>
        </p:nvSpPr>
        <p:spPr>
          <a:xfrm>
            <a:off x="373724"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31" name="Straight Connector 130">
            <a:extLst>
              <a:ext uri="{FF2B5EF4-FFF2-40B4-BE49-F238E27FC236}">
                <a16:creationId xmlns:a16="http://schemas.microsoft.com/office/drawing/2014/main" id="{73EC24B2-C0DF-909F-88D4-6766C7428399}"/>
              </a:ext>
            </a:extLst>
          </p:cNvPr>
          <p:cNvCxnSpPr>
            <a:cxnSpLocks/>
            <a:stCxn id="103" idx="3"/>
            <a:endCxn id="113" idx="3"/>
          </p:cNvCxnSpPr>
          <p:nvPr/>
        </p:nvCxnSpPr>
        <p:spPr>
          <a:xfrm>
            <a:off x="4059932" y="1250730"/>
            <a:ext cx="971861" cy="1198744"/>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08A60A0A-8320-9CA9-933B-DEDD83B4D99D}"/>
              </a:ext>
            </a:extLst>
          </p:cNvPr>
          <p:cNvSpPr/>
          <p:nvPr/>
        </p:nvSpPr>
        <p:spPr>
          <a:xfrm>
            <a:off x="300401" y="947008"/>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139" name="Rectangle: Rounded Corners 138">
            <a:extLst>
              <a:ext uri="{FF2B5EF4-FFF2-40B4-BE49-F238E27FC236}">
                <a16:creationId xmlns:a16="http://schemas.microsoft.com/office/drawing/2014/main" id="{39A0E365-7967-5482-A821-76E390ECF948}"/>
              </a:ext>
            </a:extLst>
          </p:cNvPr>
          <p:cNvSpPr/>
          <p:nvPr/>
        </p:nvSpPr>
        <p:spPr>
          <a:xfrm>
            <a:off x="8144603" y="947008"/>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141" name="Rectangle: Rounded Corners 140">
            <a:extLst>
              <a:ext uri="{FF2B5EF4-FFF2-40B4-BE49-F238E27FC236}">
                <a16:creationId xmlns:a16="http://schemas.microsoft.com/office/drawing/2014/main" id="{45F4C147-3BAF-A361-4F53-969C96B71073}"/>
              </a:ext>
            </a:extLst>
          </p:cNvPr>
          <p:cNvSpPr/>
          <p:nvPr/>
        </p:nvSpPr>
        <p:spPr>
          <a:xfrm>
            <a:off x="312936" y="5703262"/>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cxnSp>
        <p:nvCxnSpPr>
          <p:cNvPr id="142" name="Straight Connector 141">
            <a:extLst>
              <a:ext uri="{FF2B5EF4-FFF2-40B4-BE49-F238E27FC236}">
                <a16:creationId xmlns:a16="http://schemas.microsoft.com/office/drawing/2014/main" id="{09F1FCFA-8FD7-150F-103C-B11EE21F3A41}"/>
              </a:ext>
            </a:extLst>
          </p:cNvPr>
          <p:cNvCxnSpPr>
            <a:cxnSpLocks/>
            <a:endCxn id="137" idx="1"/>
          </p:cNvCxnSpPr>
          <p:nvPr/>
        </p:nvCxnSpPr>
        <p:spPr>
          <a:xfrm>
            <a:off x="7279842" y="4695735"/>
            <a:ext cx="864761" cy="1311249"/>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37" name="Rectangle: Rounded Corners 136">
            <a:extLst>
              <a:ext uri="{FF2B5EF4-FFF2-40B4-BE49-F238E27FC236}">
                <a16:creationId xmlns:a16="http://schemas.microsoft.com/office/drawing/2014/main" id="{911FCD98-4A82-9866-1B78-B8CC9AA3AF17}"/>
              </a:ext>
            </a:extLst>
          </p:cNvPr>
          <p:cNvSpPr/>
          <p:nvPr/>
        </p:nvSpPr>
        <p:spPr>
          <a:xfrm>
            <a:off x="8144603" y="5703262"/>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grpSp>
        <p:nvGrpSpPr>
          <p:cNvPr id="89" name="Graphic 4">
            <a:extLst>
              <a:ext uri="{FF2B5EF4-FFF2-40B4-BE49-F238E27FC236}">
                <a16:creationId xmlns:a16="http://schemas.microsoft.com/office/drawing/2014/main" id="{32A24AD3-012E-D5DC-A2AB-A85F5A6CB110}"/>
              </a:ext>
            </a:extLst>
          </p:cNvPr>
          <p:cNvGrpSpPr/>
          <p:nvPr/>
        </p:nvGrpSpPr>
        <p:grpSpPr>
          <a:xfrm>
            <a:off x="4931536" y="2449474"/>
            <a:ext cx="200514" cy="200514"/>
            <a:chOff x="1290252" y="543008"/>
            <a:chExt cx="66252" cy="66252"/>
          </a:xfrm>
        </p:grpSpPr>
        <p:sp>
          <p:nvSpPr>
            <p:cNvPr id="113" name="Freeform: Shape 112">
              <a:extLst>
                <a:ext uri="{FF2B5EF4-FFF2-40B4-BE49-F238E27FC236}">
                  <a16:creationId xmlns:a16="http://schemas.microsoft.com/office/drawing/2014/main" id="{159A7655-21F4-5AAD-94E7-F8D84CF247DC}"/>
                </a:ext>
              </a:extLst>
            </p:cNvPr>
            <p:cNvSpPr/>
            <p:nvPr/>
          </p:nvSpPr>
          <p:spPr>
            <a:xfrm>
              <a:off x="1290252" y="543008"/>
              <a:ext cx="66252" cy="66252"/>
            </a:xfrm>
            <a:custGeom>
              <a:avLst/>
              <a:gdLst>
                <a:gd name="connsiteX0" fmla="*/ 0 w 66252"/>
                <a:gd name="connsiteY0" fmla="*/ 33126 h 66252"/>
                <a:gd name="connsiteX1" fmla="*/ 33126 w 66252"/>
                <a:gd name="connsiteY1" fmla="*/ 66253 h 66252"/>
                <a:gd name="connsiteX2" fmla="*/ 66253 w 66252"/>
                <a:gd name="connsiteY2" fmla="*/ 33126 h 66252"/>
                <a:gd name="connsiteX3" fmla="*/ 33126 w 66252"/>
                <a:gd name="connsiteY3" fmla="*/ 0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51408"/>
                    <a:pt x="14824" y="66253"/>
                    <a:pt x="33126" y="66253"/>
                  </a:cubicBezTo>
                  <a:cubicBezTo>
                    <a:pt x="51429" y="66253"/>
                    <a:pt x="66253" y="51429"/>
                    <a:pt x="66253" y="33126"/>
                  </a:cubicBezTo>
                  <a:cubicBezTo>
                    <a:pt x="66253" y="14824"/>
                    <a:pt x="51429" y="0"/>
                    <a:pt x="33126" y="0"/>
                  </a:cubicBezTo>
                  <a:cubicBezTo>
                    <a:pt x="14824" y="0"/>
                    <a:pt x="0" y="14824"/>
                    <a:pt x="0" y="33126"/>
                  </a:cubicBezTo>
                  <a:close/>
                </a:path>
              </a:pathLst>
            </a:custGeom>
            <a:solidFill>
              <a:srgbClr val="DFEDF7"/>
            </a:solid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64A5DDE-792B-36FD-5CD2-2C153786AAB2}"/>
                </a:ext>
              </a:extLst>
            </p:cNvPr>
            <p:cNvSpPr/>
            <p:nvPr/>
          </p:nvSpPr>
          <p:spPr>
            <a:xfrm>
              <a:off x="1312467" y="565203"/>
              <a:ext cx="21863" cy="21863"/>
            </a:xfrm>
            <a:custGeom>
              <a:avLst/>
              <a:gdLst>
                <a:gd name="connsiteX0" fmla="*/ 0 w 21863"/>
                <a:gd name="connsiteY0" fmla="*/ 10932 h 21863"/>
                <a:gd name="connsiteX1" fmla="*/ 10932 w 21863"/>
                <a:gd name="connsiteY1" fmla="*/ 21863 h 21863"/>
                <a:gd name="connsiteX2" fmla="*/ 21863 w 21863"/>
                <a:gd name="connsiteY2" fmla="*/ 10932 h 21863"/>
                <a:gd name="connsiteX3" fmla="*/ 10932 w 21863"/>
                <a:gd name="connsiteY3" fmla="*/ 0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16957"/>
                    <a:pt x="4886" y="21863"/>
                    <a:pt x="10932" y="21863"/>
                  </a:cubicBezTo>
                  <a:cubicBezTo>
                    <a:pt x="16977" y="21863"/>
                    <a:pt x="21863" y="16977"/>
                    <a:pt x="21863" y="10932"/>
                  </a:cubicBezTo>
                  <a:cubicBezTo>
                    <a:pt x="21863" y="4886"/>
                    <a:pt x="16977" y="0"/>
                    <a:pt x="10932" y="0"/>
                  </a:cubicBezTo>
                  <a:cubicBezTo>
                    <a:pt x="4886" y="0"/>
                    <a:pt x="0" y="4886"/>
                    <a:pt x="0"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grpSp>
      <p:grpSp>
        <p:nvGrpSpPr>
          <p:cNvPr id="91" name="Graphic 4">
            <a:extLst>
              <a:ext uri="{FF2B5EF4-FFF2-40B4-BE49-F238E27FC236}">
                <a16:creationId xmlns:a16="http://schemas.microsoft.com/office/drawing/2014/main" id="{D7FA8D50-0C36-3DBC-0950-AEB2F14DC012}"/>
              </a:ext>
            </a:extLst>
          </p:cNvPr>
          <p:cNvGrpSpPr/>
          <p:nvPr/>
        </p:nvGrpSpPr>
        <p:grpSpPr>
          <a:xfrm>
            <a:off x="7169605" y="4597564"/>
            <a:ext cx="200514" cy="200514"/>
            <a:chOff x="2029736" y="1252762"/>
            <a:chExt cx="66252" cy="66252"/>
          </a:xfrm>
        </p:grpSpPr>
        <p:sp>
          <p:nvSpPr>
            <p:cNvPr id="110" name="Freeform: Shape 109">
              <a:extLst>
                <a:ext uri="{FF2B5EF4-FFF2-40B4-BE49-F238E27FC236}">
                  <a16:creationId xmlns:a16="http://schemas.microsoft.com/office/drawing/2014/main" id="{646677B3-1792-DB56-F9F1-D0A2DEA3E78F}"/>
                </a:ext>
              </a:extLst>
            </p:cNvPr>
            <p:cNvSpPr/>
            <p:nvPr/>
          </p:nvSpPr>
          <p:spPr>
            <a:xfrm>
              <a:off x="2029736" y="1252762"/>
              <a:ext cx="66252" cy="66252"/>
            </a:xfrm>
            <a:custGeom>
              <a:avLst/>
              <a:gdLst>
                <a:gd name="connsiteX0" fmla="*/ 66253 w 66252"/>
                <a:gd name="connsiteY0" fmla="*/ 33126 h 66252"/>
                <a:gd name="connsiteX1" fmla="*/ 33126 w 66252"/>
                <a:gd name="connsiteY1" fmla="*/ 0 h 66252"/>
                <a:gd name="connsiteX2" fmla="*/ 0 w 66252"/>
                <a:gd name="connsiteY2" fmla="*/ 33126 h 66252"/>
                <a:gd name="connsiteX3" fmla="*/ 33126 w 66252"/>
                <a:gd name="connsiteY3" fmla="*/ 66253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14824"/>
                    <a:pt x="51429" y="0"/>
                    <a:pt x="33126" y="0"/>
                  </a:cubicBezTo>
                  <a:cubicBezTo>
                    <a:pt x="14824" y="0"/>
                    <a:pt x="0" y="14824"/>
                    <a:pt x="0" y="33126"/>
                  </a:cubicBezTo>
                  <a:cubicBezTo>
                    <a:pt x="0" y="51429"/>
                    <a:pt x="14824" y="66253"/>
                    <a:pt x="33126" y="66253"/>
                  </a:cubicBezTo>
                  <a:cubicBezTo>
                    <a:pt x="51429" y="66253"/>
                    <a:pt x="66253" y="51429"/>
                    <a:pt x="66253" y="33126"/>
                  </a:cubicBezTo>
                  <a:close/>
                </a:path>
              </a:pathLst>
            </a:custGeom>
            <a:solidFill>
              <a:srgbClr val="DFEDF7"/>
            </a:solid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75FB5AB-84A2-8EB4-3B74-A2B58DCD8E62}"/>
                </a:ext>
              </a:extLst>
            </p:cNvPr>
            <p:cNvSpPr/>
            <p:nvPr/>
          </p:nvSpPr>
          <p:spPr>
            <a:xfrm>
              <a:off x="2051910" y="1274956"/>
              <a:ext cx="21863" cy="21863"/>
            </a:xfrm>
            <a:custGeom>
              <a:avLst/>
              <a:gdLst>
                <a:gd name="connsiteX0" fmla="*/ 21863 w 21863"/>
                <a:gd name="connsiteY0" fmla="*/ 10932 h 21863"/>
                <a:gd name="connsiteX1" fmla="*/ 10932 w 21863"/>
                <a:gd name="connsiteY1" fmla="*/ 0 h 21863"/>
                <a:gd name="connsiteX2" fmla="*/ 0 w 21863"/>
                <a:gd name="connsiteY2" fmla="*/ 10932 h 21863"/>
                <a:gd name="connsiteX3" fmla="*/ 10932 w 21863"/>
                <a:gd name="connsiteY3" fmla="*/ 21863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4907"/>
                    <a:pt x="16977" y="0"/>
                    <a:pt x="10932" y="0"/>
                  </a:cubicBezTo>
                  <a:cubicBezTo>
                    <a:pt x="4886" y="0"/>
                    <a:pt x="0" y="4886"/>
                    <a:pt x="0" y="10932"/>
                  </a:cubicBezTo>
                  <a:cubicBezTo>
                    <a:pt x="0" y="16977"/>
                    <a:pt x="4886" y="21863"/>
                    <a:pt x="10932" y="21863"/>
                  </a:cubicBezTo>
                  <a:cubicBezTo>
                    <a:pt x="16977" y="21863"/>
                    <a:pt x="21863" y="16977"/>
                    <a:pt x="21863"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43" name="Straight Connector 142">
            <a:extLst>
              <a:ext uri="{FF2B5EF4-FFF2-40B4-BE49-F238E27FC236}">
                <a16:creationId xmlns:a16="http://schemas.microsoft.com/office/drawing/2014/main" id="{26CEC74F-627E-5D90-2663-86B1CCDE9EBD}"/>
              </a:ext>
            </a:extLst>
          </p:cNvPr>
          <p:cNvCxnSpPr>
            <a:cxnSpLocks/>
            <a:stCxn id="139" idx="1"/>
            <a:endCxn id="115" idx="3"/>
          </p:cNvCxnSpPr>
          <p:nvPr/>
        </p:nvCxnSpPr>
        <p:spPr>
          <a:xfrm flipH="1">
            <a:off x="7269862" y="1250730"/>
            <a:ext cx="874741" cy="1198744"/>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grpSp>
        <p:nvGrpSpPr>
          <p:cNvPr id="86" name="Graphic 4">
            <a:extLst>
              <a:ext uri="{FF2B5EF4-FFF2-40B4-BE49-F238E27FC236}">
                <a16:creationId xmlns:a16="http://schemas.microsoft.com/office/drawing/2014/main" id="{BEFFEEED-65C3-A3F7-7C83-24B7E63092BC}"/>
              </a:ext>
            </a:extLst>
          </p:cNvPr>
          <p:cNvGrpSpPr/>
          <p:nvPr/>
        </p:nvGrpSpPr>
        <p:grpSpPr>
          <a:xfrm>
            <a:off x="7169605" y="2449474"/>
            <a:ext cx="200514" cy="200514"/>
            <a:chOff x="2029736" y="543008"/>
            <a:chExt cx="66252" cy="66252"/>
          </a:xfrm>
        </p:grpSpPr>
        <p:sp>
          <p:nvSpPr>
            <p:cNvPr id="115" name="Freeform: Shape 114">
              <a:extLst>
                <a:ext uri="{FF2B5EF4-FFF2-40B4-BE49-F238E27FC236}">
                  <a16:creationId xmlns:a16="http://schemas.microsoft.com/office/drawing/2014/main" id="{50773920-7DDC-7108-DF4A-894E6E9D725E}"/>
                </a:ext>
              </a:extLst>
            </p:cNvPr>
            <p:cNvSpPr/>
            <p:nvPr/>
          </p:nvSpPr>
          <p:spPr>
            <a:xfrm>
              <a:off x="2029736" y="543008"/>
              <a:ext cx="66252" cy="66252"/>
            </a:xfrm>
            <a:custGeom>
              <a:avLst/>
              <a:gdLst>
                <a:gd name="connsiteX0" fmla="*/ 66253 w 66252"/>
                <a:gd name="connsiteY0" fmla="*/ 33126 h 66252"/>
                <a:gd name="connsiteX1" fmla="*/ 33126 w 66252"/>
                <a:gd name="connsiteY1" fmla="*/ 66253 h 66252"/>
                <a:gd name="connsiteX2" fmla="*/ 0 w 66252"/>
                <a:gd name="connsiteY2" fmla="*/ 33126 h 66252"/>
                <a:gd name="connsiteX3" fmla="*/ 33126 w 66252"/>
                <a:gd name="connsiteY3" fmla="*/ 0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51408"/>
                    <a:pt x="51429" y="66253"/>
                    <a:pt x="33126" y="66253"/>
                  </a:cubicBezTo>
                  <a:cubicBezTo>
                    <a:pt x="14824" y="66253"/>
                    <a:pt x="0" y="51429"/>
                    <a:pt x="0" y="33126"/>
                  </a:cubicBezTo>
                  <a:cubicBezTo>
                    <a:pt x="0" y="14824"/>
                    <a:pt x="14824" y="0"/>
                    <a:pt x="33126" y="0"/>
                  </a:cubicBezTo>
                  <a:cubicBezTo>
                    <a:pt x="51429" y="0"/>
                    <a:pt x="66253" y="14824"/>
                    <a:pt x="66253" y="33126"/>
                  </a:cubicBezTo>
                  <a:close/>
                </a:path>
              </a:pathLst>
            </a:custGeom>
            <a:solidFill>
              <a:srgbClr val="DFEDF7"/>
            </a:solidFill>
            <a:ln w="0"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2C50DFA-5411-5419-F464-6FBE1FB4F19D}"/>
                </a:ext>
              </a:extLst>
            </p:cNvPr>
            <p:cNvSpPr/>
            <p:nvPr/>
          </p:nvSpPr>
          <p:spPr>
            <a:xfrm>
              <a:off x="2051910" y="565203"/>
              <a:ext cx="21863" cy="21863"/>
            </a:xfrm>
            <a:custGeom>
              <a:avLst/>
              <a:gdLst>
                <a:gd name="connsiteX0" fmla="*/ 21863 w 21863"/>
                <a:gd name="connsiteY0" fmla="*/ 10932 h 21863"/>
                <a:gd name="connsiteX1" fmla="*/ 10932 w 21863"/>
                <a:gd name="connsiteY1" fmla="*/ 21863 h 21863"/>
                <a:gd name="connsiteX2" fmla="*/ 0 w 21863"/>
                <a:gd name="connsiteY2" fmla="*/ 10932 h 21863"/>
                <a:gd name="connsiteX3" fmla="*/ 10932 w 21863"/>
                <a:gd name="connsiteY3" fmla="*/ 0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16957"/>
                    <a:pt x="16977" y="21863"/>
                    <a:pt x="10932" y="21863"/>
                  </a:cubicBezTo>
                  <a:cubicBezTo>
                    <a:pt x="4886" y="21863"/>
                    <a:pt x="0" y="16977"/>
                    <a:pt x="0" y="10932"/>
                  </a:cubicBezTo>
                  <a:cubicBezTo>
                    <a:pt x="0" y="4886"/>
                    <a:pt x="4886" y="0"/>
                    <a:pt x="10932" y="0"/>
                  </a:cubicBezTo>
                  <a:cubicBezTo>
                    <a:pt x="16977" y="0"/>
                    <a:pt x="21863" y="4886"/>
                    <a:pt x="21863"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148" name="TextBox 147">
            <a:extLst>
              <a:ext uri="{FF2B5EF4-FFF2-40B4-BE49-F238E27FC236}">
                <a16:creationId xmlns:a16="http://schemas.microsoft.com/office/drawing/2014/main" id="{A362E653-463D-E6CF-3CBD-DDE388DE28B6}"/>
              </a:ext>
            </a:extLst>
          </p:cNvPr>
          <p:cNvSpPr txBox="1"/>
          <p:nvPr/>
        </p:nvSpPr>
        <p:spPr>
          <a:xfrm>
            <a:off x="8132068"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0" name="TextBox 149">
            <a:extLst>
              <a:ext uri="{FF2B5EF4-FFF2-40B4-BE49-F238E27FC236}">
                <a16:creationId xmlns:a16="http://schemas.microsoft.com/office/drawing/2014/main" id="{01342524-6A3A-3B3C-F7F8-5AC714A67079}"/>
              </a:ext>
            </a:extLst>
          </p:cNvPr>
          <p:cNvSpPr txBox="1"/>
          <p:nvPr/>
        </p:nvSpPr>
        <p:spPr>
          <a:xfrm>
            <a:off x="373724"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1" name="TextBox 150">
            <a:extLst>
              <a:ext uri="{FF2B5EF4-FFF2-40B4-BE49-F238E27FC236}">
                <a16:creationId xmlns:a16="http://schemas.microsoft.com/office/drawing/2014/main" id="{B9417377-A6AD-5E49-8375-C34B4300DEB9}"/>
              </a:ext>
            </a:extLst>
          </p:cNvPr>
          <p:cNvSpPr txBox="1"/>
          <p:nvPr/>
        </p:nvSpPr>
        <p:spPr>
          <a:xfrm>
            <a:off x="8132068"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52" name="Straight Connector 151">
            <a:extLst>
              <a:ext uri="{FF2B5EF4-FFF2-40B4-BE49-F238E27FC236}">
                <a16:creationId xmlns:a16="http://schemas.microsoft.com/office/drawing/2014/main" id="{67DAF981-9A15-5427-4306-DA8DAE03C3B9}"/>
              </a:ext>
            </a:extLst>
          </p:cNvPr>
          <p:cNvCxnSpPr>
            <a:cxnSpLocks/>
            <a:stCxn id="106" idx="3"/>
          </p:cNvCxnSpPr>
          <p:nvPr/>
        </p:nvCxnSpPr>
        <p:spPr>
          <a:xfrm flipH="1">
            <a:off x="4066774" y="4798081"/>
            <a:ext cx="965019" cy="1208903"/>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EE2BDE66-3891-1E2C-5907-AF53B3F6C699}"/>
              </a:ext>
            </a:extLst>
          </p:cNvPr>
          <p:cNvSpPr txBox="1"/>
          <p:nvPr/>
        </p:nvSpPr>
        <p:spPr>
          <a:xfrm>
            <a:off x="5774983" y="3438796"/>
            <a:ext cx="642035"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1D63-B54B-6951-3076-7EA643D4520F}"/>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7BB07FF-3404-D5D5-F5F8-C9714EE9D97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264C6097-B134-4523-17DF-EFC116EE4642}"/>
              </a:ext>
            </a:extLst>
          </p:cNvPr>
          <p:cNvSpPr>
            <a:spLocks noGrp="1"/>
          </p:cNvSpPr>
          <p:nvPr>
            <p:ph type="title"/>
          </p:nvPr>
        </p:nvSpPr>
        <p:spPr/>
        <p:txBody>
          <a:bodyPr/>
          <a:lstStyle/>
          <a:p>
            <a:r>
              <a:rPr lang="en-US" dirty="0"/>
              <a:t>Title</a:t>
            </a:r>
            <a:endParaRPr lang="en-IN" dirty="0"/>
          </a:p>
        </p:txBody>
      </p:sp>
      <p:sp>
        <p:nvSpPr>
          <p:cNvPr id="27" name="Freeform: Shape 26">
            <a:extLst>
              <a:ext uri="{FF2B5EF4-FFF2-40B4-BE49-F238E27FC236}">
                <a16:creationId xmlns:a16="http://schemas.microsoft.com/office/drawing/2014/main" id="{C12F5552-A92A-6E58-9EB8-C69CD09A002A}"/>
              </a:ext>
            </a:extLst>
          </p:cNvPr>
          <p:cNvSpPr/>
          <p:nvPr/>
        </p:nvSpPr>
        <p:spPr>
          <a:xfrm>
            <a:off x="4733895" y="4904357"/>
            <a:ext cx="2724281" cy="1315620"/>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7D95BE"/>
          </a:solidFill>
          <a:ln>
            <a:noFill/>
          </a:ln>
          <a:effectLst>
            <a:outerShdw blurRad="190500" dist="38100" dir="5400000" rotWithShape="0">
              <a:srgbClr val="66737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Freeform: Shape 29">
            <a:extLst>
              <a:ext uri="{FF2B5EF4-FFF2-40B4-BE49-F238E27FC236}">
                <a16:creationId xmlns:a16="http://schemas.microsoft.com/office/drawing/2014/main" id="{2BB8E2F5-3129-324B-2E24-D90AD175BB53}"/>
              </a:ext>
            </a:extLst>
          </p:cNvPr>
          <p:cNvSpPr/>
          <p:nvPr/>
        </p:nvSpPr>
        <p:spPr>
          <a:xfrm>
            <a:off x="3175000" y="4317273"/>
            <a:ext cx="1509283" cy="1902704"/>
          </a:xfrm>
          <a:custGeom>
            <a:avLst/>
            <a:gdLst>
              <a:gd name="connsiteX0" fmla="*/ 28624 w 479190"/>
              <a:gd name="connsiteY0" fmla="*/ 603222 h 603221"/>
              <a:gd name="connsiteX1" fmla="*/ 305611 w 479190"/>
              <a:gd name="connsiteY1" fmla="*/ 603222 h 603221"/>
              <a:gd name="connsiteX2" fmla="*/ 333996 w 479190"/>
              <a:gd name="connsiteY2" fmla="*/ 577028 h 603221"/>
              <a:gd name="connsiteX3" fmla="*/ 472394 w 479190"/>
              <a:gd name="connsiteY3" fmla="*/ 242891 h 603221"/>
              <a:gd name="connsiteX4" fmla="*/ 470870 w 479190"/>
              <a:gd name="connsiteY4" fmla="*/ 204220 h 603221"/>
              <a:gd name="connsiteX5" fmla="*/ 275036 w 479190"/>
              <a:gd name="connsiteY5" fmla="*/ 8386 h 603221"/>
              <a:gd name="connsiteX6" fmla="*/ 233316 w 479190"/>
              <a:gd name="connsiteY6" fmla="*/ 9719 h 603221"/>
              <a:gd name="connsiteX7" fmla="*/ 49 w 479190"/>
              <a:gd name="connsiteY7" fmla="*/ 572837 h 603221"/>
              <a:gd name="connsiteX8" fmla="*/ 28624 w 479190"/>
              <a:gd name="connsiteY8" fmla="*/ 603222 h 603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221">
                <a:moveTo>
                  <a:pt x="28624" y="603222"/>
                </a:moveTo>
                <a:lnTo>
                  <a:pt x="305611" y="603222"/>
                </a:lnTo>
                <a:cubicBezTo>
                  <a:pt x="320470" y="603222"/>
                  <a:pt x="332757" y="591792"/>
                  <a:pt x="333996" y="577028"/>
                </a:cubicBezTo>
                <a:cubicBezTo>
                  <a:pt x="344187" y="453394"/>
                  <a:pt x="392193" y="337474"/>
                  <a:pt x="472394" y="242891"/>
                </a:cubicBezTo>
                <a:cubicBezTo>
                  <a:pt x="482014" y="231556"/>
                  <a:pt x="481347" y="214792"/>
                  <a:pt x="470870" y="204220"/>
                </a:cubicBezTo>
                <a:lnTo>
                  <a:pt x="275036" y="8386"/>
                </a:lnTo>
                <a:cubicBezTo>
                  <a:pt x="263320" y="-3330"/>
                  <a:pt x="244270" y="-2663"/>
                  <a:pt x="233316" y="9719"/>
                </a:cubicBezTo>
                <a:cubicBezTo>
                  <a:pt x="93489" y="166501"/>
                  <a:pt x="12051" y="363097"/>
                  <a:pt x="49" y="572837"/>
                </a:cubicBezTo>
                <a:cubicBezTo>
                  <a:pt x="-903" y="589315"/>
                  <a:pt x="12146" y="603222"/>
                  <a:pt x="28624" y="603222"/>
                </a:cubicBezTo>
                <a:close/>
              </a:path>
            </a:pathLst>
          </a:custGeom>
          <a:solidFill>
            <a:srgbClr val="DFD1EA"/>
          </a:solidFill>
          <a:ln w="12700" cap="flat">
            <a:noFill/>
            <a:prstDash val="solid"/>
            <a:miter/>
          </a:ln>
          <a:effectLst/>
        </p:spPr>
        <p:txBody>
          <a:bodyPr rtlCol="0" anchor="ctr"/>
          <a:lstStyle/>
          <a:p>
            <a:pPr algn="ctr"/>
            <a:endParaRPr lang="en-IN"/>
          </a:p>
        </p:txBody>
      </p:sp>
      <p:sp>
        <p:nvSpPr>
          <p:cNvPr id="31" name="Freeform: Shape 30">
            <a:extLst>
              <a:ext uri="{FF2B5EF4-FFF2-40B4-BE49-F238E27FC236}">
                <a16:creationId xmlns:a16="http://schemas.microsoft.com/office/drawing/2014/main" id="{AD92CDD1-F3DE-7995-5435-8396B5EB3A1D}"/>
              </a:ext>
            </a:extLst>
          </p:cNvPr>
          <p:cNvSpPr/>
          <p:nvPr/>
        </p:nvSpPr>
        <p:spPr>
          <a:xfrm>
            <a:off x="4121283" y="3369837"/>
            <a:ext cx="1899715" cy="1511480"/>
          </a:xfrm>
          <a:custGeom>
            <a:avLst/>
            <a:gdLst>
              <a:gd name="connsiteX0" fmla="*/ 8314 w 603150"/>
              <a:gd name="connsiteY0" fmla="*/ 275036 h 479190"/>
              <a:gd name="connsiteX1" fmla="*/ 204148 w 603150"/>
              <a:gd name="connsiteY1" fmla="*/ 470870 h 479190"/>
              <a:gd name="connsiteX2" fmla="*/ 242820 w 603150"/>
              <a:gd name="connsiteY2" fmla="*/ 472394 h 479190"/>
              <a:gd name="connsiteX3" fmla="*/ 576957 w 603150"/>
              <a:gd name="connsiteY3" fmla="*/ 333996 h 479190"/>
              <a:gd name="connsiteX4" fmla="*/ 603151 w 603150"/>
              <a:gd name="connsiteY4" fmla="*/ 305611 h 479190"/>
              <a:gd name="connsiteX5" fmla="*/ 603151 w 603150"/>
              <a:gd name="connsiteY5" fmla="*/ 28624 h 479190"/>
              <a:gd name="connsiteX6" fmla="*/ 572766 w 603150"/>
              <a:gd name="connsiteY6" fmla="*/ 49 h 479190"/>
              <a:gd name="connsiteX7" fmla="*/ 9648 w 603150"/>
              <a:gd name="connsiteY7" fmla="*/ 233316 h 479190"/>
              <a:gd name="connsiteX8" fmla="*/ 8314 w 603150"/>
              <a:gd name="connsiteY8" fmla="*/ 275036 h 47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150" h="479190">
                <a:moveTo>
                  <a:pt x="8314" y="275036"/>
                </a:moveTo>
                <a:lnTo>
                  <a:pt x="204148" y="470870"/>
                </a:lnTo>
                <a:cubicBezTo>
                  <a:pt x="214626" y="481347"/>
                  <a:pt x="231485" y="482014"/>
                  <a:pt x="242820" y="472394"/>
                </a:cubicBezTo>
                <a:cubicBezTo>
                  <a:pt x="337498" y="392193"/>
                  <a:pt x="453322" y="344187"/>
                  <a:pt x="576957" y="333996"/>
                </a:cubicBezTo>
                <a:cubicBezTo>
                  <a:pt x="591816" y="332757"/>
                  <a:pt x="603151" y="320470"/>
                  <a:pt x="603151" y="305611"/>
                </a:cubicBezTo>
                <a:lnTo>
                  <a:pt x="603151" y="28624"/>
                </a:lnTo>
                <a:cubicBezTo>
                  <a:pt x="603151" y="12146"/>
                  <a:pt x="589244" y="-903"/>
                  <a:pt x="572766" y="49"/>
                </a:cubicBezTo>
                <a:cubicBezTo>
                  <a:pt x="363025" y="12051"/>
                  <a:pt x="166429" y="93489"/>
                  <a:pt x="9648" y="233316"/>
                </a:cubicBezTo>
                <a:cubicBezTo>
                  <a:pt x="-2639" y="244270"/>
                  <a:pt x="-3306" y="263320"/>
                  <a:pt x="8314" y="275036"/>
                </a:cubicBezTo>
                <a:close/>
              </a:path>
            </a:pathLst>
          </a:custGeom>
          <a:solidFill>
            <a:srgbClr val="B6D6ED"/>
          </a:solidFill>
          <a:ln w="12700" cap="flat">
            <a:noFill/>
            <a:prstDash val="solid"/>
            <a:miter/>
          </a:ln>
          <a:effectLst/>
        </p:spPr>
        <p:txBody>
          <a:bodyPr rtlCol="0" anchor="ctr"/>
          <a:lstStyle/>
          <a:p>
            <a:pPr algn="ctr"/>
            <a:endParaRPr lang="en-IN"/>
          </a:p>
        </p:txBody>
      </p:sp>
      <p:sp>
        <p:nvSpPr>
          <p:cNvPr id="32" name="Freeform: Shape 31">
            <a:extLst>
              <a:ext uri="{FF2B5EF4-FFF2-40B4-BE49-F238E27FC236}">
                <a16:creationId xmlns:a16="http://schemas.microsoft.com/office/drawing/2014/main" id="{20A490DD-D4DA-0D1B-7D2E-ADD60437404C}"/>
              </a:ext>
            </a:extLst>
          </p:cNvPr>
          <p:cNvSpPr/>
          <p:nvPr/>
        </p:nvSpPr>
        <p:spPr>
          <a:xfrm>
            <a:off x="6171302" y="3369837"/>
            <a:ext cx="1899938" cy="1511783"/>
          </a:xfrm>
          <a:custGeom>
            <a:avLst/>
            <a:gdLst>
              <a:gd name="connsiteX0" fmla="*/ 26194 w 603221"/>
              <a:gd name="connsiteY0" fmla="*/ 334091 h 479286"/>
              <a:gd name="connsiteX1" fmla="*/ 360331 w 603221"/>
              <a:gd name="connsiteY1" fmla="*/ 472489 h 479286"/>
              <a:gd name="connsiteX2" fmla="*/ 399002 w 603221"/>
              <a:gd name="connsiteY2" fmla="*/ 470965 h 479286"/>
              <a:gd name="connsiteX3" fmla="*/ 594836 w 603221"/>
              <a:gd name="connsiteY3" fmla="*/ 275131 h 479286"/>
              <a:gd name="connsiteX4" fmla="*/ 593503 w 603221"/>
              <a:gd name="connsiteY4" fmla="*/ 233412 h 479286"/>
              <a:gd name="connsiteX5" fmla="*/ 30385 w 603221"/>
              <a:gd name="connsiteY5" fmla="*/ 49 h 479286"/>
              <a:gd name="connsiteX6" fmla="*/ 0 w 603221"/>
              <a:gd name="connsiteY6" fmla="*/ 28624 h 479286"/>
              <a:gd name="connsiteX7" fmla="*/ 0 w 603221"/>
              <a:gd name="connsiteY7" fmla="*/ 305611 h 479286"/>
              <a:gd name="connsiteX8" fmla="*/ 26194 w 603221"/>
              <a:gd name="connsiteY8" fmla="*/ 333996 h 47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221" h="479286">
                <a:moveTo>
                  <a:pt x="26194" y="334091"/>
                </a:moveTo>
                <a:cubicBezTo>
                  <a:pt x="149828" y="344283"/>
                  <a:pt x="265747" y="392289"/>
                  <a:pt x="360331" y="472489"/>
                </a:cubicBezTo>
                <a:cubicBezTo>
                  <a:pt x="371665" y="482109"/>
                  <a:pt x="388429" y="481443"/>
                  <a:pt x="399002" y="470965"/>
                </a:cubicBezTo>
                <a:lnTo>
                  <a:pt x="594836" y="275131"/>
                </a:lnTo>
                <a:cubicBezTo>
                  <a:pt x="606552" y="263415"/>
                  <a:pt x="605885" y="244365"/>
                  <a:pt x="593503" y="233412"/>
                </a:cubicBezTo>
                <a:cubicBezTo>
                  <a:pt x="436721" y="93489"/>
                  <a:pt x="240125" y="12051"/>
                  <a:pt x="30385" y="49"/>
                </a:cubicBezTo>
                <a:cubicBezTo>
                  <a:pt x="13906" y="-903"/>
                  <a:pt x="0" y="12146"/>
                  <a:pt x="0" y="28624"/>
                </a:cubicBezTo>
                <a:lnTo>
                  <a:pt x="0" y="305611"/>
                </a:lnTo>
                <a:cubicBezTo>
                  <a:pt x="0" y="320470"/>
                  <a:pt x="11430" y="332757"/>
                  <a:pt x="26194" y="333996"/>
                </a:cubicBezTo>
                <a:close/>
              </a:path>
            </a:pathLst>
          </a:custGeom>
          <a:solidFill>
            <a:srgbClr val="DFD1EA"/>
          </a:solidFill>
          <a:ln w="12700" cap="flat">
            <a:noFill/>
            <a:prstDash val="solid"/>
            <a:miter/>
          </a:ln>
          <a:effectLst/>
        </p:spPr>
        <p:txBody>
          <a:bodyPr rtlCol="0" anchor="ctr"/>
          <a:lstStyle/>
          <a:p>
            <a:pPr algn="ctr"/>
            <a:endParaRPr lang="en-IN"/>
          </a:p>
        </p:txBody>
      </p:sp>
      <p:sp>
        <p:nvSpPr>
          <p:cNvPr id="33" name="Freeform: Shape 32">
            <a:extLst>
              <a:ext uri="{FF2B5EF4-FFF2-40B4-BE49-F238E27FC236}">
                <a16:creationId xmlns:a16="http://schemas.microsoft.com/office/drawing/2014/main" id="{03F8C48C-ADEE-C552-905E-377C6914BAEE}"/>
              </a:ext>
            </a:extLst>
          </p:cNvPr>
          <p:cNvSpPr/>
          <p:nvPr/>
        </p:nvSpPr>
        <p:spPr>
          <a:xfrm>
            <a:off x="7507717" y="4317497"/>
            <a:ext cx="1509283" cy="1902480"/>
          </a:xfrm>
          <a:custGeom>
            <a:avLst/>
            <a:gdLst>
              <a:gd name="connsiteX0" fmla="*/ 173580 w 479190"/>
              <a:gd name="connsiteY0" fmla="*/ 603151 h 603150"/>
              <a:gd name="connsiteX1" fmla="*/ 450567 w 479190"/>
              <a:gd name="connsiteY1" fmla="*/ 603151 h 603150"/>
              <a:gd name="connsiteX2" fmla="*/ 479142 w 479190"/>
              <a:gd name="connsiteY2" fmla="*/ 572766 h 603150"/>
              <a:gd name="connsiteX3" fmla="*/ 245875 w 479190"/>
              <a:gd name="connsiteY3" fmla="*/ 9648 h 603150"/>
              <a:gd name="connsiteX4" fmla="*/ 204155 w 479190"/>
              <a:gd name="connsiteY4" fmla="*/ 8314 h 603150"/>
              <a:gd name="connsiteX5" fmla="*/ 8321 w 479190"/>
              <a:gd name="connsiteY5" fmla="*/ 204148 h 603150"/>
              <a:gd name="connsiteX6" fmla="*/ 6797 w 479190"/>
              <a:gd name="connsiteY6" fmla="*/ 242820 h 603150"/>
              <a:gd name="connsiteX7" fmla="*/ 145195 w 479190"/>
              <a:gd name="connsiteY7" fmla="*/ 576957 h 603150"/>
              <a:gd name="connsiteX8" fmla="*/ 173580 w 479190"/>
              <a:gd name="connsiteY8" fmla="*/ 603151 h 6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150">
                <a:moveTo>
                  <a:pt x="173580" y="603151"/>
                </a:moveTo>
                <a:lnTo>
                  <a:pt x="450567" y="603151"/>
                </a:lnTo>
                <a:cubicBezTo>
                  <a:pt x="467045" y="603151"/>
                  <a:pt x="480094" y="589244"/>
                  <a:pt x="479142" y="572766"/>
                </a:cubicBezTo>
                <a:cubicBezTo>
                  <a:pt x="467140" y="363025"/>
                  <a:pt x="385702" y="166429"/>
                  <a:pt x="245875" y="9648"/>
                </a:cubicBezTo>
                <a:cubicBezTo>
                  <a:pt x="234921" y="-2639"/>
                  <a:pt x="215871" y="-3306"/>
                  <a:pt x="204155" y="8314"/>
                </a:cubicBezTo>
                <a:lnTo>
                  <a:pt x="8321" y="204148"/>
                </a:lnTo>
                <a:cubicBezTo>
                  <a:pt x="-2156" y="214626"/>
                  <a:pt x="-2823" y="231485"/>
                  <a:pt x="6797" y="242820"/>
                </a:cubicBezTo>
                <a:cubicBezTo>
                  <a:pt x="86998" y="337498"/>
                  <a:pt x="135004" y="453322"/>
                  <a:pt x="145195" y="576957"/>
                </a:cubicBezTo>
                <a:cubicBezTo>
                  <a:pt x="146433" y="591816"/>
                  <a:pt x="158721" y="603151"/>
                  <a:pt x="173580" y="603151"/>
                </a:cubicBezTo>
                <a:close/>
              </a:path>
            </a:pathLst>
          </a:custGeom>
          <a:solidFill>
            <a:srgbClr val="B6D6ED"/>
          </a:solidFill>
          <a:ln w="12700" cap="flat">
            <a:noFill/>
            <a:prstDash val="solid"/>
            <a:miter/>
          </a:ln>
          <a:effectLst/>
        </p:spPr>
        <p:txBody>
          <a:bodyPr rtlCol="0" anchor="ctr"/>
          <a:lstStyle/>
          <a:p>
            <a:pPr algn="ctr"/>
            <a:endParaRPr lang="en-IN"/>
          </a:p>
        </p:txBody>
      </p:sp>
      <p:sp>
        <p:nvSpPr>
          <p:cNvPr id="34" name="TextBox 33">
            <a:extLst>
              <a:ext uri="{FF2B5EF4-FFF2-40B4-BE49-F238E27FC236}">
                <a16:creationId xmlns:a16="http://schemas.microsoft.com/office/drawing/2014/main" id="{2EA55AFA-3870-23AD-B99E-1522D1497226}"/>
              </a:ext>
            </a:extLst>
          </p:cNvPr>
          <p:cNvSpPr txBox="1"/>
          <p:nvPr/>
        </p:nvSpPr>
        <p:spPr>
          <a:xfrm rot="17455384">
            <a:off x="3108708" y="5168370"/>
            <a:ext cx="2421466" cy="743383"/>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6" name="TextBox 35">
            <a:extLst>
              <a:ext uri="{FF2B5EF4-FFF2-40B4-BE49-F238E27FC236}">
                <a16:creationId xmlns:a16="http://schemas.microsoft.com/office/drawing/2014/main" id="{D1900334-EE94-90CC-F33F-4873C494DC97}"/>
              </a:ext>
            </a:extLst>
          </p:cNvPr>
          <p:cNvSpPr txBox="1"/>
          <p:nvPr/>
        </p:nvSpPr>
        <p:spPr>
          <a:xfrm rot="20153125">
            <a:off x="4201069" y="4151238"/>
            <a:ext cx="2421466" cy="851240"/>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7" name="TextBox 36">
            <a:extLst>
              <a:ext uri="{FF2B5EF4-FFF2-40B4-BE49-F238E27FC236}">
                <a16:creationId xmlns:a16="http://schemas.microsoft.com/office/drawing/2014/main" id="{529B9F01-04AF-5FE5-34B0-3E61D7EA87B4}"/>
              </a:ext>
            </a:extLst>
          </p:cNvPr>
          <p:cNvSpPr txBox="1"/>
          <p:nvPr/>
        </p:nvSpPr>
        <p:spPr>
          <a:xfrm rot="12258980" flipH="1" flipV="1">
            <a:off x="5536318" y="4133372"/>
            <a:ext cx="2421466" cy="1048767"/>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8" name="TextBox 37">
            <a:extLst>
              <a:ext uri="{FF2B5EF4-FFF2-40B4-BE49-F238E27FC236}">
                <a16:creationId xmlns:a16="http://schemas.microsoft.com/office/drawing/2014/main" id="{F751531D-9989-90E3-0AC0-2A614E0C6763}"/>
              </a:ext>
            </a:extLst>
          </p:cNvPr>
          <p:cNvSpPr txBox="1"/>
          <p:nvPr/>
        </p:nvSpPr>
        <p:spPr>
          <a:xfrm rot="14817298" flipH="1" flipV="1">
            <a:off x="6584061" y="5167755"/>
            <a:ext cx="2421466" cy="866432"/>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9" name="TextBox 38">
            <a:extLst>
              <a:ext uri="{FF2B5EF4-FFF2-40B4-BE49-F238E27FC236}">
                <a16:creationId xmlns:a16="http://schemas.microsoft.com/office/drawing/2014/main" id="{F2A106DB-6117-3C48-6F7F-C906427C978D}"/>
              </a:ext>
            </a:extLst>
          </p:cNvPr>
          <p:cNvSpPr txBox="1"/>
          <p:nvPr/>
        </p:nvSpPr>
        <p:spPr>
          <a:xfrm>
            <a:off x="5774983" y="5571336"/>
            <a:ext cx="642035"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rPr>
              <a:t>Text</a:t>
            </a:r>
            <a:endParaRPr lang="en-IN" sz="1400" b="1" dirty="0">
              <a:solidFill>
                <a:schemeClr val="bg1"/>
              </a:solidFill>
              <a:latin typeface="Arial" panose="020B0604020202020204" pitchFamily="34" charset="0"/>
            </a:endParaRPr>
          </a:p>
        </p:txBody>
      </p:sp>
      <p:cxnSp>
        <p:nvCxnSpPr>
          <p:cNvPr id="41" name="Straight Connector 40">
            <a:extLst>
              <a:ext uri="{FF2B5EF4-FFF2-40B4-BE49-F238E27FC236}">
                <a16:creationId xmlns:a16="http://schemas.microsoft.com/office/drawing/2014/main" id="{DAC3035C-FB61-E6D3-6E26-FA864027A473}"/>
              </a:ext>
            </a:extLst>
          </p:cNvPr>
          <p:cNvCxnSpPr/>
          <p:nvPr/>
        </p:nvCxnSpPr>
        <p:spPr>
          <a:xfrm flipH="1" flipV="1">
            <a:off x="1412449"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3B2318ED-333D-50C1-7999-3476BD9D90FF}"/>
              </a:ext>
            </a:extLst>
          </p:cNvPr>
          <p:cNvCxnSpPr>
            <a:cxnSpLocks/>
          </p:cNvCxnSpPr>
          <p:nvPr/>
        </p:nvCxnSpPr>
        <p:spPr>
          <a:xfrm flipV="1">
            <a:off x="7456440"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AC47B79E-C1E4-D60A-957D-5CE066B10B42}"/>
              </a:ext>
            </a:extLst>
          </p:cNvPr>
          <p:cNvCxnSpPr>
            <a:cxnSpLocks/>
            <a:endCxn id="100" idx="0"/>
          </p:cNvCxnSpPr>
          <p:nvPr/>
        </p:nvCxnSpPr>
        <p:spPr>
          <a:xfrm flipV="1">
            <a:off x="6096000" y="829462"/>
            <a:ext cx="0" cy="3550437"/>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46" name="TextBox 45">
            <a:extLst>
              <a:ext uri="{FF2B5EF4-FFF2-40B4-BE49-F238E27FC236}">
                <a16:creationId xmlns:a16="http://schemas.microsoft.com/office/drawing/2014/main" id="{B8023D16-3F75-930F-2941-B9296842C2AB}"/>
              </a:ext>
            </a:extLst>
          </p:cNvPr>
          <p:cNvSpPr txBox="1"/>
          <p:nvPr/>
        </p:nvSpPr>
        <p:spPr>
          <a:xfrm>
            <a:off x="571489"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9211B40F-DEA1-176A-2803-275C84F00D7E}"/>
              </a:ext>
            </a:extLst>
          </p:cNvPr>
          <p:cNvSpPr txBox="1"/>
          <p:nvPr/>
        </p:nvSpPr>
        <p:spPr>
          <a:xfrm>
            <a:off x="3061116"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44CE0C60-BC9F-61C4-01CB-B09DF81E7363}"/>
              </a:ext>
            </a:extLst>
          </p:cNvPr>
          <p:cNvSpPr txBox="1"/>
          <p:nvPr/>
        </p:nvSpPr>
        <p:spPr>
          <a:xfrm>
            <a:off x="6411354"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9" name="TextBox 48">
            <a:extLst>
              <a:ext uri="{FF2B5EF4-FFF2-40B4-BE49-F238E27FC236}">
                <a16:creationId xmlns:a16="http://schemas.microsoft.com/office/drawing/2014/main" id="{CDD15B8B-513F-4ABA-484D-60D70AEBD155}"/>
              </a:ext>
            </a:extLst>
          </p:cNvPr>
          <p:cNvSpPr txBox="1"/>
          <p:nvPr/>
        </p:nvSpPr>
        <p:spPr>
          <a:xfrm>
            <a:off x="9070031"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0" name="Oval 49">
            <a:extLst>
              <a:ext uri="{FF2B5EF4-FFF2-40B4-BE49-F238E27FC236}">
                <a16:creationId xmlns:a16="http://schemas.microsoft.com/office/drawing/2014/main" id="{57A593F4-15A8-914D-FCD3-243D5B2C78BD}"/>
              </a:ext>
            </a:extLst>
          </p:cNvPr>
          <p:cNvSpPr/>
          <p:nvPr/>
        </p:nvSpPr>
        <p:spPr>
          <a:xfrm>
            <a:off x="5210915" y="43263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B5D2BF33-6A5F-70F8-2D2A-E9979B8A7F45}"/>
              </a:ext>
            </a:extLst>
          </p:cNvPr>
          <p:cNvSpPr/>
          <p:nvPr/>
        </p:nvSpPr>
        <p:spPr>
          <a:xfrm>
            <a:off x="6563465" y="43263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9366BDD2-98AC-067C-C06F-DFC070622E8A}"/>
              </a:ext>
            </a:extLst>
          </p:cNvPr>
          <p:cNvSpPr/>
          <p:nvPr/>
        </p:nvSpPr>
        <p:spPr>
          <a:xfrm>
            <a:off x="4125065" y="53804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C73D9814-ACE7-8CC6-119E-23E09E5312F8}"/>
              </a:ext>
            </a:extLst>
          </p:cNvPr>
          <p:cNvSpPr/>
          <p:nvPr/>
        </p:nvSpPr>
        <p:spPr>
          <a:xfrm>
            <a:off x="7604865" y="53804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8122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84FB-1B38-DF39-6DC9-A5632037702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FB80211-F440-65A6-D7AB-4371AED92B8B}"/>
              </a:ext>
            </a:extLst>
          </p:cNvPr>
          <p:cNvSpPr>
            <a:spLocks noGrp="1"/>
          </p:cNvSpPr>
          <p:nvPr>
            <p:ph type="title"/>
          </p:nvPr>
        </p:nvSpPr>
        <p:spPr/>
        <p:txBody>
          <a:bodyPr/>
          <a:lstStyle/>
          <a:p>
            <a:r>
              <a:rPr lang="en-US" dirty="0"/>
              <a:t>Title</a:t>
            </a:r>
            <a:endParaRPr lang="en-IN" dirty="0"/>
          </a:p>
        </p:txBody>
      </p:sp>
      <p:grpSp>
        <p:nvGrpSpPr>
          <p:cNvPr id="56" name="Group 55">
            <a:extLst>
              <a:ext uri="{FF2B5EF4-FFF2-40B4-BE49-F238E27FC236}">
                <a16:creationId xmlns:a16="http://schemas.microsoft.com/office/drawing/2014/main" id="{AAF954AF-9BED-F891-5DC5-59F159A9CEDB}"/>
              </a:ext>
            </a:extLst>
          </p:cNvPr>
          <p:cNvGrpSpPr/>
          <p:nvPr/>
        </p:nvGrpSpPr>
        <p:grpSpPr>
          <a:xfrm>
            <a:off x="4838889" y="2183388"/>
            <a:ext cx="2514412" cy="2880540"/>
            <a:chOff x="4588042" y="1896014"/>
            <a:chExt cx="3016105" cy="3455287"/>
          </a:xfrm>
        </p:grpSpPr>
        <p:sp>
          <p:nvSpPr>
            <p:cNvPr id="43" name="Freeform: Shape 42">
              <a:extLst>
                <a:ext uri="{FF2B5EF4-FFF2-40B4-BE49-F238E27FC236}">
                  <a16:creationId xmlns:a16="http://schemas.microsoft.com/office/drawing/2014/main" id="{AC93649C-C67D-53B0-DB56-448724634A06}"/>
                </a:ext>
              </a:extLst>
            </p:cNvPr>
            <p:cNvSpPr/>
            <p:nvPr/>
          </p:nvSpPr>
          <p:spPr>
            <a:xfrm>
              <a:off x="4588042" y="1896014"/>
              <a:ext cx="1484324" cy="1703909"/>
            </a:xfrm>
            <a:custGeom>
              <a:avLst/>
              <a:gdLst>
                <a:gd name="connsiteX0" fmla="*/ 937070 w 1484324"/>
                <a:gd name="connsiteY0" fmla="*/ 1703909 h 1703909"/>
                <a:gd name="connsiteX1" fmla="*/ 937070 w 1484324"/>
                <a:gd name="connsiteY1" fmla="*/ 1450534 h 1703909"/>
                <a:gd name="connsiteX2" fmla="*/ 982581 w 1484324"/>
                <a:gd name="connsiteY2" fmla="*/ 1371708 h 1703909"/>
                <a:gd name="connsiteX3" fmla="*/ 1484324 w 1484324"/>
                <a:gd name="connsiteY3" fmla="*/ 1082028 h 1703909"/>
                <a:gd name="connsiteX4" fmla="*/ 1484324 w 1484324"/>
                <a:gd name="connsiteY4" fmla="*/ 0 h 1703909"/>
                <a:gd name="connsiteX5" fmla="*/ 45512 w 1484324"/>
                <a:gd name="connsiteY5" fmla="*/ 830694 h 1703909"/>
                <a:gd name="connsiteX6" fmla="*/ 0 w 1484324"/>
                <a:gd name="connsiteY6" fmla="*/ 909520 h 1703909"/>
                <a:gd name="connsiteX7" fmla="*/ 0 w 1484324"/>
                <a:gd name="connsiteY7" fmla="*/ 1703909 h 1703909"/>
                <a:gd name="connsiteX8" fmla="*/ 937070 w 1484324"/>
                <a:gd name="connsiteY8" fmla="*/ 1703909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937070" y="1703909"/>
                  </a:moveTo>
                  <a:lnTo>
                    <a:pt x="937070" y="1450534"/>
                  </a:lnTo>
                  <a:cubicBezTo>
                    <a:pt x="937070" y="1418014"/>
                    <a:pt x="954415" y="1387962"/>
                    <a:pt x="982581" y="1371708"/>
                  </a:cubicBezTo>
                  <a:lnTo>
                    <a:pt x="1484324" y="1082028"/>
                  </a:lnTo>
                  <a:lnTo>
                    <a:pt x="1484324" y="0"/>
                  </a:lnTo>
                  <a:lnTo>
                    <a:pt x="45512" y="830694"/>
                  </a:lnTo>
                  <a:cubicBezTo>
                    <a:pt x="17346" y="846960"/>
                    <a:pt x="0" y="877000"/>
                    <a:pt x="0" y="909520"/>
                  </a:cubicBezTo>
                  <a:lnTo>
                    <a:pt x="0" y="1703909"/>
                  </a:lnTo>
                  <a:lnTo>
                    <a:pt x="937070" y="1703909"/>
                  </a:ln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5" name="Freeform: Shape 44">
              <a:extLst>
                <a:ext uri="{FF2B5EF4-FFF2-40B4-BE49-F238E27FC236}">
                  <a16:creationId xmlns:a16="http://schemas.microsoft.com/office/drawing/2014/main" id="{E6A2B62E-A5C1-37CE-FFA3-3F1BFF950C15}"/>
                </a:ext>
              </a:extLst>
            </p:cNvPr>
            <p:cNvSpPr/>
            <p:nvPr/>
          </p:nvSpPr>
          <p:spPr>
            <a:xfrm>
              <a:off x="6119823" y="1896014"/>
              <a:ext cx="1484324" cy="1703909"/>
            </a:xfrm>
            <a:custGeom>
              <a:avLst/>
              <a:gdLst>
                <a:gd name="connsiteX0" fmla="*/ 0 w 1484324"/>
                <a:gd name="connsiteY0" fmla="*/ 1082028 h 1703909"/>
                <a:gd name="connsiteX1" fmla="*/ 501743 w 1484324"/>
                <a:gd name="connsiteY1" fmla="*/ 1371708 h 1703909"/>
                <a:gd name="connsiteX2" fmla="*/ 547255 w 1484324"/>
                <a:gd name="connsiteY2" fmla="*/ 1450534 h 1703909"/>
                <a:gd name="connsiteX3" fmla="*/ 547255 w 1484324"/>
                <a:gd name="connsiteY3" fmla="*/ 1703909 h 1703909"/>
                <a:gd name="connsiteX4" fmla="*/ 1484324 w 1484324"/>
                <a:gd name="connsiteY4" fmla="*/ 1703909 h 1703909"/>
                <a:gd name="connsiteX5" fmla="*/ 1484324 w 1484324"/>
                <a:gd name="connsiteY5" fmla="*/ 909520 h 1703909"/>
                <a:gd name="connsiteX6" fmla="*/ 1438813 w 1484324"/>
                <a:gd name="connsiteY6" fmla="*/ 830694 h 1703909"/>
                <a:gd name="connsiteX7" fmla="*/ 0 w 1484324"/>
                <a:gd name="connsiteY7" fmla="*/ 0 h 1703909"/>
                <a:gd name="connsiteX8" fmla="*/ 0 w 1484324"/>
                <a:gd name="connsiteY8" fmla="*/ 1082028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0" y="1082028"/>
                  </a:moveTo>
                  <a:lnTo>
                    <a:pt x="501743" y="1371708"/>
                  </a:lnTo>
                  <a:cubicBezTo>
                    <a:pt x="529909" y="1387974"/>
                    <a:pt x="547255" y="1418014"/>
                    <a:pt x="547255" y="1450534"/>
                  </a:cubicBezTo>
                  <a:lnTo>
                    <a:pt x="547255" y="1703909"/>
                  </a:lnTo>
                  <a:lnTo>
                    <a:pt x="1484324" y="1703909"/>
                  </a:lnTo>
                  <a:lnTo>
                    <a:pt x="1484324" y="909520"/>
                  </a:lnTo>
                  <a:cubicBezTo>
                    <a:pt x="1484324" y="877000"/>
                    <a:pt x="1466979" y="846948"/>
                    <a:pt x="1438813" y="830694"/>
                  </a:cubicBezTo>
                  <a:lnTo>
                    <a:pt x="0" y="0"/>
                  </a:lnTo>
                  <a:lnTo>
                    <a:pt x="0" y="1082028"/>
                  </a:lnTo>
                  <a:close/>
                </a:path>
              </a:pathLst>
            </a:cu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7B12166A-80F6-2274-BFB5-A5B86937CF64}"/>
                </a:ext>
              </a:extLst>
            </p:cNvPr>
            <p:cNvSpPr/>
            <p:nvPr/>
          </p:nvSpPr>
          <p:spPr>
            <a:xfrm>
              <a:off x="4588042" y="3647392"/>
              <a:ext cx="1484324" cy="1703909"/>
            </a:xfrm>
            <a:custGeom>
              <a:avLst/>
              <a:gdLst>
                <a:gd name="connsiteX0" fmla="*/ 1484324 w 1484324"/>
                <a:gd name="connsiteY0" fmla="*/ 621881 h 1703909"/>
                <a:gd name="connsiteX1" fmla="*/ 982581 w 1484324"/>
                <a:gd name="connsiteY1" fmla="*/ 332202 h 1703909"/>
                <a:gd name="connsiteX2" fmla="*/ 937070 w 1484324"/>
                <a:gd name="connsiteY2" fmla="*/ 253375 h 1703909"/>
                <a:gd name="connsiteX3" fmla="*/ 937070 w 1484324"/>
                <a:gd name="connsiteY3" fmla="*/ 0 h 1703909"/>
                <a:gd name="connsiteX4" fmla="*/ 0 w 1484324"/>
                <a:gd name="connsiteY4" fmla="*/ 0 h 1703909"/>
                <a:gd name="connsiteX5" fmla="*/ 0 w 1484324"/>
                <a:gd name="connsiteY5" fmla="*/ 794389 h 1703909"/>
                <a:gd name="connsiteX6" fmla="*/ 45512 w 1484324"/>
                <a:gd name="connsiteY6" fmla="*/ 873215 h 1703909"/>
                <a:gd name="connsiteX7" fmla="*/ 1484312 w 1484324"/>
                <a:gd name="connsiteY7" fmla="*/ 1703909 h 1703909"/>
                <a:gd name="connsiteX8" fmla="*/ 1484312 w 1484324"/>
                <a:gd name="connsiteY8" fmla="*/ 621881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1484324" y="621881"/>
                  </a:moveTo>
                  <a:lnTo>
                    <a:pt x="982581" y="332202"/>
                  </a:lnTo>
                  <a:cubicBezTo>
                    <a:pt x="954415" y="315935"/>
                    <a:pt x="937070" y="285895"/>
                    <a:pt x="937070" y="253375"/>
                  </a:cubicBezTo>
                  <a:lnTo>
                    <a:pt x="937070" y="0"/>
                  </a:lnTo>
                  <a:lnTo>
                    <a:pt x="0" y="0"/>
                  </a:lnTo>
                  <a:lnTo>
                    <a:pt x="0" y="794389"/>
                  </a:lnTo>
                  <a:cubicBezTo>
                    <a:pt x="0" y="826909"/>
                    <a:pt x="17346" y="856961"/>
                    <a:pt x="45512" y="873215"/>
                  </a:cubicBezTo>
                  <a:lnTo>
                    <a:pt x="1484312" y="1703909"/>
                  </a:lnTo>
                  <a:lnTo>
                    <a:pt x="1484312" y="621881"/>
                  </a:lnTo>
                  <a:close/>
                </a:path>
              </a:pathLst>
            </a:cu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4BE7DA6D-1A40-A5D0-7802-AA19685F0F03}"/>
                </a:ext>
              </a:extLst>
            </p:cNvPr>
            <p:cNvSpPr/>
            <p:nvPr/>
          </p:nvSpPr>
          <p:spPr>
            <a:xfrm>
              <a:off x="6119823" y="3647380"/>
              <a:ext cx="1484312" cy="1703909"/>
            </a:xfrm>
            <a:custGeom>
              <a:avLst/>
              <a:gdLst>
                <a:gd name="connsiteX0" fmla="*/ 547255 w 1484312"/>
                <a:gd name="connsiteY0" fmla="*/ 0 h 1703909"/>
                <a:gd name="connsiteX1" fmla="*/ 547255 w 1484312"/>
                <a:gd name="connsiteY1" fmla="*/ 253375 h 1703909"/>
                <a:gd name="connsiteX2" fmla="*/ 501743 w 1484312"/>
                <a:gd name="connsiteY2" fmla="*/ 332202 h 1703909"/>
                <a:gd name="connsiteX3" fmla="*/ 0 w 1484312"/>
                <a:gd name="connsiteY3" fmla="*/ 621881 h 1703909"/>
                <a:gd name="connsiteX4" fmla="*/ 0 w 1484312"/>
                <a:gd name="connsiteY4" fmla="*/ 1703909 h 1703909"/>
                <a:gd name="connsiteX5" fmla="*/ 1438801 w 1484312"/>
                <a:gd name="connsiteY5" fmla="*/ 873215 h 1703909"/>
                <a:gd name="connsiteX6" fmla="*/ 1484312 w 1484312"/>
                <a:gd name="connsiteY6" fmla="*/ 794389 h 1703909"/>
                <a:gd name="connsiteX7" fmla="*/ 1484312 w 1484312"/>
                <a:gd name="connsiteY7" fmla="*/ 0 h 1703909"/>
                <a:gd name="connsiteX8" fmla="*/ 547243 w 1484312"/>
                <a:gd name="connsiteY8" fmla="*/ 0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12" h="1703909">
                  <a:moveTo>
                    <a:pt x="547255" y="0"/>
                  </a:moveTo>
                  <a:lnTo>
                    <a:pt x="547255" y="253375"/>
                  </a:lnTo>
                  <a:cubicBezTo>
                    <a:pt x="547255" y="285895"/>
                    <a:pt x="529909" y="315947"/>
                    <a:pt x="501743" y="332202"/>
                  </a:cubicBezTo>
                  <a:lnTo>
                    <a:pt x="0" y="621881"/>
                  </a:lnTo>
                  <a:lnTo>
                    <a:pt x="0" y="1703909"/>
                  </a:lnTo>
                  <a:lnTo>
                    <a:pt x="1438801" y="873215"/>
                  </a:lnTo>
                  <a:cubicBezTo>
                    <a:pt x="1466967" y="856949"/>
                    <a:pt x="1484312" y="826909"/>
                    <a:pt x="1484312" y="794389"/>
                  </a:cubicBezTo>
                  <a:lnTo>
                    <a:pt x="1484312" y="0"/>
                  </a:lnTo>
                  <a:lnTo>
                    <a:pt x="547243" y="0"/>
                  </a:lnTo>
                  <a:close/>
                </a:path>
              </a:pathLst>
            </a:cu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grpSp>
      <p:sp>
        <p:nvSpPr>
          <p:cNvPr id="35" name="Rectangle: Rounded Corners 34">
            <a:extLst>
              <a:ext uri="{FF2B5EF4-FFF2-40B4-BE49-F238E27FC236}">
                <a16:creationId xmlns:a16="http://schemas.microsoft.com/office/drawing/2014/main" id="{5270065A-28D2-4221-3A31-051BCD05DE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Connector 57">
            <a:extLst>
              <a:ext uri="{FF2B5EF4-FFF2-40B4-BE49-F238E27FC236}">
                <a16:creationId xmlns:a16="http://schemas.microsoft.com/office/drawing/2014/main" id="{1C527C32-1DC7-3E88-E658-2FBDA9DE8809}"/>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C0F5C767-CF5F-130A-437B-50CB514B01AF}"/>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FB205E86-EF4A-BAEA-541D-D852E1CB1398}"/>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382ABA89-A60F-B857-F5E9-B7ABB003C2DE}"/>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71" name="TextBox 70">
            <a:extLst>
              <a:ext uri="{FF2B5EF4-FFF2-40B4-BE49-F238E27FC236}">
                <a16:creationId xmlns:a16="http://schemas.microsoft.com/office/drawing/2014/main" id="{62B66C41-7853-B480-A5BC-8877BAB156FE}"/>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2" name="Rectangle: Rounded Corners 71">
            <a:extLst>
              <a:ext uri="{FF2B5EF4-FFF2-40B4-BE49-F238E27FC236}">
                <a16:creationId xmlns:a16="http://schemas.microsoft.com/office/drawing/2014/main" id="{1DA7259A-CAB9-3D9F-8AC7-B17EE41D557B}"/>
              </a:ext>
            </a:extLst>
          </p:cNvPr>
          <p:cNvSpPr/>
          <p:nvPr/>
        </p:nvSpPr>
        <p:spPr>
          <a:xfrm>
            <a:off x="371263" y="987178"/>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73" name="Rectangle: Rounded Corners 72">
            <a:extLst>
              <a:ext uri="{FF2B5EF4-FFF2-40B4-BE49-F238E27FC236}">
                <a16:creationId xmlns:a16="http://schemas.microsoft.com/office/drawing/2014/main" id="{6878625A-9016-9350-597B-8C57CE3096FF}"/>
              </a:ext>
            </a:extLst>
          </p:cNvPr>
          <p:cNvSpPr/>
          <p:nvPr/>
        </p:nvSpPr>
        <p:spPr>
          <a:xfrm>
            <a:off x="7633068" y="987178"/>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76" name="TextBox 75">
            <a:extLst>
              <a:ext uri="{FF2B5EF4-FFF2-40B4-BE49-F238E27FC236}">
                <a16:creationId xmlns:a16="http://schemas.microsoft.com/office/drawing/2014/main" id="{337CC46F-44E4-62B9-F6BB-BDA77AC74790}"/>
              </a:ext>
            </a:extLst>
          </p:cNvPr>
          <p:cNvSpPr txBox="1"/>
          <p:nvPr/>
        </p:nvSpPr>
        <p:spPr>
          <a:xfrm>
            <a:off x="7633068"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9" name="Rectangle: Rounded Corners 78">
            <a:extLst>
              <a:ext uri="{FF2B5EF4-FFF2-40B4-BE49-F238E27FC236}">
                <a16:creationId xmlns:a16="http://schemas.microsoft.com/office/drawing/2014/main" id="{F31E0D31-6693-B5AB-49CC-2393B3C78467}"/>
              </a:ext>
            </a:extLst>
          </p:cNvPr>
          <p:cNvSpPr/>
          <p:nvPr/>
        </p:nvSpPr>
        <p:spPr>
          <a:xfrm>
            <a:off x="383798" y="3859182"/>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0" name="Rectangle: Rounded Corners 79">
            <a:extLst>
              <a:ext uri="{FF2B5EF4-FFF2-40B4-BE49-F238E27FC236}">
                <a16:creationId xmlns:a16="http://schemas.microsoft.com/office/drawing/2014/main" id="{C816940D-CF97-6CFA-5C2D-BD19811D6384}"/>
              </a:ext>
            </a:extLst>
          </p:cNvPr>
          <p:cNvSpPr/>
          <p:nvPr/>
        </p:nvSpPr>
        <p:spPr>
          <a:xfrm>
            <a:off x="7633068" y="3859182"/>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1" name="TextBox 80">
            <a:extLst>
              <a:ext uri="{FF2B5EF4-FFF2-40B4-BE49-F238E27FC236}">
                <a16:creationId xmlns:a16="http://schemas.microsoft.com/office/drawing/2014/main" id="{2EB81BFC-B087-D986-7727-4D33228B701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2" name="TextBox 81">
            <a:extLst>
              <a:ext uri="{FF2B5EF4-FFF2-40B4-BE49-F238E27FC236}">
                <a16:creationId xmlns:a16="http://schemas.microsoft.com/office/drawing/2014/main" id="{1F4E51AF-A31E-8239-6ED5-660AB2756D02}"/>
              </a:ext>
            </a:extLst>
          </p:cNvPr>
          <p:cNvSpPr txBox="1"/>
          <p:nvPr/>
        </p:nvSpPr>
        <p:spPr>
          <a:xfrm>
            <a:off x="7633068"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0512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751D-1EAA-EC46-5D84-D2FF248C080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5BEE3A3-A1CC-6B5D-4FAF-0BA84B627717}"/>
              </a:ext>
            </a:extLst>
          </p:cNvPr>
          <p:cNvSpPr>
            <a:spLocks noGrp="1"/>
          </p:cNvSpPr>
          <p:nvPr>
            <p:ph type="title"/>
          </p:nvPr>
        </p:nvSpPr>
        <p:spPr/>
        <p:txBody>
          <a:bodyPr/>
          <a:lstStyle/>
          <a:p>
            <a:r>
              <a:rPr lang="en-US" dirty="0"/>
              <a:t>Title</a:t>
            </a:r>
            <a:endParaRPr lang="en-IN" dirty="0"/>
          </a:p>
        </p:txBody>
      </p:sp>
      <p:sp>
        <p:nvSpPr>
          <p:cNvPr id="35" name="Rectangle: Rounded Corners 34">
            <a:extLst>
              <a:ext uri="{FF2B5EF4-FFF2-40B4-BE49-F238E27FC236}">
                <a16:creationId xmlns:a16="http://schemas.microsoft.com/office/drawing/2014/main" id="{BBD773F3-FA0A-165F-E7D1-A182D8627C32}"/>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CC9F8FF3-CA5D-F74F-A52B-67F1B9F64075}"/>
              </a:ext>
            </a:extLst>
          </p:cNvPr>
          <p:cNvSpPr/>
          <p:nvPr/>
        </p:nvSpPr>
        <p:spPr>
          <a:xfrm>
            <a:off x="4605867" y="3703112"/>
            <a:ext cx="1410483" cy="1393398"/>
          </a:xfrm>
          <a:custGeom>
            <a:avLst/>
            <a:gdLst>
              <a:gd name="connsiteX0" fmla="*/ 880853 w 1523758"/>
              <a:gd name="connsiteY0" fmla="*/ 644961 h 1505304"/>
              <a:gd name="connsiteX1" fmla="*/ 600593 w 1523758"/>
              <a:gd name="connsiteY1" fmla="*/ 127648 h 1505304"/>
              <a:gd name="connsiteX2" fmla="*/ 445871 w 1523758"/>
              <a:gd name="connsiteY2" fmla="*/ 1977 h 1505304"/>
              <a:gd name="connsiteX3" fmla="*/ 1977 w 1523758"/>
              <a:gd name="connsiteY3" fmla="*/ 1977 h 1505304"/>
              <a:gd name="connsiteX4" fmla="*/ 378251 w 1523758"/>
              <a:gd name="connsiteY4" fmla="*/ 952876 h 1505304"/>
              <a:gd name="connsiteX5" fmla="*/ 378251 w 1523758"/>
              <a:gd name="connsiteY5" fmla="*/ 1147537 h 1505304"/>
              <a:gd name="connsiteX6" fmla="*/ 572912 w 1523758"/>
              <a:gd name="connsiteY6" fmla="*/ 1147537 h 1505304"/>
              <a:gd name="connsiteX7" fmla="*/ 1338614 w 1523758"/>
              <a:gd name="connsiteY7" fmla="*/ 1503116 h 1505304"/>
              <a:gd name="connsiteX8" fmla="*/ 1523837 w 1523758"/>
              <a:gd name="connsiteY8" fmla="*/ 1347260 h 1505304"/>
              <a:gd name="connsiteX9" fmla="*/ 1523837 w 1523758"/>
              <a:gd name="connsiteY9" fmla="*/ 943517 h 1505304"/>
              <a:gd name="connsiteX10" fmla="*/ 880853 w 1523758"/>
              <a:gd name="connsiteY10" fmla="*/ 644961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880853" y="644961"/>
                </a:moveTo>
                <a:cubicBezTo>
                  <a:pt x="733671" y="497778"/>
                  <a:pt x="640268" y="317221"/>
                  <a:pt x="600593" y="127648"/>
                </a:cubicBezTo>
                <a:cubicBezTo>
                  <a:pt x="585276" y="54412"/>
                  <a:pt x="520688" y="1977"/>
                  <a:pt x="445871" y="1977"/>
                </a:cubicBezTo>
                <a:lnTo>
                  <a:pt x="1977" y="1977"/>
                </a:lnTo>
                <a:cubicBezTo>
                  <a:pt x="20220" y="341949"/>
                  <a:pt x="145627" y="677229"/>
                  <a:pt x="378251" y="952876"/>
                </a:cubicBezTo>
                <a:lnTo>
                  <a:pt x="378251" y="1147537"/>
                </a:lnTo>
                <a:lnTo>
                  <a:pt x="572912" y="1147537"/>
                </a:lnTo>
                <a:cubicBezTo>
                  <a:pt x="798286" y="1337743"/>
                  <a:pt x="1063520" y="1456244"/>
                  <a:pt x="1338614" y="1503116"/>
                </a:cubicBezTo>
                <a:cubicBezTo>
                  <a:pt x="1435391" y="1519619"/>
                  <a:pt x="1523837" y="1445435"/>
                  <a:pt x="1523837" y="1347260"/>
                </a:cubicBezTo>
                <a:lnTo>
                  <a:pt x="1523837" y="943517"/>
                </a:lnTo>
                <a:cubicBezTo>
                  <a:pt x="1289342" y="923877"/>
                  <a:pt x="1060277" y="824385"/>
                  <a:pt x="880853" y="644961"/>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459FED">
                      <a:alpha val="20000"/>
                    </a:srgbClr>
                  </a:outerShdw>
                </a:effectLst>
              </a14:hiddenEffects>
            </a:ext>
          </a:ex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7378289E-46D5-6777-23CF-5688CE96806B}"/>
              </a:ext>
            </a:extLst>
          </p:cNvPr>
          <p:cNvSpPr/>
          <p:nvPr/>
        </p:nvSpPr>
        <p:spPr>
          <a:xfrm>
            <a:off x="6175650" y="3703112"/>
            <a:ext cx="1393400" cy="1410481"/>
          </a:xfrm>
          <a:custGeom>
            <a:avLst/>
            <a:gdLst>
              <a:gd name="connsiteX0" fmla="*/ 644961 w 1505304"/>
              <a:gd name="connsiteY0" fmla="*/ 644961 h 1523758"/>
              <a:gd name="connsiteX1" fmla="*/ 127648 w 1505304"/>
              <a:gd name="connsiteY1" fmla="*/ 925222 h 1523758"/>
              <a:gd name="connsiteX2" fmla="*/ 1977 w 1505304"/>
              <a:gd name="connsiteY2" fmla="*/ 1079944 h 1523758"/>
              <a:gd name="connsiteX3" fmla="*/ 1977 w 1505304"/>
              <a:gd name="connsiteY3" fmla="*/ 1523837 h 1523758"/>
              <a:gd name="connsiteX4" fmla="*/ 952876 w 1505304"/>
              <a:gd name="connsiteY4" fmla="*/ 1147564 h 1523758"/>
              <a:gd name="connsiteX5" fmla="*/ 1147537 w 1505304"/>
              <a:gd name="connsiteY5" fmla="*/ 1147564 h 1523758"/>
              <a:gd name="connsiteX6" fmla="*/ 1147537 w 1505304"/>
              <a:gd name="connsiteY6" fmla="*/ 952902 h 1523758"/>
              <a:gd name="connsiteX7" fmla="*/ 1503116 w 1505304"/>
              <a:gd name="connsiteY7" fmla="*/ 187201 h 1523758"/>
              <a:gd name="connsiteX8" fmla="*/ 1347260 w 1505304"/>
              <a:gd name="connsiteY8" fmla="*/ 1977 h 1523758"/>
              <a:gd name="connsiteX9" fmla="*/ 943517 w 1505304"/>
              <a:gd name="connsiteY9" fmla="*/ 1977 h 1523758"/>
              <a:gd name="connsiteX10" fmla="*/ 644961 w 1505304"/>
              <a:gd name="connsiteY10" fmla="*/ 644961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644961" y="644961"/>
                </a:moveTo>
                <a:cubicBezTo>
                  <a:pt x="497778" y="792143"/>
                  <a:pt x="317221" y="885546"/>
                  <a:pt x="127648" y="925222"/>
                </a:cubicBezTo>
                <a:cubicBezTo>
                  <a:pt x="54412" y="940538"/>
                  <a:pt x="1977" y="1005127"/>
                  <a:pt x="1977" y="1079944"/>
                </a:cubicBezTo>
                <a:lnTo>
                  <a:pt x="1977" y="1523837"/>
                </a:lnTo>
                <a:cubicBezTo>
                  <a:pt x="341949" y="1505594"/>
                  <a:pt x="677229" y="1380187"/>
                  <a:pt x="952876" y="1147564"/>
                </a:cubicBezTo>
                <a:lnTo>
                  <a:pt x="1147537" y="1147564"/>
                </a:lnTo>
                <a:lnTo>
                  <a:pt x="1147537" y="952902"/>
                </a:lnTo>
                <a:cubicBezTo>
                  <a:pt x="1337743" y="727529"/>
                  <a:pt x="1456244" y="462294"/>
                  <a:pt x="1503116" y="187201"/>
                </a:cubicBezTo>
                <a:cubicBezTo>
                  <a:pt x="1519619" y="90424"/>
                  <a:pt x="1445435" y="1977"/>
                  <a:pt x="1347260" y="1977"/>
                </a:cubicBezTo>
                <a:lnTo>
                  <a:pt x="943517" y="1977"/>
                </a:lnTo>
                <a:cubicBezTo>
                  <a:pt x="923877" y="236472"/>
                  <a:pt x="824385" y="465511"/>
                  <a:pt x="644961" y="644961"/>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A2ABB0">
                      <a:alpha val="20000"/>
                    </a:srgbClr>
                  </a:outerShdw>
                </a:effectLst>
              </a14:hiddenEffects>
            </a:ext>
          </a:extLst>
        </p:spPr>
        <p:txBody>
          <a:bodyPr wrap="square" rtlCol="0" anchor="ctr"/>
          <a:lstStyle/>
          <a:p>
            <a:pPr algn="ctr"/>
            <a:endParaRPr lang="en-US" sz="1400">
              <a:solidFill>
                <a:srgbClr val="303E4A"/>
              </a:solidFill>
            </a:endParaRPr>
          </a:p>
        </p:txBody>
      </p:sp>
      <p:sp>
        <p:nvSpPr>
          <p:cNvPr id="30" name="Freeform: Shape 29">
            <a:extLst>
              <a:ext uri="{FF2B5EF4-FFF2-40B4-BE49-F238E27FC236}">
                <a16:creationId xmlns:a16="http://schemas.microsoft.com/office/drawing/2014/main" id="{C961E3E7-7EA1-BC75-D8A6-AA20A05BA1A8}"/>
              </a:ext>
            </a:extLst>
          </p:cNvPr>
          <p:cNvSpPr/>
          <p:nvPr/>
        </p:nvSpPr>
        <p:spPr>
          <a:xfrm>
            <a:off x="6175650" y="2150352"/>
            <a:ext cx="1410483" cy="1393398"/>
          </a:xfrm>
          <a:custGeom>
            <a:avLst/>
            <a:gdLst>
              <a:gd name="connsiteX0" fmla="*/ 644961 w 1523758"/>
              <a:gd name="connsiteY0" fmla="*/ 862464 h 1505304"/>
              <a:gd name="connsiteX1" fmla="*/ 925222 w 1523758"/>
              <a:gd name="connsiteY1" fmla="*/ 1379804 h 1505304"/>
              <a:gd name="connsiteX2" fmla="*/ 1079944 w 1523758"/>
              <a:gd name="connsiteY2" fmla="*/ 1505474 h 1505304"/>
              <a:gd name="connsiteX3" fmla="*/ 1523837 w 1523758"/>
              <a:gd name="connsiteY3" fmla="*/ 1505474 h 1505304"/>
              <a:gd name="connsiteX4" fmla="*/ 1147564 w 1523758"/>
              <a:gd name="connsiteY4" fmla="*/ 554575 h 1505304"/>
              <a:gd name="connsiteX5" fmla="*/ 1147564 w 1523758"/>
              <a:gd name="connsiteY5" fmla="*/ 359914 h 1505304"/>
              <a:gd name="connsiteX6" fmla="*/ 952902 w 1523758"/>
              <a:gd name="connsiteY6" fmla="*/ 359914 h 1505304"/>
              <a:gd name="connsiteX7" fmla="*/ 187201 w 1523758"/>
              <a:gd name="connsiteY7" fmla="*/ 4283 h 1505304"/>
              <a:gd name="connsiteX8" fmla="*/ 1977 w 1523758"/>
              <a:gd name="connsiteY8" fmla="*/ 160138 h 1505304"/>
              <a:gd name="connsiteX9" fmla="*/ 1977 w 1523758"/>
              <a:gd name="connsiteY9" fmla="*/ 563881 h 1505304"/>
              <a:gd name="connsiteX10" fmla="*/ 644961 w 1523758"/>
              <a:gd name="connsiteY10" fmla="*/ 862464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644961" y="862464"/>
                </a:moveTo>
                <a:cubicBezTo>
                  <a:pt x="792143" y="1009646"/>
                  <a:pt x="885546" y="1190230"/>
                  <a:pt x="925222" y="1379804"/>
                </a:cubicBezTo>
                <a:cubicBezTo>
                  <a:pt x="940538" y="1453039"/>
                  <a:pt x="1005127" y="1505474"/>
                  <a:pt x="1079944" y="1505474"/>
                </a:cubicBezTo>
                <a:lnTo>
                  <a:pt x="1523837" y="1505474"/>
                </a:lnTo>
                <a:cubicBezTo>
                  <a:pt x="1505594" y="1165502"/>
                  <a:pt x="1380187" y="830223"/>
                  <a:pt x="1147564" y="554575"/>
                </a:cubicBezTo>
                <a:lnTo>
                  <a:pt x="1147564" y="359914"/>
                </a:lnTo>
                <a:lnTo>
                  <a:pt x="952902" y="359914"/>
                </a:lnTo>
                <a:cubicBezTo>
                  <a:pt x="727502" y="169655"/>
                  <a:pt x="462268" y="51155"/>
                  <a:pt x="187201" y="4283"/>
                </a:cubicBezTo>
                <a:cubicBezTo>
                  <a:pt x="90424" y="-12220"/>
                  <a:pt x="1977" y="61964"/>
                  <a:pt x="1977" y="160138"/>
                </a:cubicBezTo>
                <a:lnTo>
                  <a:pt x="1977" y="563881"/>
                </a:lnTo>
                <a:cubicBezTo>
                  <a:pt x="236472" y="583548"/>
                  <a:pt x="465511" y="683040"/>
                  <a:pt x="644961" y="862464"/>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66737C">
                      <a:alpha val="20000"/>
                    </a:srgbClr>
                  </a:outerShdw>
                </a:effectLst>
              </a14:hiddenEffects>
            </a:ext>
          </a:extLst>
        </p:spPr>
        <p:txBody>
          <a:bodyPr wrap="square" rtlCol="0" anchor="ctr"/>
          <a:lstStyle/>
          <a:p>
            <a:pPr algn="ctr"/>
            <a:endParaRPr lang="en-US" sz="1400">
              <a:solidFill>
                <a:schemeClr val="bg1"/>
              </a:solidFill>
            </a:endParaRPr>
          </a:p>
        </p:txBody>
      </p:sp>
      <p:sp>
        <p:nvSpPr>
          <p:cNvPr id="31" name="Freeform: Shape 30">
            <a:extLst>
              <a:ext uri="{FF2B5EF4-FFF2-40B4-BE49-F238E27FC236}">
                <a16:creationId xmlns:a16="http://schemas.microsoft.com/office/drawing/2014/main" id="{15C29454-7398-ED5D-6213-297E201F980E}"/>
              </a:ext>
            </a:extLst>
          </p:cNvPr>
          <p:cNvSpPr/>
          <p:nvPr/>
        </p:nvSpPr>
        <p:spPr>
          <a:xfrm>
            <a:off x="4622890" y="2133331"/>
            <a:ext cx="1393400" cy="1410481"/>
          </a:xfrm>
          <a:custGeom>
            <a:avLst/>
            <a:gdLst>
              <a:gd name="connsiteX0" fmla="*/ 862464 w 1505304"/>
              <a:gd name="connsiteY0" fmla="*/ 880853 h 1523758"/>
              <a:gd name="connsiteX1" fmla="*/ 1379804 w 1505304"/>
              <a:gd name="connsiteY1" fmla="*/ 600593 h 1523758"/>
              <a:gd name="connsiteX2" fmla="*/ 1505474 w 1505304"/>
              <a:gd name="connsiteY2" fmla="*/ 445871 h 1523758"/>
              <a:gd name="connsiteX3" fmla="*/ 1505474 w 1505304"/>
              <a:gd name="connsiteY3" fmla="*/ 1977 h 1523758"/>
              <a:gd name="connsiteX4" fmla="*/ 554575 w 1505304"/>
              <a:gd name="connsiteY4" fmla="*/ 378251 h 1523758"/>
              <a:gd name="connsiteX5" fmla="*/ 359914 w 1505304"/>
              <a:gd name="connsiteY5" fmla="*/ 378251 h 1523758"/>
              <a:gd name="connsiteX6" fmla="*/ 359914 w 1505304"/>
              <a:gd name="connsiteY6" fmla="*/ 572912 h 1523758"/>
              <a:gd name="connsiteX7" fmla="*/ 4283 w 1505304"/>
              <a:gd name="connsiteY7" fmla="*/ 1338614 h 1523758"/>
              <a:gd name="connsiteX8" fmla="*/ 160138 w 1505304"/>
              <a:gd name="connsiteY8" fmla="*/ 1523837 h 1523758"/>
              <a:gd name="connsiteX9" fmla="*/ 563881 w 1505304"/>
              <a:gd name="connsiteY9" fmla="*/ 1523837 h 1523758"/>
              <a:gd name="connsiteX10" fmla="*/ 862464 w 1505304"/>
              <a:gd name="connsiteY10" fmla="*/ 880853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862464" y="880853"/>
                </a:moveTo>
                <a:cubicBezTo>
                  <a:pt x="1009646" y="733671"/>
                  <a:pt x="1190230" y="640268"/>
                  <a:pt x="1379804" y="600593"/>
                </a:cubicBezTo>
                <a:cubicBezTo>
                  <a:pt x="1453039" y="585276"/>
                  <a:pt x="1505474" y="520688"/>
                  <a:pt x="1505474" y="445871"/>
                </a:cubicBezTo>
                <a:lnTo>
                  <a:pt x="1505474" y="1977"/>
                </a:lnTo>
                <a:cubicBezTo>
                  <a:pt x="1165502" y="20220"/>
                  <a:pt x="830223" y="145627"/>
                  <a:pt x="554575" y="378251"/>
                </a:cubicBezTo>
                <a:lnTo>
                  <a:pt x="359914" y="378251"/>
                </a:lnTo>
                <a:lnTo>
                  <a:pt x="359914" y="572912"/>
                </a:lnTo>
                <a:cubicBezTo>
                  <a:pt x="169655" y="798286"/>
                  <a:pt x="51155" y="1063546"/>
                  <a:pt x="4283" y="1338614"/>
                </a:cubicBezTo>
                <a:cubicBezTo>
                  <a:pt x="-12220" y="1435391"/>
                  <a:pt x="61964" y="1523837"/>
                  <a:pt x="160138" y="1523837"/>
                </a:cubicBezTo>
                <a:lnTo>
                  <a:pt x="563881" y="1523837"/>
                </a:lnTo>
                <a:cubicBezTo>
                  <a:pt x="583548" y="1289342"/>
                  <a:pt x="683040" y="1060277"/>
                  <a:pt x="862464" y="880853"/>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endParaRPr lang="en-US" sz="1400">
              <a:solidFill>
                <a:schemeClr val="bg1"/>
              </a:solidFill>
            </a:endParaRPr>
          </a:p>
        </p:txBody>
      </p:sp>
      <p:sp>
        <p:nvSpPr>
          <p:cNvPr id="33" name="Oval 32">
            <a:extLst>
              <a:ext uri="{FF2B5EF4-FFF2-40B4-BE49-F238E27FC236}">
                <a16:creationId xmlns:a16="http://schemas.microsoft.com/office/drawing/2014/main" id="{1A1BD2C4-6E1C-6C2B-60F7-08CB796BD78A}"/>
              </a:ext>
            </a:extLst>
          </p:cNvPr>
          <p:cNvSpPr/>
          <p:nvPr/>
        </p:nvSpPr>
        <p:spPr>
          <a:xfrm>
            <a:off x="5245101" y="2772564"/>
            <a:ext cx="1701800" cy="1701798"/>
          </a:xfrm>
          <a:prstGeom prst="ellipse">
            <a:avLst/>
          </a:prstGeom>
          <a:solidFill>
            <a:schemeClr val="bg1"/>
          </a:solidFill>
          <a:ln>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a:extLst>
              <a:ext uri="{FF2B5EF4-FFF2-40B4-BE49-F238E27FC236}">
                <a16:creationId xmlns:a16="http://schemas.microsoft.com/office/drawing/2014/main" id="{20EBAFC8-E0ED-377E-FB52-69EBA994650C}"/>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B9345957-1FB1-5103-EAA5-3D262DC86EE0}"/>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E544B86C-97BB-575E-A2DB-0665C2B9889B}"/>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912B2550-FB93-7844-F42D-C8FFD7708422}"/>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39" name="TextBox 38">
            <a:extLst>
              <a:ext uri="{FF2B5EF4-FFF2-40B4-BE49-F238E27FC236}">
                <a16:creationId xmlns:a16="http://schemas.microsoft.com/office/drawing/2014/main" id="{28993EA8-2F56-157F-31F5-1BF55332D96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0" name="Rectangle: Rounded Corners 39">
            <a:extLst>
              <a:ext uri="{FF2B5EF4-FFF2-40B4-BE49-F238E27FC236}">
                <a16:creationId xmlns:a16="http://schemas.microsoft.com/office/drawing/2014/main" id="{BA1C8389-976F-B337-8A26-49A681DA8EBC}"/>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41" name="Rectangle: Rounded Corners 40">
            <a:extLst>
              <a:ext uri="{FF2B5EF4-FFF2-40B4-BE49-F238E27FC236}">
                <a16:creationId xmlns:a16="http://schemas.microsoft.com/office/drawing/2014/main" id="{F521278D-FAAD-B6D7-5FC2-FF36BAB43E69}"/>
              </a:ext>
            </a:extLst>
          </p:cNvPr>
          <p:cNvSpPr/>
          <p:nvPr/>
        </p:nvSpPr>
        <p:spPr>
          <a:xfrm>
            <a:off x="7799214" y="987178"/>
            <a:ext cx="402480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2" name="Rectangle: Rounded Corners 41">
            <a:extLst>
              <a:ext uri="{FF2B5EF4-FFF2-40B4-BE49-F238E27FC236}">
                <a16:creationId xmlns:a16="http://schemas.microsoft.com/office/drawing/2014/main" id="{FD3284AC-EBEA-F293-1AA5-5180BD6B1534}"/>
              </a:ext>
            </a:extLst>
          </p:cNvPr>
          <p:cNvSpPr/>
          <p:nvPr/>
        </p:nvSpPr>
        <p:spPr>
          <a:xfrm>
            <a:off x="383798" y="3859182"/>
            <a:ext cx="4024159"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4" name="Rectangle: Rounded Corners 43">
            <a:extLst>
              <a:ext uri="{FF2B5EF4-FFF2-40B4-BE49-F238E27FC236}">
                <a16:creationId xmlns:a16="http://schemas.microsoft.com/office/drawing/2014/main" id="{0A53A508-20A3-D25C-6994-F048BDD331FD}"/>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6" name="TextBox 45">
            <a:extLst>
              <a:ext uri="{FF2B5EF4-FFF2-40B4-BE49-F238E27FC236}">
                <a16:creationId xmlns:a16="http://schemas.microsoft.com/office/drawing/2014/main" id="{8DEAE0E6-EBE7-BFD9-789D-1D5FA2592849}"/>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73728C7F-5C14-4F56-946F-BD166C27B84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F6AB6098-7362-579C-B055-607B37E842AE}"/>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125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84B2-3008-8497-BB6B-EF7423D21A2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245A45F-22CB-1C16-981C-47D7427FCCAF}"/>
              </a:ext>
            </a:extLst>
          </p:cNvPr>
          <p:cNvSpPr>
            <a:spLocks noGrp="1"/>
          </p:cNvSpPr>
          <p:nvPr>
            <p:ph type="title"/>
          </p:nvPr>
        </p:nvSpPr>
        <p:spPr/>
        <p:txBody>
          <a:bodyPr/>
          <a:lstStyle/>
          <a:p>
            <a:r>
              <a:rPr lang="en-US" dirty="0"/>
              <a:t>Title</a:t>
            </a:r>
            <a:endParaRPr lang="en-IN" dirty="0"/>
          </a:p>
        </p:txBody>
      </p:sp>
      <p:sp>
        <p:nvSpPr>
          <p:cNvPr id="51" name="Freeform: Shape 50">
            <a:extLst>
              <a:ext uri="{FF2B5EF4-FFF2-40B4-BE49-F238E27FC236}">
                <a16:creationId xmlns:a16="http://schemas.microsoft.com/office/drawing/2014/main" id="{9C5E58D9-9C9B-6ABB-5B63-A50709247CA9}"/>
              </a:ext>
            </a:extLst>
          </p:cNvPr>
          <p:cNvSpPr/>
          <p:nvPr/>
        </p:nvSpPr>
        <p:spPr>
          <a:xfrm>
            <a:off x="4084704" y="3650054"/>
            <a:ext cx="7347" cy="5787"/>
          </a:xfrm>
          <a:custGeom>
            <a:avLst/>
            <a:gdLst>
              <a:gd name="connsiteX0" fmla="*/ 1409 w 7347"/>
              <a:gd name="connsiteY0" fmla="*/ 0 h 5787"/>
              <a:gd name="connsiteX1" fmla="*/ 0 w 7347"/>
              <a:gd name="connsiteY1" fmla="*/ 5787 h 5787"/>
              <a:gd name="connsiteX2" fmla="*/ 5997 w 7347"/>
              <a:gd name="connsiteY2" fmla="*/ 5787 h 5787"/>
              <a:gd name="connsiteX3" fmla="*/ 7347 w 7347"/>
              <a:gd name="connsiteY3" fmla="*/ 0 h 5787"/>
              <a:gd name="connsiteX4" fmla="*/ 1409 w 7347"/>
              <a:gd name="connsiteY4" fmla="*/ 0 h 5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7" h="5787">
                <a:moveTo>
                  <a:pt x="1409" y="0"/>
                </a:moveTo>
                <a:cubicBezTo>
                  <a:pt x="990" y="1949"/>
                  <a:pt x="510" y="3898"/>
                  <a:pt x="0" y="5787"/>
                </a:cubicBezTo>
                <a:lnTo>
                  <a:pt x="5997" y="5787"/>
                </a:lnTo>
                <a:cubicBezTo>
                  <a:pt x="6507" y="3868"/>
                  <a:pt x="6957" y="1919"/>
                  <a:pt x="7347" y="0"/>
                </a:cubicBezTo>
                <a:lnTo>
                  <a:pt x="1409" y="0"/>
                </a:lnTo>
                <a:close/>
              </a:path>
            </a:pathLst>
          </a:custGeom>
          <a:solidFill>
            <a:srgbClr val="21A3A3"/>
          </a:solidFill>
          <a:ln w="2998"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4DE66F9-9CD3-DD9A-BD71-2E0E7A849906}"/>
              </a:ext>
            </a:extLst>
          </p:cNvPr>
          <p:cNvSpPr/>
          <p:nvPr/>
        </p:nvSpPr>
        <p:spPr>
          <a:xfrm>
            <a:off x="875794" y="2484534"/>
            <a:ext cx="2533422" cy="2336827"/>
          </a:xfrm>
          <a:custGeom>
            <a:avLst/>
            <a:gdLst>
              <a:gd name="connsiteX0" fmla="*/ 1634442 w 2533422"/>
              <a:gd name="connsiteY0" fmla="*/ 2336828 h 2336827"/>
              <a:gd name="connsiteX1" fmla="*/ 898981 w 2533422"/>
              <a:gd name="connsiteY1" fmla="*/ 2336828 h 2336827"/>
              <a:gd name="connsiteX2" fmla="*/ 438710 w 2533422"/>
              <a:gd name="connsiteY2" fmla="*/ 2071083 h 2336827"/>
              <a:gd name="connsiteX3" fmla="*/ 70979 w 2533422"/>
              <a:gd name="connsiteY3" fmla="*/ 1434159 h 2336827"/>
              <a:gd name="connsiteX4" fmla="*/ 70979 w 2533422"/>
              <a:gd name="connsiteY4" fmla="*/ 902699 h 2336827"/>
              <a:gd name="connsiteX5" fmla="*/ 438710 w 2533422"/>
              <a:gd name="connsiteY5" fmla="*/ 265745 h 2336827"/>
              <a:gd name="connsiteX6" fmla="*/ 898981 w 2533422"/>
              <a:gd name="connsiteY6" fmla="*/ 0 h 2336827"/>
              <a:gd name="connsiteX7" fmla="*/ 1634442 w 2533422"/>
              <a:gd name="connsiteY7" fmla="*/ 0 h 2336827"/>
              <a:gd name="connsiteX8" fmla="*/ 2094713 w 2533422"/>
              <a:gd name="connsiteY8" fmla="*/ 265745 h 2336827"/>
              <a:gd name="connsiteX9" fmla="*/ 2462444 w 2533422"/>
              <a:gd name="connsiteY9" fmla="*/ 902669 h 2336827"/>
              <a:gd name="connsiteX10" fmla="*/ 2462444 w 2533422"/>
              <a:gd name="connsiteY10" fmla="*/ 1434129 h 2336827"/>
              <a:gd name="connsiteX11" fmla="*/ 2094713 w 2533422"/>
              <a:gd name="connsiteY11" fmla="*/ 2071083 h 2336827"/>
              <a:gd name="connsiteX12" fmla="*/ 1634442 w 2533422"/>
              <a:gd name="connsiteY12" fmla="*/ 2336828 h 23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3422" h="2336827">
                <a:moveTo>
                  <a:pt x="1634442" y="2336828"/>
                </a:moveTo>
                <a:lnTo>
                  <a:pt x="898981" y="2336828"/>
                </a:lnTo>
                <a:cubicBezTo>
                  <a:pt x="709703" y="2336828"/>
                  <a:pt x="533349" y="2234992"/>
                  <a:pt x="438710" y="2071083"/>
                </a:cubicBezTo>
                <a:lnTo>
                  <a:pt x="70979" y="1434159"/>
                </a:lnTo>
                <a:cubicBezTo>
                  <a:pt x="-23660" y="1270250"/>
                  <a:pt x="-23660" y="1066608"/>
                  <a:pt x="70979" y="902699"/>
                </a:cubicBezTo>
                <a:lnTo>
                  <a:pt x="438710" y="265745"/>
                </a:lnTo>
                <a:cubicBezTo>
                  <a:pt x="533349" y="101836"/>
                  <a:pt x="709703" y="0"/>
                  <a:pt x="898981" y="0"/>
                </a:cubicBezTo>
                <a:lnTo>
                  <a:pt x="1634442" y="0"/>
                </a:lnTo>
                <a:cubicBezTo>
                  <a:pt x="1823720" y="0"/>
                  <a:pt x="2000074" y="101836"/>
                  <a:pt x="2094713" y="265745"/>
                </a:cubicBezTo>
                <a:lnTo>
                  <a:pt x="2462444" y="902669"/>
                </a:lnTo>
                <a:cubicBezTo>
                  <a:pt x="2557083" y="1066578"/>
                  <a:pt x="2557083" y="1270220"/>
                  <a:pt x="2462444" y="1434129"/>
                </a:cubicBezTo>
                <a:lnTo>
                  <a:pt x="2094713" y="2071083"/>
                </a:lnTo>
                <a:cubicBezTo>
                  <a:pt x="2000074" y="2234992"/>
                  <a:pt x="1823720" y="2336828"/>
                  <a:pt x="1634442" y="2336828"/>
                </a:cubicBezTo>
                <a:close/>
              </a:path>
            </a:pathLst>
          </a:custGeom>
          <a:solidFill>
            <a:srgbClr val="EDE5F3"/>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14" name="Graphic 112">
            <a:extLst>
              <a:ext uri="{FF2B5EF4-FFF2-40B4-BE49-F238E27FC236}">
                <a16:creationId xmlns:a16="http://schemas.microsoft.com/office/drawing/2014/main" id="{0E66E87E-4F5C-2CAC-061B-E04FE319349A}"/>
              </a:ext>
            </a:extLst>
          </p:cNvPr>
          <p:cNvSpPr/>
          <p:nvPr/>
        </p:nvSpPr>
        <p:spPr>
          <a:xfrm>
            <a:off x="1249196" y="2853028"/>
            <a:ext cx="1786780" cy="1599838"/>
          </a:xfrm>
          <a:custGeom>
            <a:avLst/>
            <a:gdLst>
              <a:gd name="connsiteX0" fmla="*/ 544193 w 1786780"/>
              <a:gd name="connsiteY0" fmla="*/ 1599812 h 1599838"/>
              <a:gd name="connsiteX1" fmla="*/ 375240 w 1786780"/>
              <a:gd name="connsiteY1" fmla="*/ 1502270 h 1599838"/>
              <a:gd name="connsiteX2" fmla="*/ 26043 w 1786780"/>
              <a:gd name="connsiteY2" fmla="*/ 897461 h 1599838"/>
              <a:gd name="connsiteX3" fmla="*/ 26043 w 1786780"/>
              <a:gd name="connsiteY3" fmla="*/ 702378 h 1599838"/>
              <a:gd name="connsiteX4" fmla="*/ 375240 w 1786780"/>
              <a:gd name="connsiteY4" fmla="*/ 97542 h 1599838"/>
              <a:gd name="connsiteX5" fmla="*/ 544193 w 1786780"/>
              <a:gd name="connsiteY5" fmla="*/ 0 h 1599838"/>
              <a:gd name="connsiteX6" fmla="*/ 1242588 w 1786780"/>
              <a:gd name="connsiteY6" fmla="*/ 0 h 1599838"/>
              <a:gd name="connsiteX7" fmla="*/ 1411540 w 1786780"/>
              <a:gd name="connsiteY7" fmla="*/ 97542 h 1599838"/>
              <a:gd name="connsiteX8" fmla="*/ 1760738 w 1786780"/>
              <a:gd name="connsiteY8" fmla="*/ 702378 h 1599838"/>
              <a:gd name="connsiteX9" fmla="*/ 1760738 w 1786780"/>
              <a:gd name="connsiteY9" fmla="*/ 897461 h 1599838"/>
              <a:gd name="connsiteX10" fmla="*/ 1411540 w 1786780"/>
              <a:gd name="connsiteY10" fmla="*/ 1502297 h 1599838"/>
              <a:gd name="connsiteX11" fmla="*/ 1242588 w 1786780"/>
              <a:gd name="connsiteY11" fmla="*/ 1599839 h 1599838"/>
              <a:gd name="connsiteX12" fmla="*/ 544193 w 1786780"/>
              <a:gd name="connsiteY12" fmla="*/ 1599839 h 159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780" h="1599838">
                <a:moveTo>
                  <a:pt x="544193" y="1599812"/>
                </a:moveTo>
                <a:cubicBezTo>
                  <a:pt x="474718" y="1599812"/>
                  <a:pt x="409991" y="1562442"/>
                  <a:pt x="375240" y="1502270"/>
                </a:cubicBezTo>
                <a:lnTo>
                  <a:pt x="26043" y="897461"/>
                </a:lnTo>
                <a:cubicBezTo>
                  <a:pt x="-8681" y="837289"/>
                  <a:pt x="-8681" y="762550"/>
                  <a:pt x="26043" y="702378"/>
                </a:cubicBezTo>
                <a:lnTo>
                  <a:pt x="375240" y="97542"/>
                </a:lnTo>
                <a:cubicBezTo>
                  <a:pt x="409991" y="37369"/>
                  <a:pt x="474718" y="0"/>
                  <a:pt x="544193" y="0"/>
                </a:cubicBezTo>
                <a:lnTo>
                  <a:pt x="1242588" y="0"/>
                </a:lnTo>
                <a:cubicBezTo>
                  <a:pt x="1312062" y="0"/>
                  <a:pt x="1376789" y="37369"/>
                  <a:pt x="1411540" y="97542"/>
                </a:cubicBezTo>
                <a:lnTo>
                  <a:pt x="1760738" y="702378"/>
                </a:lnTo>
                <a:cubicBezTo>
                  <a:pt x="1795461" y="762550"/>
                  <a:pt x="1795461" y="837289"/>
                  <a:pt x="1760738" y="897461"/>
                </a:cubicBezTo>
                <a:lnTo>
                  <a:pt x="1411540" y="1502297"/>
                </a:lnTo>
                <a:cubicBezTo>
                  <a:pt x="1376817" y="1562470"/>
                  <a:pt x="1312062" y="1599839"/>
                  <a:pt x="1242588" y="1599839"/>
                </a:cubicBezTo>
                <a:lnTo>
                  <a:pt x="544193" y="1599839"/>
                </a:lnTo>
                <a:close/>
              </a:path>
            </a:pathLst>
          </a:custGeom>
          <a:solidFill>
            <a:srgbClr val="8D6FBD"/>
          </a:solidFill>
          <a:ln w="6072" cap="flat">
            <a:noFill/>
            <a:prstDash val="solid"/>
            <a:miter/>
          </a:ln>
        </p:spPr>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Text</a:t>
            </a:r>
            <a:endParaRPr lang="en-IN" sz="1400" b="1" dirty="0">
              <a:solidFill>
                <a:schemeClr val="bg1"/>
              </a:solidFill>
              <a:latin typeface="Arial" panose="020B0604020202020204" pitchFamily="34" charset="0"/>
              <a:cs typeface="Arial" panose="020B0604020202020204" pitchFamily="34" charset="0"/>
            </a:endParaRPr>
          </a:p>
        </p:txBody>
      </p:sp>
      <p:sp>
        <p:nvSpPr>
          <p:cNvPr id="120" name="Freeform: Shape 119">
            <a:extLst>
              <a:ext uri="{FF2B5EF4-FFF2-40B4-BE49-F238E27FC236}">
                <a16:creationId xmlns:a16="http://schemas.microsoft.com/office/drawing/2014/main" id="{02798AAE-18B4-0870-47B5-1607908168F5}"/>
              </a:ext>
            </a:extLst>
          </p:cNvPr>
          <p:cNvSpPr/>
          <p:nvPr/>
        </p:nvSpPr>
        <p:spPr>
          <a:xfrm>
            <a:off x="4167995" y="3649825"/>
            <a:ext cx="7926" cy="6244"/>
          </a:xfrm>
          <a:custGeom>
            <a:avLst/>
            <a:gdLst>
              <a:gd name="connsiteX0" fmla="*/ 1521 w 7926"/>
              <a:gd name="connsiteY0" fmla="*/ 0 h 6244"/>
              <a:gd name="connsiteX1" fmla="*/ 0 w 7926"/>
              <a:gd name="connsiteY1" fmla="*/ 6244 h 6244"/>
              <a:gd name="connsiteX2" fmla="*/ 6471 w 7926"/>
              <a:gd name="connsiteY2" fmla="*/ 6244 h 6244"/>
              <a:gd name="connsiteX3" fmla="*/ 7927 w 7926"/>
              <a:gd name="connsiteY3" fmla="*/ 0 h 6244"/>
              <a:gd name="connsiteX4" fmla="*/ 1521 w 7926"/>
              <a:gd name="connsiteY4" fmla="*/ 0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6" h="6244">
                <a:moveTo>
                  <a:pt x="1521" y="0"/>
                </a:moveTo>
                <a:cubicBezTo>
                  <a:pt x="1068" y="2103"/>
                  <a:pt x="550" y="4206"/>
                  <a:pt x="0" y="6244"/>
                </a:cubicBezTo>
                <a:lnTo>
                  <a:pt x="6471" y="6244"/>
                </a:lnTo>
                <a:cubicBezTo>
                  <a:pt x="7021" y="4174"/>
                  <a:pt x="7506" y="2070"/>
                  <a:pt x="7927" y="0"/>
                </a:cubicBezTo>
                <a:lnTo>
                  <a:pt x="1521" y="0"/>
                </a:lnTo>
                <a:close/>
              </a:path>
            </a:pathLst>
          </a:custGeom>
          <a:solidFill>
            <a:srgbClr val="21A3A3"/>
          </a:solidFill>
          <a:ln w="3235" cap="flat">
            <a:noFill/>
            <a:prstDash val="solid"/>
            <a:miter/>
          </a:ln>
        </p:spPr>
        <p:txBody>
          <a:bodyPr rtlCol="0" anchor="ctr"/>
          <a:lstStyle/>
          <a:p>
            <a:endParaRPr lang="en-IN"/>
          </a:p>
        </p:txBody>
      </p:sp>
      <p:sp>
        <p:nvSpPr>
          <p:cNvPr id="125" name="Graphic 123">
            <a:extLst>
              <a:ext uri="{FF2B5EF4-FFF2-40B4-BE49-F238E27FC236}">
                <a16:creationId xmlns:a16="http://schemas.microsoft.com/office/drawing/2014/main" id="{B52DF21B-D2D5-B831-39CA-593E47497F10}"/>
              </a:ext>
            </a:extLst>
          </p:cNvPr>
          <p:cNvSpPr/>
          <p:nvPr/>
        </p:nvSpPr>
        <p:spPr>
          <a:xfrm>
            <a:off x="3587016" y="1130088"/>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DE5F3"/>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6" name="Graphic 123">
            <a:extLst>
              <a:ext uri="{FF2B5EF4-FFF2-40B4-BE49-F238E27FC236}">
                <a16:creationId xmlns:a16="http://schemas.microsoft.com/office/drawing/2014/main" id="{228D3BDF-69FD-6590-60B7-A3F4E5D0F2BA}"/>
              </a:ext>
            </a:extLst>
          </p:cNvPr>
          <p:cNvSpPr/>
          <p:nvPr/>
        </p:nvSpPr>
        <p:spPr>
          <a:xfrm>
            <a:off x="4007292" y="2458484"/>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7" name="Graphic 123">
            <a:extLst>
              <a:ext uri="{FF2B5EF4-FFF2-40B4-BE49-F238E27FC236}">
                <a16:creationId xmlns:a16="http://schemas.microsoft.com/office/drawing/2014/main" id="{CAFD9401-786C-FE00-0FB6-52CCD3AD3B91}"/>
              </a:ext>
            </a:extLst>
          </p:cNvPr>
          <p:cNvSpPr/>
          <p:nvPr/>
        </p:nvSpPr>
        <p:spPr>
          <a:xfrm>
            <a:off x="4007292" y="3786880"/>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8E2F2"/>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28" name="Graphic 123">
            <a:extLst>
              <a:ext uri="{FF2B5EF4-FFF2-40B4-BE49-F238E27FC236}">
                <a16:creationId xmlns:a16="http://schemas.microsoft.com/office/drawing/2014/main" id="{4264B51B-4D92-8838-0D05-42EE209BD1C3}"/>
              </a:ext>
            </a:extLst>
          </p:cNvPr>
          <p:cNvSpPr/>
          <p:nvPr/>
        </p:nvSpPr>
        <p:spPr>
          <a:xfrm>
            <a:off x="3587016" y="5115275"/>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32" name="Freeform: Shape 131">
            <a:extLst>
              <a:ext uri="{FF2B5EF4-FFF2-40B4-BE49-F238E27FC236}">
                <a16:creationId xmlns:a16="http://schemas.microsoft.com/office/drawing/2014/main" id="{E3ECF1C6-C2D1-70C8-55E8-F28728EC9E4D}"/>
              </a:ext>
            </a:extLst>
          </p:cNvPr>
          <p:cNvSpPr/>
          <p:nvPr/>
        </p:nvSpPr>
        <p:spPr bwMode="auto">
          <a:xfrm flipH="1" flipV="1">
            <a:off x="2602209" y="1669527"/>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Freeform: Shape 132">
            <a:extLst>
              <a:ext uri="{FF2B5EF4-FFF2-40B4-BE49-F238E27FC236}">
                <a16:creationId xmlns:a16="http://schemas.microsoft.com/office/drawing/2014/main" id="{52450683-5B7E-F56F-F77E-D789743E0928}"/>
              </a:ext>
            </a:extLst>
          </p:cNvPr>
          <p:cNvSpPr/>
          <p:nvPr/>
        </p:nvSpPr>
        <p:spPr bwMode="auto">
          <a:xfrm flipH="1">
            <a:off x="2602209" y="4821360"/>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4" name="Freeform: Shape 133">
            <a:extLst>
              <a:ext uri="{FF2B5EF4-FFF2-40B4-BE49-F238E27FC236}">
                <a16:creationId xmlns:a16="http://schemas.microsoft.com/office/drawing/2014/main" id="{1A32A5BF-0B64-0149-4182-64FB337795D4}"/>
              </a:ext>
            </a:extLst>
          </p:cNvPr>
          <p:cNvSpPr/>
          <p:nvPr/>
        </p:nvSpPr>
        <p:spPr bwMode="auto">
          <a:xfrm flipH="1" flipV="1">
            <a:off x="3244848" y="302397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Freeform: Shape 134">
            <a:extLst>
              <a:ext uri="{FF2B5EF4-FFF2-40B4-BE49-F238E27FC236}">
                <a16:creationId xmlns:a16="http://schemas.microsoft.com/office/drawing/2014/main" id="{1A54148D-3E95-1509-F001-6543EECE9966}"/>
              </a:ext>
            </a:extLst>
          </p:cNvPr>
          <p:cNvSpPr/>
          <p:nvPr/>
        </p:nvSpPr>
        <p:spPr bwMode="auto">
          <a:xfrm flipH="1">
            <a:off x="3244848" y="409424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416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9015-3010-6FE4-724C-DA40FB86E0DD}"/>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9F3CDD0D-319D-9004-759D-96D9D28207B9}"/>
              </a:ext>
            </a:extLst>
          </p:cNvPr>
          <p:cNvSpPr/>
          <p:nvPr/>
        </p:nvSpPr>
        <p:spPr>
          <a:xfrm>
            <a:off x="3174498" y="5000479"/>
            <a:ext cx="5409825" cy="380930"/>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6" name="Rectangle: Rounded Corners 55">
            <a:extLst>
              <a:ext uri="{FF2B5EF4-FFF2-40B4-BE49-F238E27FC236}">
                <a16:creationId xmlns:a16="http://schemas.microsoft.com/office/drawing/2014/main" id="{2C87EB78-18CE-CDAA-A627-4A66743C3D25}"/>
              </a:ext>
            </a:extLst>
          </p:cNvPr>
          <p:cNvSpPr/>
          <p:nvPr/>
        </p:nvSpPr>
        <p:spPr>
          <a:xfrm>
            <a:off x="3711099" y="3674259"/>
            <a:ext cx="4794335" cy="380930"/>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4" name="Rectangle: Rounded Corners 53">
            <a:extLst>
              <a:ext uri="{FF2B5EF4-FFF2-40B4-BE49-F238E27FC236}">
                <a16:creationId xmlns:a16="http://schemas.microsoft.com/office/drawing/2014/main" id="{F26CE558-F77C-C949-2699-988AFF73430A}"/>
              </a:ext>
            </a:extLst>
          </p:cNvPr>
          <p:cNvSpPr/>
          <p:nvPr/>
        </p:nvSpPr>
        <p:spPr>
          <a:xfrm>
            <a:off x="3711099" y="2387563"/>
            <a:ext cx="4794335" cy="380930"/>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cxnSp>
        <p:nvCxnSpPr>
          <p:cNvPr id="44" name="Straight Connector 43">
            <a:extLst>
              <a:ext uri="{FF2B5EF4-FFF2-40B4-BE49-F238E27FC236}">
                <a16:creationId xmlns:a16="http://schemas.microsoft.com/office/drawing/2014/main" id="{CC3A2F71-C05A-4B45-9618-075C0D998C2B}"/>
              </a:ext>
            </a:extLst>
          </p:cNvPr>
          <p:cNvCxnSpPr>
            <a:cxnSpLocks/>
          </p:cNvCxnSpPr>
          <p:nvPr/>
        </p:nvCxnSpPr>
        <p:spPr bwMode="auto">
          <a:xfrm>
            <a:off x="3064151" y="23279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27DB171C-C2DE-DF98-A6A0-A645D0B8AC20}"/>
              </a:ext>
            </a:extLst>
          </p:cNvPr>
          <p:cNvCxnSpPr>
            <a:cxnSpLocks/>
          </p:cNvCxnSpPr>
          <p:nvPr/>
        </p:nvCxnSpPr>
        <p:spPr bwMode="auto">
          <a:xfrm>
            <a:off x="3064151" y="3614875"/>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6D501D43-695E-87AC-9134-6C711E57A0E9}"/>
              </a:ext>
            </a:extLst>
          </p:cNvPr>
          <p:cNvCxnSpPr>
            <a:cxnSpLocks/>
          </p:cNvCxnSpPr>
          <p:nvPr/>
        </p:nvCxnSpPr>
        <p:spPr bwMode="auto">
          <a:xfrm>
            <a:off x="3064151" y="48933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ABB51A75-15FE-3812-068A-94D37B986E24}"/>
              </a:ext>
            </a:extLst>
          </p:cNvPr>
          <p:cNvSpPr>
            <a:spLocks noGrp="1"/>
          </p:cNvSpPr>
          <p:nvPr>
            <p:ph type="title"/>
          </p:nvPr>
        </p:nvSpPr>
        <p:spPr/>
        <p:txBody>
          <a:bodyPr/>
          <a:lstStyle/>
          <a:p>
            <a:r>
              <a:rPr lang="en-US" dirty="0"/>
              <a:t>Title</a:t>
            </a:r>
            <a:endParaRPr lang="en-IN" dirty="0"/>
          </a:p>
        </p:txBody>
      </p:sp>
      <p:sp>
        <p:nvSpPr>
          <p:cNvPr id="35" name="Freeform: Shape 34">
            <a:extLst>
              <a:ext uri="{FF2B5EF4-FFF2-40B4-BE49-F238E27FC236}">
                <a16:creationId xmlns:a16="http://schemas.microsoft.com/office/drawing/2014/main" id="{4252B58E-4354-C9D5-72ED-187D2D269774}"/>
              </a:ext>
            </a:extLst>
          </p:cNvPr>
          <p:cNvSpPr/>
          <p:nvPr/>
        </p:nvSpPr>
        <p:spPr>
          <a:xfrm>
            <a:off x="726150" y="2583572"/>
            <a:ext cx="2079631" cy="2079631"/>
          </a:xfrm>
          <a:custGeom>
            <a:avLst/>
            <a:gdLst>
              <a:gd name="connsiteX0" fmla="*/ 1039816 w 2079631"/>
              <a:gd name="connsiteY0" fmla="*/ 2079607 h 2079631"/>
              <a:gd name="connsiteX1" fmla="*/ 304560 w 2079631"/>
              <a:gd name="connsiteY1" fmla="*/ 1775047 h 2079631"/>
              <a:gd name="connsiteX2" fmla="*/ 0 w 2079631"/>
              <a:gd name="connsiteY2" fmla="*/ 1039791 h 2079631"/>
              <a:gd name="connsiteX3" fmla="*/ 304560 w 2079631"/>
              <a:gd name="connsiteY3" fmla="*/ 304535 h 2079631"/>
              <a:gd name="connsiteX4" fmla="*/ 1039816 w 2079631"/>
              <a:gd name="connsiteY4" fmla="*/ 0 h 2079631"/>
              <a:gd name="connsiteX5" fmla="*/ 1775072 w 2079631"/>
              <a:gd name="connsiteY5" fmla="*/ 304560 h 2079631"/>
              <a:gd name="connsiteX6" fmla="*/ 2079632 w 2079631"/>
              <a:gd name="connsiteY6" fmla="*/ 1039816 h 2079631"/>
              <a:gd name="connsiteX7" fmla="*/ 1775072 w 2079631"/>
              <a:gd name="connsiteY7" fmla="*/ 1775072 h 2079631"/>
              <a:gd name="connsiteX8" fmla="*/ 1039816 w 2079631"/>
              <a:gd name="connsiteY8" fmla="*/ 2079631 h 2079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9631" h="2079631">
                <a:moveTo>
                  <a:pt x="1039816" y="2079607"/>
                </a:moveTo>
                <a:cubicBezTo>
                  <a:pt x="762078" y="2079607"/>
                  <a:pt x="500970" y="1971458"/>
                  <a:pt x="304560" y="1775047"/>
                </a:cubicBezTo>
                <a:cubicBezTo>
                  <a:pt x="108174" y="1578661"/>
                  <a:pt x="0" y="1317529"/>
                  <a:pt x="0" y="1039791"/>
                </a:cubicBezTo>
                <a:cubicBezTo>
                  <a:pt x="0" y="762053"/>
                  <a:pt x="108149" y="500945"/>
                  <a:pt x="304560" y="304535"/>
                </a:cubicBezTo>
                <a:cubicBezTo>
                  <a:pt x="500945" y="108149"/>
                  <a:pt x="762078" y="0"/>
                  <a:pt x="1039816" y="0"/>
                </a:cubicBezTo>
                <a:cubicBezTo>
                  <a:pt x="1317554" y="0"/>
                  <a:pt x="1578662" y="108149"/>
                  <a:pt x="1775072" y="304560"/>
                </a:cubicBezTo>
                <a:cubicBezTo>
                  <a:pt x="1971458" y="500945"/>
                  <a:pt x="2079632" y="762077"/>
                  <a:pt x="2079632" y="1039816"/>
                </a:cubicBezTo>
                <a:cubicBezTo>
                  <a:pt x="2079632" y="1317554"/>
                  <a:pt x="1971483" y="1578661"/>
                  <a:pt x="1775072" y="1775072"/>
                </a:cubicBezTo>
                <a:cubicBezTo>
                  <a:pt x="1578686" y="1971458"/>
                  <a:pt x="1317554" y="2079631"/>
                  <a:pt x="1039816" y="2079631"/>
                </a:cubicBezTo>
                <a:close/>
              </a:path>
            </a:pathLst>
          </a:custGeom>
          <a:solidFill>
            <a:schemeClr val="bg1"/>
          </a:solidFill>
          <a:ln w="19050" cap="flat">
            <a:solidFill>
              <a:srgbClr val="B898D0"/>
            </a:solid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36" name="Freeform: Shape 35">
            <a:extLst>
              <a:ext uri="{FF2B5EF4-FFF2-40B4-BE49-F238E27FC236}">
                <a16:creationId xmlns:a16="http://schemas.microsoft.com/office/drawing/2014/main" id="{DEDD33EB-12A1-EF50-8D8A-5A7E67F8211E}"/>
              </a:ext>
            </a:extLst>
          </p:cNvPr>
          <p:cNvSpPr/>
          <p:nvPr/>
        </p:nvSpPr>
        <p:spPr>
          <a:xfrm>
            <a:off x="1765966" y="1791367"/>
            <a:ext cx="1295420" cy="948494"/>
          </a:xfrm>
          <a:custGeom>
            <a:avLst/>
            <a:gdLst>
              <a:gd name="connsiteX0" fmla="*/ 883526 w 1295420"/>
              <a:gd name="connsiteY0" fmla="*/ 948495 h 948494"/>
              <a:gd name="connsiteX1" fmla="*/ 883526 w 1295420"/>
              <a:gd name="connsiteY1" fmla="*/ 948495 h 948494"/>
              <a:gd name="connsiteX2" fmla="*/ 1295421 w 1295420"/>
              <a:gd name="connsiteY2" fmla="*/ 536600 h 948494"/>
              <a:gd name="connsiteX3" fmla="*/ 0 w 1295420"/>
              <a:gd name="connsiteY3" fmla="*/ 0 h 948494"/>
              <a:gd name="connsiteX4" fmla="*/ 0 w 1295420"/>
              <a:gd name="connsiteY4" fmla="*/ 582520 h 948494"/>
              <a:gd name="connsiteX5" fmla="*/ 883526 w 1295420"/>
              <a:gd name="connsiteY5" fmla="*/ 94849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20" h="948494">
                <a:moveTo>
                  <a:pt x="883526" y="948495"/>
                </a:moveTo>
                <a:cubicBezTo>
                  <a:pt x="883526" y="948495"/>
                  <a:pt x="883526" y="948495"/>
                  <a:pt x="883526" y="948495"/>
                </a:cubicBezTo>
                <a:lnTo>
                  <a:pt x="1295421" y="536600"/>
                </a:lnTo>
                <a:cubicBezTo>
                  <a:pt x="963892" y="205047"/>
                  <a:pt x="505905" y="0"/>
                  <a:pt x="0" y="0"/>
                </a:cubicBezTo>
                <a:lnTo>
                  <a:pt x="0" y="582520"/>
                </a:lnTo>
                <a:cubicBezTo>
                  <a:pt x="333750" y="582520"/>
                  <a:pt x="647538" y="712481"/>
                  <a:pt x="883526" y="948495"/>
                </a:cubicBezTo>
                <a:close/>
              </a:path>
            </a:pathLst>
          </a:custGeom>
          <a:solidFill>
            <a:srgbClr val="B898D0"/>
          </a:solidFill>
          <a:ln w="2463"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2C40999F-03CB-0E04-0BC4-312CD4CA1124}"/>
              </a:ext>
            </a:extLst>
          </p:cNvPr>
          <p:cNvSpPr/>
          <p:nvPr/>
        </p:nvSpPr>
        <p:spPr>
          <a:xfrm>
            <a:off x="2649517" y="2327942"/>
            <a:ext cx="948470" cy="1295445"/>
          </a:xfrm>
          <a:custGeom>
            <a:avLst/>
            <a:gdLst>
              <a:gd name="connsiteX0" fmla="*/ 365950 w 948470"/>
              <a:gd name="connsiteY0" fmla="*/ 1295445 h 1295445"/>
              <a:gd name="connsiteX1" fmla="*/ 948470 w 948470"/>
              <a:gd name="connsiteY1" fmla="*/ 1295445 h 1295445"/>
              <a:gd name="connsiteX2" fmla="*/ 411895 w 948470"/>
              <a:gd name="connsiteY2" fmla="*/ 0 h 1295445"/>
              <a:gd name="connsiteX3" fmla="*/ 0 w 948470"/>
              <a:gd name="connsiteY3" fmla="*/ 411894 h 1295445"/>
              <a:gd name="connsiteX4" fmla="*/ 365975 w 948470"/>
              <a:gd name="connsiteY4" fmla="*/ 1295421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50" y="1295445"/>
                </a:moveTo>
                <a:lnTo>
                  <a:pt x="948470" y="1295445"/>
                </a:lnTo>
                <a:cubicBezTo>
                  <a:pt x="948470" y="789540"/>
                  <a:pt x="743424" y="331554"/>
                  <a:pt x="411895" y="0"/>
                </a:cubicBezTo>
                <a:lnTo>
                  <a:pt x="0" y="411894"/>
                </a:lnTo>
                <a:cubicBezTo>
                  <a:pt x="235989" y="647908"/>
                  <a:pt x="365975" y="961671"/>
                  <a:pt x="365975" y="1295421"/>
                </a:cubicBezTo>
                <a:close/>
              </a:path>
            </a:pathLst>
          </a:custGeom>
          <a:solidFill>
            <a:srgbClr val="9A8DC8"/>
          </a:solidFill>
          <a:ln w="2463"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326D192D-4A57-3E7F-576C-A86BCC361A02}"/>
              </a:ext>
            </a:extLst>
          </p:cNvPr>
          <p:cNvSpPr/>
          <p:nvPr/>
        </p:nvSpPr>
        <p:spPr>
          <a:xfrm>
            <a:off x="1765966" y="4506914"/>
            <a:ext cx="1295445" cy="948494"/>
          </a:xfrm>
          <a:custGeom>
            <a:avLst/>
            <a:gdLst>
              <a:gd name="connsiteX0" fmla="*/ 883526 w 1295445"/>
              <a:gd name="connsiteY0" fmla="*/ 0 h 948494"/>
              <a:gd name="connsiteX1" fmla="*/ 0 w 1295445"/>
              <a:gd name="connsiteY1" fmla="*/ 365975 h 948494"/>
              <a:gd name="connsiteX2" fmla="*/ 0 w 1295445"/>
              <a:gd name="connsiteY2" fmla="*/ 948494 h 948494"/>
              <a:gd name="connsiteX3" fmla="*/ 1295446 w 1295445"/>
              <a:gd name="connsiteY3" fmla="*/ 411919 h 948494"/>
              <a:gd name="connsiteX4" fmla="*/ 883551 w 1295445"/>
              <a:gd name="connsiteY4" fmla="*/ 25 h 948494"/>
              <a:gd name="connsiteX5" fmla="*/ 883551 w 1295445"/>
              <a:gd name="connsiteY5" fmla="*/ 2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45" h="948494">
                <a:moveTo>
                  <a:pt x="883526" y="0"/>
                </a:moveTo>
                <a:cubicBezTo>
                  <a:pt x="647538" y="235989"/>
                  <a:pt x="333750" y="365975"/>
                  <a:pt x="0" y="365975"/>
                </a:cubicBezTo>
                <a:lnTo>
                  <a:pt x="0" y="948494"/>
                </a:lnTo>
                <a:cubicBezTo>
                  <a:pt x="505905" y="948494"/>
                  <a:pt x="963892" y="743448"/>
                  <a:pt x="1295446" y="411919"/>
                </a:cubicBezTo>
                <a:lnTo>
                  <a:pt x="883551" y="25"/>
                </a:lnTo>
                <a:lnTo>
                  <a:pt x="883551" y="25"/>
                </a:lnTo>
                <a:close/>
              </a:path>
            </a:pathLst>
          </a:custGeom>
          <a:solidFill>
            <a:srgbClr val="60A6D8"/>
          </a:solidFill>
          <a:ln w="2463"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E9639ABD-ED2C-A520-A327-28E5ACF2FBFA}"/>
              </a:ext>
            </a:extLst>
          </p:cNvPr>
          <p:cNvSpPr/>
          <p:nvPr/>
        </p:nvSpPr>
        <p:spPr>
          <a:xfrm>
            <a:off x="2649492" y="3623363"/>
            <a:ext cx="948470" cy="1295445"/>
          </a:xfrm>
          <a:custGeom>
            <a:avLst/>
            <a:gdLst>
              <a:gd name="connsiteX0" fmla="*/ 365975 w 948470"/>
              <a:gd name="connsiteY0" fmla="*/ 25 h 1295445"/>
              <a:gd name="connsiteX1" fmla="*/ 0 w 948470"/>
              <a:gd name="connsiteY1" fmla="*/ 883551 h 1295445"/>
              <a:gd name="connsiteX2" fmla="*/ 411894 w 948470"/>
              <a:gd name="connsiteY2" fmla="*/ 1295445 h 1295445"/>
              <a:gd name="connsiteX3" fmla="*/ 948470 w 948470"/>
              <a:gd name="connsiteY3" fmla="*/ 0 h 1295445"/>
              <a:gd name="connsiteX4" fmla="*/ 365950 w 948470"/>
              <a:gd name="connsiteY4" fmla="*/ 0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75" y="25"/>
                </a:moveTo>
                <a:cubicBezTo>
                  <a:pt x="365975" y="333774"/>
                  <a:pt x="236013" y="647562"/>
                  <a:pt x="0" y="883551"/>
                </a:cubicBezTo>
                <a:lnTo>
                  <a:pt x="411894" y="1295445"/>
                </a:lnTo>
                <a:cubicBezTo>
                  <a:pt x="743424" y="963916"/>
                  <a:pt x="948470" y="505905"/>
                  <a:pt x="948470" y="0"/>
                </a:cubicBezTo>
                <a:lnTo>
                  <a:pt x="365950" y="0"/>
                </a:lnTo>
                <a:close/>
              </a:path>
            </a:pathLst>
          </a:custGeom>
          <a:solidFill>
            <a:srgbClr val="7D95BE"/>
          </a:solidFill>
          <a:ln w="2463"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125E0CBF-B63F-0F4D-EB47-FFA2336593D6}"/>
              </a:ext>
            </a:extLst>
          </p:cNvPr>
          <p:cNvSpPr/>
          <p:nvPr/>
        </p:nvSpPr>
        <p:spPr>
          <a:xfrm>
            <a:off x="516465" y="2739861"/>
            <a:ext cx="427760" cy="883526"/>
          </a:xfrm>
          <a:custGeom>
            <a:avLst/>
            <a:gdLst>
              <a:gd name="connsiteX0" fmla="*/ 427760 w 427760"/>
              <a:gd name="connsiteY0" fmla="*/ 61785 h 883526"/>
              <a:gd name="connsiteX1" fmla="*/ 365975 w 427760"/>
              <a:gd name="connsiteY1" fmla="*/ 0 h 883526"/>
              <a:gd name="connsiteX2" fmla="*/ 365975 w 427760"/>
              <a:gd name="connsiteY2" fmla="*/ 0 h 883526"/>
              <a:gd name="connsiteX3" fmla="*/ 0 w 427760"/>
              <a:gd name="connsiteY3" fmla="*/ 883526 h 883526"/>
              <a:gd name="connsiteX4" fmla="*/ 87373 w 427760"/>
              <a:gd name="connsiteY4" fmla="*/ 883526 h 883526"/>
              <a:gd name="connsiteX5" fmla="*/ 427760 w 427760"/>
              <a:gd name="connsiteY5" fmla="*/ 61785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427760" y="61785"/>
                </a:moveTo>
                <a:lnTo>
                  <a:pt x="365975" y="0"/>
                </a:lnTo>
                <a:lnTo>
                  <a:pt x="365975" y="0"/>
                </a:lnTo>
                <a:cubicBezTo>
                  <a:pt x="129962" y="235989"/>
                  <a:pt x="0" y="549777"/>
                  <a:pt x="0" y="883526"/>
                </a:cubicBezTo>
                <a:lnTo>
                  <a:pt x="87373" y="883526"/>
                </a:lnTo>
                <a:cubicBezTo>
                  <a:pt x="87373" y="573119"/>
                  <a:pt x="208254" y="281291"/>
                  <a:pt x="427760" y="61785"/>
                </a:cubicBezTo>
                <a:close/>
              </a:path>
            </a:pathLst>
          </a:custGeom>
          <a:solidFill>
            <a:srgbClr val="9A8DC8"/>
          </a:solidFill>
          <a:ln w="2463"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B66E5226-67A4-6A77-71D0-57C087365BC2}"/>
              </a:ext>
            </a:extLst>
          </p:cNvPr>
          <p:cNvSpPr/>
          <p:nvPr/>
        </p:nvSpPr>
        <p:spPr>
          <a:xfrm>
            <a:off x="882439" y="2373886"/>
            <a:ext cx="883526" cy="427760"/>
          </a:xfrm>
          <a:custGeom>
            <a:avLst/>
            <a:gdLst>
              <a:gd name="connsiteX0" fmla="*/ 61785 w 883526"/>
              <a:gd name="connsiteY0" fmla="*/ 427760 h 427760"/>
              <a:gd name="connsiteX1" fmla="*/ 883526 w 883526"/>
              <a:gd name="connsiteY1" fmla="*/ 87373 h 427760"/>
              <a:gd name="connsiteX2" fmla="*/ 883526 w 883526"/>
              <a:gd name="connsiteY2" fmla="*/ 0 h 427760"/>
              <a:gd name="connsiteX3" fmla="*/ 0 w 883526"/>
              <a:gd name="connsiteY3" fmla="*/ 365975 h 427760"/>
              <a:gd name="connsiteX4" fmla="*/ 61785 w 883526"/>
              <a:gd name="connsiteY4" fmla="*/ 427760 h 427760"/>
              <a:gd name="connsiteX5" fmla="*/ 61785 w 883526"/>
              <a:gd name="connsiteY5" fmla="*/ 42776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427760"/>
                </a:moveTo>
                <a:cubicBezTo>
                  <a:pt x="281291" y="208254"/>
                  <a:pt x="573119" y="87373"/>
                  <a:pt x="883526" y="87373"/>
                </a:cubicBezTo>
                <a:lnTo>
                  <a:pt x="883526" y="0"/>
                </a:lnTo>
                <a:cubicBezTo>
                  <a:pt x="549777" y="0"/>
                  <a:pt x="235989" y="129962"/>
                  <a:pt x="0" y="365975"/>
                </a:cubicBezTo>
                <a:lnTo>
                  <a:pt x="61785" y="427760"/>
                </a:lnTo>
                <a:cubicBezTo>
                  <a:pt x="61785" y="427760"/>
                  <a:pt x="61785" y="427760"/>
                  <a:pt x="61785" y="427760"/>
                </a:cubicBezTo>
                <a:close/>
              </a:path>
            </a:pathLst>
          </a:custGeom>
          <a:solidFill>
            <a:srgbClr val="B898D0"/>
          </a:solidFill>
          <a:ln w="2463"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D2D9CBFE-9365-3E2A-1ACE-A218247B14F2}"/>
              </a:ext>
            </a:extLst>
          </p:cNvPr>
          <p:cNvSpPr/>
          <p:nvPr/>
        </p:nvSpPr>
        <p:spPr>
          <a:xfrm>
            <a:off x="516465" y="3623387"/>
            <a:ext cx="427760" cy="883526"/>
          </a:xfrm>
          <a:custGeom>
            <a:avLst/>
            <a:gdLst>
              <a:gd name="connsiteX0" fmla="*/ 87373 w 427760"/>
              <a:gd name="connsiteY0" fmla="*/ 0 h 883526"/>
              <a:gd name="connsiteX1" fmla="*/ 0 w 427760"/>
              <a:gd name="connsiteY1" fmla="*/ 0 h 883526"/>
              <a:gd name="connsiteX2" fmla="*/ 365975 w 427760"/>
              <a:gd name="connsiteY2" fmla="*/ 883526 h 883526"/>
              <a:gd name="connsiteX3" fmla="*/ 365975 w 427760"/>
              <a:gd name="connsiteY3" fmla="*/ 883526 h 883526"/>
              <a:gd name="connsiteX4" fmla="*/ 427760 w 427760"/>
              <a:gd name="connsiteY4" fmla="*/ 821741 h 883526"/>
              <a:gd name="connsiteX5" fmla="*/ 87373 w 427760"/>
              <a:gd name="connsiteY5" fmla="*/ 0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87373" y="0"/>
                </a:moveTo>
                <a:lnTo>
                  <a:pt x="0" y="0"/>
                </a:lnTo>
                <a:cubicBezTo>
                  <a:pt x="0" y="333750"/>
                  <a:pt x="129962" y="647538"/>
                  <a:pt x="365975" y="883526"/>
                </a:cubicBezTo>
                <a:lnTo>
                  <a:pt x="365975" y="883526"/>
                </a:lnTo>
                <a:cubicBezTo>
                  <a:pt x="365975" y="883526"/>
                  <a:pt x="427760" y="821741"/>
                  <a:pt x="427760" y="821741"/>
                </a:cubicBezTo>
                <a:cubicBezTo>
                  <a:pt x="208254" y="602235"/>
                  <a:pt x="87373" y="310408"/>
                  <a:pt x="87373" y="0"/>
                </a:cubicBezTo>
                <a:close/>
              </a:path>
            </a:pathLst>
          </a:custGeom>
          <a:solidFill>
            <a:srgbClr val="7D95BE"/>
          </a:solidFill>
          <a:ln w="246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12348587-2795-B967-63F1-90D4C7B6284D}"/>
              </a:ext>
            </a:extLst>
          </p:cNvPr>
          <p:cNvSpPr/>
          <p:nvPr/>
        </p:nvSpPr>
        <p:spPr>
          <a:xfrm>
            <a:off x="882439" y="4445128"/>
            <a:ext cx="883526" cy="427760"/>
          </a:xfrm>
          <a:custGeom>
            <a:avLst/>
            <a:gdLst>
              <a:gd name="connsiteX0" fmla="*/ 61785 w 883526"/>
              <a:gd name="connsiteY0" fmla="*/ 0 h 427760"/>
              <a:gd name="connsiteX1" fmla="*/ 61785 w 883526"/>
              <a:gd name="connsiteY1" fmla="*/ 0 h 427760"/>
              <a:gd name="connsiteX2" fmla="*/ 0 w 883526"/>
              <a:gd name="connsiteY2" fmla="*/ 61785 h 427760"/>
              <a:gd name="connsiteX3" fmla="*/ 883526 w 883526"/>
              <a:gd name="connsiteY3" fmla="*/ 427760 h 427760"/>
              <a:gd name="connsiteX4" fmla="*/ 883526 w 883526"/>
              <a:gd name="connsiteY4" fmla="*/ 340387 h 427760"/>
              <a:gd name="connsiteX5" fmla="*/ 61785 w 883526"/>
              <a:gd name="connsiteY5" fmla="*/ 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0"/>
                </a:moveTo>
                <a:lnTo>
                  <a:pt x="61785" y="0"/>
                </a:lnTo>
                <a:lnTo>
                  <a:pt x="0" y="61785"/>
                </a:lnTo>
                <a:cubicBezTo>
                  <a:pt x="235989" y="297774"/>
                  <a:pt x="549777" y="427760"/>
                  <a:pt x="883526" y="427760"/>
                </a:cubicBezTo>
                <a:lnTo>
                  <a:pt x="883526" y="340387"/>
                </a:lnTo>
                <a:cubicBezTo>
                  <a:pt x="573119" y="340387"/>
                  <a:pt x="281267" y="219506"/>
                  <a:pt x="61785" y="0"/>
                </a:cubicBezTo>
                <a:close/>
              </a:path>
            </a:pathLst>
          </a:custGeom>
          <a:solidFill>
            <a:srgbClr val="60A6D8"/>
          </a:solidFill>
          <a:ln w="2463" cap="flat">
            <a:noFill/>
            <a:prstDash val="solid"/>
            <a:miter/>
          </a:ln>
        </p:spPr>
        <p:txBody>
          <a:bodyPr rtlCol="0" anchor="ctr"/>
          <a:lstStyle/>
          <a:p>
            <a:endParaRPr lang="en-IN"/>
          </a:p>
        </p:txBody>
      </p:sp>
      <p:sp>
        <p:nvSpPr>
          <p:cNvPr id="29" name="Rectangle: Rounded Corners 28">
            <a:extLst>
              <a:ext uri="{FF2B5EF4-FFF2-40B4-BE49-F238E27FC236}">
                <a16:creationId xmlns:a16="http://schemas.microsoft.com/office/drawing/2014/main" id="{5A3DA430-CFAD-E95A-924D-2173059CF9B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5E0B3F00-8C8B-BD84-97A4-928E7D39E5BF}"/>
              </a:ext>
            </a:extLst>
          </p:cNvPr>
          <p:cNvSpPr txBox="1"/>
          <p:nvPr/>
        </p:nvSpPr>
        <p:spPr>
          <a:xfrm>
            <a:off x="3745954" y="2755331"/>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0" name="TextBox 49">
            <a:extLst>
              <a:ext uri="{FF2B5EF4-FFF2-40B4-BE49-F238E27FC236}">
                <a16:creationId xmlns:a16="http://schemas.microsoft.com/office/drawing/2014/main" id="{B02C8D59-4199-C904-1449-4A5081134F6D}"/>
              </a:ext>
            </a:extLst>
          </p:cNvPr>
          <p:cNvSpPr txBox="1"/>
          <p:nvPr/>
        </p:nvSpPr>
        <p:spPr>
          <a:xfrm>
            <a:off x="3745954" y="4047542"/>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2" name="TextBox 51">
            <a:extLst>
              <a:ext uri="{FF2B5EF4-FFF2-40B4-BE49-F238E27FC236}">
                <a16:creationId xmlns:a16="http://schemas.microsoft.com/office/drawing/2014/main" id="{65CCC18C-0B59-F590-8E31-B45933B8167E}"/>
              </a:ext>
            </a:extLst>
          </p:cNvPr>
          <p:cNvSpPr txBox="1"/>
          <p:nvPr/>
        </p:nvSpPr>
        <p:spPr>
          <a:xfrm>
            <a:off x="3174499" y="5387385"/>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3" name="Rectangle: Rounded Corners 52">
            <a:extLst>
              <a:ext uri="{FF2B5EF4-FFF2-40B4-BE49-F238E27FC236}">
                <a16:creationId xmlns:a16="http://schemas.microsoft.com/office/drawing/2014/main" id="{C012D2C1-23FF-1318-C624-14DDFDEE1B10}"/>
              </a:ext>
            </a:extLst>
          </p:cNvPr>
          <p:cNvSpPr/>
          <p:nvPr/>
        </p:nvSpPr>
        <p:spPr>
          <a:xfrm>
            <a:off x="3174498" y="1095229"/>
            <a:ext cx="5409825" cy="380930"/>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48" name="TextBox 47">
            <a:extLst>
              <a:ext uri="{FF2B5EF4-FFF2-40B4-BE49-F238E27FC236}">
                <a16:creationId xmlns:a16="http://schemas.microsoft.com/office/drawing/2014/main" id="{9BF0A635-9B01-8DC2-A6C6-8979444DAED4}"/>
              </a:ext>
            </a:extLst>
          </p:cNvPr>
          <p:cNvSpPr txBox="1"/>
          <p:nvPr/>
        </p:nvSpPr>
        <p:spPr>
          <a:xfrm>
            <a:off x="3174499" y="1482720"/>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2030008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24BA-4820-0CC5-BAEC-8BEEC4725F5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76FE25A-9247-D3BA-922E-9E02C546F4D0}"/>
              </a:ext>
            </a:extLst>
          </p:cNvPr>
          <p:cNvSpPr>
            <a:spLocks noGrp="1"/>
          </p:cNvSpPr>
          <p:nvPr>
            <p:ph type="title"/>
          </p:nvPr>
        </p:nvSpPr>
        <p:spPr/>
        <p:txBody>
          <a:bodyPr/>
          <a:lstStyle/>
          <a:p>
            <a:r>
              <a:rPr lang="en-US" dirty="0"/>
              <a:t>Title</a:t>
            </a:r>
            <a:endParaRPr lang="en-IN" dirty="0"/>
          </a:p>
        </p:txBody>
      </p:sp>
      <p:sp>
        <p:nvSpPr>
          <p:cNvPr id="29" name="Rectangle: Rounded Corners 28">
            <a:extLst>
              <a:ext uri="{FF2B5EF4-FFF2-40B4-BE49-F238E27FC236}">
                <a16:creationId xmlns:a16="http://schemas.microsoft.com/office/drawing/2014/main" id="{631543B3-8790-E610-8F34-DFFC7D4C76D5}"/>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03C69371-6498-F071-AF1B-FC42E9C0D43B}"/>
              </a:ext>
            </a:extLst>
          </p:cNvPr>
          <p:cNvSpPr/>
          <p:nvPr/>
        </p:nvSpPr>
        <p:spPr>
          <a:xfrm>
            <a:off x="5432746" y="1768796"/>
            <a:ext cx="2477186" cy="1614320"/>
          </a:xfrm>
          <a:custGeom>
            <a:avLst/>
            <a:gdLst>
              <a:gd name="connsiteX0" fmla="*/ 2477187 w 2477186"/>
              <a:gd name="connsiteY0" fmla="*/ 1466589 h 1614320"/>
              <a:gd name="connsiteX1" fmla="*/ 903483 w 2477186"/>
              <a:gd name="connsiteY1" fmla="*/ 1191436 h 1614320"/>
              <a:gd name="connsiteX2" fmla="*/ 663184 w 2477186"/>
              <a:gd name="connsiteY2" fmla="*/ 1149402 h 1614320"/>
              <a:gd name="connsiteX3" fmla="*/ 0 w 2477186"/>
              <a:gd name="connsiteY3" fmla="*/ 1614320 h 1614320"/>
              <a:gd name="connsiteX4" fmla="*/ 275154 w 2477186"/>
              <a:gd name="connsiteY4" fmla="*/ 40711 h 1614320"/>
              <a:gd name="connsiteX5" fmla="*/ 663184 w 2477186"/>
              <a:gd name="connsiteY5" fmla="*/ 0 h 1614320"/>
              <a:gd name="connsiteX6" fmla="*/ 2477139 w 2477186"/>
              <a:gd name="connsiteY6" fmla="*/ 1466589 h 161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186" h="1614320">
                <a:moveTo>
                  <a:pt x="2477187" y="1466589"/>
                </a:moveTo>
                <a:lnTo>
                  <a:pt x="903483" y="1191436"/>
                </a:lnTo>
                <a:cubicBezTo>
                  <a:pt x="828484" y="1164185"/>
                  <a:pt x="747534" y="1149402"/>
                  <a:pt x="663184" y="1149402"/>
                </a:cubicBezTo>
                <a:cubicBezTo>
                  <a:pt x="358087" y="1149402"/>
                  <a:pt x="98188" y="1343181"/>
                  <a:pt x="0" y="1614320"/>
                </a:cubicBezTo>
                <a:lnTo>
                  <a:pt x="275154" y="40711"/>
                </a:lnTo>
                <a:cubicBezTo>
                  <a:pt x="400310" y="13980"/>
                  <a:pt x="530094" y="0"/>
                  <a:pt x="663184" y="0"/>
                </a:cubicBezTo>
                <a:cubicBezTo>
                  <a:pt x="1554340" y="0"/>
                  <a:pt x="2298805" y="628565"/>
                  <a:pt x="2477139" y="1466589"/>
                </a:cubicBezTo>
                <a:close/>
              </a:path>
            </a:pathLst>
          </a:custGeom>
          <a:solidFill>
            <a:srgbClr val="B898D0"/>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Freeform: Shape 31">
            <a:extLst>
              <a:ext uri="{FF2B5EF4-FFF2-40B4-BE49-F238E27FC236}">
                <a16:creationId xmlns:a16="http://schemas.microsoft.com/office/drawing/2014/main" id="{7DF2871F-BDFC-D4B6-3DA6-ABF1C570582C}"/>
              </a:ext>
            </a:extLst>
          </p:cNvPr>
          <p:cNvSpPr/>
          <p:nvPr/>
        </p:nvSpPr>
        <p:spPr>
          <a:xfrm>
            <a:off x="6336276" y="2960184"/>
            <a:ext cx="1614414" cy="2477186"/>
          </a:xfrm>
          <a:custGeom>
            <a:avLst/>
            <a:gdLst>
              <a:gd name="connsiteX0" fmla="*/ 1614368 w 1614414"/>
              <a:gd name="connsiteY0" fmla="*/ 663231 h 2477186"/>
              <a:gd name="connsiteX1" fmla="*/ 147731 w 1614414"/>
              <a:gd name="connsiteY1" fmla="*/ 2477187 h 2477186"/>
              <a:gd name="connsiteX2" fmla="*/ 422885 w 1614414"/>
              <a:gd name="connsiteY2" fmla="*/ 903483 h 2477186"/>
              <a:gd name="connsiteX3" fmla="*/ 464918 w 1614414"/>
              <a:gd name="connsiteY3" fmla="*/ 663184 h 2477186"/>
              <a:gd name="connsiteX4" fmla="*/ 0 w 1614414"/>
              <a:gd name="connsiteY4" fmla="*/ 0 h 2477186"/>
              <a:gd name="connsiteX5" fmla="*/ 1573704 w 1614414"/>
              <a:gd name="connsiteY5" fmla="*/ 275154 h 2477186"/>
              <a:gd name="connsiteX6" fmla="*/ 1614415 w 1614414"/>
              <a:gd name="connsiteY6" fmla="*/ 663184 h 247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14" h="2477186">
                <a:moveTo>
                  <a:pt x="1614368" y="663231"/>
                </a:moveTo>
                <a:cubicBezTo>
                  <a:pt x="1614368" y="1554387"/>
                  <a:pt x="985708" y="2298852"/>
                  <a:pt x="147731" y="2477187"/>
                </a:cubicBezTo>
                <a:lnTo>
                  <a:pt x="422885" y="903483"/>
                </a:lnTo>
                <a:cubicBezTo>
                  <a:pt x="450041" y="828531"/>
                  <a:pt x="464918" y="747629"/>
                  <a:pt x="464918" y="663184"/>
                </a:cubicBezTo>
                <a:cubicBezTo>
                  <a:pt x="464918" y="358087"/>
                  <a:pt x="271187" y="98188"/>
                  <a:pt x="0" y="0"/>
                </a:cubicBezTo>
                <a:lnTo>
                  <a:pt x="1573704" y="275154"/>
                </a:lnTo>
                <a:cubicBezTo>
                  <a:pt x="1600435" y="400309"/>
                  <a:pt x="1614415" y="530094"/>
                  <a:pt x="1614415" y="663184"/>
                </a:cubicBezTo>
                <a:close/>
              </a:path>
            </a:pathLst>
          </a:custGeom>
          <a:solidFill>
            <a:srgbClr val="9A8DC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Freeform: Shape 32">
            <a:extLst>
              <a:ext uri="{FF2B5EF4-FFF2-40B4-BE49-F238E27FC236}">
                <a16:creationId xmlns:a16="http://schemas.microsoft.com/office/drawing/2014/main" id="{34C2E5E2-A68F-F55D-44FC-040B94274715}"/>
              </a:ext>
            </a:extLst>
          </p:cNvPr>
          <p:cNvSpPr/>
          <p:nvPr/>
        </p:nvSpPr>
        <p:spPr>
          <a:xfrm>
            <a:off x="4282069" y="3863715"/>
            <a:ext cx="2477092" cy="1614414"/>
          </a:xfrm>
          <a:custGeom>
            <a:avLst/>
            <a:gdLst>
              <a:gd name="connsiteX0" fmla="*/ 2477092 w 2477092"/>
              <a:gd name="connsiteY0" fmla="*/ 0 h 1614414"/>
              <a:gd name="connsiteX1" fmla="*/ 2201939 w 2477092"/>
              <a:gd name="connsiteY1" fmla="*/ 1573704 h 1614414"/>
              <a:gd name="connsiteX2" fmla="*/ 1813908 w 2477092"/>
              <a:gd name="connsiteY2" fmla="*/ 1614415 h 1614414"/>
              <a:gd name="connsiteX3" fmla="*/ 0 w 2477092"/>
              <a:gd name="connsiteY3" fmla="*/ 147778 h 1614414"/>
              <a:gd name="connsiteX4" fmla="*/ 1573609 w 2477092"/>
              <a:gd name="connsiteY4" fmla="*/ 422932 h 1614414"/>
              <a:gd name="connsiteX5" fmla="*/ 1813908 w 2477092"/>
              <a:gd name="connsiteY5" fmla="*/ 464966 h 1614414"/>
              <a:gd name="connsiteX6" fmla="*/ 2477092 w 2477092"/>
              <a:gd name="connsiteY6" fmla="*/ 47 h 161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092" h="1614414">
                <a:moveTo>
                  <a:pt x="2477092" y="0"/>
                </a:moveTo>
                <a:lnTo>
                  <a:pt x="2201939" y="1573704"/>
                </a:lnTo>
                <a:cubicBezTo>
                  <a:pt x="2076783" y="1600435"/>
                  <a:pt x="1946999" y="1614415"/>
                  <a:pt x="1813908" y="1614415"/>
                </a:cubicBezTo>
                <a:cubicBezTo>
                  <a:pt x="922752" y="1614415"/>
                  <a:pt x="178382" y="985755"/>
                  <a:pt x="0" y="147778"/>
                </a:cubicBezTo>
                <a:lnTo>
                  <a:pt x="1573609" y="422932"/>
                </a:lnTo>
                <a:cubicBezTo>
                  <a:pt x="1648608" y="450183"/>
                  <a:pt x="1729558" y="464966"/>
                  <a:pt x="1813908" y="464966"/>
                </a:cubicBezTo>
                <a:cubicBezTo>
                  <a:pt x="2119005" y="464966"/>
                  <a:pt x="2378904" y="271186"/>
                  <a:pt x="2477092" y="47"/>
                </a:cubicBezTo>
                <a:close/>
              </a:path>
            </a:pathLst>
          </a:custGeom>
          <a:solidFill>
            <a:srgbClr val="7D95BE"/>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49A13500-C843-0188-FC8D-171CAE04F940}"/>
              </a:ext>
            </a:extLst>
          </p:cNvPr>
          <p:cNvSpPr/>
          <p:nvPr/>
        </p:nvSpPr>
        <p:spPr>
          <a:xfrm>
            <a:off x="4241310" y="1809507"/>
            <a:ext cx="1614367" cy="2477139"/>
          </a:xfrm>
          <a:custGeom>
            <a:avLst/>
            <a:gdLst>
              <a:gd name="connsiteX0" fmla="*/ 1614368 w 1614367"/>
              <a:gd name="connsiteY0" fmla="*/ 2477140 h 2477139"/>
              <a:gd name="connsiteX1" fmla="*/ 40711 w 1614367"/>
              <a:gd name="connsiteY1" fmla="*/ 2201986 h 2477139"/>
              <a:gd name="connsiteX2" fmla="*/ 0 w 1614367"/>
              <a:gd name="connsiteY2" fmla="*/ 1813956 h 2477139"/>
              <a:gd name="connsiteX3" fmla="*/ 1466589 w 1614367"/>
              <a:gd name="connsiteY3" fmla="*/ 0 h 2477139"/>
              <a:gd name="connsiteX4" fmla="*/ 1191436 w 1614367"/>
              <a:gd name="connsiteY4" fmla="*/ 1573609 h 2477139"/>
              <a:gd name="connsiteX5" fmla="*/ 1149402 w 1614367"/>
              <a:gd name="connsiteY5" fmla="*/ 1813908 h 2477139"/>
              <a:gd name="connsiteX6" fmla="*/ 1614321 w 1614367"/>
              <a:gd name="connsiteY6" fmla="*/ 2477092 h 247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367" h="2477139">
                <a:moveTo>
                  <a:pt x="1614368" y="2477140"/>
                </a:moveTo>
                <a:lnTo>
                  <a:pt x="40711" y="2201986"/>
                </a:lnTo>
                <a:cubicBezTo>
                  <a:pt x="13980" y="2076830"/>
                  <a:pt x="0" y="1947046"/>
                  <a:pt x="0" y="1813956"/>
                </a:cubicBezTo>
                <a:cubicBezTo>
                  <a:pt x="0" y="922752"/>
                  <a:pt x="628613" y="178382"/>
                  <a:pt x="1466589" y="0"/>
                </a:cubicBezTo>
                <a:lnTo>
                  <a:pt x="1191436" y="1573609"/>
                </a:lnTo>
                <a:cubicBezTo>
                  <a:pt x="1164279" y="1648561"/>
                  <a:pt x="1149402" y="1729464"/>
                  <a:pt x="1149402" y="1813908"/>
                </a:cubicBezTo>
                <a:cubicBezTo>
                  <a:pt x="1149402" y="2119005"/>
                  <a:pt x="1343134" y="2378904"/>
                  <a:pt x="1614321" y="2477092"/>
                </a:cubicBezTo>
                <a:close/>
              </a:path>
            </a:pathLst>
          </a:custGeom>
          <a:solidFill>
            <a:srgbClr val="60A6D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Freeform: Shape 44">
            <a:extLst>
              <a:ext uri="{FF2B5EF4-FFF2-40B4-BE49-F238E27FC236}">
                <a16:creationId xmlns:a16="http://schemas.microsoft.com/office/drawing/2014/main" id="{153467E0-4338-CCE6-6DA3-47DD60213980}"/>
              </a:ext>
            </a:extLst>
          </p:cNvPr>
          <p:cNvSpPr/>
          <p:nvPr/>
        </p:nvSpPr>
        <p:spPr>
          <a:xfrm>
            <a:off x="5431943" y="2959429"/>
            <a:ext cx="1328067" cy="1328067"/>
          </a:xfrm>
          <a:custGeom>
            <a:avLst/>
            <a:gdLst>
              <a:gd name="connsiteX0" fmla="*/ 1328068 w 1328067"/>
              <a:gd name="connsiteY0" fmla="*/ 664034 h 1328067"/>
              <a:gd name="connsiteX1" fmla="*/ 664034 w 1328067"/>
              <a:gd name="connsiteY1" fmla="*/ 1328068 h 1328067"/>
              <a:gd name="connsiteX2" fmla="*/ 0 w 1328067"/>
              <a:gd name="connsiteY2" fmla="*/ 664034 h 1328067"/>
              <a:gd name="connsiteX3" fmla="*/ 664034 w 1328067"/>
              <a:gd name="connsiteY3" fmla="*/ 0 h 1328067"/>
              <a:gd name="connsiteX4" fmla="*/ 1328068 w 1328067"/>
              <a:gd name="connsiteY4" fmla="*/ 664034 h 13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067" h="1328067">
                <a:moveTo>
                  <a:pt x="1328068" y="664034"/>
                </a:moveTo>
                <a:cubicBezTo>
                  <a:pt x="1328068" y="1030770"/>
                  <a:pt x="1030770" y="1328068"/>
                  <a:pt x="664034" y="1328068"/>
                </a:cubicBezTo>
                <a:cubicBezTo>
                  <a:pt x="297298" y="1328068"/>
                  <a:pt x="0" y="1030770"/>
                  <a:pt x="0" y="664034"/>
                </a:cubicBezTo>
                <a:cubicBezTo>
                  <a:pt x="0" y="297298"/>
                  <a:pt x="297298" y="0"/>
                  <a:pt x="664034" y="0"/>
                </a:cubicBezTo>
                <a:cubicBezTo>
                  <a:pt x="1030770" y="0"/>
                  <a:pt x="1328068" y="297298"/>
                  <a:pt x="1328068" y="664034"/>
                </a:cubicBezTo>
                <a:close/>
              </a:path>
            </a:pathLst>
          </a:custGeom>
          <a:solidFill>
            <a:srgbClr val="FFFFFF"/>
          </a:solidFill>
          <a:ln w="4716" cap="flat">
            <a:solidFill>
              <a:srgbClr val="B898D0"/>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cxnSp>
        <p:nvCxnSpPr>
          <p:cNvPr id="55" name="Straight Connector 54">
            <a:extLst>
              <a:ext uri="{FF2B5EF4-FFF2-40B4-BE49-F238E27FC236}">
                <a16:creationId xmlns:a16="http://schemas.microsoft.com/office/drawing/2014/main" id="{083ABCBF-40E7-5AB3-3457-DB176C889EDB}"/>
              </a:ext>
            </a:extLst>
          </p:cNvPr>
          <p:cNvCxnSpPr>
            <a:cxnSpLocks/>
          </p:cNvCxnSpPr>
          <p:nvPr/>
        </p:nvCxnSpPr>
        <p:spPr>
          <a:xfrm>
            <a:off x="7864686" y="3226055"/>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3E924AD9-F779-FEE9-E658-0519B78E65A8}"/>
              </a:ext>
            </a:extLst>
          </p:cNvPr>
          <p:cNvCxnSpPr>
            <a:cxnSpLocks/>
          </p:cNvCxnSpPr>
          <p:nvPr/>
        </p:nvCxnSpPr>
        <p:spPr>
          <a:xfrm flipH="1" flipV="1">
            <a:off x="240812" y="3294272"/>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9A3134B6-E8A2-5D06-DCB5-937375AE775F}"/>
              </a:ext>
            </a:extLst>
          </p:cNvPr>
          <p:cNvCxnSpPr>
            <a:cxnSpLocks/>
            <a:stCxn id="33" idx="1"/>
          </p:cNvCxnSpPr>
          <p:nvPr/>
        </p:nvCxnSpPr>
        <p:spPr>
          <a:xfrm flipH="1">
            <a:off x="6303433" y="5437419"/>
            <a:ext cx="180575" cy="98079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98645417-5CD9-31A1-842B-1FA2718FF856}"/>
              </a:ext>
            </a:extLst>
          </p:cNvPr>
          <p:cNvCxnSpPr>
            <a:cxnSpLocks/>
            <a:stCxn id="34" idx="3"/>
          </p:cNvCxnSpPr>
          <p:nvPr/>
        </p:nvCxnSpPr>
        <p:spPr>
          <a:xfrm flipV="1">
            <a:off x="5707899" y="827859"/>
            <a:ext cx="193557" cy="98164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3" name="TextBox 72">
            <a:extLst>
              <a:ext uri="{FF2B5EF4-FFF2-40B4-BE49-F238E27FC236}">
                <a16:creationId xmlns:a16="http://schemas.microsoft.com/office/drawing/2014/main" id="{D2D31660-5E3D-5B9A-7111-30A74AD6600C}"/>
              </a:ext>
            </a:extLst>
          </p:cNvPr>
          <p:cNvSpPr txBox="1"/>
          <p:nvPr/>
        </p:nvSpPr>
        <p:spPr>
          <a:xfrm>
            <a:off x="340461"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4" name="Rectangle: Rounded Corners 73">
            <a:extLst>
              <a:ext uri="{FF2B5EF4-FFF2-40B4-BE49-F238E27FC236}">
                <a16:creationId xmlns:a16="http://schemas.microsoft.com/office/drawing/2014/main" id="{21E8C74A-4FEC-DA42-AA23-B293518F7B95}"/>
              </a:ext>
            </a:extLst>
          </p:cNvPr>
          <p:cNvSpPr/>
          <p:nvPr/>
        </p:nvSpPr>
        <p:spPr>
          <a:xfrm>
            <a:off x="8136467" y="935722"/>
            <a:ext cx="3733800" cy="388737"/>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5" name="Rectangle: Rounded Corners 74">
            <a:extLst>
              <a:ext uri="{FF2B5EF4-FFF2-40B4-BE49-F238E27FC236}">
                <a16:creationId xmlns:a16="http://schemas.microsoft.com/office/drawing/2014/main" id="{5CC87095-27AA-0513-D0B0-2B32ABED674B}"/>
              </a:ext>
            </a:extLst>
          </p:cNvPr>
          <p:cNvSpPr/>
          <p:nvPr/>
        </p:nvSpPr>
        <p:spPr>
          <a:xfrm>
            <a:off x="8136467" y="4110722"/>
            <a:ext cx="3733800" cy="388737"/>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6" name="Rectangle: Rounded Corners 75">
            <a:extLst>
              <a:ext uri="{FF2B5EF4-FFF2-40B4-BE49-F238E27FC236}">
                <a16:creationId xmlns:a16="http://schemas.microsoft.com/office/drawing/2014/main" id="{1A7C5D2E-F40E-5138-0DF6-D0B7E033B801}"/>
              </a:ext>
            </a:extLst>
          </p:cNvPr>
          <p:cNvSpPr/>
          <p:nvPr/>
        </p:nvSpPr>
        <p:spPr>
          <a:xfrm>
            <a:off x="340461" y="4110722"/>
            <a:ext cx="3733800" cy="388737"/>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7" name="Rectangle: Rounded Corners 76">
            <a:extLst>
              <a:ext uri="{FF2B5EF4-FFF2-40B4-BE49-F238E27FC236}">
                <a16:creationId xmlns:a16="http://schemas.microsoft.com/office/drawing/2014/main" id="{C6F783CF-EA71-1EC4-6A5F-F7428945BE24}"/>
              </a:ext>
            </a:extLst>
          </p:cNvPr>
          <p:cNvSpPr/>
          <p:nvPr/>
        </p:nvSpPr>
        <p:spPr>
          <a:xfrm>
            <a:off x="340461" y="935722"/>
            <a:ext cx="3733800" cy="388737"/>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8" name="TextBox 77">
            <a:extLst>
              <a:ext uri="{FF2B5EF4-FFF2-40B4-BE49-F238E27FC236}">
                <a16:creationId xmlns:a16="http://schemas.microsoft.com/office/drawing/2014/main" id="{93BA4C66-CAD8-E856-46E9-4702F2BF2230}"/>
              </a:ext>
            </a:extLst>
          </p:cNvPr>
          <p:cNvSpPr txBox="1"/>
          <p:nvPr/>
        </p:nvSpPr>
        <p:spPr>
          <a:xfrm>
            <a:off x="8136467"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9" name="TextBox 78">
            <a:extLst>
              <a:ext uri="{FF2B5EF4-FFF2-40B4-BE49-F238E27FC236}">
                <a16:creationId xmlns:a16="http://schemas.microsoft.com/office/drawing/2014/main" id="{3CDB05F7-A290-F29B-0A13-99D91C337587}"/>
              </a:ext>
            </a:extLst>
          </p:cNvPr>
          <p:cNvSpPr txBox="1"/>
          <p:nvPr/>
        </p:nvSpPr>
        <p:spPr>
          <a:xfrm>
            <a:off x="340461"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81" name="TextBox 80">
            <a:extLst>
              <a:ext uri="{FF2B5EF4-FFF2-40B4-BE49-F238E27FC236}">
                <a16:creationId xmlns:a16="http://schemas.microsoft.com/office/drawing/2014/main" id="{EC353120-1BDC-8BBB-5D9A-EC05CC3BA849}"/>
              </a:ext>
            </a:extLst>
          </p:cNvPr>
          <p:cNvSpPr txBox="1"/>
          <p:nvPr/>
        </p:nvSpPr>
        <p:spPr>
          <a:xfrm>
            <a:off x="8136467"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3595947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06F5-1AF8-F6BB-540C-E4D4DCAC3DA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DE62B7E-8498-0BD0-A70E-1B937C982963}"/>
              </a:ext>
            </a:extLst>
          </p:cNvPr>
          <p:cNvSpPr>
            <a:spLocks noGrp="1"/>
          </p:cNvSpPr>
          <p:nvPr>
            <p:ph type="title"/>
          </p:nvPr>
        </p:nvSpPr>
        <p:spPr/>
        <p:txBody>
          <a:bodyPr/>
          <a:lstStyle/>
          <a:p>
            <a:r>
              <a:rPr lang="en-US" dirty="0"/>
              <a:t>Title</a:t>
            </a:r>
            <a:endParaRPr lang="en-IN" dirty="0"/>
          </a:p>
        </p:txBody>
      </p:sp>
      <p:sp>
        <p:nvSpPr>
          <p:cNvPr id="36" name="Freeform: Shape 35">
            <a:extLst>
              <a:ext uri="{FF2B5EF4-FFF2-40B4-BE49-F238E27FC236}">
                <a16:creationId xmlns:a16="http://schemas.microsoft.com/office/drawing/2014/main" id="{10A57B1C-AB6A-15FE-A845-DD5C4264E045}"/>
              </a:ext>
            </a:extLst>
          </p:cNvPr>
          <p:cNvSpPr/>
          <p:nvPr/>
        </p:nvSpPr>
        <p:spPr>
          <a:xfrm>
            <a:off x="7403971" y="3167333"/>
            <a:ext cx="2183469" cy="1890957"/>
          </a:xfrm>
          <a:custGeom>
            <a:avLst/>
            <a:gdLst>
              <a:gd name="connsiteX0" fmla="*/ 1637636 w 2183469"/>
              <a:gd name="connsiteY0" fmla="*/ 17 h 1890957"/>
              <a:gd name="connsiteX1" fmla="*/ 1263051 w 2183469"/>
              <a:gd name="connsiteY1" fmla="*/ 17 h 1890957"/>
              <a:gd name="connsiteX2" fmla="*/ 1241088 w 2183469"/>
              <a:gd name="connsiteY2" fmla="*/ 21980 h 1890957"/>
              <a:gd name="connsiteX3" fmla="*/ 1263051 w 2183469"/>
              <a:gd name="connsiteY3" fmla="*/ 43943 h 1890957"/>
              <a:gd name="connsiteX4" fmla="*/ 1612277 w 2183469"/>
              <a:gd name="connsiteY4" fmla="*/ 43943 h 1890957"/>
              <a:gd name="connsiteX5" fmla="*/ 2132786 w 2183469"/>
              <a:gd name="connsiteY5" fmla="*/ 945512 h 1890957"/>
              <a:gd name="connsiteX6" fmla="*/ 1612277 w 2183469"/>
              <a:gd name="connsiteY6" fmla="*/ 1847064 h 1890957"/>
              <a:gd name="connsiteX7" fmla="*/ 571243 w 2183469"/>
              <a:gd name="connsiteY7" fmla="*/ 1847064 h 1890957"/>
              <a:gd name="connsiteX8" fmla="*/ 50718 w 2183469"/>
              <a:gd name="connsiteY8" fmla="*/ 945512 h 1890957"/>
              <a:gd name="connsiteX9" fmla="*/ 505121 w 2183469"/>
              <a:gd name="connsiteY9" fmla="*/ 158447 h 1890957"/>
              <a:gd name="connsiteX10" fmla="*/ 497088 w 2183469"/>
              <a:gd name="connsiteY10" fmla="*/ 128450 h 1890957"/>
              <a:gd name="connsiteX11" fmla="*/ 467091 w 2183469"/>
              <a:gd name="connsiteY11" fmla="*/ 136483 h 1890957"/>
              <a:gd name="connsiteX12" fmla="*/ 0 w 2183469"/>
              <a:gd name="connsiteY12" fmla="*/ 945495 h 1890957"/>
              <a:gd name="connsiteX13" fmla="*/ 545868 w 2183469"/>
              <a:gd name="connsiteY13" fmla="*/ 1890958 h 1890957"/>
              <a:gd name="connsiteX14" fmla="*/ 1637619 w 2183469"/>
              <a:gd name="connsiteY14" fmla="*/ 1890958 h 1890957"/>
              <a:gd name="connsiteX15" fmla="*/ 2183470 w 2183469"/>
              <a:gd name="connsiteY15" fmla="*/ 945495 h 1890957"/>
              <a:gd name="connsiteX16" fmla="*/ 1637619 w 2183469"/>
              <a:gd name="connsiteY16" fmla="*/ 0 h 189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3469" h="1890957">
                <a:moveTo>
                  <a:pt x="1637636" y="17"/>
                </a:moveTo>
                <a:lnTo>
                  <a:pt x="1263051" y="17"/>
                </a:lnTo>
                <a:cubicBezTo>
                  <a:pt x="1250927" y="17"/>
                  <a:pt x="1241088" y="9855"/>
                  <a:pt x="1241088" y="21980"/>
                </a:cubicBezTo>
                <a:cubicBezTo>
                  <a:pt x="1241088" y="34104"/>
                  <a:pt x="1250927" y="43943"/>
                  <a:pt x="1263051" y="43943"/>
                </a:cubicBezTo>
                <a:lnTo>
                  <a:pt x="1612277" y="43943"/>
                </a:lnTo>
                <a:lnTo>
                  <a:pt x="2132786" y="945512"/>
                </a:lnTo>
                <a:lnTo>
                  <a:pt x="1612277" y="1847064"/>
                </a:lnTo>
                <a:lnTo>
                  <a:pt x="571243" y="1847064"/>
                </a:lnTo>
                <a:lnTo>
                  <a:pt x="50718" y="945512"/>
                </a:lnTo>
                <a:lnTo>
                  <a:pt x="505121" y="158447"/>
                </a:lnTo>
                <a:cubicBezTo>
                  <a:pt x="511184" y="147945"/>
                  <a:pt x="507589" y="134512"/>
                  <a:pt x="497088" y="128450"/>
                </a:cubicBezTo>
                <a:cubicBezTo>
                  <a:pt x="486587" y="122388"/>
                  <a:pt x="473154" y="125982"/>
                  <a:pt x="467091" y="136483"/>
                </a:cubicBezTo>
                <a:lnTo>
                  <a:pt x="0" y="945495"/>
                </a:lnTo>
                <a:lnTo>
                  <a:pt x="545868" y="1890958"/>
                </a:lnTo>
                <a:lnTo>
                  <a:pt x="1637619" y="1890958"/>
                </a:lnTo>
                <a:lnTo>
                  <a:pt x="2183470" y="945495"/>
                </a:lnTo>
                <a:lnTo>
                  <a:pt x="1637619" y="0"/>
                </a:lnTo>
                <a:close/>
              </a:path>
            </a:pathLst>
          </a:custGeom>
          <a:solidFill>
            <a:srgbClr val="60A6D8"/>
          </a:solidFill>
          <a:ln w="1654"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62D155F-D413-1039-8FA6-A48F506658B4}"/>
              </a:ext>
            </a:extLst>
          </p:cNvPr>
          <p:cNvSpPr/>
          <p:nvPr/>
        </p:nvSpPr>
        <p:spPr>
          <a:xfrm>
            <a:off x="2605238" y="2243834"/>
            <a:ext cx="2183502" cy="2409826"/>
          </a:xfrm>
          <a:custGeom>
            <a:avLst/>
            <a:gdLst>
              <a:gd name="connsiteX0" fmla="*/ 1891538 w 2183502"/>
              <a:gd name="connsiteY0" fmla="*/ 2251695 h 2409826"/>
              <a:gd name="connsiteX1" fmla="*/ 1872589 w 2183502"/>
              <a:gd name="connsiteY1" fmla="*/ 2254014 h 2409826"/>
              <a:gd name="connsiteX2" fmla="*/ 1650306 w 2183502"/>
              <a:gd name="connsiteY2" fmla="*/ 1868995 h 2409826"/>
              <a:gd name="connsiteX3" fmla="*/ 1913733 w 2183502"/>
              <a:gd name="connsiteY3" fmla="*/ 1412719 h 2409826"/>
              <a:gd name="connsiteX4" fmla="*/ 2183503 w 2183502"/>
              <a:gd name="connsiteY4" fmla="*/ 945462 h 2409826"/>
              <a:gd name="connsiteX5" fmla="*/ 1637602 w 2183502"/>
              <a:gd name="connsiteY5" fmla="*/ 0 h 2409826"/>
              <a:gd name="connsiteX6" fmla="*/ 545851 w 2183502"/>
              <a:gd name="connsiteY6" fmla="*/ 0 h 2409826"/>
              <a:gd name="connsiteX7" fmla="*/ 0 w 2183502"/>
              <a:gd name="connsiteY7" fmla="*/ 945462 h 2409826"/>
              <a:gd name="connsiteX8" fmla="*/ 545851 w 2183502"/>
              <a:gd name="connsiteY8" fmla="*/ 1890958 h 2409826"/>
              <a:gd name="connsiteX9" fmla="*/ 1497127 w 2183502"/>
              <a:gd name="connsiteY9" fmla="*/ 1890958 h 2409826"/>
              <a:gd name="connsiteX10" fmla="*/ 1519090 w 2183502"/>
              <a:gd name="connsiteY10" fmla="*/ 1868995 h 2409826"/>
              <a:gd name="connsiteX11" fmla="*/ 1497127 w 2183502"/>
              <a:gd name="connsiteY11" fmla="*/ 1847031 h 2409826"/>
              <a:gd name="connsiteX12" fmla="*/ 571210 w 2183502"/>
              <a:gd name="connsiteY12" fmla="*/ 1847031 h 2409826"/>
              <a:gd name="connsiteX13" fmla="*/ 50718 w 2183502"/>
              <a:gd name="connsiteY13" fmla="*/ 945462 h 2409826"/>
              <a:gd name="connsiteX14" fmla="*/ 571210 w 2183502"/>
              <a:gd name="connsiteY14" fmla="*/ 43926 h 2409826"/>
              <a:gd name="connsiteX15" fmla="*/ 1612243 w 2183502"/>
              <a:gd name="connsiteY15" fmla="*/ 43926 h 2409826"/>
              <a:gd name="connsiteX16" fmla="*/ 2132769 w 2183502"/>
              <a:gd name="connsiteY16" fmla="*/ 945479 h 2409826"/>
              <a:gd name="connsiteX17" fmla="*/ 1986579 w 2183502"/>
              <a:gd name="connsiteY17" fmla="*/ 1198685 h 2409826"/>
              <a:gd name="connsiteX18" fmla="*/ 1599572 w 2183502"/>
              <a:gd name="connsiteY18" fmla="*/ 1869011 h 2409826"/>
              <a:gd name="connsiteX19" fmla="*/ 1834576 w 2183502"/>
              <a:gd name="connsiteY19" fmla="*/ 2276026 h 2409826"/>
              <a:gd name="connsiteX20" fmla="*/ 1812480 w 2183502"/>
              <a:gd name="connsiteY20" fmla="*/ 2330769 h 2409826"/>
              <a:gd name="connsiteX21" fmla="*/ 1891538 w 2183502"/>
              <a:gd name="connsiteY21" fmla="*/ 2409827 h 2409826"/>
              <a:gd name="connsiteX22" fmla="*/ 1970595 w 2183502"/>
              <a:gd name="connsiteY22" fmla="*/ 2330769 h 2409826"/>
              <a:gd name="connsiteX23" fmla="*/ 1891538 w 2183502"/>
              <a:gd name="connsiteY23" fmla="*/ 2251711 h 2409826"/>
              <a:gd name="connsiteX24" fmla="*/ 1891538 w 2183502"/>
              <a:gd name="connsiteY24" fmla="*/ 2365884 h 2409826"/>
              <a:gd name="connsiteX25" fmla="*/ 1856406 w 2183502"/>
              <a:gd name="connsiteY25" fmla="*/ 2330752 h 2409826"/>
              <a:gd name="connsiteX26" fmla="*/ 1891538 w 2183502"/>
              <a:gd name="connsiteY26" fmla="*/ 2295621 h 2409826"/>
              <a:gd name="connsiteX27" fmla="*/ 1926669 w 2183502"/>
              <a:gd name="connsiteY27" fmla="*/ 2330752 h 2409826"/>
              <a:gd name="connsiteX28" fmla="*/ 1891538 w 2183502"/>
              <a:gd name="connsiteY28" fmla="*/ 2365884 h 240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3502" h="2409826">
                <a:moveTo>
                  <a:pt x="1891538" y="2251695"/>
                </a:moveTo>
                <a:cubicBezTo>
                  <a:pt x="1885012" y="2251695"/>
                  <a:pt x="1878651" y="2252506"/>
                  <a:pt x="1872589" y="2254014"/>
                </a:cubicBezTo>
                <a:lnTo>
                  <a:pt x="1650306" y="1868995"/>
                </a:lnTo>
                <a:lnTo>
                  <a:pt x="1913733" y="1412719"/>
                </a:lnTo>
                <a:lnTo>
                  <a:pt x="2183503" y="945462"/>
                </a:lnTo>
                <a:lnTo>
                  <a:pt x="1637602" y="0"/>
                </a:lnTo>
                <a:lnTo>
                  <a:pt x="545851" y="0"/>
                </a:lnTo>
                <a:lnTo>
                  <a:pt x="0" y="945462"/>
                </a:lnTo>
                <a:lnTo>
                  <a:pt x="545851" y="1890958"/>
                </a:lnTo>
                <a:lnTo>
                  <a:pt x="1497127" y="1890958"/>
                </a:lnTo>
                <a:cubicBezTo>
                  <a:pt x="1509252" y="1890958"/>
                  <a:pt x="1519090" y="1881119"/>
                  <a:pt x="1519090" y="1868995"/>
                </a:cubicBezTo>
                <a:cubicBezTo>
                  <a:pt x="1519090" y="1856870"/>
                  <a:pt x="1509252" y="1847031"/>
                  <a:pt x="1497127" y="1847031"/>
                </a:cubicBezTo>
                <a:lnTo>
                  <a:pt x="571210" y="1847031"/>
                </a:lnTo>
                <a:lnTo>
                  <a:pt x="50718" y="945462"/>
                </a:lnTo>
                <a:lnTo>
                  <a:pt x="571210" y="43926"/>
                </a:lnTo>
                <a:lnTo>
                  <a:pt x="1612243" y="43926"/>
                </a:lnTo>
                <a:lnTo>
                  <a:pt x="2132769" y="945479"/>
                </a:lnTo>
                <a:lnTo>
                  <a:pt x="1986579" y="1198685"/>
                </a:lnTo>
                <a:lnTo>
                  <a:pt x="1599572" y="1869011"/>
                </a:lnTo>
                <a:lnTo>
                  <a:pt x="1834576" y="2276026"/>
                </a:lnTo>
                <a:cubicBezTo>
                  <a:pt x="1820911" y="2290238"/>
                  <a:pt x="1812480" y="2309534"/>
                  <a:pt x="1812480" y="2330769"/>
                </a:cubicBezTo>
                <a:cubicBezTo>
                  <a:pt x="1812480" y="2374364"/>
                  <a:pt x="1847942" y="2409827"/>
                  <a:pt x="1891538" y="2409827"/>
                </a:cubicBezTo>
                <a:cubicBezTo>
                  <a:pt x="1935133" y="2409827"/>
                  <a:pt x="1970595" y="2374364"/>
                  <a:pt x="1970595" y="2330769"/>
                </a:cubicBezTo>
                <a:cubicBezTo>
                  <a:pt x="1970595" y="2287174"/>
                  <a:pt x="1935133" y="2251711"/>
                  <a:pt x="1891538" y="2251711"/>
                </a:cubicBezTo>
                <a:close/>
                <a:moveTo>
                  <a:pt x="1891538" y="2365884"/>
                </a:moveTo>
                <a:cubicBezTo>
                  <a:pt x="1872158" y="2365884"/>
                  <a:pt x="1856406" y="2350115"/>
                  <a:pt x="1856406" y="2330752"/>
                </a:cubicBezTo>
                <a:cubicBezTo>
                  <a:pt x="1856406" y="2311390"/>
                  <a:pt x="1872175" y="2295621"/>
                  <a:pt x="1891538" y="2295621"/>
                </a:cubicBezTo>
                <a:cubicBezTo>
                  <a:pt x="1910900" y="2295621"/>
                  <a:pt x="1926669" y="2311390"/>
                  <a:pt x="1926669" y="2330752"/>
                </a:cubicBezTo>
                <a:cubicBezTo>
                  <a:pt x="1926669" y="2350115"/>
                  <a:pt x="1910900" y="2365884"/>
                  <a:pt x="1891538" y="2365884"/>
                </a:cubicBezTo>
                <a:close/>
              </a:path>
            </a:pathLst>
          </a:custGeom>
          <a:solidFill>
            <a:srgbClr val="B898D0"/>
          </a:solidFill>
          <a:ln w="1654" cap="flat">
            <a:noFill/>
            <a:prstDash val="solid"/>
            <a:miter/>
          </a:ln>
        </p:spPr>
        <p:txBody>
          <a:bodyPr rtlCol="0" anchor="ctr"/>
          <a:lstStyle/>
          <a:p>
            <a:endParaRPr lang="en-IN"/>
          </a:p>
        </p:txBody>
      </p:sp>
      <p:grpSp>
        <p:nvGrpSpPr>
          <p:cNvPr id="38" name="Graphic 26">
            <a:extLst>
              <a:ext uri="{FF2B5EF4-FFF2-40B4-BE49-F238E27FC236}">
                <a16:creationId xmlns:a16="http://schemas.microsoft.com/office/drawing/2014/main" id="{DAB258B0-B2CE-B702-7F90-2507FD269B96}"/>
              </a:ext>
            </a:extLst>
          </p:cNvPr>
          <p:cNvGrpSpPr/>
          <p:nvPr/>
        </p:nvGrpSpPr>
        <p:grpSpPr>
          <a:xfrm>
            <a:off x="4547280" y="3167333"/>
            <a:ext cx="2427928" cy="1890974"/>
            <a:chOff x="4547280" y="3167333"/>
            <a:chExt cx="2427928" cy="1890974"/>
          </a:xfrm>
          <a:solidFill>
            <a:srgbClr val="60A6D8"/>
          </a:solidFill>
        </p:grpSpPr>
        <p:sp>
          <p:nvSpPr>
            <p:cNvPr id="39" name="Freeform: Shape 38">
              <a:extLst>
                <a:ext uri="{FF2B5EF4-FFF2-40B4-BE49-F238E27FC236}">
                  <a16:creationId xmlns:a16="http://schemas.microsoft.com/office/drawing/2014/main" id="{A6BB17FA-EC03-5C18-F849-E2EE1E1ECF9E}"/>
                </a:ext>
              </a:extLst>
            </p:cNvPr>
            <p:cNvSpPr/>
            <p:nvPr/>
          </p:nvSpPr>
          <p:spPr>
            <a:xfrm>
              <a:off x="4869189" y="3167333"/>
              <a:ext cx="854760" cy="43926"/>
            </a:xfrm>
            <a:custGeom>
              <a:avLst/>
              <a:gdLst>
                <a:gd name="connsiteX0" fmla="*/ 21963 w 854760"/>
                <a:gd name="connsiteY0" fmla="*/ 43926 h 43926"/>
                <a:gd name="connsiteX1" fmla="*/ 832797 w 854760"/>
                <a:gd name="connsiteY1" fmla="*/ 43926 h 43926"/>
                <a:gd name="connsiteX2" fmla="*/ 854761 w 854760"/>
                <a:gd name="connsiteY2" fmla="*/ 21963 h 43926"/>
                <a:gd name="connsiteX3" fmla="*/ 832797 w 854760"/>
                <a:gd name="connsiteY3" fmla="*/ 0 h 43926"/>
                <a:gd name="connsiteX4" fmla="*/ 21963 w 854760"/>
                <a:gd name="connsiteY4" fmla="*/ 0 h 43926"/>
                <a:gd name="connsiteX5" fmla="*/ 0 w 854760"/>
                <a:gd name="connsiteY5" fmla="*/ 21963 h 43926"/>
                <a:gd name="connsiteX6" fmla="*/ 21963 w 854760"/>
                <a:gd name="connsiteY6" fmla="*/ 43926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760" h="43926">
                  <a:moveTo>
                    <a:pt x="21963" y="43926"/>
                  </a:moveTo>
                  <a:lnTo>
                    <a:pt x="832797" y="43926"/>
                  </a:lnTo>
                  <a:cubicBezTo>
                    <a:pt x="844922" y="43926"/>
                    <a:pt x="854761" y="34088"/>
                    <a:pt x="854761" y="21963"/>
                  </a:cubicBezTo>
                  <a:cubicBezTo>
                    <a:pt x="854761" y="9839"/>
                    <a:pt x="844922" y="0"/>
                    <a:pt x="832797" y="0"/>
                  </a:cubicBezTo>
                  <a:lnTo>
                    <a:pt x="21963" y="0"/>
                  </a:lnTo>
                  <a:cubicBezTo>
                    <a:pt x="9839" y="0"/>
                    <a:pt x="0" y="9839"/>
                    <a:pt x="0" y="21963"/>
                  </a:cubicBezTo>
                  <a:cubicBezTo>
                    <a:pt x="0" y="34088"/>
                    <a:pt x="9839" y="43926"/>
                    <a:pt x="21963" y="43926"/>
                  </a:cubicBezTo>
                  <a:close/>
                </a:path>
              </a:pathLst>
            </a:custGeom>
            <a:grpFill/>
            <a:ln w="165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7253958-16E3-A0F9-7AD4-FCE6DBC193D5}"/>
                </a:ext>
              </a:extLst>
            </p:cNvPr>
            <p:cNvSpPr/>
            <p:nvPr/>
          </p:nvSpPr>
          <p:spPr>
            <a:xfrm>
              <a:off x="4547280" y="4033770"/>
              <a:ext cx="2427928" cy="1024536"/>
            </a:xfrm>
            <a:custGeom>
              <a:avLst/>
              <a:gdLst>
                <a:gd name="connsiteX0" fmla="*/ 2348870 w 2427928"/>
                <a:gd name="connsiteY0" fmla="*/ 0 h 1024536"/>
                <a:gd name="connsiteX1" fmla="*/ 2272943 w 2427928"/>
                <a:gd name="connsiteY1" fmla="*/ 57094 h 1024536"/>
                <a:gd name="connsiteX2" fmla="*/ 1803003 w 2427928"/>
                <a:gd name="connsiteY2" fmla="*/ 57094 h 1024536"/>
                <a:gd name="connsiteX3" fmla="*/ 1724210 w 2427928"/>
                <a:gd name="connsiteY3" fmla="*/ 193561 h 1024536"/>
                <a:gd name="connsiteX4" fmla="*/ 1269807 w 2427928"/>
                <a:gd name="connsiteY4" fmla="*/ 980610 h 1024536"/>
                <a:gd name="connsiteX5" fmla="*/ 228773 w 2427928"/>
                <a:gd name="connsiteY5" fmla="*/ 980610 h 1024536"/>
                <a:gd name="connsiteX6" fmla="*/ 40975 w 2427928"/>
                <a:gd name="connsiteY6" fmla="*/ 655336 h 1024536"/>
                <a:gd name="connsiteX7" fmla="*/ 10979 w 2427928"/>
                <a:gd name="connsiteY7" fmla="*/ 647302 h 1024536"/>
                <a:gd name="connsiteX8" fmla="*/ 2946 w 2427928"/>
                <a:gd name="connsiteY8" fmla="*/ 677299 h 1024536"/>
                <a:gd name="connsiteX9" fmla="*/ 203414 w 2427928"/>
                <a:gd name="connsiteY9" fmla="*/ 1024536 h 1024536"/>
                <a:gd name="connsiteX10" fmla="*/ 1295165 w 2427928"/>
                <a:gd name="connsiteY10" fmla="*/ 1024536 h 1024536"/>
                <a:gd name="connsiteX11" fmla="*/ 1762257 w 2427928"/>
                <a:gd name="connsiteY11" fmla="*/ 215541 h 1024536"/>
                <a:gd name="connsiteX12" fmla="*/ 1828362 w 2427928"/>
                <a:gd name="connsiteY12" fmla="*/ 101037 h 1024536"/>
                <a:gd name="connsiteX13" fmla="*/ 2272943 w 2427928"/>
                <a:gd name="connsiteY13" fmla="*/ 101037 h 1024536"/>
                <a:gd name="connsiteX14" fmla="*/ 2348870 w 2427928"/>
                <a:gd name="connsiteY14" fmla="*/ 158132 h 1024536"/>
                <a:gd name="connsiteX15" fmla="*/ 2427928 w 2427928"/>
                <a:gd name="connsiteY15" fmla="*/ 79074 h 1024536"/>
                <a:gd name="connsiteX16" fmla="*/ 2348870 w 2427928"/>
                <a:gd name="connsiteY16" fmla="*/ 17 h 1024536"/>
                <a:gd name="connsiteX17" fmla="*/ 2348870 w 2427928"/>
                <a:gd name="connsiteY17" fmla="*/ 114189 h 1024536"/>
                <a:gd name="connsiteX18" fmla="*/ 2313739 w 2427928"/>
                <a:gd name="connsiteY18" fmla="*/ 79074 h 1024536"/>
                <a:gd name="connsiteX19" fmla="*/ 2313739 w 2427928"/>
                <a:gd name="connsiteY19" fmla="*/ 79074 h 1024536"/>
                <a:gd name="connsiteX20" fmla="*/ 2313739 w 2427928"/>
                <a:gd name="connsiteY20" fmla="*/ 79058 h 1024536"/>
                <a:gd name="connsiteX21" fmla="*/ 2348870 w 2427928"/>
                <a:gd name="connsiteY21" fmla="*/ 43943 h 1024536"/>
                <a:gd name="connsiteX22" fmla="*/ 2384002 w 2427928"/>
                <a:gd name="connsiteY22" fmla="*/ 79074 h 1024536"/>
                <a:gd name="connsiteX23" fmla="*/ 2348870 w 2427928"/>
                <a:gd name="connsiteY23" fmla="*/ 114205 h 102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27928" h="1024536">
                  <a:moveTo>
                    <a:pt x="2348870" y="0"/>
                  </a:moveTo>
                  <a:cubicBezTo>
                    <a:pt x="2312895" y="0"/>
                    <a:pt x="2282484" y="24166"/>
                    <a:pt x="2272943" y="57094"/>
                  </a:cubicBezTo>
                  <a:lnTo>
                    <a:pt x="1803003" y="57094"/>
                  </a:lnTo>
                  <a:lnTo>
                    <a:pt x="1724210" y="193561"/>
                  </a:lnTo>
                  <a:lnTo>
                    <a:pt x="1269807" y="980610"/>
                  </a:lnTo>
                  <a:lnTo>
                    <a:pt x="228773" y="980610"/>
                  </a:lnTo>
                  <a:lnTo>
                    <a:pt x="40975" y="655336"/>
                  </a:lnTo>
                  <a:cubicBezTo>
                    <a:pt x="34913" y="644834"/>
                    <a:pt x="21480" y="641224"/>
                    <a:pt x="10979" y="647302"/>
                  </a:cubicBezTo>
                  <a:cubicBezTo>
                    <a:pt x="478" y="653365"/>
                    <a:pt x="-3117" y="666798"/>
                    <a:pt x="2946" y="677299"/>
                  </a:cubicBezTo>
                  <a:lnTo>
                    <a:pt x="203414" y="1024536"/>
                  </a:lnTo>
                  <a:lnTo>
                    <a:pt x="1295165" y="1024536"/>
                  </a:lnTo>
                  <a:lnTo>
                    <a:pt x="1762257" y="215541"/>
                  </a:lnTo>
                  <a:lnTo>
                    <a:pt x="1828362" y="101037"/>
                  </a:lnTo>
                  <a:lnTo>
                    <a:pt x="2272943" y="101037"/>
                  </a:lnTo>
                  <a:cubicBezTo>
                    <a:pt x="2282484" y="133982"/>
                    <a:pt x="2312895" y="158132"/>
                    <a:pt x="2348870" y="158132"/>
                  </a:cubicBezTo>
                  <a:cubicBezTo>
                    <a:pt x="2392465" y="158132"/>
                    <a:pt x="2427928" y="122669"/>
                    <a:pt x="2427928" y="79074"/>
                  </a:cubicBezTo>
                  <a:cubicBezTo>
                    <a:pt x="2427928" y="35479"/>
                    <a:pt x="2392465" y="17"/>
                    <a:pt x="2348870" y="17"/>
                  </a:cubicBezTo>
                  <a:close/>
                  <a:moveTo>
                    <a:pt x="2348870" y="114189"/>
                  </a:moveTo>
                  <a:cubicBezTo>
                    <a:pt x="2329507" y="114189"/>
                    <a:pt x="2313739" y="98437"/>
                    <a:pt x="2313739" y="79074"/>
                  </a:cubicBezTo>
                  <a:cubicBezTo>
                    <a:pt x="2313739" y="79074"/>
                    <a:pt x="2313739" y="79074"/>
                    <a:pt x="2313739" y="79074"/>
                  </a:cubicBezTo>
                  <a:cubicBezTo>
                    <a:pt x="2313739" y="79074"/>
                    <a:pt x="2313739" y="79074"/>
                    <a:pt x="2313739" y="79058"/>
                  </a:cubicBezTo>
                  <a:cubicBezTo>
                    <a:pt x="2313739" y="59695"/>
                    <a:pt x="2329507" y="43943"/>
                    <a:pt x="2348870" y="43943"/>
                  </a:cubicBezTo>
                  <a:cubicBezTo>
                    <a:pt x="2368233" y="43943"/>
                    <a:pt x="2384002" y="59711"/>
                    <a:pt x="2384002" y="79074"/>
                  </a:cubicBezTo>
                  <a:cubicBezTo>
                    <a:pt x="2384002" y="98437"/>
                    <a:pt x="2368233" y="114205"/>
                    <a:pt x="2348870" y="114205"/>
                  </a:cubicBezTo>
                  <a:close/>
                </a:path>
              </a:pathLst>
            </a:custGeom>
            <a:grpFill/>
            <a:ln w="1654" cap="flat">
              <a:noFill/>
              <a:prstDash val="solid"/>
              <a:miter/>
            </a:ln>
          </p:spPr>
          <p:txBody>
            <a:bodyPr rtlCol="0" anchor="ctr"/>
            <a:lstStyle/>
            <a:p>
              <a:endParaRPr lang="en-IN"/>
            </a:p>
          </p:txBody>
        </p:sp>
      </p:grpSp>
      <p:grpSp>
        <p:nvGrpSpPr>
          <p:cNvPr id="41" name="Graphic 26">
            <a:extLst>
              <a:ext uri="{FF2B5EF4-FFF2-40B4-BE49-F238E27FC236}">
                <a16:creationId xmlns:a16="http://schemas.microsoft.com/office/drawing/2014/main" id="{4CA81804-9A9D-03B0-AF73-1C8D6D57005E}"/>
              </a:ext>
            </a:extLst>
          </p:cNvPr>
          <p:cNvGrpSpPr/>
          <p:nvPr/>
        </p:nvGrpSpPr>
        <p:grpSpPr>
          <a:xfrm>
            <a:off x="5804399" y="2243834"/>
            <a:ext cx="2770381" cy="1890957"/>
            <a:chOff x="5804399" y="2243834"/>
            <a:chExt cx="2770381" cy="1890957"/>
          </a:xfrm>
          <a:solidFill>
            <a:srgbClr val="B898D0"/>
          </a:solidFill>
        </p:grpSpPr>
        <p:sp>
          <p:nvSpPr>
            <p:cNvPr id="42" name="Freeform: Shape 41">
              <a:extLst>
                <a:ext uri="{FF2B5EF4-FFF2-40B4-BE49-F238E27FC236}">
                  <a16:creationId xmlns:a16="http://schemas.microsoft.com/office/drawing/2014/main" id="{92754D6C-EA73-72D1-CC8D-C65F7B8B2614}"/>
                </a:ext>
              </a:extLst>
            </p:cNvPr>
            <p:cNvSpPr/>
            <p:nvPr/>
          </p:nvSpPr>
          <p:spPr>
            <a:xfrm>
              <a:off x="7045487" y="4090865"/>
              <a:ext cx="278035" cy="43926"/>
            </a:xfrm>
            <a:custGeom>
              <a:avLst/>
              <a:gdLst>
                <a:gd name="connsiteX0" fmla="*/ 256072 w 278035"/>
                <a:gd name="connsiteY0" fmla="*/ 0 h 43926"/>
                <a:gd name="connsiteX1" fmla="*/ 21963 w 278035"/>
                <a:gd name="connsiteY1" fmla="*/ 0 h 43926"/>
                <a:gd name="connsiteX2" fmla="*/ 0 w 278035"/>
                <a:gd name="connsiteY2" fmla="*/ 21963 h 43926"/>
                <a:gd name="connsiteX3" fmla="*/ 21963 w 278035"/>
                <a:gd name="connsiteY3" fmla="*/ 43926 h 43926"/>
                <a:gd name="connsiteX4" fmla="*/ 256072 w 278035"/>
                <a:gd name="connsiteY4" fmla="*/ 43926 h 43926"/>
                <a:gd name="connsiteX5" fmla="*/ 278035 w 278035"/>
                <a:gd name="connsiteY5" fmla="*/ 21963 h 43926"/>
                <a:gd name="connsiteX6" fmla="*/ 256072 w 278035"/>
                <a:gd name="connsiteY6" fmla="*/ 0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8035" h="43926">
                  <a:moveTo>
                    <a:pt x="256072" y="0"/>
                  </a:moveTo>
                  <a:lnTo>
                    <a:pt x="21963" y="0"/>
                  </a:lnTo>
                  <a:cubicBezTo>
                    <a:pt x="9839" y="0"/>
                    <a:pt x="0" y="9839"/>
                    <a:pt x="0" y="21963"/>
                  </a:cubicBezTo>
                  <a:cubicBezTo>
                    <a:pt x="0" y="34088"/>
                    <a:pt x="9839" y="43926"/>
                    <a:pt x="21963" y="43926"/>
                  </a:cubicBezTo>
                  <a:lnTo>
                    <a:pt x="256072" y="43926"/>
                  </a:lnTo>
                  <a:cubicBezTo>
                    <a:pt x="268196" y="43926"/>
                    <a:pt x="278035" y="34088"/>
                    <a:pt x="278035" y="21963"/>
                  </a:cubicBezTo>
                  <a:cubicBezTo>
                    <a:pt x="278035" y="9839"/>
                    <a:pt x="268196" y="0"/>
                    <a:pt x="256072" y="0"/>
                  </a:cubicBezTo>
                  <a:close/>
                </a:path>
              </a:pathLst>
            </a:custGeom>
            <a:grpFill/>
            <a:ln w="165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04D7DE0-CF8C-C2DB-B536-61A6415B0B47}"/>
                </a:ext>
              </a:extLst>
            </p:cNvPr>
            <p:cNvSpPr/>
            <p:nvPr/>
          </p:nvSpPr>
          <p:spPr>
            <a:xfrm>
              <a:off x="5804399" y="2243834"/>
              <a:ext cx="2770381" cy="1752420"/>
            </a:xfrm>
            <a:custGeom>
              <a:avLst/>
              <a:gdLst>
                <a:gd name="connsiteX0" fmla="*/ 2691324 w 2770381"/>
                <a:gd name="connsiteY0" fmla="*/ 866421 h 1752420"/>
                <a:gd name="connsiteX1" fmla="*/ 2615397 w 2770381"/>
                <a:gd name="connsiteY1" fmla="*/ 923516 h 1752420"/>
                <a:gd name="connsiteX2" fmla="*/ 2170815 w 2770381"/>
                <a:gd name="connsiteY2" fmla="*/ 923516 h 1752420"/>
                <a:gd name="connsiteX3" fmla="*/ 1637619 w 2770381"/>
                <a:gd name="connsiteY3" fmla="*/ 0 h 1752420"/>
                <a:gd name="connsiteX4" fmla="*/ 545868 w 2770381"/>
                <a:gd name="connsiteY4" fmla="*/ 0 h 1752420"/>
                <a:gd name="connsiteX5" fmla="*/ 0 w 2770381"/>
                <a:gd name="connsiteY5" fmla="*/ 945462 h 1752420"/>
                <a:gd name="connsiteX6" fmla="*/ 459555 w 2770381"/>
                <a:gd name="connsiteY6" fmla="*/ 1741439 h 1752420"/>
                <a:gd name="connsiteX7" fmla="*/ 478586 w 2770381"/>
                <a:gd name="connsiteY7" fmla="*/ 1752420 h 1752420"/>
                <a:gd name="connsiteX8" fmla="*/ 489552 w 2770381"/>
                <a:gd name="connsiteY8" fmla="*/ 1749472 h 1752420"/>
                <a:gd name="connsiteX9" fmla="*/ 497585 w 2770381"/>
                <a:gd name="connsiteY9" fmla="*/ 1719476 h 1752420"/>
                <a:gd name="connsiteX10" fmla="*/ 50701 w 2770381"/>
                <a:gd name="connsiteY10" fmla="*/ 945462 h 1752420"/>
                <a:gd name="connsiteX11" fmla="*/ 571226 w 2770381"/>
                <a:gd name="connsiteY11" fmla="*/ 43926 h 1752420"/>
                <a:gd name="connsiteX12" fmla="*/ 1612260 w 2770381"/>
                <a:gd name="connsiteY12" fmla="*/ 43926 h 1752420"/>
                <a:gd name="connsiteX13" fmla="*/ 2066664 w 2770381"/>
                <a:gd name="connsiteY13" fmla="*/ 830959 h 1752420"/>
                <a:gd name="connsiteX14" fmla="*/ 2145456 w 2770381"/>
                <a:gd name="connsiteY14" fmla="*/ 967426 h 1752420"/>
                <a:gd name="connsiteX15" fmla="*/ 2615397 w 2770381"/>
                <a:gd name="connsiteY15" fmla="*/ 967426 h 1752420"/>
                <a:gd name="connsiteX16" fmla="*/ 2691324 w 2770381"/>
                <a:gd name="connsiteY16" fmla="*/ 1024520 h 1752420"/>
                <a:gd name="connsiteX17" fmla="*/ 2770382 w 2770381"/>
                <a:gd name="connsiteY17" fmla="*/ 945462 h 1752420"/>
                <a:gd name="connsiteX18" fmla="*/ 2691324 w 2770381"/>
                <a:gd name="connsiteY18" fmla="*/ 866405 h 1752420"/>
                <a:gd name="connsiteX19" fmla="*/ 2691324 w 2770381"/>
                <a:gd name="connsiteY19" fmla="*/ 980610 h 1752420"/>
                <a:gd name="connsiteX20" fmla="*/ 2656193 w 2770381"/>
                <a:gd name="connsiteY20" fmla="*/ 945562 h 1752420"/>
                <a:gd name="connsiteX21" fmla="*/ 2656193 w 2770381"/>
                <a:gd name="connsiteY21" fmla="*/ 945479 h 1752420"/>
                <a:gd name="connsiteX22" fmla="*/ 2656193 w 2770381"/>
                <a:gd name="connsiteY22" fmla="*/ 945396 h 1752420"/>
                <a:gd name="connsiteX23" fmla="*/ 2691324 w 2770381"/>
                <a:gd name="connsiteY23" fmla="*/ 910348 h 1752420"/>
                <a:gd name="connsiteX24" fmla="*/ 2726455 w 2770381"/>
                <a:gd name="connsiteY24" fmla="*/ 945479 h 1752420"/>
                <a:gd name="connsiteX25" fmla="*/ 2691324 w 2770381"/>
                <a:gd name="connsiteY25" fmla="*/ 980610 h 17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70381" h="1752420">
                  <a:moveTo>
                    <a:pt x="2691324" y="866421"/>
                  </a:moveTo>
                  <a:cubicBezTo>
                    <a:pt x="2655348" y="866421"/>
                    <a:pt x="2624937" y="890587"/>
                    <a:pt x="2615397" y="923516"/>
                  </a:cubicBezTo>
                  <a:lnTo>
                    <a:pt x="2170815" y="923516"/>
                  </a:lnTo>
                  <a:lnTo>
                    <a:pt x="1637619" y="0"/>
                  </a:lnTo>
                  <a:lnTo>
                    <a:pt x="545868" y="0"/>
                  </a:lnTo>
                  <a:lnTo>
                    <a:pt x="0" y="945462"/>
                  </a:lnTo>
                  <a:lnTo>
                    <a:pt x="459555" y="1741439"/>
                  </a:lnTo>
                  <a:cubicBezTo>
                    <a:pt x="463630" y="1748478"/>
                    <a:pt x="471000" y="1752420"/>
                    <a:pt x="478586" y="1752420"/>
                  </a:cubicBezTo>
                  <a:cubicBezTo>
                    <a:pt x="482313" y="1752420"/>
                    <a:pt x="486090" y="1751476"/>
                    <a:pt x="489552" y="1749472"/>
                  </a:cubicBezTo>
                  <a:cubicBezTo>
                    <a:pt x="500053" y="1743410"/>
                    <a:pt x="503647" y="1729977"/>
                    <a:pt x="497585" y="1719476"/>
                  </a:cubicBezTo>
                  <a:lnTo>
                    <a:pt x="50701" y="945462"/>
                  </a:lnTo>
                  <a:lnTo>
                    <a:pt x="571226" y="43926"/>
                  </a:lnTo>
                  <a:lnTo>
                    <a:pt x="1612260" y="43926"/>
                  </a:lnTo>
                  <a:lnTo>
                    <a:pt x="2066664" y="830959"/>
                  </a:lnTo>
                  <a:lnTo>
                    <a:pt x="2145456" y="967426"/>
                  </a:lnTo>
                  <a:lnTo>
                    <a:pt x="2615397" y="967426"/>
                  </a:lnTo>
                  <a:cubicBezTo>
                    <a:pt x="2624937" y="1000370"/>
                    <a:pt x="2655348" y="1024520"/>
                    <a:pt x="2691324" y="1024520"/>
                  </a:cubicBezTo>
                  <a:cubicBezTo>
                    <a:pt x="2734919" y="1024520"/>
                    <a:pt x="2770382" y="989057"/>
                    <a:pt x="2770382" y="945462"/>
                  </a:cubicBezTo>
                  <a:cubicBezTo>
                    <a:pt x="2770382" y="901867"/>
                    <a:pt x="2734919" y="866405"/>
                    <a:pt x="2691324" y="866405"/>
                  </a:cubicBezTo>
                  <a:close/>
                  <a:moveTo>
                    <a:pt x="2691324" y="980610"/>
                  </a:moveTo>
                  <a:cubicBezTo>
                    <a:pt x="2671978" y="980610"/>
                    <a:pt x="2656243" y="964891"/>
                    <a:pt x="2656193" y="945562"/>
                  </a:cubicBezTo>
                  <a:cubicBezTo>
                    <a:pt x="2656193" y="945529"/>
                    <a:pt x="2656193" y="945512"/>
                    <a:pt x="2656193" y="945479"/>
                  </a:cubicBezTo>
                  <a:cubicBezTo>
                    <a:pt x="2656193" y="945446"/>
                    <a:pt x="2656193" y="945429"/>
                    <a:pt x="2656193" y="945396"/>
                  </a:cubicBezTo>
                  <a:cubicBezTo>
                    <a:pt x="2656243" y="926066"/>
                    <a:pt x="2671978" y="910348"/>
                    <a:pt x="2691324" y="910348"/>
                  </a:cubicBezTo>
                  <a:cubicBezTo>
                    <a:pt x="2710670" y="910348"/>
                    <a:pt x="2726455" y="926116"/>
                    <a:pt x="2726455" y="945479"/>
                  </a:cubicBezTo>
                  <a:cubicBezTo>
                    <a:pt x="2726455" y="964842"/>
                    <a:pt x="2710687" y="980610"/>
                    <a:pt x="2691324" y="980610"/>
                  </a:cubicBezTo>
                  <a:close/>
                </a:path>
              </a:pathLst>
            </a:custGeom>
            <a:grpFill/>
            <a:ln w="1654" cap="flat">
              <a:noFill/>
              <a:prstDash val="solid"/>
              <a:miter/>
            </a:ln>
          </p:spPr>
          <p:txBody>
            <a:bodyPr rtlCol="0" anchor="ctr"/>
            <a:lstStyle/>
            <a:p>
              <a:endParaRPr lang="en-IN"/>
            </a:p>
          </p:txBody>
        </p:sp>
      </p:grpSp>
      <p:sp>
        <p:nvSpPr>
          <p:cNvPr id="30" name="TextBox 29">
            <a:extLst>
              <a:ext uri="{FF2B5EF4-FFF2-40B4-BE49-F238E27FC236}">
                <a16:creationId xmlns:a16="http://schemas.microsoft.com/office/drawing/2014/main" id="{68C2F9EC-3C4B-4740-8D11-4298B7EA0F59}"/>
              </a:ext>
            </a:extLst>
          </p:cNvPr>
          <p:cNvSpPr txBox="1"/>
          <p:nvPr/>
        </p:nvSpPr>
        <p:spPr>
          <a:xfrm>
            <a:off x="729500" y="3470090"/>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4" name="TextBox 43">
            <a:extLst>
              <a:ext uri="{FF2B5EF4-FFF2-40B4-BE49-F238E27FC236}">
                <a16:creationId xmlns:a16="http://schemas.microsoft.com/office/drawing/2014/main" id="{743A4401-0606-9237-9EE9-986A9DF5B8A2}"/>
              </a:ext>
            </a:extLst>
          </p:cNvPr>
          <p:cNvSpPr txBox="1"/>
          <p:nvPr/>
        </p:nvSpPr>
        <p:spPr>
          <a:xfrm>
            <a:off x="4637010" y="5187467"/>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6" name="TextBox 45">
            <a:extLst>
              <a:ext uri="{FF2B5EF4-FFF2-40B4-BE49-F238E27FC236}">
                <a16:creationId xmlns:a16="http://schemas.microsoft.com/office/drawing/2014/main" id="{FB3CA5C7-4E66-CAD2-9461-0C6CAF42FB0B}"/>
              </a:ext>
            </a:extLst>
          </p:cNvPr>
          <p:cNvSpPr txBox="1"/>
          <p:nvPr/>
        </p:nvSpPr>
        <p:spPr>
          <a:xfrm>
            <a:off x="6342024" y="1255034"/>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7" name="TextBox 46">
            <a:extLst>
              <a:ext uri="{FF2B5EF4-FFF2-40B4-BE49-F238E27FC236}">
                <a16:creationId xmlns:a16="http://schemas.microsoft.com/office/drawing/2014/main" id="{11B9B12A-214E-5BAB-C008-BC38F24B783B}"/>
              </a:ext>
            </a:extLst>
          </p:cNvPr>
          <p:cNvSpPr txBox="1"/>
          <p:nvPr/>
        </p:nvSpPr>
        <p:spPr>
          <a:xfrm>
            <a:off x="9468521" y="2954338"/>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9" name="Hexagon 48">
            <a:extLst>
              <a:ext uri="{FF2B5EF4-FFF2-40B4-BE49-F238E27FC236}">
                <a16:creationId xmlns:a16="http://schemas.microsoft.com/office/drawing/2014/main" id="{EC713504-3B18-7809-1D07-A20C1F125FAD}"/>
              </a:ext>
            </a:extLst>
          </p:cNvPr>
          <p:cNvSpPr/>
          <p:nvPr/>
        </p:nvSpPr>
        <p:spPr>
          <a:xfrm>
            <a:off x="2809278"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0" name="Hexagon 49">
            <a:extLst>
              <a:ext uri="{FF2B5EF4-FFF2-40B4-BE49-F238E27FC236}">
                <a16:creationId xmlns:a16="http://schemas.microsoft.com/office/drawing/2014/main" id="{1E2467A0-3017-0F5A-AF02-D3B134580474}"/>
              </a:ext>
            </a:extLst>
          </p:cNvPr>
          <p:cNvSpPr/>
          <p:nvPr/>
        </p:nvSpPr>
        <p:spPr>
          <a:xfrm>
            <a:off x="5997767"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1" name="Hexagon 50">
            <a:extLst>
              <a:ext uri="{FF2B5EF4-FFF2-40B4-BE49-F238E27FC236}">
                <a16:creationId xmlns:a16="http://schemas.microsoft.com/office/drawing/2014/main" id="{0BC52246-B602-3CF4-C73A-1F8403E32C85}"/>
              </a:ext>
            </a:extLst>
          </p:cNvPr>
          <p:cNvSpPr/>
          <p:nvPr/>
        </p:nvSpPr>
        <p:spPr>
          <a:xfrm>
            <a:off x="4408858"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2" name="Hexagon 51">
            <a:extLst>
              <a:ext uri="{FF2B5EF4-FFF2-40B4-BE49-F238E27FC236}">
                <a16:creationId xmlns:a16="http://schemas.microsoft.com/office/drawing/2014/main" id="{42A5D891-DCBB-035E-A627-5F6DCA4EFC55}"/>
              </a:ext>
            </a:extLst>
          </p:cNvPr>
          <p:cNvSpPr/>
          <p:nvPr/>
        </p:nvSpPr>
        <p:spPr>
          <a:xfrm>
            <a:off x="7625024"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222596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1EE8-5A67-3CF2-62BF-8B49F15708CE}"/>
            </a:ext>
          </a:extLst>
        </p:cNvPr>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3C74BBBE-1593-45F9-E0AD-95FC0A2C8F01}"/>
              </a:ext>
            </a:extLst>
          </p:cNvPr>
          <p:cNvCxnSpPr>
            <a:cxnSpLocks/>
          </p:cNvCxnSpPr>
          <p:nvPr/>
        </p:nvCxnSpPr>
        <p:spPr bwMode="auto">
          <a:xfrm>
            <a:off x="533741"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CEBA60C0-F48D-398E-9B84-FE16C5683364}"/>
              </a:ext>
            </a:extLst>
          </p:cNvPr>
          <p:cNvSpPr>
            <a:spLocks noGrp="1"/>
          </p:cNvSpPr>
          <p:nvPr>
            <p:ph type="title"/>
          </p:nvPr>
        </p:nvSpPr>
        <p:spPr/>
        <p:txBody>
          <a:bodyPr/>
          <a:lstStyle/>
          <a:p>
            <a:r>
              <a:rPr lang="en-US" dirty="0"/>
              <a:t>Title</a:t>
            </a:r>
            <a:endParaRPr lang="en-IN" dirty="0"/>
          </a:p>
        </p:txBody>
      </p:sp>
      <p:sp>
        <p:nvSpPr>
          <p:cNvPr id="31" name="Rectangle: Rounded Corners 30">
            <a:extLst>
              <a:ext uri="{FF2B5EF4-FFF2-40B4-BE49-F238E27FC236}">
                <a16:creationId xmlns:a16="http://schemas.microsoft.com/office/drawing/2014/main" id="{BF7CDD93-510D-E62A-444A-82AB3DD92B66}"/>
              </a:ext>
            </a:extLst>
          </p:cNvPr>
          <p:cNvSpPr/>
          <p:nvPr/>
        </p:nvSpPr>
        <p:spPr>
          <a:xfrm>
            <a:off x="514693" y="1915066"/>
            <a:ext cx="11161884" cy="1533186"/>
          </a:xfrm>
          <a:prstGeom prst="roundRect">
            <a:avLst>
              <a:gd name="adj" fmla="val 414170"/>
            </a:avLst>
          </a:prstGeom>
          <a:noFill/>
          <a:ln w="1738" cap="flat">
            <a:solidFill>
              <a:srgbClr val="8D6FBD"/>
            </a:solidFill>
            <a:prstDash val="solid"/>
            <a:miter/>
          </a:ln>
        </p:spPr>
        <p:txBody>
          <a:bodyPr rtlCol="0" anchor="ctr"/>
          <a:lstStyle/>
          <a:p>
            <a:endParaRPr lang="en-IN"/>
          </a:p>
        </p:txBody>
      </p:sp>
      <p:sp>
        <p:nvSpPr>
          <p:cNvPr id="32" name="Rectangle: Rounded Corners 31">
            <a:extLst>
              <a:ext uri="{FF2B5EF4-FFF2-40B4-BE49-F238E27FC236}">
                <a16:creationId xmlns:a16="http://schemas.microsoft.com/office/drawing/2014/main" id="{A75A9CB3-C1F5-9DBF-D123-9BF687D36B5C}"/>
              </a:ext>
            </a:extLst>
          </p:cNvPr>
          <p:cNvSpPr/>
          <p:nvPr/>
        </p:nvSpPr>
        <p:spPr>
          <a:xfrm>
            <a:off x="514693" y="3705726"/>
            <a:ext cx="11161884" cy="1533186"/>
          </a:xfrm>
          <a:prstGeom prst="roundRect">
            <a:avLst>
              <a:gd name="adj" fmla="val 414170"/>
            </a:avLst>
          </a:prstGeom>
          <a:noFill/>
          <a:ln w="1738" cap="flat">
            <a:solidFill>
              <a:srgbClr val="8D6FBD"/>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97E95433-8138-3241-9769-3187E1D531E2}"/>
              </a:ext>
            </a:extLst>
          </p:cNvPr>
          <p:cNvSpPr/>
          <p:nvPr/>
        </p:nvSpPr>
        <p:spPr>
          <a:xfrm>
            <a:off x="4320448" y="3584735"/>
            <a:ext cx="1775186" cy="1775186"/>
          </a:xfrm>
          <a:custGeom>
            <a:avLst/>
            <a:gdLst>
              <a:gd name="connsiteX0" fmla="*/ 216582 w 1593959"/>
              <a:gd name="connsiteY0" fmla="*/ 0 h 1593959"/>
              <a:gd name="connsiteX1" fmla="*/ 0 w 1593959"/>
              <a:gd name="connsiteY1" fmla="*/ 125063 h 1593959"/>
              <a:gd name="connsiteX2" fmla="*/ 1468897 w 1593959"/>
              <a:gd name="connsiteY2" fmla="*/ 1593960 h 1593959"/>
              <a:gd name="connsiteX3" fmla="*/ 1593959 w 1593959"/>
              <a:gd name="connsiteY3" fmla="*/ 1377325 h 1593959"/>
              <a:gd name="connsiteX4" fmla="*/ 216582 w 1593959"/>
              <a:gd name="connsiteY4" fmla="*/ 0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216582" y="0"/>
                </a:moveTo>
                <a:lnTo>
                  <a:pt x="0" y="125063"/>
                </a:lnTo>
                <a:cubicBezTo>
                  <a:pt x="60566" y="908322"/>
                  <a:pt x="685637" y="1533393"/>
                  <a:pt x="1468897" y="1593960"/>
                </a:cubicBezTo>
                <a:lnTo>
                  <a:pt x="1593959" y="1377325"/>
                </a:lnTo>
                <a:cubicBezTo>
                  <a:pt x="833254" y="1377325"/>
                  <a:pt x="216634" y="760654"/>
                  <a:pt x="216582" y="0"/>
                </a:cubicBezTo>
                <a:close/>
              </a:path>
            </a:pathLst>
          </a:custGeom>
          <a:solidFill>
            <a:srgbClr val="8D6FBD"/>
          </a:solidFill>
          <a:ln w="1738"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288F0DFE-6A7C-459A-8F26-822243262CA6}"/>
              </a:ext>
            </a:extLst>
          </p:cNvPr>
          <p:cNvSpPr/>
          <p:nvPr/>
        </p:nvSpPr>
        <p:spPr>
          <a:xfrm>
            <a:off x="6095654" y="1809549"/>
            <a:ext cx="1775166" cy="1775167"/>
          </a:xfrm>
          <a:custGeom>
            <a:avLst/>
            <a:gdLst>
              <a:gd name="connsiteX0" fmla="*/ 0 w 1593941"/>
              <a:gd name="connsiteY0" fmla="*/ 216582 h 1593942"/>
              <a:gd name="connsiteX1" fmla="*/ 973949 w 1593941"/>
              <a:gd name="connsiteY1" fmla="*/ 619993 h 1593942"/>
              <a:gd name="connsiteX2" fmla="*/ 1377360 w 1593941"/>
              <a:gd name="connsiteY2" fmla="*/ 1593942 h 1593942"/>
              <a:gd name="connsiteX3" fmla="*/ 1377395 w 1593941"/>
              <a:gd name="connsiteY3" fmla="*/ 1593942 h 1593942"/>
              <a:gd name="connsiteX4" fmla="*/ 1593942 w 1593941"/>
              <a:gd name="connsiteY4" fmla="*/ 1468897 h 1593942"/>
              <a:gd name="connsiteX5" fmla="*/ 125045 w 1593941"/>
              <a:gd name="connsiteY5" fmla="*/ 0 h 1593942"/>
              <a:gd name="connsiteX6" fmla="*/ 0 w 1593941"/>
              <a:gd name="connsiteY6" fmla="*/ 216565 h 1593942"/>
              <a:gd name="connsiteX7" fmla="*/ 0 w 1593941"/>
              <a:gd name="connsiteY7" fmla="*/ 216565 h 159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3941" h="1593942">
                <a:moveTo>
                  <a:pt x="0" y="216582"/>
                </a:moveTo>
                <a:cubicBezTo>
                  <a:pt x="380318" y="216582"/>
                  <a:pt x="724676" y="370789"/>
                  <a:pt x="973949" y="619993"/>
                </a:cubicBezTo>
                <a:cubicBezTo>
                  <a:pt x="1223170" y="869266"/>
                  <a:pt x="1377360" y="1213624"/>
                  <a:pt x="1377360" y="1593942"/>
                </a:cubicBezTo>
                <a:lnTo>
                  <a:pt x="1377395" y="1593942"/>
                </a:lnTo>
                <a:lnTo>
                  <a:pt x="1593942" y="1468897"/>
                </a:lnTo>
                <a:cubicBezTo>
                  <a:pt x="1533376" y="685637"/>
                  <a:pt x="908305" y="60566"/>
                  <a:pt x="125045" y="0"/>
                </a:cubicBezTo>
                <a:lnTo>
                  <a:pt x="0" y="216565"/>
                </a:lnTo>
                <a:lnTo>
                  <a:pt x="0" y="216565"/>
                </a:lnTo>
                <a:close/>
              </a:path>
            </a:pathLst>
          </a:custGeom>
          <a:solidFill>
            <a:srgbClr val="8D6FBD"/>
          </a:solidFill>
          <a:ln w="173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FF0FFBFC-E827-2AD3-2390-5B01A1B38A81}"/>
              </a:ext>
            </a:extLst>
          </p:cNvPr>
          <p:cNvSpPr/>
          <p:nvPr/>
        </p:nvSpPr>
        <p:spPr>
          <a:xfrm>
            <a:off x="7629634" y="3584716"/>
            <a:ext cx="38" cy="19"/>
          </a:xfrm>
          <a:custGeom>
            <a:avLst/>
            <a:gdLst>
              <a:gd name="connsiteX0" fmla="*/ 0 w 34"/>
              <a:gd name="connsiteY0" fmla="*/ 17 h 17"/>
              <a:gd name="connsiteX1" fmla="*/ 35 w 34"/>
              <a:gd name="connsiteY1" fmla="*/ 17 h 17"/>
              <a:gd name="connsiteX2" fmla="*/ 0 w 34"/>
              <a:gd name="connsiteY2" fmla="*/ 0 h 17"/>
              <a:gd name="connsiteX3" fmla="*/ 0 w 34"/>
              <a:gd name="connsiteY3" fmla="*/ 0 h 17"/>
            </a:gdLst>
            <a:ahLst/>
            <a:cxnLst>
              <a:cxn ang="0">
                <a:pos x="connsiteX0" y="connsiteY0"/>
              </a:cxn>
              <a:cxn ang="0">
                <a:pos x="connsiteX1" y="connsiteY1"/>
              </a:cxn>
              <a:cxn ang="0">
                <a:pos x="connsiteX2" y="connsiteY2"/>
              </a:cxn>
              <a:cxn ang="0">
                <a:pos x="connsiteX3" y="connsiteY3"/>
              </a:cxn>
            </a:cxnLst>
            <a:rect l="l" t="t" r="r" b="b"/>
            <a:pathLst>
              <a:path w="34" h="17">
                <a:moveTo>
                  <a:pt x="0" y="17"/>
                </a:moveTo>
                <a:lnTo>
                  <a:pt x="35" y="17"/>
                </a:lnTo>
                <a:cubicBezTo>
                  <a:pt x="35" y="17"/>
                  <a:pt x="0" y="0"/>
                  <a:pt x="0" y="0"/>
                </a:cubicBezTo>
                <a:lnTo>
                  <a:pt x="0" y="0"/>
                </a:lnTo>
                <a:close/>
              </a:path>
            </a:pathLst>
          </a:custGeom>
          <a:solidFill>
            <a:srgbClr val="F7931F"/>
          </a:solidFill>
          <a:ln w="1738"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188DD939-F79C-7C7B-72A8-0BBFA8BDC33D}"/>
              </a:ext>
            </a:extLst>
          </p:cNvPr>
          <p:cNvSpPr/>
          <p:nvPr/>
        </p:nvSpPr>
        <p:spPr>
          <a:xfrm>
            <a:off x="6095634" y="5118657"/>
            <a:ext cx="19" cy="19"/>
          </a:xfrm>
          <a:custGeom>
            <a:avLst/>
            <a:gdLst>
              <a:gd name="connsiteX0" fmla="*/ 0 w 17"/>
              <a:gd name="connsiteY0" fmla="*/ 0 h 17"/>
              <a:gd name="connsiteX1" fmla="*/ 17 w 17"/>
              <a:gd name="connsiteY1" fmla="*/ 17 h 17"/>
              <a:gd name="connsiteX2" fmla="*/ 17 w 17"/>
              <a:gd name="connsiteY2" fmla="*/ 0 h 17"/>
              <a:gd name="connsiteX3" fmla="*/ 0 w 17"/>
              <a:gd name="connsiteY3" fmla="*/ 0 h 17"/>
            </a:gdLst>
            <a:ahLst/>
            <a:cxnLst>
              <a:cxn ang="0">
                <a:pos x="connsiteX0" y="connsiteY0"/>
              </a:cxn>
              <a:cxn ang="0">
                <a:pos x="connsiteX1" y="connsiteY1"/>
              </a:cxn>
              <a:cxn ang="0">
                <a:pos x="connsiteX2" y="connsiteY2"/>
              </a:cxn>
              <a:cxn ang="0">
                <a:pos x="connsiteX3" y="connsiteY3"/>
              </a:cxn>
            </a:cxnLst>
            <a:rect l="l" t="t" r="r" b="b"/>
            <a:pathLst>
              <a:path w="17" h="17">
                <a:moveTo>
                  <a:pt x="0" y="0"/>
                </a:moveTo>
                <a:lnTo>
                  <a:pt x="17" y="17"/>
                </a:lnTo>
                <a:lnTo>
                  <a:pt x="17" y="0"/>
                </a:lnTo>
                <a:lnTo>
                  <a:pt x="0" y="0"/>
                </a:lnTo>
                <a:close/>
              </a:path>
            </a:pathLst>
          </a:custGeom>
          <a:solidFill>
            <a:srgbClr val="9E4BA1"/>
          </a:solidFill>
          <a:ln w="173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C86D0EB9-4169-7481-3C6A-701B35FC2583}"/>
              </a:ext>
            </a:extLst>
          </p:cNvPr>
          <p:cNvSpPr/>
          <p:nvPr/>
        </p:nvSpPr>
        <p:spPr>
          <a:xfrm>
            <a:off x="6095654" y="3584716"/>
            <a:ext cx="1775166" cy="1775186"/>
          </a:xfrm>
          <a:custGeom>
            <a:avLst/>
            <a:gdLst>
              <a:gd name="connsiteX0" fmla="*/ 973897 w 1593941"/>
              <a:gd name="connsiteY0" fmla="*/ 973914 h 1593959"/>
              <a:gd name="connsiteX1" fmla="*/ 0 w 1593941"/>
              <a:gd name="connsiteY1" fmla="*/ 1377325 h 1593959"/>
              <a:gd name="connsiteX2" fmla="*/ 0 w 1593941"/>
              <a:gd name="connsiteY2" fmla="*/ 1377325 h 1593959"/>
              <a:gd name="connsiteX3" fmla="*/ 125045 w 1593941"/>
              <a:gd name="connsiteY3" fmla="*/ 1593960 h 1593959"/>
              <a:gd name="connsiteX4" fmla="*/ 1593942 w 1593941"/>
              <a:gd name="connsiteY4" fmla="*/ 125063 h 1593959"/>
              <a:gd name="connsiteX5" fmla="*/ 1377360 w 1593941"/>
              <a:gd name="connsiteY5" fmla="*/ 0 h 1593959"/>
              <a:gd name="connsiteX6" fmla="*/ 973880 w 1593941"/>
              <a:gd name="connsiteY6" fmla="*/ 973897 h 159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941" h="1593959">
                <a:moveTo>
                  <a:pt x="973897" y="973914"/>
                </a:moveTo>
                <a:cubicBezTo>
                  <a:pt x="724676" y="1223188"/>
                  <a:pt x="380318" y="1377325"/>
                  <a:pt x="0" y="1377325"/>
                </a:cubicBezTo>
                <a:lnTo>
                  <a:pt x="0" y="1377325"/>
                </a:lnTo>
                <a:cubicBezTo>
                  <a:pt x="0" y="1377325"/>
                  <a:pt x="125045" y="1593960"/>
                  <a:pt x="125045" y="1593960"/>
                </a:cubicBezTo>
                <a:cubicBezTo>
                  <a:pt x="908305" y="1533393"/>
                  <a:pt x="1533376" y="908322"/>
                  <a:pt x="1593942" y="125063"/>
                </a:cubicBezTo>
                <a:lnTo>
                  <a:pt x="1377360" y="0"/>
                </a:lnTo>
                <a:cubicBezTo>
                  <a:pt x="1377308" y="380318"/>
                  <a:pt x="1223170" y="724623"/>
                  <a:pt x="973880" y="973897"/>
                </a:cubicBezTo>
                <a:close/>
              </a:path>
            </a:pathLst>
          </a:custGeom>
          <a:solidFill>
            <a:srgbClr val="B898D0"/>
          </a:solidFill>
          <a:ln w="1738" cap="flat">
            <a:noFill/>
            <a:prstDash val="solid"/>
            <a:miter/>
          </a:ln>
        </p:spPr>
        <p:txBody>
          <a:bodyPr rtlCol="0" anchor="ctr"/>
          <a:lstStyle/>
          <a:p>
            <a:endParaRPr lang="en-IN"/>
          </a:p>
        </p:txBody>
      </p:sp>
      <p:grpSp>
        <p:nvGrpSpPr>
          <p:cNvPr id="54" name="Graphic 26">
            <a:extLst>
              <a:ext uri="{FF2B5EF4-FFF2-40B4-BE49-F238E27FC236}">
                <a16:creationId xmlns:a16="http://schemas.microsoft.com/office/drawing/2014/main" id="{9A55885A-28AF-90D6-889D-7F10A34938E7}"/>
              </a:ext>
            </a:extLst>
          </p:cNvPr>
          <p:cNvGrpSpPr/>
          <p:nvPr/>
        </p:nvGrpSpPr>
        <p:grpSpPr>
          <a:xfrm>
            <a:off x="6086920" y="5109926"/>
            <a:ext cx="17448" cy="17445"/>
            <a:chOff x="6087809" y="4954221"/>
            <a:chExt cx="15667" cy="15664"/>
          </a:xfrm>
        </p:grpSpPr>
        <p:sp>
          <p:nvSpPr>
            <p:cNvPr id="55" name="Freeform: Shape 54">
              <a:extLst>
                <a:ext uri="{FF2B5EF4-FFF2-40B4-BE49-F238E27FC236}">
                  <a16:creationId xmlns:a16="http://schemas.microsoft.com/office/drawing/2014/main" id="{C3EC6FAB-9F6A-FB27-8BCD-4EBE32A96771}"/>
                </a:ext>
              </a:extLst>
            </p:cNvPr>
            <p:cNvSpPr/>
            <p:nvPr/>
          </p:nvSpPr>
          <p:spPr>
            <a:xfrm>
              <a:off x="6095634" y="4962060"/>
              <a:ext cx="17" cy="17"/>
            </a:xfrm>
            <a:custGeom>
              <a:avLst/>
              <a:gdLst>
                <a:gd name="connsiteX0" fmla="*/ 0 w 17"/>
                <a:gd name="connsiteY0" fmla="*/ 17 h 17"/>
                <a:gd name="connsiteX1" fmla="*/ 17 w 17"/>
                <a:gd name="connsiteY1" fmla="*/ 17 h 17"/>
                <a:gd name="connsiteX2" fmla="*/ 0 w 17"/>
                <a:gd name="connsiteY2" fmla="*/ 0 h 17"/>
                <a:gd name="connsiteX3" fmla="*/ 0 w 17"/>
                <a:gd name="connsiteY3" fmla="*/ 17 h 17"/>
              </a:gdLst>
              <a:ahLst/>
              <a:cxnLst>
                <a:cxn ang="0">
                  <a:pos x="connsiteX0" y="connsiteY0"/>
                </a:cxn>
                <a:cxn ang="0">
                  <a:pos x="connsiteX1" y="connsiteY1"/>
                </a:cxn>
                <a:cxn ang="0">
                  <a:pos x="connsiteX2" y="connsiteY2"/>
                </a:cxn>
                <a:cxn ang="0">
                  <a:pos x="connsiteX3" y="connsiteY3"/>
                </a:cxn>
              </a:cxnLst>
              <a:rect l="l" t="t" r="r" b="b"/>
              <a:pathLst>
                <a:path w="17" h="17">
                  <a:moveTo>
                    <a:pt x="0" y="17"/>
                  </a:moveTo>
                  <a:lnTo>
                    <a:pt x="17"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024AC44-537F-53F1-53F3-53C3EEEF45A7}"/>
                </a:ext>
              </a:extLst>
            </p:cNvPr>
            <p:cNvSpPr/>
            <p:nvPr/>
          </p:nvSpPr>
          <p:spPr>
            <a:xfrm>
              <a:off x="6087809" y="4954221"/>
              <a:ext cx="15667" cy="15664"/>
            </a:xfrm>
            <a:custGeom>
              <a:avLst/>
              <a:gdLst>
                <a:gd name="connsiteX0" fmla="*/ 7825 w 15667"/>
                <a:gd name="connsiteY0" fmla="*/ 15664 h 15664"/>
                <a:gd name="connsiteX1" fmla="*/ 0 w 15667"/>
                <a:gd name="connsiteY1" fmla="*/ 7857 h 15664"/>
                <a:gd name="connsiteX2" fmla="*/ 0 w 15667"/>
                <a:gd name="connsiteY2" fmla="*/ 7857 h 15664"/>
                <a:gd name="connsiteX3" fmla="*/ 0 w 15667"/>
                <a:gd name="connsiteY3" fmla="*/ 7822 h 15664"/>
                <a:gd name="connsiteX4" fmla="*/ 0 w 15667"/>
                <a:gd name="connsiteY4" fmla="*/ 7822 h 15664"/>
                <a:gd name="connsiteX5" fmla="*/ 0 w 15667"/>
                <a:gd name="connsiteY5" fmla="*/ 7787 h 15664"/>
                <a:gd name="connsiteX6" fmla="*/ 2017 w 15667"/>
                <a:gd name="connsiteY6" fmla="*/ 2588 h 15664"/>
                <a:gd name="connsiteX7" fmla="*/ 3408 w 15667"/>
                <a:gd name="connsiteY7" fmla="*/ 1370 h 15664"/>
                <a:gd name="connsiteX8" fmla="*/ 7112 w 15667"/>
                <a:gd name="connsiteY8" fmla="*/ 31 h 15664"/>
                <a:gd name="connsiteX9" fmla="*/ 8764 w 15667"/>
                <a:gd name="connsiteY9" fmla="*/ 49 h 15664"/>
                <a:gd name="connsiteX10" fmla="*/ 12520 w 15667"/>
                <a:gd name="connsiteY10" fmla="*/ 1544 h 15664"/>
                <a:gd name="connsiteX11" fmla="*/ 14172 w 15667"/>
                <a:gd name="connsiteY11" fmla="*/ 3214 h 15664"/>
                <a:gd name="connsiteX12" fmla="*/ 15668 w 15667"/>
                <a:gd name="connsiteY12" fmla="*/ 7805 h 15664"/>
                <a:gd name="connsiteX13" fmla="*/ 7843 w 15667"/>
                <a:gd name="connsiteY13" fmla="*/ 15647 h 1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7" h="15664">
                  <a:moveTo>
                    <a:pt x="7825" y="15664"/>
                  </a:moveTo>
                  <a:cubicBezTo>
                    <a:pt x="3513" y="15664"/>
                    <a:pt x="0" y="12169"/>
                    <a:pt x="0" y="7857"/>
                  </a:cubicBezTo>
                  <a:lnTo>
                    <a:pt x="0" y="7857"/>
                  </a:lnTo>
                  <a:lnTo>
                    <a:pt x="0" y="7822"/>
                  </a:lnTo>
                  <a:lnTo>
                    <a:pt x="0" y="7822"/>
                  </a:lnTo>
                  <a:lnTo>
                    <a:pt x="0" y="7787"/>
                  </a:lnTo>
                  <a:cubicBezTo>
                    <a:pt x="0" y="5787"/>
                    <a:pt x="765" y="3979"/>
                    <a:pt x="2017" y="2588"/>
                  </a:cubicBezTo>
                  <a:cubicBezTo>
                    <a:pt x="2434" y="2136"/>
                    <a:pt x="2904" y="1718"/>
                    <a:pt x="3408" y="1370"/>
                  </a:cubicBezTo>
                  <a:cubicBezTo>
                    <a:pt x="4487" y="640"/>
                    <a:pt x="5739" y="153"/>
                    <a:pt x="7112" y="31"/>
                  </a:cubicBezTo>
                  <a:cubicBezTo>
                    <a:pt x="7686" y="-21"/>
                    <a:pt x="8225" y="-3"/>
                    <a:pt x="8764" y="49"/>
                  </a:cubicBezTo>
                  <a:cubicBezTo>
                    <a:pt x="10155" y="223"/>
                    <a:pt x="11442" y="744"/>
                    <a:pt x="12520" y="1544"/>
                  </a:cubicBezTo>
                  <a:cubicBezTo>
                    <a:pt x="13146" y="2014"/>
                    <a:pt x="13702" y="2570"/>
                    <a:pt x="14172" y="3214"/>
                  </a:cubicBezTo>
                  <a:cubicBezTo>
                    <a:pt x="15111" y="4501"/>
                    <a:pt x="15668" y="6083"/>
                    <a:pt x="15668" y="7805"/>
                  </a:cubicBezTo>
                  <a:cubicBezTo>
                    <a:pt x="15668" y="12117"/>
                    <a:pt x="12155" y="15647"/>
                    <a:pt x="7843" y="15647"/>
                  </a:cubicBezTo>
                  <a:close/>
                </a:path>
              </a:pathLst>
            </a:custGeom>
            <a:solidFill>
              <a:srgbClr val="000000"/>
            </a:solidFill>
            <a:ln w="1738" cap="flat">
              <a:noFill/>
              <a:prstDash val="solid"/>
              <a:miter/>
            </a:ln>
          </p:spPr>
          <p:txBody>
            <a:bodyPr rtlCol="0" anchor="ctr"/>
            <a:lstStyle/>
            <a:p>
              <a:endParaRPr lang="en-IN"/>
            </a:p>
          </p:txBody>
        </p:sp>
      </p:grpSp>
      <p:grpSp>
        <p:nvGrpSpPr>
          <p:cNvPr id="57" name="Graphic 26">
            <a:extLst>
              <a:ext uri="{FF2B5EF4-FFF2-40B4-BE49-F238E27FC236}">
                <a16:creationId xmlns:a16="http://schemas.microsoft.com/office/drawing/2014/main" id="{FA058876-EF4D-5056-1304-58E241C5F699}"/>
              </a:ext>
            </a:extLst>
          </p:cNvPr>
          <p:cNvGrpSpPr/>
          <p:nvPr/>
        </p:nvGrpSpPr>
        <p:grpSpPr>
          <a:xfrm>
            <a:off x="6086913" y="5109940"/>
            <a:ext cx="17396" cy="17432"/>
            <a:chOff x="6087803" y="4954233"/>
            <a:chExt cx="15620" cy="15652"/>
          </a:xfrm>
        </p:grpSpPr>
        <p:sp>
          <p:nvSpPr>
            <p:cNvPr id="58" name="Freeform: Shape 57">
              <a:extLst>
                <a:ext uri="{FF2B5EF4-FFF2-40B4-BE49-F238E27FC236}">
                  <a16:creationId xmlns:a16="http://schemas.microsoft.com/office/drawing/2014/main" id="{C8EC27CF-EEB8-D4F1-44F9-AC1753A93E71}"/>
                </a:ext>
              </a:extLst>
            </p:cNvPr>
            <p:cNvSpPr/>
            <p:nvPr/>
          </p:nvSpPr>
          <p:spPr>
            <a:xfrm>
              <a:off x="6095634" y="4962060"/>
              <a:ext cx="1738" cy="17"/>
            </a:xfrm>
            <a:custGeom>
              <a:avLst/>
              <a:gdLst>
                <a:gd name="connsiteX0" fmla="*/ 0 w 1738"/>
                <a:gd name="connsiteY0" fmla="*/ 17 h 17"/>
                <a:gd name="connsiteX1" fmla="*/ 0 w 1738"/>
                <a:gd name="connsiteY1" fmla="*/ 17 h 17"/>
                <a:gd name="connsiteX2" fmla="*/ 0 w 1738"/>
                <a:gd name="connsiteY2" fmla="*/ 0 h 17"/>
                <a:gd name="connsiteX3" fmla="*/ 0 w 1738"/>
                <a:gd name="connsiteY3" fmla="*/ 17 h 17"/>
              </a:gdLst>
              <a:ahLst/>
              <a:cxnLst>
                <a:cxn ang="0">
                  <a:pos x="connsiteX0" y="connsiteY0"/>
                </a:cxn>
                <a:cxn ang="0">
                  <a:pos x="connsiteX1" y="connsiteY1"/>
                </a:cxn>
                <a:cxn ang="0">
                  <a:pos x="connsiteX2" y="connsiteY2"/>
                </a:cxn>
                <a:cxn ang="0">
                  <a:pos x="connsiteX3" y="connsiteY3"/>
                </a:cxn>
              </a:cxnLst>
              <a:rect l="l" t="t" r="r" b="b"/>
              <a:pathLst>
                <a:path w="1738" h="17">
                  <a:moveTo>
                    <a:pt x="0" y="17"/>
                  </a:moveTo>
                  <a:lnTo>
                    <a:pt x="0"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1C4AF156-9960-D2CE-59F7-A73B38CF8240}"/>
                </a:ext>
              </a:extLst>
            </p:cNvPr>
            <p:cNvSpPr/>
            <p:nvPr/>
          </p:nvSpPr>
          <p:spPr>
            <a:xfrm>
              <a:off x="6087803" y="4954233"/>
              <a:ext cx="15620" cy="15652"/>
            </a:xfrm>
            <a:custGeom>
              <a:avLst/>
              <a:gdLst>
                <a:gd name="connsiteX0" fmla="*/ 7814 w 15620"/>
                <a:gd name="connsiteY0" fmla="*/ 15652 h 15652"/>
                <a:gd name="connsiteX1" fmla="*/ 4336 w 15620"/>
                <a:gd name="connsiteY1" fmla="*/ 14835 h 15652"/>
                <a:gd name="connsiteX2" fmla="*/ 823 w 15620"/>
                <a:gd name="connsiteY2" fmla="*/ 4349 h 15652"/>
                <a:gd name="connsiteX3" fmla="*/ 823 w 15620"/>
                <a:gd name="connsiteY3" fmla="*/ 4349 h 15652"/>
                <a:gd name="connsiteX4" fmla="*/ 823 w 15620"/>
                <a:gd name="connsiteY4" fmla="*/ 4297 h 15652"/>
                <a:gd name="connsiteX5" fmla="*/ 823 w 15620"/>
                <a:gd name="connsiteY5" fmla="*/ 4297 h 15652"/>
                <a:gd name="connsiteX6" fmla="*/ 5014 w 15620"/>
                <a:gd name="connsiteY6" fmla="*/ 506 h 15652"/>
                <a:gd name="connsiteX7" fmla="*/ 6701 w 15620"/>
                <a:gd name="connsiteY7" fmla="*/ 72 h 15652"/>
                <a:gd name="connsiteX8" fmla="*/ 10648 w 15620"/>
                <a:gd name="connsiteY8" fmla="*/ 524 h 15652"/>
                <a:gd name="connsiteX9" fmla="*/ 12109 w 15620"/>
                <a:gd name="connsiteY9" fmla="*/ 1289 h 15652"/>
                <a:gd name="connsiteX10" fmla="*/ 14787 w 15620"/>
                <a:gd name="connsiteY10" fmla="*/ 4315 h 15652"/>
                <a:gd name="connsiteX11" fmla="*/ 15517 w 15620"/>
                <a:gd name="connsiteY11" fmla="*/ 6558 h 15652"/>
                <a:gd name="connsiteX12" fmla="*/ 14787 w 15620"/>
                <a:gd name="connsiteY12" fmla="*/ 11305 h 15652"/>
                <a:gd name="connsiteX13" fmla="*/ 7761 w 15620"/>
                <a:gd name="connsiteY13" fmla="*/ 15635 h 1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0" h="15652">
                  <a:moveTo>
                    <a:pt x="7814" y="15652"/>
                  </a:moveTo>
                  <a:cubicBezTo>
                    <a:pt x="6649" y="15652"/>
                    <a:pt x="5449" y="15392"/>
                    <a:pt x="4336" y="14835"/>
                  </a:cubicBezTo>
                  <a:cubicBezTo>
                    <a:pt x="476" y="12905"/>
                    <a:pt x="-1107" y="8210"/>
                    <a:pt x="823" y="4349"/>
                  </a:cubicBezTo>
                  <a:lnTo>
                    <a:pt x="823" y="4349"/>
                  </a:lnTo>
                  <a:cubicBezTo>
                    <a:pt x="823" y="4349"/>
                    <a:pt x="823" y="4315"/>
                    <a:pt x="823" y="4297"/>
                  </a:cubicBezTo>
                  <a:lnTo>
                    <a:pt x="823" y="4297"/>
                  </a:lnTo>
                  <a:cubicBezTo>
                    <a:pt x="1745" y="2489"/>
                    <a:pt x="3258" y="1185"/>
                    <a:pt x="5014" y="506"/>
                  </a:cubicBezTo>
                  <a:cubicBezTo>
                    <a:pt x="5553" y="298"/>
                    <a:pt x="6127" y="141"/>
                    <a:pt x="6701" y="72"/>
                  </a:cubicBezTo>
                  <a:cubicBezTo>
                    <a:pt x="8005" y="-102"/>
                    <a:pt x="9361" y="37"/>
                    <a:pt x="10648" y="524"/>
                  </a:cubicBezTo>
                  <a:cubicBezTo>
                    <a:pt x="11170" y="733"/>
                    <a:pt x="11657" y="976"/>
                    <a:pt x="12109" y="1289"/>
                  </a:cubicBezTo>
                  <a:cubicBezTo>
                    <a:pt x="13291" y="2072"/>
                    <a:pt x="14195" y="3115"/>
                    <a:pt x="14787" y="4315"/>
                  </a:cubicBezTo>
                  <a:cubicBezTo>
                    <a:pt x="15134" y="5010"/>
                    <a:pt x="15378" y="5775"/>
                    <a:pt x="15517" y="6558"/>
                  </a:cubicBezTo>
                  <a:cubicBezTo>
                    <a:pt x="15778" y="8123"/>
                    <a:pt x="15552" y="9775"/>
                    <a:pt x="14787" y="11305"/>
                  </a:cubicBezTo>
                  <a:cubicBezTo>
                    <a:pt x="13413" y="14053"/>
                    <a:pt x="10648" y="15635"/>
                    <a:pt x="7761" y="15635"/>
                  </a:cubicBezTo>
                  <a:close/>
                </a:path>
              </a:pathLst>
            </a:custGeom>
            <a:solidFill>
              <a:srgbClr val="000000"/>
            </a:solidFill>
            <a:ln w="1738" cap="flat">
              <a:noFill/>
              <a:prstDash val="solid"/>
              <a:miter/>
            </a:ln>
          </p:spPr>
          <p:txBody>
            <a:bodyPr rtlCol="0" anchor="ctr"/>
            <a:lstStyle/>
            <a:p>
              <a:endParaRPr lang="en-IN"/>
            </a:p>
          </p:txBody>
        </p:sp>
      </p:grpSp>
      <p:grpSp>
        <p:nvGrpSpPr>
          <p:cNvPr id="60" name="Graphic 26">
            <a:extLst>
              <a:ext uri="{FF2B5EF4-FFF2-40B4-BE49-F238E27FC236}">
                <a16:creationId xmlns:a16="http://schemas.microsoft.com/office/drawing/2014/main" id="{5C596126-3B67-564B-9410-FEB8782FF751}"/>
              </a:ext>
            </a:extLst>
          </p:cNvPr>
          <p:cNvGrpSpPr/>
          <p:nvPr/>
        </p:nvGrpSpPr>
        <p:grpSpPr>
          <a:xfrm>
            <a:off x="6066605" y="3555685"/>
            <a:ext cx="1592059" cy="1592020"/>
            <a:chOff x="6069568" y="3558651"/>
            <a:chExt cx="1429527" cy="1429492"/>
          </a:xfrm>
        </p:grpSpPr>
        <p:sp>
          <p:nvSpPr>
            <p:cNvPr id="61" name="Freeform: Shape 60">
              <a:extLst>
                <a:ext uri="{FF2B5EF4-FFF2-40B4-BE49-F238E27FC236}">
                  <a16:creationId xmlns:a16="http://schemas.microsoft.com/office/drawing/2014/main" id="{3695E53B-108B-FBD7-5055-F0DD3E5A755F}"/>
                </a:ext>
              </a:extLst>
            </p:cNvPr>
            <p:cNvSpPr/>
            <p:nvPr/>
          </p:nvSpPr>
          <p:spPr>
            <a:xfrm>
              <a:off x="6095652" y="3584735"/>
              <a:ext cx="1377377" cy="1377325"/>
            </a:xfrm>
            <a:custGeom>
              <a:avLst/>
              <a:gdLst>
                <a:gd name="connsiteX0" fmla="*/ 0 w 1377377"/>
                <a:gd name="connsiteY0" fmla="*/ 0 h 1377325"/>
                <a:gd name="connsiteX1" fmla="*/ 0 w 1377377"/>
                <a:gd name="connsiteY1" fmla="*/ 1377325 h 1377325"/>
                <a:gd name="connsiteX2" fmla="*/ 973897 w 1377377"/>
                <a:gd name="connsiteY2" fmla="*/ 973914 h 1377325"/>
                <a:gd name="connsiteX3" fmla="*/ 1377377 w 1377377"/>
                <a:gd name="connsiteY3" fmla="*/ 17 h 1377325"/>
                <a:gd name="connsiteX4" fmla="*/ 1377377 w 1377377"/>
                <a:gd name="connsiteY4" fmla="*/ 17 h 1377325"/>
                <a:gd name="connsiteX5" fmla="*/ 0 w 1377377"/>
                <a:gd name="connsiteY5" fmla="*/ 17 h 137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7377" h="1377325">
                  <a:moveTo>
                    <a:pt x="0" y="0"/>
                  </a:moveTo>
                  <a:lnTo>
                    <a:pt x="0" y="1377325"/>
                  </a:lnTo>
                  <a:cubicBezTo>
                    <a:pt x="380318" y="1377325"/>
                    <a:pt x="724676" y="1223188"/>
                    <a:pt x="973897" y="973914"/>
                  </a:cubicBezTo>
                  <a:cubicBezTo>
                    <a:pt x="1223170" y="724641"/>
                    <a:pt x="1377308" y="380336"/>
                    <a:pt x="1377377" y="17"/>
                  </a:cubicBezTo>
                  <a:lnTo>
                    <a:pt x="1377377" y="17"/>
                  </a:lnTo>
                  <a:cubicBezTo>
                    <a:pt x="1377377" y="17"/>
                    <a:pt x="0" y="17"/>
                    <a:pt x="0" y="17"/>
                  </a:cubicBezTo>
                  <a:close/>
                </a:path>
              </a:pathLst>
            </a:custGeom>
            <a:solidFill>
              <a:srgbClr val="B898D0"/>
            </a:solidFill>
            <a:ln w="1738"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261E3776-25A7-AE5D-855B-982B1C01A561}"/>
                </a:ext>
              </a:extLst>
            </p:cNvPr>
            <p:cNvSpPr/>
            <p:nvPr/>
          </p:nvSpPr>
          <p:spPr>
            <a:xfrm>
              <a:off x="6069568" y="3558651"/>
              <a:ext cx="1429527" cy="1429492"/>
            </a:xfrm>
            <a:custGeom>
              <a:avLst/>
              <a:gdLst>
                <a:gd name="connsiteX0" fmla="*/ 26084 w 1429527"/>
                <a:gd name="connsiteY0" fmla="*/ 1429493 h 1429492"/>
                <a:gd name="connsiteX1" fmla="*/ 7634 w 1429527"/>
                <a:gd name="connsiteY1" fmla="*/ 1421859 h 1429492"/>
                <a:gd name="connsiteX2" fmla="*/ 0 w 1429527"/>
                <a:gd name="connsiteY2" fmla="*/ 1403409 h 1429492"/>
                <a:gd name="connsiteX3" fmla="*/ 0 w 1429527"/>
                <a:gd name="connsiteY3" fmla="*/ 26084 h 1429492"/>
                <a:gd name="connsiteX4" fmla="*/ 26084 w 1429527"/>
                <a:gd name="connsiteY4" fmla="*/ 0 h 1429492"/>
                <a:gd name="connsiteX5" fmla="*/ 1403444 w 1429527"/>
                <a:gd name="connsiteY5" fmla="*/ 0 h 1429492"/>
                <a:gd name="connsiteX6" fmla="*/ 1421894 w 1429527"/>
                <a:gd name="connsiteY6" fmla="*/ 7617 h 1429492"/>
                <a:gd name="connsiteX7" fmla="*/ 1429527 w 1429527"/>
                <a:gd name="connsiteY7" fmla="*/ 26066 h 1429492"/>
                <a:gd name="connsiteX8" fmla="*/ 1018413 w 1429527"/>
                <a:gd name="connsiteY8" fmla="*/ 1018431 h 1429492"/>
                <a:gd name="connsiteX9" fmla="*/ 26084 w 1429527"/>
                <a:gd name="connsiteY9" fmla="*/ 1429493 h 1429492"/>
                <a:gd name="connsiteX10" fmla="*/ 52167 w 1429527"/>
                <a:gd name="connsiteY10" fmla="*/ 52168 h 1429492"/>
                <a:gd name="connsiteX11" fmla="*/ 52167 w 1429527"/>
                <a:gd name="connsiteY11" fmla="*/ 1377082 h 1429492"/>
                <a:gd name="connsiteX12" fmla="*/ 981531 w 1429527"/>
                <a:gd name="connsiteY12" fmla="*/ 981548 h 1429492"/>
                <a:gd name="connsiteX13" fmla="*/ 1377117 w 1429527"/>
                <a:gd name="connsiteY13" fmla="*/ 52150 h 1429492"/>
                <a:gd name="connsiteX14" fmla="*/ 52167 w 1429527"/>
                <a:gd name="connsiteY14" fmla="*/ 52150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9527" h="1429492">
                  <a:moveTo>
                    <a:pt x="26084" y="1429493"/>
                  </a:moveTo>
                  <a:cubicBezTo>
                    <a:pt x="19163" y="1429493"/>
                    <a:pt x="12538" y="1426745"/>
                    <a:pt x="7634" y="1421859"/>
                  </a:cubicBezTo>
                  <a:cubicBezTo>
                    <a:pt x="2730" y="1416973"/>
                    <a:pt x="0" y="1410330"/>
                    <a:pt x="0" y="1403409"/>
                  </a:cubicBezTo>
                  <a:lnTo>
                    <a:pt x="0" y="26084"/>
                  </a:lnTo>
                  <a:cubicBezTo>
                    <a:pt x="0" y="11668"/>
                    <a:pt x="11668" y="0"/>
                    <a:pt x="26084" y="0"/>
                  </a:cubicBezTo>
                  <a:lnTo>
                    <a:pt x="1403444" y="0"/>
                  </a:lnTo>
                  <a:cubicBezTo>
                    <a:pt x="1410365" y="-17"/>
                    <a:pt x="1416990" y="2730"/>
                    <a:pt x="1421894" y="7617"/>
                  </a:cubicBezTo>
                  <a:cubicBezTo>
                    <a:pt x="1426798" y="12503"/>
                    <a:pt x="1429527" y="19146"/>
                    <a:pt x="1429527" y="26066"/>
                  </a:cubicBezTo>
                  <a:cubicBezTo>
                    <a:pt x="1429458" y="400959"/>
                    <a:pt x="1283458" y="753385"/>
                    <a:pt x="1018413" y="1018431"/>
                  </a:cubicBezTo>
                  <a:cubicBezTo>
                    <a:pt x="753420" y="1283494"/>
                    <a:pt x="400994" y="1429475"/>
                    <a:pt x="26084" y="1429493"/>
                  </a:cubicBezTo>
                  <a:close/>
                  <a:moveTo>
                    <a:pt x="52167" y="52168"/>
                  </a:moveTo>
                  <a:lnTo>
                    <a:pt x="52167" y="1377082"/>
                  </a:lnTo>
                  <a:cubicBezTo>
                    <a:pt x="403394" y="1370474"/>
                    <a:pt x="732536" y="1230613"/>
                    <a:pt x="981531" y="981548"/>
                  </a:cubicBezTo>
                  <a:cubicBezTo>
                    <a:pt x="1230578" y="732501"/>
                    <a:pt x="1370456" y="403341"/>
                    <a:pt x="1377117" y="52150"/>
                  </a:cubicBezTo>
                  <a:lnTo>
                    <a:pt x="52167" y="52150"/>
                  </a:lnTo>
                  <a:close/>
                </a:path>
              </a:pathLst>
            </a:custGeom>
            <a:solidFill>
              <a:srgbClr val="FFFFFF"/>
            </a:solidFill>
            <a:ln w="1738" cap="flat">
              <a:noFill/>
              <a:prstDash val="solid"/>
              <a:miter/>
            </a:ln>
          </p:spPr>
          <p:txBody>
            <a:bodyPr rtlCol="0" anchor="ctr"/>
            <a:lstStyle/>
            <a:p>
              <a:endParaRPr lang="en-IN"/>
            </a:p>
          </p:txBody>
        </p:sp>
      </p:grpSp>
      <p:grpSp>
        <p:nvGrpSpPr>
          <p:cNvPr id="63" name="Graphic 26">
            <a:extLst>
              <a:ext uri="{FF2B5EF4-FFF2-40B4-BE49-F238E27FC236}">
                <a16:creationId xmlns:a16="http://schemas.microsoft.com/office/drawing/2014/main" id="{FCD025A2-732C-A6A4-A372-2B6AB8B2EECD}"/>
              </a:ext>
            </a:extLst>
          </p:cNvPr>
          <p:cNvGrpSpPr/>
          <p:nvPr/>
        </p:nvGrpSpPr>
        <p:grpSpPr>
          <a:xfrm>
            <a:off x="4532605" y="3555685"/>
            <a:ext cx="1592098" cy="1592020"/>
            <a:chOff x="4692173" y="3558651"/>
            <a:chExt cx="1429562" cy="1429492"/>
          </a:xfrm>
        </p:grpSpPr>
        <p:sp>
          <p:nvSpPr>
            <p:cNvPr id="64" name="Freeform: Shape 63">
              <a:extLst>
                <a:ext uri="{FF2B5EF4-FFF2-40B4-BE49-F238E27FC236}">
                  <a16:creationId xmlns:a16="http://schemas.microsoft.com/office/drawing/2014/main" id="{42A420E1-E34B-8D8D-AAC3-6EB8F729746A}"/>
                </a:ext>
              </a:extLst>
            </p:cNvPr>
            <p:cNvSpPr/>
            <p:nvPr/>
          </p:nvSpPr>
          <p:spPr>
            <a:xfrm>
              <a:off x="4718257" y="3584735"/>
              <a:ext cx="1377395" cy="1377325"/>
            </a:xfrm>
            <a:custGeom>
              <a:avLst/>
              <a:gdLst>
                <a:gd name="connsiteX0" fmla="*/ 1377395 w 1377395"/>
                <a:gd name="connsiteY0" fmla="*/ 0 h 1377325"/>
                <a:gd name="connsiteX1" fmla="*/ 0 w 1377395"/>
                <a:gd name="connsiteY1" fmla="*/ 0 h 1377325"/>
                <a:gd name="connsiteX2" fmla="*/ 1377378 w 1377395"/>
                <a:gd name="connsiteY2" fmla="*/ 1377325 h 1377325"/>
                <a:gd name="connsiteX3" fmla="*/ 1377378 w 1377395"/>
                <a:gd name="connsiteY3" fmla="*/ 1377325 h 1377325"/>
                <a:gd name="connsiteX4" fmla="*/ 1377378 w 1377395"/>
                <a:gd name="connsiteY4" fmla="*/ 0 h 137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95" h="1377325">
                  <a:moveTo>
                    <a:pt x="1377395" y="0"/>
                  </a:moveTo>
                  <a:lnTo>
                    <a:pt x="0" y="0"/>
                  </a:lnTo>
                  <a:cubicBezTo>
                    <a:pt x="52" y="760654"/>
                    <a:pt x="616672" y="1377325"/>
                    <a:pt x="1377378" y="1377325"/>
                  </a:cubicBezTo>
                  <a:lnTo>
                    <a:pt x="1377378" y="1377325"/>
                  </a:lnTo>
                  <a:lnTo>
                    <a:pt x="1377378" y="0"/>
                  </a:lnTo>
                  <a:close/>
                </a:path>
              </a:pathLst>
            </a:custGeom>
            <a:solidFill>
              <a:srgbClr val="8D6FBD"/>
            </a:solidFill>
            <a:ln w="1738"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FFED4CA6-95C7-AED3-AC5C-3021CB04320C}"/>
                </a:ext>
              </a:extLst>
            </p:cNvPr>
            <p:cNvSpPr/>
            <p:nvPr/>
          </p:nvSpPr>
          <p:spPr>
            <a:xfrm>
              <a:off x="4692173" y="3558651"/>
              <a:ext cx="1429562" cy="1429492"/>
            </a:xfrm>
            <a:custGeom>
              <a:avLst/>
              <a:gdLst>
                <a:gd name="connsiteX0" fmla="*/ 1403479 w 1429562"/>
                <a:gd name="connsiteY0" fmla="*/ 1429493 h 1429492"/>
                <a:gd name="connsiteX1" fmla="*/ 411097 w 1429562"/>
                <a:gd name="connsiteY1" fmla="*/ 1018431 h 1429492"/>
                <a:gd name="connsiteX2" fmla="*/ 0 w 1429562"/>
                <a:gd name="connsiteY2" fmla="*/ 26084 h 1429492"/>
                <a:gd name="connsiteX3" fmla="*/ 7634 w 1429562"/>
                <a:gd name="connsiteY3" fmla="*/ 7634 h 1429492"/>
                <a:gd name="connsiteX4" fmla="*/ 26084 w 1429562"/>
                <a:gd name="connsiteY4" fmla="*/ 0 h 1429492"/>
                <a:gd name="connsiteX5" fmla="*/ 1403479 w 1429562"/>
                <a:gd name="connsiteY5" fmla="*/ 0 h 1429492"/>
                <a:gd name="connsiteX6" fmla="*/ 1429563 w 1429562"/>
                <a:gd name="connsiteY6" fmla="*/ 26084 h 1429492"/>
                <a:gd name="connsiteX7" fmla="*/ 1429563 w 1429562"/>
                <a:gd name="connsiteY7" fmla="*/ 1403409 h 1429492"/>
                <a:gd name="connsiteX8" fmla="*/ 1403479 w 1429562"/>
                <a:gd name="connsiteY8" fmla="*/ 1429493 h 1429492"/>
                <a:gd name="connsiteX9" fmla="*/ 52429 w 1429562"/>
                <a:gd name="connsiteY9" fmla="*/ 52167 h 1429492"/>
                <a:gd name="connsiteX10" fmla="*/ 1377395 w 1429562"/>
                <a:gd name="connsiteY10" fmla="*/ 1377065 h 1429492"/>
                <a:gd name="connsiteX11" fmla="*/ 1377395 w 1429562"/>
                <a:gd name="connsiteY11" fmla="*/ 52167 h 1429492"/>
                <a:gd name="connsiteX12" fmla="*/ 52429 w 1429562"/>
                <a:gd name="connsiteY12" fmla="*/ 52167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9562" h="1429492">
                  <a:moveTo>
                    <a:pt x="1403479" y="1429493"/>
                  </a:moveTo>
                  <a:cubicBezTo>
                    <a:pt x="1028603" y="1429493"/>
                    <a:pt x="676160" y="1283511"/>
                    <a:pt x="411097" y="1018431"/>
                  </a:cubicBezTo>
                  <a:cubicBezTo>
                    <a:pt x="146034" y="753368"/>
                    <a:pt x="35" y="400942"/>
                    <a:pt x="0" y="26084"/>
                  </a:cubicBezTo>
                  <a:cubicBezTo>
                    <a:pt x="0" y="19163"/>
                    <a:pt x="2748" y="12538"/>
                    <a:pt x="7634" y="7634"/>
                  </a:cubicBezTo>
                  <a:cubicBezTo>
                    <a:pt x="12520" y="2730"/>
                    <a:pt x="19163" y="0"/>
                    <a:pt x="26084" y="0"/>
                  </a:cubicBezTo>
                  <a:lnTo>
                    <a:pt x="1403479" y="0"/>
                  </a:lnTo>
                  <a:cubicBezTo>
                    <a:pt x="1417894" y="0"/>
                    <a:pt x="1429563" y="11668"/>
                    <a:pt x="1429563" y="26084"/>
                  </a:cubicBezTo>
                  <a:lnTo>
                    <a:pt x="1429563" y="1403409"/>
                  </a:lnTo>
                  <a:cubicBezTo>
                    <a:pt x="1429563" y="1417825"/>
                    <a:pt x="1417894" y="1429493"/>
                    <a:pt x="1403479" y="1429493"/>
                  </a:cubicBezTo>
                  <a:close/>
                  <a:moveTo>
                    <a:pt x="52429" y="52167"/>
                  </a:moveTo>
                  <a:cubicBezTo>
                    <a:pt x="66305" y="776547"/>
                    <a:pt x="653050" y="1363258"/>
                    <a:pt x="1377395" y="1377065"/>
                  </a:cubicBezTo>
                  <a:lnTo>
                    <a:pt x="1377395" y="52167"/>
                  </a:lnTo>
                  <a:cubicBezTo>
                    <a:pt x="1377395" y="52167"/>
                    <a:pt x="52429" y="52167"/>
                    <a:pt x="52429" y="52167"/>
                  </a:cubicBezTo>
                  <a:close/>
                </a:path>
              </a:pathLst>
            </a:custGeom>
            <a:solidFill>
              <a:srgbClr val="FFFFFF"/>
            </a:solidFill>
            <a:ln w="1738" cap="flat">
              <a:noFill/>
              <a:prstDash val="solid"/>
              <a:miter/>
            </a:ln>
          </p:spPr>
          <p:txBody>
            <a:bodyPr rtlCol="0" anchor="ctr"/>
            <a:lstStyle/>
            <a:p>
              <a:endParaRPr lang="en-IN"/>
            </a:p>
          </p:txBody>
        </p:sp>
      </p:grpSp>
      <p:grpSp>
        <p:nvGrpSpPr>
          <p:cNvPr id="66" name="Graphic 26">
            <a:extLst>
              <a:ext uri="{FF2B5EF4-FFF2-40B4-BE49-F238E27FC236}">
                <a16:creationId xmlns:a16="http://schemas.microsoft.com/office/drawing/2014/main" id="{57AB2614-C3E0-8C72-06EA-E9B12A7C151E}"/>
              </a:ext>
            </a:extLst>
          </p:cNvPr>
          <p:cNvGrpSpPr/>
          <p:nvPr/>
        </p:nvGrpSpPr>
        <p:grpSpPr>
          <a:xfrm>
            <a:off x="6066605" y="2021706"/>
            <a:ext cx="1592059" cy="1592079"/>
            <a:chOff x="6069568" y="2181274"/>
            <a:chExt cx="1429527" cy="1429545"/>
          </a:xfrm>
        </p:grpSpPr>
        <p:sp>
          <p:nvSpPr>
            <p:cNvPr id="67" name="Freeform: Shape 66">
              <a:extLst>
                <a:ext uri="{FF2B5EF4-FFF2-40B4-BE49-F238E27FC236}">
                  <a16:creationId xmlns:a16="http://schemas.microsoft.com/office/drawing/2014/main" id="{3BE71466-897F-A2C0-47C9-8B092FF374D1}"/>
                </a:ext>
              </a:extLst>
            </p:cNvPr>
            <p:cNvSpPr/>
            <p:nvPr/>
          </p:nvSpPr>
          <p:spPr>
            <a:xfrm>
              <a:off x="6095652" y="2207357"/>
              <a:ext cx="1377377" cy="1377377"/>
            </a:xfrm>
            <a:custGeom>
              <a:avLst/>
              <a:gdLst>
                <a:gd name="connsiteX0" fmla="*/ 973949 w 1377377"/>
                <a:gd name="connsiteY0" fmla="*/ 403411 h 1377377"/>
                <a:gd name="connsiteX1" fmla="*/ 0 w 1377377"/>
                <a:gd name="connsiteY1" fmla="*/ 0 h 1377377"/>
                <a:gd name="connsiteX2" fmla="*/ 0 w 1377377"/>
                <a:gd name="connsiteY2" fmla="*/ 1377378 h 1377377"/>
                <a:gd name="connsiteX3" fmla="*/ 1377377 w 1377377"/>
                <a:gd name="connsiteY3" fmla="*/ 1377378 h 1377377"/>
                <a:gd name="connsiteX4" fmla="*/ 973966 w 1377377"/>
                <a:gd name="connsiteY4" fmla="*/ 403411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77" h="1377377">
                  <a:moveTo>
                    <a:pt x="973949" y="403411"/>
                  </a:moveTo>
                  <a:cubicBezTo>
                    <a:pt x="724676" y="154190"/>
                    <a:pt x="380318" y="0"/>
                    <a:pt x="0" y="0"/>
                  </a:cubicBezTo>
                  <a:lnTo>
                    <a:pt x="0" y="1377378"/>
                  </a:lnTo>
                  <a:lnTo>
                    <a:pt x="1377377" y="1377378"/>
                  </a:lnTo>
                  <a:cubicBezTo>
                    <a:pt x="1377377" y="997042"/>
                    <a:pt x="1223170" y="652685"/>
                    <a:pt x="973966" y="403411"/>
                  </a:cubicBezTo>
                  <a:close/>
                </a:path>
              </a:pathLst>
            </a:custGeom>
            <a:solidFill>
              <a:srgbClr val="8D6FBD"/>
            </a:solidFill>
            <a:ln w="1738"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955979FE-DA49-D96E-38B3-D853671A3502}"/>
                </a:ext>
              </a:extLst>
            </p:cNvPr>
            <p:cNvSpPr/>
            <p:nvPr/>
          </p:nvSpPr>
          <p:spPr>
            <a:xfrm>
              <a:off x="6069568" y="2181274"/>
              <a:ext cx="1429527" cy="1429545"/>
            </a:xfrm>
            <a:custGeom>
              <a:avLst/>
              <a:gdLst>
                <a:gd name="connsiteX0" fmla="*/ 26084 w 1429527"/>
                <a:gd name="connsiteY0" fmla="*/ 1429545 h 1429545"/>
                <a:gd name="connsiteX1" fmla="*/ 7634 w 1429527"/>
                <a:gd name="connsiteY1" fmla="*/ 1421911 h 1429545"/>
                <a:gd name="connsiteX2" fmla="*/ 0 w 1429527"/>
                <a:gd name="connsiteY2" fmla="*/ 1403461 h 1429545"/>
                <a:gd name="connsiteX3" fmla="*/ 0 w 1429527"/>
                <a:gd name="connsiteY3" fmla="*/ 26084 h 1429545"/>
                <a:gd name="connsiteX4" fmla="*/ 7634 w 1429527"/>
                <a:gd name="connsiteY4" fmla="*/ 7634 h 1429545"/>
                <a:gd name="connsiteX5" fmla="*/ 26084 w 1429527"/>
                <a:gd name="connsiteY5" fmla="*/ 0 h 1429545"/>
                <a:gd name="connsiteX6" fmla="*/ 1018483 w 1429527"/>
                <a:gd name="connsiteY6" fmla="*/ 411045 h 1429545"/>
                <a:gd name="connsiteX7" fmla="*/ 1018483 w 1429527"/>
                <a:gd name="connsiteY7" fmla="*/ 411045 h 1429545"/>
                <a:gd name="connsiteX8" fmla="*/ 1429527 w 1429527"/>
                <a:gd name="connsiteY8" fmla="*/ 1403427 h 1429545"/>
                <a:gd name="connsiteX9" fmla="*/ 1403444 w 1429527"/>
                <a:gd name="connsiteY9" fmla="*/ 1429510 h 1429545"/>
                <a:gd name="connsiteX10" fmla="*/ 26084 w 1429527"/>
                <a:gd name="connsiteY10" fmla="*/ 1429510 h 1429545"/>
                <a:gd name="connsiteX11" fmla="*/ 52167 w 1429527"/>
                <a:gd name="connsiteY11" fmla="*/ 52411 h 1429545"/>
                <a:gd name="connsiteX12" fmla="*/ 52167 w 1429527"/>
                <a:gd name="connsiteY12" fmla="*/ 1377378 h 1429545"/>
                <a:gd name="connsiteX13" fmla="*/ 1377117 w 1429527"/>
                <a:gd name="connsiteY13" fmla="*/ 1377378 h 1429545"/>
                <a:gd name="connsiteX14" fmla="*/ 981583 w 1429527"/>
                <a:gd name="connsiteY14" fmla="*/ 447945 h 1429545"/>
                <a:gd name="connsiteX15" fmla="*/ 52167 w 1429527"/>
                <a:gd name="connsiteY15" fmla="*/ 52411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9527" h="1429545">
                  <a:moveTo>
                    <a:pt x="26084" y="1429545"/>
                  </a:moveTo>
                  <a:cubicBezTo>
                    <a:pt x="19163" y="1429545"/>
                    <a:pt x="12538" y="1426798"/>
                    <a:pt x="7634" y="1421911"/>
                  </a:cubicBezTo>
                  <a:cubicBezTo>
                    <a:pt x="2730" y="1417025"/>
                    <a:pt x="0" y="1410382"/>
                    <a:pt x="0" y="1403461"/>
                  </a:cubicBezTo>
                  <a:lnTo>
                    <a:pt x="0" y="26084"/>
                  </a:lnTo>
                  <a:cubicBezTo>
                    <a:pt x="0" y="19163"/>
                    <a:pt x="2747" y="12538"/>
                    <a:pt x="7634" y="7634"/>
                  </a:cubicBezTo>
                  <a:cubicBezTo>
                    <a:pt x="12520" y="2747"/>
                    <a:pt x="19163" y="0"/>
                    <a:pt x="26084" y="0"/>
                  </a:cubicBezTo>
                  <a:cubicBezTo>
                    <a:pt x="400907" y="0"/>
                    <a:pt x="753350" y="145982"/>
                    <a:pt x="1018483" y="411045"/>
                  </a:cubicBezTo>
                  <a:cubicBezTo>
                    <a:pt x="1018483" y="411045"/>
                    <a:pt x="1018483" y="411045"/>
                    <a:pt x="1018483" y="411045"/>
                  </a:cubicBezTo>
                  <a:cubicBezTo>
                    <a:pt x="1283545" y="676177"/>
                    <a:pt x="1429527" y="1028603"/>
                    <a:pt x="1429527" y="1403427"/>
                  </a:cubicBezTo>
                  <a:cubicBezTo>
                    <a:pt x="1429527" y="1417842"/>
                    <a:pt x="1417859" y="1429510"/>
                    <a:pt x="1403444" y="1429510"/>
                  </a:cubicBezTo>
                  <a:lnTo>
                    <a:pt x="26084" y="1429510"/>
                  </a:lnTo>
                  <a:close/>
                  <a:moveTo>
                    <a:pt x="52167" y="52411"/>
                  </a:moveTo>
                  <a:lnTo>
                    <a:pt x="52167" y="1377378"/>
                  </a:lnTo>
                  <a:lnTo>
                    <a:pt x="1377117" y="1377378"/>
                  </a:lnTo>
                  <a:cubicBezTo>
                    <a:pt x="1370509" y="1026221"/>
                    <a:pt x="1230648" y="697062"/>
                    <a:pt x="981583" y="447945"/>
                  </a:cubicBezTo>
                  <a:cubicBezTo>
                    <a:pt x="732466" y="198880"/>
                    <a:pt x="403307" y="59019"/>
                    <a:pt x="52167" y="52411"/>
                  </a:cubicBezTo>
                  <a:close/>
                </a:path>
              </a:pathLst>
            </a:custGeom>
            <a:solidFill>
              <a:srgbClr val="FFFFFF"/>
            </a:solidFill>
            <a:ln w="1738"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4358FB89-4E91-9C6A-929B-432649DEB98D}"/>
              </a:ext>
            </a:extLst>
          </p:cNvPr>
          <p:cNvSpPr/>
          <p:nvPr/>
        </p:nvSpPr>
        <p:spPr>
          <a:xfrm>
            <a:off x="4320429" y="1809549"/>
            <a:ext cx="1775186" cy="1775186"/>
          </a:xfrm>
          <a:custGeom>
            <a:avLst/>
            <a:gdLst>
              <a:gd name="connsiteX0" fmla="*/ 1593959 w 1593959"/>
              <a:gd name="connsiteY0" fmla="*/ 216582 h 1593959"/>
              <a:gd name="connsiteX1" fmla="*/ 216582 w 1593959"/>
              <a:gd name="connsiteY1" fmla="*/ 1593960 h 1593959"/>
              <a:gd name="connsiteX2" fmla="*/ 0 w 1593959"/>
              <a:gd name="connsiteY2" fmla="*/ 1468897 h 1593959"/>
              <a:gd name="connsiteX3" fmla="*/ 1468897 w 1593959"/>
              <a:gd name="connsiteY3" fmla="*/ 0 h 1593959"/>
              <a:gd name="connsiteX4" fmla="*/ 1593959 w 1593959"/>
              <a:gd name="connsiteY4" fmla="*/ 216582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1593959" y="216582"/>
                </a:moveTo>
                <a:cubicBezTo>
                  <a:pt x="833254" y="216582"/>
                  <a:pt x="216582" y="833254"/>
                  <a:pt x="216582" y="1593960"/>
                </a:cubicBezTo>
                <a:lnTo>
                  <a:pt x="0" y="1468897"/>
                </a:lnTo>
                <a:cubicBezTo>
                  <a:pt x="60566" y="685637"/>
                  <a:pt x="685637" y="60566"/>
                  <a:pt x="1468897" y="0"/>
                </a:cubicBezTo>
                <a:lnTo>
                  <a:pt x="1593959" y="216582"/>
                </a:lnTo>
                <a:close/>
              </a:path>
            </a:pathLst>
          </a:custGeom>
          <a:solidFill>
            <a:srgbClr val="B898D0"/>
          </a:solidFill>
          <a:ln w="1738"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96604C65-3135-EAE9-32A9-FF45D08AE58E}"/>
              </a:ext>
            </a:extLst>
          </p:cNvPr>
          <p:cNvSpPr/>
          <p:nvPr/>
        </p:nvSpPr>
        <p:spPr>
          <a:xfrm>
            <a:off x="6095634" y="2050735"/>
            <a:ext cx="19" cy="19"/>
          </a:xfrm>
          <a:custGeom>
            <a:avLst/>
            <a:gdLst>
              <a:gd name="connsiteX0" fmla="*/ 17 w 17"/>
              <a:gd name="connsiteY0" fmla="*/ 17 h 17"/>
              <a:gd name="connsiteX1" fmla="*/ 17 w 17"/>
              <a:gd name="connsiteY1" fmla="*/ 17 h 17"/>
              <a:gd name="connsiteX2" fmla="*/ 17 w 17"/>
              <a:gd name="connsiteY2" fmla="*/ 0 h 17"/>
              <a:gd name="connsiteX3" fmla="*/ 0 w 17"/>
              <a:gd name="connsiteY3" fmla="*/ 17 h 17"/>
              <a:gd name="connsiteX4" fmla="*/ 17 w 17"/>
              <a:gd name="connsiteY4" fmla="*/ 17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 h="17">
                <a:moveTo>
                  <a:pt x="17" y="17"/>
                </a:moveTo>
                <a:lnTo>
                  <a:pt x="17" y="17"/>
                </a:lnTo>
                <a:lnTo>
                  <a:pt x="17" y="0"/>
                </a:lnTo>
                <a:lnTo>
                  <a:pt x="0" y="17"/>
                </a:lnTo>
                <a:lnTo>
                  <a:pt x="17" y="17"/>
                </a:lnTo>
                <a:close/>
              </a:path>
            </a:pathLst>
          </a:custGeom>
          <a:solidFill>
            <a:srgbClr val="F7931F"/>
          </a:solidFill>
          <a:ln w="1738" cap="flat">
            <a:noFill/>
            <a:prstDash val="solid"/>
            <a:miter/>
          </a:ln>
        </p:spPr>
        <p:txBody>
          <a:bodyPr rtlCol="0" anchor="ctr"/>
          <a:lstStyle/>
          <a:p>
            <a:endParaRPr lang="en-IN"/>
          </a:p>
        </p:txBody>
      </p:sp>
      <p:grpSp>
        <p:nvGrpSpPr>
          <p:cNvPr id="71" name="Graphic 26">
            <a:extLst>
              <a:ext uri="{FF2B5EF4-FFF2-40B4-BE49-F238E27FC236}">
                <a16:creationId xmlns:a16="http://schemas.microsoft.com/office/drawing/2014/main" id="{2BCF9C37-0DA9-FFC3-CD3A-BBF4E61D5313}"/>
              </a:ext>
            </a:extLst>
          </p:cNvPr>
          <p:cNvGrpSpPr/>
          <p:nvPr/>
        </p:nvGrpSpPr>
        <p:grpSpPr>
          <a:xfrm>
            <a:off x="4532586" y="2021706"/>
            <a:ext cx="1592156" cy="1592079"/>
            <a:chOff x="4692156" y="2181274"/>
            <a:chExt cx="1429614" cy="1429545"/>
          </a:xfrm>
        </p:grpSpPr>
        <p:sp>
          <p:nvSpPr>
            <p:cNvPr id="72" name="Freeform: Shape 71">
              <a:extLst>
                <a:ext uri="{FF2B5EF4-FFF2-40B4-BE49-F238E27FC236}">
                  <a16:creationId xmlns:a16="http://schemas.microsoft.com/office/drawing/2014/main" id="{1AA72B35-7B38-F69C-8C13-48F0012DBFF8}"/>
                </a:ext>
              </a:extLst>
            </p:cNvPr>
            <p:cNvSpPr/>
            <p:nvPr/>
          </p:nvSpPr>
          <p:spPr>
            <a:xfrm>
              <a:off x="4718240" y="2207357"/>
              <a:ext cx="1377447" cy="1377377"/>
            </a:xfrm>
            <a:custGeom>
              <a:avLst/>
              <a:gdLst>
                <a:gd name="connsiteX0" fmla="*/ 1377447 w 1377447"/>
                <a:gd name="connsiteY0" fmla="*/ 0 h 1377377"/>
                <a:gd name="connsiteX1" fmla="*/ 1377447 w 1377447"/>
                <a:gd name="connsiteY1" fmla="*/ 1377378 h 1377377"/>
                <a:gd name="connsiteX2" fmla="*/ 0 w 1377447"/>
                <a:gd name="connsiteY2" fmla="*/ 1377378 h 1377377"/>
                <a:gd name="connsiteX3" fmla="*/ 1377378 w 1377447"/>
                <a:gd name="connsiteY3" fmla="*/ 0 h 1377377"/>
                <a:gd name="connsiteX4" fmla="*/ 1377430 w 1377447"/>
                <a:gd name="connsiteY4" fmla="*/ 0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447" h="1377377">
                  <a:moveTo>
                    <a:pt x="1377447" y="0"/>
                  </a:moveTo>
                  <a:lnTo>
                    <a:pt x="1377447" y="1377378"/>
                  </a:lnTo>
                  <a:lnTo>
                    <a:pt x="0" y="1377378"/>
                  </a:lnTo>
                  <a:cubicBezTo>
                    <a:pt x="0" y="616672"/>
                    <a:pt x="616672" y="0"/>
                    <a:pt x="1377378" y="0"/>
                  </a:cubicBezTo>
                  <a:lnTo>
                    <a:pt x="1377430" y="0"/>
                  </a:lnTo>
                  <a:close/>
                </a:path>
              </a:pathLst>
            </a:custGeom>
            <a:solidFill>
              <a:srgbClr val="B898D0"/>
            </a:solidFill>
            <a:ln w="1738"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0DD9D8E8-922D-70B0-2ED3-4B3F6D041DB3}"/>
                </a:ext>
              </a:extLst>
            </p:cNvPr>
            <p:cNvSpPr/>
            <p:nvPr/>
          </p:nvSpPr>
          <p:spPr>
            <a:xfrm>
              <a:off x="4692156" y="2181274"/>
              <a:ext cx="1429614" cy="1429545"/>
            </a:xfrm>
            <a:custGeom>
              <a:avLst/>
              <a:gdLst>
                <a:gd name="connsiteX0" fmla="*/ 1403531 w 1429614"/>
                <a:gd name="connsiteY0" fmla="*/ 1429545 h 1429545"/>
                <a:gd name="connsiteX1" fmla="*/ 26084 w 1429614"/>
                <a:gd name="connsiteY1" fmla="*/ 1429545 h 1429545"/>
                <a:gd name="connsiteX2" fmla="*/ 0 w 1429614"/>
                <a:gd name="connsiteY2" fmla="*/ 1403461 h 1429545"/>
                <a:gd name="connsiteX3" fmla="*/ 411062 w 1429614"/>
                <a:gd name="connsiteY3" fmla="*/ 411062 h 1429545"/>
                <a:gd name="connsiteX4" fmla="*/ 1403461 w 1429614"/>
                <a:gd name="connsiteY4" fmla="*/ 0 h 1429545"/>
                <a:gd name="connsiteX5" fmla="*/ 1429615 w 1429614"/>
                <a:gd name="connsiteY5" fmla="*/ 26084 h 1429545"/>
                <a:gd name="connsiteX6" fmla="*/ 1429615 w 1429614"/>
                <a:gd name="connsiteY6" fmla="*/ 1403461 h 1429545"/>
                <a:gd name="connsiteX7" fmla="*/ 1403531 w 1429614"/>
                <a:gd name="connsiteY7" fmla="*/ 1429545 h 1429545"/>
                <a:gd name="connsiteX8" fmla="*/ 52411 w 1429614"/>
                <a:gd name="connsiteY8" fmla="*/ 1377378 h 1429545"/>
                <a:gd name="connsiteX9" fmla="*/ 1377447 w 1429614"/>
                <a:gd name="connsiteY9" fmla="*/ 1377378 h 1429545"/>
                <a:gd name="connsiteX10" fmla="*/ 1377447 w 1429614"/>
                <a:gd name="connsiteY10" fmla="*/ 52411 h 1429545"/>
                <a:gd name="connsiteX11" fmla="*/ 52411 w 1429614"/>
                <a:gd name="connsiteY11" fmla="*/ 1377378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9614" h="1429545">
                  <a:moveTo>
                    <a:pt x="1403531" y="1429545"/>
                  </a:moveTo>
                  <a:lnTo>
                    <a:pt x="26084" y="1429545"/>
                  </a:lnTo>
                  <a:cubicBezTo>
                    <a:pt x="11685" y="1429545"/>
                    <a:pt x="0" y="1417877"/>
                    <a:pt x="0" y="1403461"/>
                  </a:cubicBezTo>
                  <a:cubicBezTo>
                    <a:pt x="0" y="1028586"/>
                    <a:pt x="145982" y="676143"/>
                    <a:pt x="411062" y="411062"/>
                  </a:cubicBezTo>
                  <a:cubicBezTo>
                    <a:pt x="676143" y="145982"/>
                    <a:pt x="1028586" y="0"/>
                    <a:pt x="1403461" y="0"/>
                  </a:cubicBezTo>
                  <a:cubicBezTo>
                    <a:pt x="1417877" y="0"/>
                    <a:pt x="1429615" y="11686"/>
                    <a:pt x="1429615" y="26084"/>
                  </a:cubicBezTo>
                  <a:lnTo>
                    <a:pt x="1429615" y="1403461"/>
                  </a:lnTo>
                  <a:cubicBezTo>
                    <a:pt x="1429615" y="1417877"/>
                    <a:pt x="1417947" y="1429545"/>
                    <a:pt x="1403531" y="1429545"/>
                  </a:cubicBezTo>
                  <a:close/>
                  <a:moveTo>
                    <a:pt x="52411" y="1377378"/>
                  </a:moveTo>
                  <a:lnTo>
                    <a:pt x="1377447" y="1377378"/>
                  </a:lnTo>
                  <a:lnTo>
                    <a:pt x="1377447" y="52411"/>
                  </a:lnTo>
                  <a:cubicBezTo>
                    <a:pt x="652980" y="66148"/>
                    <a:pt x="66235" y="652928"/>
                    <a:pt x="52411" y="1377378"/>
                  </a:cubicBezTo>
                  <a:close/>
                </a:path>
              </a:pathLst>
            </a:custGeom>
            <a:solidFill>
              <a:srgbClr val="FFFFFF"/>
            </a:solidFill>
            <a:ln w="1738"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4B6B0EF0-CDD8-7007-E6C6-6508B125A7B6}"/>
              </a:ext>
            </a:extLst>
          </p:cNvPr>
          <p:cNvSpPr txBox="1"/>
          <p:nvPr/>
        </p:nvSpPr>
        <p:spPr>
          <a:xfrm>
            <a:off x="1077140"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78" name="Straight Connector 77">
            <a:extLst>
              <a:ext uri="{FF2B5EF4-FFF2-40B4-BE49-F238E27FC236}">
                <a16:creationId xmlns:a16="http://schemas.microsoft.com/office/drawing/2014/main" id="{923DD5BA-D857-9C5B-F08E-5591B28293DA}"/>
              </a:ext>
            </a:extLst>
          </p:cNvPr>
          <p:cNvCxnSpPr>
            <a:cxnSpLocks/>
          </p:cNvCxnSpPr>
          <p:nvPr/>
        </p:nvCxnSpPr>
        <p:spPr bwMode="auto">
          <a:xfrm flipH="1">
            <a:off x="7499637"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9" name="TextBox 78">
            <a:extLst>
              <a:ext uri="{FF2B5EF4-FFF2-40B4-BE49-F238E27FC236}">
                <a16:creationId xmlns:a16="http://schemas.microsoft.com/office/drawing/2014/main" id="{56F04C94-CA67-420E-C58B-21229E72DB8C}"/>
              </a:ext>
            </a:extLst>
          </p:cNvPr>
          <p:cNvSpPr txBox="1"/>
          <p:nvPr/>
        </p:nvSpPr>
        <p:spPr>
          <a:xfrm>
            <a:off x="8171623"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0" name="Straight Connector 79">
            <a:extLst>
              <a:ext uri="{FF2B5EF4-FFF2-40B4-BE49-F238E27FC236}">
                <a16:creationId xmlns:a16="http://schemas.microsoft.com/office/drawing/2014/main" id="{02A0A288-C068-46D7-55CF-7AD7810DACF5}"/>
              </a:ext>
            </a:extLst>
          </p:cNvPr>
          <p:cNvCxnSpPr>
            <a:cxnSpLocks/>
          </p:cNvCxnSpPr>
          <p:nvPr/>
        </p:nvCxnSpPr>
        <p:spPr bwMode="auto">
          <a:xfrm>
            <a:off x="533741"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1" name="TextBox 80">
            <a:extLst>
              <a:ext uri="{FF2B5EF4-FFF2-40B4-BE49-F238E27FC236}">
                <a16:creationId xmlns:a16="http://schemas.microsoft.com/office/drawing/2014/main" id="{727669CD-97A6-3889-B976-2F6BAE7F4668}"/>
              </a:ext>
            </a:extLst>
          </p:cNvPr>
          <p:cNvSpPr txBox="1"/>
          <p:nvPr/>
        </p:nvSpPr>
        <p:spPr>
          <a:xfrm>
            <a:off x="1077140"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2" name="Straight Connector 81">
            <a:extLst>
              <a:ext uri="{FF2B5EF4-FFF2-40B4-BE49-F238E27FC236}">
                <a16:creationId xmlns:a16="http://schemas.microsoft.com/office/drawing/2014/main" id="{B56C7483-F238-BCF3-3E21-4913FECFF836}"/>
              </a:ext>
            </a:extLst>
          </p:cNvPr>
          <p:cNvCxnSpPr>
            <a:cxnSpLocks/>
          </p:cNvCxnSpPr>
          <p:nvPr/>
        </p:nvCxnSpPr>
        <p:spPr bwMode="auto">
          <a:xfrm flipH="1">
            <a:off x="7499637"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3" name="TextBox 82">
            <a:extLst>
              <a:ext uri="{FF2B5EF4-FFF2-40B4-BE49-F238E27FC236}">
                <a16:creationId xmlns:a16="http://schemas.microsoft.com/office/drawing/2014/main" id="{2EE9BD28-75E4-A7B7-C913-8ABB762648B0}"/>
              </a:ext>
            </a:extLst>
          </p:cNvPr>
          <p:cNvSpPr txBox="1"/>
          <p:nvPr/>
        </p:nvSpPr>
        <p:spPr>
          <a:xfrm>
            <a:off x="8171623"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Tree>
    <p:extLst>
      <p:ext uri="{BB962C8B-B14F-4D97-AF65-F5344CB8AC3E}">
        <p14:creationId xmlns:p14="http://schemas.microsoft.com/office/powerpoint/2010/main" val="1408773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7982-034E-E4BA-08D5-5659281462D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F8B8B2C-76C2-D04A-C0A9-C76D4E90FFA4}"/>
              </a:ext>
            </a:extLst>
          </p:cNvPr>
          <p:cNvSpPr>
            <a:spLocks noGrp="1"/>
          </p:cNvSpPr>
          <p:nvPr>
            <p:ph type="title"/>
          </p:nvPr>
        </p:nvSpPr>
        <p:spPr/>
        <p:txBody>
          <a:bodyPr/>
          <a:lstStyle/>
          <a:p>
            <a:r>
              <a:rPr lang="en-US" dirty="0"/>
              <a:t>Title</a:t>
            </a:r>
            <a:endParaRPr lang="en-IN" dirty="0"/>
          </a:p>
        </p:txBody>
      </p:sp>
      <p:grpSp>
        <p:nvGrpSpPr>
          <p:cNvPr id="39" name="Group 38">
            <a:extLst>
              <a:ext uri="{FF2B5EF4-FFF2-40B4-BE49-F238E27FC236}">
                <a16:creationId xmlns:a16="http://schemas.microsoft.com/office/drawing/2014/main" id="{2CBD37BA-CB4C-836C-0B3C-ABE53A745E4D}"/>
              </a:ext>
            </a:extLst>
          </p:cNvPr>
          <p:cNvGrpSpPr/>
          <p:nvPr/>
        </p:nvGrpSpPr>
        <p:grpSpPr>
          <a:xfrm>
            <a:off x="4265238" y="1844382"/>
            <a:ext cx="3631045" cy="3631189"/>
            <a:chOff x="4180226" y="1903644"/>
            <a:chExt cx="3631045" cy="3631189"/>
          </a:xfrm>
        </p:grpSpPr>
        <p:sp>
          <p:nvSpPr>
            <p:cNvPr id="29" name="Freeform: Shape 28">
              <a:extLst>
                <a:ext uri="{FF2B5EF4-FFF2-40B4-BE49-F238E27FC236}">
                  <a16:creationId xmlns:a16="http://schemas.microsoft.com/office/drawing/2014/main" id="{42B9B5C0-22AF-FBE0-A989-04C4B9BCE0FA}"/>
                </a:ext>
              </a:extLst>
            </p:cNvPr>
            <p:cNvSpPr/>
            <p:nvPr/>
          </p:nvSpPr>
          <p:spPr>
            <a:xfrm rot="18900000">
              <a:off x="5596995" y="3852043"/>
              <a:ext cx="2214276" cy="1148957"/>
            </a:xfrm>
            <a:custGeom>
              <a:avLst/>
              <a:gdLst>
                <a:gd name="connsiteX0" fmla="*/ 1703908 w 3415419"/>
                <a:gd name="connsiteY0" fmla="*/ 270721 h 1772215"/>
                <a:gd name="connsiteX1" fmla="*/ 1062583 w 3415419"/>
                <a:gd name="connsiteY1" fmla="*/ 5093 h 1772215"/>
                <a:gd name="connsiteX2" fmla="*/ 5093 w 3415419"/>
                <a:gd name="connsiteY2" fmla="*/ 1062651 h 1772215"/>
                <a:gd name="connsiteX3" fmla="*/ 86302 w 3415419"/>
                <a:gd name="connsiteY3" fmla="*/ 1143928 h 1772215"/>
                <a:gd name="connsiteX4" fmla="*/ 214499 w 3415419"/>
                <a:gd name="connsiteY4" fmla="*/ 1068829 h 1772215"/>
                <a:gd name="connsiteX5" fmla="*/ 464171 w 3415419"/>
                <a:gd name="connsiteY5" fmla="*/ 1258477 h 1772215"/>
                <a:gd name="connsiteX6" fmla="*/ 424517 w 3415419"/>
                <a:gd name="connsiteY6" fmla="*/ 1399235 h 1772215"/>
                <a:gd name="connsiteX7" fmla="*/ 607035 w 3415419"/>
                <a:gd name="connsiteY7" fmla="*/ 1504686 h 1772215"/>
                <a:gd name="connsiteX8" fmla="*/ 710856 w 3415419"/>
                <a:gd name="connsiteY8" fmla="*/ 1399235 h 1772215"/>
                <a:gd name="connsiteX9" fmla="*/ 1001472 w 3415419"/>
                <a:gd name="connsiteY9" fmla="*/ 1516704 h 1772215"/>
                <a:gd name="connsiteX10" fmla="*/ 999910 w 3415419"/>
                <a:gd name="connsiteY10" fmla="*/ 1663778 h 1772215"/>
                <a:gd name="connsiteX11" fmla="*/ 1203545 w 3415419"/>
                <a:gd name="connsiteY11" fmla="*/ 1718370 h 1772215"/>
                <a:gd name="connsiteX12" fmla="*/ 1278644 w 3415419"/>
                <a:gd name="connsiteY12" fmla="*/ 1587865 h 1772215"/>
                <a:gd name="connsiteX13" fmla="*/ 1585692 w 3415419"/>
                <a:gd name="connsiteY13" fmla="*/ 1625278 h 1772215"/>
                <a:gd name="connsiteX14" fmla="*/ 1624192 w 3415419"/>
                <a:gd name="connsiteY14" fmla="*/ 1770450 h 1772215"/>
                <a:gd name="connsiteX15" fmla="*/ 1835024 w 3415419"/>
                <a:gd name="connsiteY15" fmla="*/ 1770450 h 1772215"/>
                <a:gd name="connsiteX16" fmla="*/ 1876512 w 3415419"/>
                <a:gd name="connsiteY16" fmla="*/ 1621204 h 1772215"/>
                <a:gd name="connsiteX17" fmla="*/ 2176431 w 3415419"/>
                <a:gd name="connsiteY17" fmla="*/ 1578698 h 1772215"/>
                <a:gd name="connsiteX18" fmla="*/ 2254788 w 3415419"/>
                <a:gd name="connsiteY18" fmla="*/ 1711920 h 1772215"/>
                <a:gd name="connsiteX19" fmla="*/ 2458423 w 3415419"/>
                <a:gd name="connsiteY19" fmla="*/ 1657327 h 1772215"/>
                <a:gd name="connsiteX20" fmla="*/ 2461682 w 3415419"/>
                <a:gd name="connsiteY20" fmla="*/ 1498099 h 1772215"/>
                <a:gd name="connsiteX21" fmla="*/ 2732268 w 3415419"/>
                <a:gd name="connsiteY21" fmla="*/ 1381310 h 1772215"/>
                <a:gd name="connsiteX22" fmla="*/ 2848650 w 3415419"/>
                <a:gd name="connsiteY22" fmla="*/ 1492124 h 1772215"/>
                <a:gd name="connsiteX23" fmla="*/ 3031236 w 3415419"/>
                <a:gd name="connsiteY23" fmla="*/ 1386674 h 1772215"/>
                <a:gd name="connsiteX24" fmla="*/ 2994977 w 3415419"/>
                <a:gd name="connsiteY24" fmla="*/ 1223983 h 1772215"/>
                <a:gd name="connsiteX25" fmla="*/ 3216470 w 3415419"/>
                <a:gd name="connsiteY25" fmla="*/ 1048866 h 1772215"/>
                <a:gd name="connsiteX26" fmla="*/ 3365445 w 3415419"/>
                <a:gd name="connsiteY26" fmla="*/ 1126070 h 1772215"/>
                <a:gd name="connsiteX27" fmla="*/ 3415827 w 3415419"/>
                <a:gd name="connsiteY27" fmla="*/ 1075687 h 1772215"/>
                <a:gd name="connsiteX28" fmla="*/ 2345232 w 3415419"/>
                <a:gd name="connsiteY28" fmla="*/ 5093 h 1772215"/>
                <a:gd name="connsiteX29" fmla="*/ 1703908 w 3415419"/>
                <a:gd name="connsiteY29" fmla="*/ 270721 h 177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15419" h="1772215">
                  <a:moveTo>
                    <a:pt x="1703908" y="270721"/>
                  </a:moveTo>
                  <a:cubicBezTo>
                    <a:pt x="1453489" y="270721"/>
                    <a:pt x="1226699" y="169209"/>
                    <a:pt x="1062583" y="5093"/>
                  </a:cubicBezTo>
                  <a:lnTo>
                    <a:pt x="5093" y="1062651"/>
                  </a:lnTo>
                  <a:lnTo>
                    <a:pt x="86302" y="1143928"/>
                  </a:lnTo>
                  <a:cubicBezTo>
                    <a:pt x="114821" y="1115477"/>
                    <a:pt x="164999" y="1077928"/>
                    <a:pt x="214499" y="1068829"/>
                  </a:cubicBezTo>
                  <a:cubicBezTo>
                    <a:pt x="293129" y="1137545"/>
                    <a:pt x="376511" y="1201032"/>
                    <a:pt x="464171" y="1258477"/>
                  </a:cubicBezTo>
                  <a:cubicBezTo>
                    <a:pt x="467227" y="1308112"/>
                    <a:pt x="444344" y="1364945"/>
                    <a:pt x="424517" y="1399235"/>
                  </a:cubicBezTo>
                  <a:lnTo>
                    <a:pt x="607035" y="1504686"/>
                  </a:lnTo>
                  <a:cubicBezTo>
                    <a:pt x="627134" y="1469989"/>
                    <a:pt x="665633" y="1421032"/>
                    <a:pt x="710856" y="1399235"/>
                  </a:cubicBezTo>
                  <a:cubicBezTo>
                    <a:pt x="804219" y="1444933"/>
                    <a:pt x="901386" y="1484044"/>
                    <a:pt x="1001472" y="1516704"/>
                  </a:cubicBezTo>
                  <a:cubicBezTo>
                    <a:pt x="1017632" y="1563963"/>
                    <a:pt x="1010231" y="1625278"/>
                    <a:pt x="999910" y="1663778"/>
                  </a:cubicBezTo>
                  <a:lnTo>
                    <a:pt x="1203545" y="1718370"/>
                  </a:lnTo>
                  <a:cubicBezTo>
                    <a:pt x="1214138" y="1678920"/>
                    <a:pt x="1239397" y="1620321"/>
                    <a:pt x="1278644" y="1587865"/>
                  </a:cubicBezTo>
                  <a:cubicBezTo>
                    <a:pt x="1378866" y="1606945"/>
                    <a:pt x="1481260" y="1619914"/>
                    <a:pt x="1585692" y="1625278"/>
                  </a:cubicBezTo>
                  <a:cubicBezTo>
                    <a:pt x="1615025" y="1666765"/>
                    <a:pt x="1624192" y="1729710"/>
                    <a:pt x="1624192" y="1770450"/>
                  </a:cubicBezTo>
                  <a:lnTo>
                    <a:pt x="1835024" y="1770450"/>
                  </a:lnTo>
                  <a:cubicBezTo>
                    <a:pt x="1835024" y="1728352"/>
                    <a:pt x="1844802" y="1662488"/>
                    <a:pt x="1876512" y="1621204"/>
                  </a:cubicBezTo>
                  <a:cubicBezTo>
                    <a:pt x="1978499" y="1613531"/>
                    <a:pt x="2078653" y="1599408"/>
                    <a:pt x="2176431" y="1578698"/>
                  </a:cubicBezTo>
                  <a:cubicBezTo>
                    <a:pt x="2217511" y="1610476"/>
                    <a:pt x="2243924" y="1671315"/>
                    <a:pt x="2254788" y="1711920"/>
                  </a:cubicBezTo>
                  <a:lnTo>
                    <a:pt x="2458423" y="1657327"/>
                  </a:lnTo>
                  <a:cubicBezTo>
                    <a:pt x="2447219" y="1615432"/>
                    <a:pt x="2439411" y="1546445"/>
                    <a:pt x="2461682" y="1498099"/>
                  </a:cubicBezTo>
                  <a:cubicBezTo>
                    <a:pt x="2554843" y="1465031"/>
                    <a:pt x="2645151" y="1425785"/>
                    <a:pt x="2732268" y="1381310"/>
                  </a:cubicBezTo>
                  <a:cubicBezTo>
                    <a:pt x="2782854" y="1399235"/>
                    <a:pt x="2826786" y="1454235"/>
                    <a:pt x="2848650" y="1492124"/>
                  </a:cubicBezTo>
                  <a:lnTo>
                    <a:pt x="3031236" y="1386674"/>
                  </a:lnTo>
                  <a:cubicBezTo>
                    <a:pt x="3008421" y="1347155"/>
                    <a:pt x="2981600" y="1277761"/>
                    <a:pt x="2994977" y="1223983"/>
                  </a:cubicBezTo>
                  <a:cubicBezTo>
                    <a:pt x="3072384" y="1170138"/>
                    <a:pt x="3146464" y="1111743"/>
                    <a:pt x="3216470" y="1048866"/>
                  </a:cubicBezTo>
                  <a:cubicBezTo>
                    <a:pt x="3272217" y="1049342"/>
                    <a:pt x="3332920" y="1093613"/>
                    <a:pt x="3365445" y="1126070"/>
                  </a:cubicBezTo>
                  <a:lnTo>
                    <a:pt x="3415827" y="1075687"/>
                  </a:lnTo>
                  <a:lnTo>
                    <a:pt x="2345232" y="5093"/>
                  </a:lnTo>
                  <a:cubicBezTo>
                    <a:pt x="2181116" y="169209"/>
                    <a:pt x="1954394" y="270721"/>
                    <a:pt x="1703908" y="27072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0" name="Freeform: Shape 29">
              <a:extLst>
                <a:ext uri="{FF2B5EF4-FFF2-40B4-BE49-F238E27FC236}">
                  <a16:creationId xmlns:a16="http://schemas.microsoft.com/office/drawing/2014/main" id="{6A9CE333-1EE3-9C1F-1CA9-E43FD6C8100B}"/>
                </a:ext>
              </a:extLst>
            </p:cNvPr>
            <p:cNvSpPr/>
            <p:nvPr/>
          </p:nvSpPr>
          <p:spPr>
            <a:xfrm rot="18900000">
              <a:off x="6120849" y="1903644"/>
              <a:ext cx="1166567" cy="2236285"/>
            </a:xfrm>
            <a:custGeom>
              <a:avLst/>
              <a:gdLst>
                <a:gd name="connsiteX0" fmla="*/ 1800802 w 1799376"/>
                <a:gd name="connsiteY0" fmla="*/ 1809765 h 3449370"/>
                <a:gd name="connsiteX1" fmla="*/ 1800802 w 1799376"/>
                <a:gd name="connsiteY1" fmla="*/ 1598933 h 3449370"/>
                <a:gd name="connsiteX2" fmla="*/ 1617130 w 1799376"/>
                <a:gd name="connsiteY2" fmla="*/ 1509303 h 3449370"/>
                <a:gd name="connsiteX3" fmla="*/ 1588136 w 1799376"/>
                <a:gd name="connsiteY3" fmla="*/ 1310829 h 3449370"/>
                <a:gd name="connsiteX4" fmla="*/ 1742136 w 1799376"/>
                <a:gd name="connsiteY4" fmla="*/ 1179169 h 3449370"/>
                <a:gd name="connsiteX5" fmla="*/ 1687611 w 1799376"/>
                <a:gd name="connsiteY5" fmla="*/ 975534 h 3449370"/>
                <a:gd name="connsiteX6" fmla="*/ 1480377 w 1799376"/>
                <a:gd name="connsiteY6" fmla="*/ 922978 h 3449370"/>
                <a:gd name="connsiteX7" fmla="*/ 1480310 w 1799376"/>
                <a:gd name="connsiteY7" fmla="*/ 922978 h 3449370"/>
                <a:gd name="connsiteX8" fmla="*/ 1413020 w 1799376"/>
                <a:gd name="connsiteY8" fmla="*/ 769115 h 3449370"/>
                <a:gd name="connsiteX9" fmla="*/ 1522341 w 1799376"/>
                <a:gd name="connsiteY9" fmla="*/ 585307 h 3449370"/>
                <a:gd name="connsiteX10" fmla="*/ 1416958 w 1799376"/>
                <a:gd name="connsiteY10" fmla="*/ 402653 h 3449370"/>
                <a:gd name="connsiteX11" fmla="*/ 1203206 w 1799376"/>
                <a:gd name="connsiteY11" fmla="*/ 405505 h 3449370"/>
                <a:gd name="connsiteX12" fmla="*/ 1203138 w 1799376"/>
                <a:gd name="connsiteY12" fmla="*/ 405505 h 3449370"/>
                <a:gd name="connsiteX13" fmla="*/ 1098299 w 1799376"/>
                <a:gd name="connsiteY13" fmla="*/ 274320 h 3449370"/>
                <a:gd name="connsiteX14" fmla="*/ 1156354 w 1799376"/>
                <a:gd name="connsiteY14" fmla="*/ 68444 h 3449370"/>
                <a:gd name="connsiteX15" fmla="*/ 1093070 w 1799376"/>
                <a:gd name="connsiteY15" fmla="*/ 5093 h 3449370"/>
                <a:gd name="connsiteX16" fmla="*/ 5093 w 1799376"/>
                <a:gd name="connsiteY16" fmla="*/ 1093206 h 3449370"/>
                <a:gd name="connsiteX17" fmla="*/ 270721 w 1799376"/>
                <a:gd name="connsiteY17" fmla="*/ 1734531 h 3449370"/>
                <a:gd name="connsiteX18" fmla="*/ 5093 w 1799376"/>
                <a:gd name="connsiteY18" fmla="*/ 2375856 h 3449370"/>
                <a:gd name="connsiteX19" fmla="*/ 404894 w 1799376"/>
                <a:gd name="connsiteY19" fmla="*/ 2775657 h 3449370"/>
                <a:gd name="connsiteX20" fmla="*/ 377326 w 1799376"/>
                <a:gd name="connsiteY20" fmla="*/ 2843150 h 3449370"/>
                <a:gd name="connsiteX21" fmla="*/ 358449 w 1799376"/>
                <a:gd name="connsiteY21" fmla="*/ 2844780 h 3449370"/>
                <a:gd name="connsiteX22" fmla="*/ 358449 w 1799376"/>
                <a:gd name="connsiteY22" fmla="*/ 2844780 h 3449370"/>
                <a:gd name="connsiteX23" fmla="*/ 293129 w 1799376"/>
                <a:gd name="connsiteY23" fmla="*/ 2878323 h 3449370"/>
                <a:gd name="connsiteX24" fmla="*/ 293129 w 1799376"/>
                <a:gd name="connsiteY24" fmla="*/ 3048755 h 3449370"/>
                <a:gd name="connsiteX25" fmla="*/ 463492 w 1799376"/>
                <a:gd name="connsiteY25" fmla="*/ 3048755 h 3449370"/>
                <a:gd name="connsiteX26" fmla="*/ 497103 w 1799376"/>
                <a:gd name="connsiteY26" fmla="*/ 2983434 h 3449370"/>
                <a:gd name="connsiteX27" fmla="*/ 497103 w 1799376"/>
                <a:gd name="connsiteY27" fmla="*/ 2983434 h 3449370"/>
                <a:gd name="connsiteX28" fmla="*/ 498801 w 1799376"/>
                <a:gd name="connsiteY28" fmla="*/ 2964557 h 3449370"/>
                <a:gd name="connsiteX29" fmla="*/ 566294 w 1799376"/>
                <a:gd name="connsiteY29" fmla="*/ 2936990 h 3449370"/>
                <a:gd name="connsiteX30" fmla="*/ 1075620 w 1799376"/>
                <a:gd name="connsiteY30" fmla="*/ 3446315 h 3449370"/>
                <a:gd name="connsiteX31" fmla="*/ 1174348 w 1799376"/>
                <a:gd name="connsiteY31" fmla="*/ 3347587 h 3449370"/>
                <a:gd name="connsiteX32" fmla="*/ 1097416 w 1799376"/>
                <a:gd name="connsiteY32" fmla="*/ 3190803 h 3449370"/>
                <a:gd name="connsiteX33" fmla="*/ 1257323 w 1799376"/>
                <a:gd name="connsiteY33" fmla="*/ 2975965 h 3449370"/>
                <a:gd name="connsiteX34" fmla="*/ 1429656 w 1799376"/>
                <a:gd name="connsiteY34" fmla="*/ 3009372 h 3449370"/>
                <a:gd name="connsiteX35" fmla="*/ 1535106 w 1799376"/>
                <a:gd name="connsiteY35" fmla="*/ 2826786 h 3449370"/>
                <a:gd name="connsiteX36" fmla="*/ 1418656 w 1799376"/>
                <a:gd name="connsiteY36" fmla="*/ 2685960 h 3449370"/>
                <a:gd name="connsiteX37" fmla="*/ 1511612 w 1799376"/>
                <a:gd name="connsiteY37" fmla="*/ 2451701 h 3449370"/>
                <a:gd name="connsiteX38" fmla="*/ 1694130 w 1799376"/>
                <a:gd name="connsiteY38" fmla="*/ 2433911 h 3449370"/>
                <a:gd name="connsiteX39" fmla="*/ 1748722 w 1799376"/>
                <a:gd name="connsiteY39" fmla="*/ 2230276 h 3449370"/>
                <a:gd name="connsiteX40" fmla="*/ 1596284 w 1799376"/>
                <a:gd name="connsiteY40" fmla="*/ 2111992 h 3449370"/>
                <a:gd name="connsiteX41" fmla="*/ 1622698 w 1799376"/>
                <a:gd name="connsiteY41" fmla="*/ 1884796 h 3449370"/>
                <a:gd name="connsiteX42" fmla="*/ 1800802 w 1799376"/>
                <a:gd name="connsiteY42" fmla="*/ 1809765 h 34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99376" h="3449370">
                  <a:moveTo>
                    <a:pt x="1800802" y="1809765"/>
                  </a:moveTo>
                  <a:lnTo>
                    <a:pt x="1800802" y="1598933"/>
                  </a:lnTo>
                  <a:cubicBezTo>
                    <a:pt x="1742204" y="1598933"/>
                    <a:pt x="1637297" y="1580124"/>
                    <a:pt x="1617130" y="1509303"/>
                  </a:cubicBezTo>
                  <a:cubicBezTo>
                    <a:pt x="1610476" y="1442217"/>
                    <a:pt x="1600494" y="1376081"/>
                    <a:pt x="1588136" y="1310829"/>
                  </a:cubicBezTo>
                  <a:cubicBezTo>
                    <a:pt x="1591396" y="1238650"/>
                    <a:pt x="1686253" y="1194175"/>
                    <a:pt x="1742136" y="1179169"/>
                  </a:cubicBezTo>
                  <a:lnTo>
                    <a:pt x="1687611" y="975534"/>
                  </a:lnTo>
                  <a:cubicBezTo>
                    <a:pt x="1627247" y="991694"/>
                    <a:pt x="1510525" y="1000861"/>
                    <a:pt x="1480377" y="922978"/>
                  </a:cubicBezTo>
                  <a:lnTo>
                    <a:pt x="1480310" y="922978"/>
                  </a:lnTo>
                  <a:lnTo>
                    <a:pt x="1413020" y="769115"/>
                  </a:lnTo>
                  <a:cubicBezTo>
                    <a:pt x="1379001" y="692658"/>
                    <a:pt x="1468223" y="616473"/>
                    <a:pt x="1522341" y="585307"/>
                  </a:cubicBezTo>
                  <a:lnTo>
                    <a:pt x="1416958" y="402653"/>
                  </a:lnTo>
                  <a:cubicBezTo>
                    <a:pt x="1362841" y="433955"/>
                    <a:pt x="1252434" y="472930"/>
                    <a:pt x="1203206" y="405505"/>
                  </a:cubicBezTo>
                  <a:lnTo>
                    <a:pt x="1203138" y="405505"/>
                  </a:lnTo>
                  <a:lnTo>
                    <a:pt x="1098299" y="274320"/>
                  </a:lnTo>
                  <a:cubicBezTo>
                    <a:pt x="1045675" y="209339"/>
                    <a:pt x="1112082" y="112648"/>
                    <a:pt x="1156354" y="68444"/>
                  </a:cubicBezTo>
                  <a:lnTo>
                    <a:pt x="1093070" y="5093"/>
                  </a:lnTo>
                  <a:lnTo>
                    <a:pt x="5093" y="1093206"/>
                  </a:lnTo>
                  <a:cubicBezTo>
                    <a:pt x="169209" y="1257323"/>
                    <a:pt x="270721" y="1484044"/>
                    <a:pt x="270721" y="1734531"/>
                  </a:cubicBezTo>
                  <a:cubicBezTo>
                    <a:pt x="270721" y="1984950"/>
                    <a:pt x="169209" y="2211739"/>
                    <a:pt x="5093" y="2375856"/>
                  </a:cubicBezTo>
                  <a:lnTo>
                    <a:pt x="404894" y="2775657"/>
                  </a:lnTo>
                  <a:cubicBezTo>
                    <a:pt x="431239" y="2802002"/>
                    <a:pt x="437079" y="2834935"/>
                    <a:pt x="377326" y="2843150"/>
                  </a:cubicBezTo>
                  <a:cubicBezTo>
                    <a:pt x="371011" y="2843218"/>
                    <a:pt x="364696" y="2843762"/>
                    <a:pt x="358449" y="2844780"/>
                  </a:cubicBezTo>
                  <a:lnTo>
                    <a:pt x="358449" y="2844780"/>
                  </a:lnTo>
                  <a:cubicBezTo>
                    <a:pt x="334548" y="2848718"/>
                    <a:pt x="311598" y="2859922"/>
                    <a:pt x="293129" y="2878323"/>
                  </a:cubicBezTo>
                  <a:cubicBezTo>
                    <a:pt x="246073" y="2925379"/>
                    <a:pt x="246073" y="3001699"/>
                    <a:pt x="293129" y="3048755"/>
                  </a:cubicBezTo>
                  <a:cubicBezTo>
                    <a:pt x="340184" y="3095810"/>
                    <a:pt x="416505" y="3095810"/>
                    <a:pt x="463492" y="3048755"/>
                  </a:cubicBezTo>
                  <a:cubicBezTo>
                    <a:pt x="481961" y="3030285"/>
                    <a:pt x="493097" y="3007335"/>
                    <a:pt x="497103" y="2983434"/>
                  </a:cubicBezTo>
                  <a:lnTo>
                    <a:pt x="497103" y="2983434"/>
                  </a:lnTo>
                  <a:cubicBezTo>
                    <a:pt x="498122" y="2977187"/>
                    <a:pt x="498665" y="2970872"/>
                    <a:pt x="498801" y="2964557"/>
                  </a:cubicBezTo>
                  <a:cubicBezTo>
                    <a:pt x="507017" y="2904805"/>
                    <a:pt x="539949" y="2910644"/>
                    <a:pt x="566294" y="2936990"/>
                  </a:cubicBezTo>
                  <a:lnTo>
                    <a:pt x="1075620" y="3446315"/>
                  </a:lnTo>
                  <a:lnTo>
                    <a:pt x="1174348" y="3347587"/>
                  </a:lnTo>
                  <a:cubicBezTo>
                    <a:pt x="1140329" y="3313569"/>
                    <a:pt x="1093410" y="3248587"/>
                    <a:pt x="1097416" y="3190803"/>
                  </a:cubicBezTo>
                  <a:cubicBezTo>
                    <a:pt x="1154860" y="3122495"/>
                    <a:pt x="1208163" y="3050792"/>
                    <a:pt x="1257323" y="2975965"/>
                  </a:cubicBezTo>
                  <a:cubicBezTo>
                    <a:pt x="1312255" y="2956477"/>
                    <a:pt x="1387761" y="2985199"/>
                    <a:pt x="1429656" y="3009372"/>
                  </a:cubicBezTo>
                  <a:lnTo>
                    <a:pt x="1535106" y="2826786"/>
                  </a:lnTo>
                  <a:cubicBezTo>
                    <a:pt x="1491174" y="2801459"/>
                    <a:pt x="1424291" y="2746527"/>
                    <a:pt x="1418656" y="2685960"/>
                  </a:cubicBezTo>
                  <a:cubicBezTo>
                    <a:pt x="1453828" y="2610114"/>
                    <a:pt x="1484927" y="2531892"/>
                    <a:pt x="1511612" y="2451701"/>
                  </a:cubicBezTo>
                  <a:cubicBezTo>
                    <a:pt x="1558328" y="2412251"/>
                    <a:pt x="1644970" y="2420738"/>
                    <a:pt x="1694130" y="2433911"/>
                  </a:cubicBezTo>
                  <a:lnTo>
                    <a:pt x="1748722" y="2230276"/>
                  </a:lnTo>
                  <a:cubicBezTo>
                    <a:pt x="1696303" y="2216221"/>
                    <a:pt x="1609797" y="2176295"/>
                    <a:pt x="1596284" y="2111992"/>
                  </a:cubicBezTo>
                  <a:cubicBezTo>
                    <a:pt x="1608846" y="2037437"/>
                    <a:pt x="1617673" y="1961660"/>
                    <a:pt x="1622698" y="1884796"/>
                  </a:cubicBezTo>
                  <a:cubicBezTo>
                    <a:pt x="1652303" y="1825926"/>
                    <a:pt x="1746481" y="1809765"/>
                    <a:pt x="1800802" y="1809765"/>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3" name="Freeform: Shape 32">
              <a:extLst>
                <a:ext uri="{FF2B5EF4-FFF2-40B4-BE49-F238E27FC236}">
                  <a16:creationId xmlns:a16="http://schemas.microsoft.com/office/drawing/2014/main" id="{C957BF9F-F7E8-2218-8690-45E3B2752336}"/>
                </a:ext>
              </a:extLst>
            </p:cNvPr>
            <p:cNvSpPr/>
            <p:nvPr/>
          </p:nvSpPr>
          <p:spPr>
            <a:xfrm rot="18900000">
              <a:off x="4723246" y="3316156"/>
              <a:ext cx="1153360" cy="2218677"/>
            </a:xfrm>
            <a:custGeom>
              <a:avLst/>
              <a:gdLst>
                <a:gd name="connsiteX0" fmla="*/ 1421507 w 1779005"/>
                <a:gd name="connsiteY0" fmla="*/ 2831743 h 3422209"/>
                <a:gd name="connsiteX1" fmla="*/ 1421507 w 1779005"/>
                <a:gd name="connsiteY1" fmla="*/ 2831743 h 3422209"/>
                <a:gd name="connsiteX2" fmla="*/ 1402631 w 1779005"/>
                <a:gd name="connsiteY2" fmla="*/ 2830045 h 3422209"/>
                <a:gd name="connsiteX3" fmla="*/ 1375063 w 1779005"/>
                <a:gd name="connsiteY3" fmla="*/ 2762552 h 3422209"/>
                <a:gd name="connsiteX4" fmla="*/ 1774864 w 1779005"/>
                <a:gd name="connsiteY4" fmla="*/ 2362751 h 3422209"/>
                <a:gd name="connsiteX5" fmla="*/ 1509235 w 1779005"/>
                <a:gd name="connsiteY5" fmla="*/ 1721426 h 3422209"/>
                <a:gd name="connsiteX6" fmla="*/ 1774864 w 1779005"/>
                <a:gd name="connsiteY6" fmla="*/ 1080101 h 3422209"/>
                <a:gd name="connsiteX7" fmla="*/ 699788 w 1779005"/>
                <a:gd name="connsiteY7" fmla="*/ 5093 h 3422209"/>
                <a:gd name="connsiteX8" fmla="*/ 631479 w 1779005"/>
                <a:gd name="connsiteY8" fmla="*/ 73401 h 3422209"/>
                <a:gd name="connsiteX9" fmla="*/ 707868 w 1779005"/>
                <a:gd name="connsiteY9" fmla="*/ 235820 h 3422209"/>
                <a:gd name="connsiteX10" fmla="*/ 544702 w 1779005"/>
                <a:gd name="connsiteY10" fmla="*/ 446449 h 3422209"/>
                <a:gd name="connsiteX11" fmla="*/ 376171 w 1779005"/>
                <a:gd name="connsiteY11" fmla="*/ 411616 h 3422209"/>
                <a:gd name="connsiteX12" fmla="*/ 270789 w 1779005"/>
                <a:gd name="connsiteY12" fmla="*/ 594202 h 3422209"/>
                <a:gd name="connsiteX13" fmla="*/ 384727 w 1779005"/>
                <a:gd name="connsiteY13" fmla="*/ 720701 h 3422209"/>
                <a:gd name="connsiteX14" fmla="*/ 276153 w 1779005"/>
                <a:gd name="connsiteY14" fmla="*/ 981101 h 3422209"/>
                <a:gd name="connsiteX15" fmla="*/ 111697 w 1779005"/>
                <a:gd name="connsiteY15" fmla="*/ 987009 h 3422209"/>
                <a:gd name="connsiteX16" fmla="*/ 57105 w 1779005"/>
                <a:gd name="connsiteY16" fmla="*/ 1190644 h 3422209"/>
                <a:gd name="connsiteX17" fmla="*/ 195623 w 1779005"/>
                <a:gd name="connsiteY17" fmla="*/ 1276539 h 3422209"/>
                <a:gd name="connsiteX18" fmla="*/ 157462 w 1779005"/>
                <a:gd name="connsiteY18" fmla="*/ 1567494 h 3422209"/>
                <a:gd name="connsiteX19" fmla="*/ 5093 w 1779005"/>
                <a:gd name="connsiteY19" fmla="*/ 1611223 h 3422209"/>
                <a:gd name="connsiteX20" fmla="*/ 5093 w 1779005"/>
                <a:gd name="connsiteY20" fmla="*/ 1822055 h 3422209"/>
                <a:gd name="connsiteX21" fmla="*/ 156715 w 1779005"/>
                <a:gd name="connsiteY21" fmla="*/ 1865172 h 3422209"/>
                <a:gd name="connsiteX22" fmla="*/ 195487 w 1779005"/>
                <a:gd name="connsiteY22" fmla="*/ 2165227 h 3422209"/>
                <a:gd name="connsiteX23" fmla="*/ 63759 w 1779005"/>
                <a:gd name="connsiteY23" fmla="*/ 2241819 h 3422209"/>
                <a:gd name="connsiteX24" fmla="*/ 118284 w 1779005"/>
                <a:gd name="connsiteY24" fmla="*/ 2445454 h 3422209"/>
                <a:gd name="connsiteX25" fmla="*/ 270857 w 1779005"/>
                <a:gd name="connsiteY25" fmla="*/ 2445997 h 3422209"/>
                <a:gd name="connsiteX26" fmla="*/ 389412 w 1779005"/>
                <a:gd name="connsiteY26" fmla="*/ 2731182 h 3422209"/>
                <a:gd name="connsiteX27" fmla="*/ 283622 w 1779005"/>
                <a:gd name="connsiteY27" fmla="*/ 2835681 h 3422209"/>
                <a:gd name="connsiteX28" fmla="*/ 389005 w 1779005"/>
                <a:gd name="connsiteY28" fmla="*/ 3018267 h 3422209"/>
                <a:gd name="connsiteX29" fmla="*/ 533023 w 1779005"/>
                <a:gd name="connsiteY29" fmla="*/ 2978953 h 3422209"/>
                <a:gd name="connsiteX30" fmla="*/ 724504 w 1779005"/>
                <a:gd name="connsiteY30" fmla="*/ 3226044 h 3422209"/>
                <a:gd name="connsiteX31" fmla="*/ 649609 w 1779005"/>
                <a:gd name="connsiteY31" fmla="*/ 3352476 h 3422209"/>
                <a:gd name="connsiteX32" fmla="*/ 717442 w 1779005"/>
                <a:gd name="connsiteY32" fmla="*/ 3420309 h 3422209"/>
                <a:gd name="connsiteX33" fmla="*/ 1213798 w 1779005"/>
                <a:gd name="connsiteY33" fmla="*/ 2923953 h 3422209"/>
                <a:gd name="connsiteX34" fmla="*/ 1281292 w 1779005"/>
                <a:gd name="connsiteY34" fmla="*/ 2951520 h 3422209"/>
                <a:gd name="connsiteX35" fmla="*/ 1282921 w 1779005"/>
                <a:gd name="connsiteY35" fmla="*/ 2970397 h 3422209"/>
                <a:gd name="connsiteX36" fmla="*/ 1282921 w 1779005"/>
                <a:gd name="connsiteY36" fmla="*/ 2970397 h 3422209"/>
                <a:gd name="connsiteX37" fmla="*/ 1316532 w 1779005"/>
                <a:gd name="connsiteY37" fmla="*/ 3035718 h 3422209"/>
                <a:gd name="connsiteX38" fmla="*/ 1486896 w 1779005"/>
                <a:gd name="connsiteY38" fmla="*/ 3035718 h 3422209"/>
                <a:gd name="connsiteX39" fmla="*/ 1486896 w 1779005"/>
                <a:gd name="connsiteY39" fmla="*/ 2865286 h 3422209"/>
                <a:gd name="connsiteX40" fmla="*/ 1421507 w 1779005"/>
                <a:gd name="connsiteY40" fmla="*/ 2831743 h 342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79005" h="3422209">
                  <a:moveTo>
                    <a:pt x="1421507" y="2831743"/>
                  </a:moveTo>
                  <a:lnTo>
                    <a:pt x="1421507" y="2831743"/>
                  </a:lnTo>
                  <a:cubicBezTo>
                    <a:pt x="1415260" y="2830657"/>
                    <a:pt x="1408946" y="2830113"/>
                    <a:pt x="1402631" y="2830045"/>
                  </a:cubicBezTo>
                  <a:cubicBezTo>
                    <a:pt x="1342878" y="2821830"/>
                    <a:pt x="1348717" y="2788897"/>
                    <a:pt x="1375063" y="2762552"/>
                  </a:cubicBezTo>
                  <a:lnTo>
                    <a:pt x="1774864" y="2362751"/>
                  </a:lnTo>
                  <a:cubicBezTo>
                    <a:pt x="1610747" y="2198634"/>
                    <a:pt x="1509235" y="1971913"/>
                    <a:pt x="1509235" y="1721426"/>
                  </a:cubicBezTo>
                  <a:cubicBezTo>
                    <a:pt x="1509235" y="1471007"/>
                    <a:pt x="1610747" y="1244218"/>
                    <a:pt x="1774864" y="1080101"/>
                  </a:cubicBezTo>
                  <a:lnTo>
                    <a:pt x="699788" y="5093"/>
                  </a:lnTo>
                  <a:lnTo>
                    <a:pt x="631479" y="73401"/>
                  </a:lnTo>
                  <a:cubicBezTo>
                    <a:pt x="666584" y="108506"/>
                    <a:pt x="715473" y="176678"/>
                    <a:pt x="707868" y="235820"/>
                  </a:cubicBezTo>
                  <a:cubicBezTo>
                    <a:pt x="649541" y="302771"/>
                    <a:pt x="594881" y="372912"/>
                    <a:pt x="544702" y="446449"/>
                  </a:cubicBezTo>
                  <a:cubicBezTo>
                    <a:pt x="490177" y="463289"/>
                    <a:pt x="417116" y="435313"/>
                    <a:pt x="376171" y="411616"/>
                  </a:cubicBezTo>
                  <a:lnTo>
                    <a:pt x="270789" y="594202"/>
                  </a:lnTo>
                  <a:cubicBezTo>
                    <a:pt x="311190" y="617560"/>
                    <a:pt x="371011" y="665905"/>
                    <a:pt x="384727" y="720701"/>
                  </a:cubicBezTo>
                  <a:cubicBezTo>
                    <a:pt x="343307" y="804695"/>
                    <a:pt x="307116" y="891608"/>
                    <a:pt x="276153" y="981101"/>
                  </a:cubicBezTo>
                  <a:cubicBezTo>
                    <a:pt x="227604" y="1006496"/>
                    <a:pt x="155154" y="998688"/>
                    <a:pt x="111697" y="987009"/>
                  </a:cubicBezTo>
                  <a:lnTo>
                    <a:pt x="57105" y="1190644"/>
                  </a:lnTo>
                  <a:cubicBezTo>
                    <a:pt x="100086" y="1202187"/>
                    <a:pt x="165814" y="1231113"/>
                    <a:pt x="195623" y="1276539"/>
                  </a:cubicBezTo>
                  <a:cubicBezTo>
                    <a:pt x="176746" y="1371532"/>
                    <a:pt x="164117" y="1468631"/>
                    <a:pt x="157462" y="1567494"/>
                  </a:cubicBezTo>
                  <a:cubicBezTo>
                    <a:pt x="116450" y="1601106"/>
                    <a:pt x="48278" y="1611223"/>
                    <a:pt x="5093" y="1611223"/>
                  </a:cubicBezTo>
                  <a:lnTo>
                    <a:pt x="5093" y="1822055"/>
                  </a:lnTo>
                  <a:cubicBezTo>
                    <a:pt x="47938" y="1822055"/>
                    <a:pt x="115567" y="1832105"/>
                    <a:pt x="156715" y="1865172"/>
                  </a:cubicBezTo>
                  <a:cubicBezTo>
                    <a:pt x="163098" y="1967160"/>
                    <a:pt x="175999" y="2067314"/>
                    <a:pt x="195487" y="2165227"/>
                  </a:cubicBezTo>
                  <a:cubicBezTo>
                    <a:pt x="163302" y="2205289"/>
                    <a:pt x="103685" y="2231091"/>
                    <a:pt x="63759" y="2241819"/>
                  </a:cubicBezTo>
                  <a:lnTo>
                    <a:pt x="118284" y="2445454"/>
                  </a:lnTo>
                  <a:cubicBezTo>
                    <a:pt x="158277" y="2434726"/>
                    <a:pt x="222919" y="2427257"/>
                    <a:pt x="270857" y="2445997"/>
                  </a:cubicBezTo>
                  <a:cubicBezTo>
                    <a:pt x="304061" y="2544250"/>
                    <a:pt x="343647" y="2639515"/>
                    <a:pt x="389412" y="2731182"/>
                  </a:cubicBezTo>
                  <a:cubicBezTo>
                    <a:pt x="367752" y="2776743"/>
                    <a:pt x="318524" y="2815515"/>
                    <a:pt x="283622" y="2835681"/>
                  </a:cubicBezTo>
                  <a:lnTo>
                    <a:pt x="389005" y="3018267"/>
                  </a:lnTo>
                  <a:cubicBezTo>
                    <a:pt x="424042" y="2998033"/>
                    <a:pt x="482640" y="2974675"/>
                    <a:pt x="533023" y="2978953"/>
                  </a:cubicBezTo>
                  <a:cubicBezTo>
                    <a:pt x="591146" y="3065798"/>
                    <a:pt x="655245" y="3148230"/>
                    <a:pt x="724504" y="3226044"/>
                  </a:cubicBezTo>
                  <a:cubicBezTo>
                    <a:pt x="714794" y="3275001"/>
                    <a:pt x="677788" y="3324365"/>
                    <a:pt x="649609" y="3352476"/>
                  </a:cubicBezTo>
                  <a:lnTo>
                    <a:pt x="717442" y="3420309"/>
                  </a:lnTo>
                  <a:lnTo>
                    <a:pt x="1213798" y="2923953"/>
                  </a:lnTo>
                  <a:cubicBezTo>
                    <a:pt x="1240144" y="2897607"/>
                    <a:pt x="1273076" y="2891768"/>
                    <a:pt x="1281292" y="2951520"/>
                  </a:cubicBezTo>
                  <a:cubicBezTo>
                    <a:pt x="1281360" y="2957835"/>
                    <a:pt x="1281903" y="2964150"/>
                    <a:pt x="1282921" y="2970397"/>
                  </a:cubicBezTo>
                  <a:lnTo>
                    <a:pt x="1282921" y="2970397"/>
                  </a:lnTo>
                  <a:cubicBezTo>
                    <a:pt x="1286860" y="2994298"/>
                    <a:pt x="1298063" y="3017248"/>
                    <a:pt x="1316532" y="3035718"/>
                  </a:cubicBezTo>
                  <a:cubicBezTo>
                    <a:pt x="1363588" y="3082773"/>
                    <a:pt x="1439841" y="3082773"/>
                    <a:pt x="1486896" y="3035718"/>
                  </a:cubicBezTo>
                  <a:cubicBezTo>
                    <a:pt x="1533951" y="2988662"/>
                    <a:pt x="1533951" y="2912342"/>
                    <a:pt x="1486896" y="2865286"/>
                  </a:cubicBezTo>
                  <a:cubicBezTo>
                    <a:pt x="1468359" y="2846885"/>
                    <a:pt x="1445409" y="2835681"/>
                    <a:pt x="1421507" y="2831743"/>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6" name="Freeform: Shape 35">
              <a:extLst>
                <a:ext uri="{FF2B5EF4-FFF2-40B4-BE49-F238E27FC236}">
                  <a16:creationId xmlns:a16="http://schemas.microsoft.com/office/drawing/2014/main" id="{A8883D5B-733C-A15C-406C-B884009AA6BB}"/>
                </a:ext>
              </a:extLst>
            </p:cNvPr>
            <p:cNvSpPr/>
            <p:nvPr/>
          </p:nvSpPr>
          <p:spPr>
            <a:xfrm rot="18900000">
              <a:off x="4180226" y="2435773"/>
              <a:ext cx="2236287" cy="1170968"/>
            </a:xfrm>
            <a:custGeom>
              <a:avLst/>
              <a:gdLst>
                <a:gd name="connsiteX0" fmla="*/ 2970397 w 3449370"/>
                <a:gd name="connsiteY0" fmla="*/ 1313341 h 1806166"/>
                <a:gd name="connsiteX1" fmla="*/ 2970397 w 3449370"/>
                <a:gd name="connsiteY1" fmla="*/ 1313341 h 1806166"/>
                <a:gd name="connsiteX2" fmla="*/ 2951520 w 3449370"/>
                <a:gd name="connsiteY2" fmla="*/ 1311644 h 1806166"/>
                <a:gd name="connsiteX3" fmla="*/ 2923952 w 3449370"/>
                <a:gd name="connsiteY3" fmla="*/ 1244150 h 1806166"/>
                <a:gd name="connsiteX4" fmla="*/ 3450728 w 3449370"/>
                <a:gd name="connsiteY4" fmla="*/ 717374 h 1806166"/>
                <a:gd name="connsiteX5" fmla="*/ 3364969 w 3449370"/>
                <a:gd name="connsiteY5" fmla="*/ 631615 h 1806166"/>
                <a:gd name="connsiteX6" fmla="*/ 3159229 w 3449370"/>
                <a:gd name="connsiteY6" fmla="*/ 689670 h 1806166"/>
                <a:gd name="connsiteX7" fmla="*/ 3159162 w 3449370"/>
                <a:gd name="connsiteY7" fmla="*/ 689738 h 1806166"/>
                <a:gd name="connsiteX8" fmla="*/ 3023971 w 3449370"/>
                <a:gd name="connsiteY8" fmla="*/ 590128 h 1806166"/>
                <a:gd name="connsiteX9" fmla="*/ 3026755 w 3449370"/>
                <a:gd name="connsiteY9" fmla="*/ 376239 h 1806166"/>
                <a:gd name="connsiteX10" fmla="*/ 2844169 w 3449370"/>
                <a:gd name="connsiteY10" fmla="*/ 270789 h 1806166"/>
                <a:gd name="connsiteX11" fmla="*/ 2660429 w 3449370"/>
                <a:gd name="connsiteY11" fmla="*/ 380178 h 1806166"/>
                <a:gd name="connsiteX12" fmla="*/ 2660429 w 3449370"/>
                <a:gd name="connsiteY12" fmla="*/ 380246 h 1806166"/>
                <a:gd name="connsiteX13" fmla="*/ 2504053 w 3449370"/>
                <a:gd name="connsiteY13" fmla="*/ 318999 h 1806166"/>
                <a:gd name="connsiteX14" fmla="*/ 2451362 w 3449370"/>
                <a:gd name="connsiteY14" fmla="*/ 111697 h 1806166"/>
                <a:gd name="connsiteX15" fmla="*/ 2247727 w 3449370"/>
                <a:gd name="connsiteY15" fmla="*/ 57105 h 1806166"/>
                <a:gd name="connsiteX16" fmla="*/ 2098548 w 3449370"/>
                <a:gd name="connsiteY16" fmla="*/ 210289 h 1806166"/>
                <a:gd name="connsiteX17" fmla="*/ 2098548 w 3449370"/>
                <a:gd name="connsiteY17" fmla="*/ 210357 h 1806166"/>
                <a:gd name="connsiteX18" fmla="*/ 1931715 w 3449370"/>
                <a:gd name="connsiteY18" fmla="*/ 191684 h 1806166"/>
                <a:gd name="connsiteX19" fmla="*/ 1827148 w 3449370"/>
                <a:gd name="connsiteY19" fmla="*/ 5093 h 1806166"/>
                <a:gd name="connsiteX20" fmla="*/ 1616315 w 3449370"/>
                <a:gd name="connsiteY20" fmla="*/ 5093 h 1806166"/>
                <a:gd name="connsiteX21" fmla="*/ 1511951 w 3449370"/>
                <a:gd name="connsiteY21" fmla="*/ 191617 h 1806166"/>
                <a:gd name="connsiteX22" fmla="*/ 1511951 w 3449370"/>
                <a:gd name="connsiteY22" fmla="*/ 191684 h 1806166"/>
                <a:gd name="connsiteX23" fmla="*/ 1325020 w 3449370"/>
                <a:gd name="connsiteY23" fmla="*/ 217419 h 1806166"/>
                <a:gd name="connsiteX24" fmla="*/ 1196619 w 3449370"/>
                <a:gd name="connsiteY24" fmla="*/ 63759 h 1806166"/>
                <a:gd name="connsiteX25" fmla="*/ 992984 w 3449370"/>
                <a:gd name="connsiteY25" fmla="*/ 118351 h 1806166"/>
                <a:gd name="connsiteX26" fmla="*/ 962157 w 3449370"/>
                <a:gd name="connsiteY26" fmla="*/ 313091 h 1806166"/>
                <a:gd name="connsiteX27" fmla="*/ 751528 w 3449370"/>
                <a:gd name="connsiteY27" fmla="*/ 400141 h 1806166"/>
                <a:gd name="connsiteX28" fmla="*/ 602689 w 3449370"/>
                <a:gd name="connsiteY28" fmla="*/ 283622 h 1806166"/>
                <a:gd name="connsiteX29" fmla="*/ 420103 w 3449370"/>
                <a:gd name="connsiteY29" fmla="*/ 389005 h 1806166"/>
                <a:gd name="connsiteX30" fmla="*/ 447535 w 3449370"/>
                <a:gd name="connsiteY30" fmla="*/ 574510 h 1806166"/>
                <a:gd name="connsiteX31" fmla="*/ 250419 w 3449370"/>
                <a:gd name="connsiteY31" fmla="*/ 725794 h 1806166"/>
                <a:gd name="connsiteX32" fmla="*/ 85895 w 3449370"/>
                <a:gd name="connsiteY32" fmla="*/ 649609 h 1806166"/>
                <a:gd name="connsiteX33" fmla="*/ 5093 w 3449370"/>
                <a:gd name="connsiteY33" fmla="*/ 730343 h 1806166"/>
                <a:gd name="connsiteX34" fmla="*/ 518899 w 3449370"/>
                <a:gd name="connsiteY34" fmla="*/ 1244150 h 1806166"/>
                <a:gd name="connsiteX35" fmla="*/ 491332 w 3449370"/>
                <a:gd name="connsiteY35" fmla="*/ 1311644 h 1806166"/>
                <a:gd name="connsiteX36" fmla="*/ 472455 w 3449370"/>
                <a:gd name="connsiteY36" fmla="*/ 1313273 h 1806166"/>
                <a:gd name="connsiteX37" fmla="*/ 472455 w 3449370"/>
                <a:gd name="connsiteY37" fmla="*/ 1313273 h 1806166"/>
                <a:gd name="connsiteX38" fmla="*/ 407134 w 3449370"/>
                <a:gd name="connsiteY38" fmla="*/ 1346884 h 1806166"/>
                <a:gd name="connsiteX39" fmla="*/ 407134 w 3449370"/>
                <a:gd name="connsiteY39" fmla="*/ 1517248 h 1806166"/>
                <a:gd name="connsiteX40" fmla="*/ 577566 w 3449370"/>
                <a:gd name="connsiteY40" fmla="*/ 1517248 h 1806166"/>
                <a:gd name="connsiteX41" fmla="*/ 611109 w 3449370"/>
                <a:gd name="connsiteY41" fmla="*/ 1451927 h 1806166"/>
                <a:gd name="connsiteX42" fmla="*/ 611109 w 3449370"/>
                <a:gd name="connsiteY42" fmla="*/ 1451927 h 1806166"/>
                <a:gd name="connsiteX43" fmla="*/ 612739 w 3449370"/>
                <a:gd name="connsiteY43" fmla="*/ 1433050 h 1806166"/>
                <a:gd name="connsiteX44" fmla="*/ 680232 w 3449370"/>
                <a:gd name="connsiteY44" fmla="*/ 1405483 h 1806166"/>
                <a:gd name="connsiteX45" fmla="*/ 1080033 w 3449370"/>
                <a:gd name="connsiteY45" fmla="*/ 1805284 h 1806166"/>
                <a:gd name="connsiteX46" fmla="*/ 1721358 w 3449370"/>
                <a:gd name="connsiteY46" fmla="*/ 1539655 h 1806166"/>
                <a:gd name="connsiteX47" fmla="*/ 2362683 w 3449370"/>
                <a:gd name="connsiteY47" fmla="*/ 1805284 h 1806166"/>
                <a:gd name="connsiteX48" fmla="*/ 2762484 w 3449370"/>
                <a:gd name="connsiteY48" fmla="*/ 1405483 h 1806166"/>
                <a:gd name="connsiteX49" fmla="*/ 2829978 w 3449370"/>
                <a:gd name="connsiteY49" fmla="*/ 1433050 h 1806166"/>
                <a:gd name="connsiteX50" fmla="*/ 2831607 w 3449370"/>
                <a:gd name="connsiteY50" fmla="*/ 1451927 h 1806166"/>
                <a:gd name="connsiteX51" fmla="*/ 2831607 w 3449370"/>
                <a:gd name="connsiteY51" fmla="*/ 1451927 h 1806166"/>
                <a:gd name="connsiteX52" fmla="*/ 2865150 w 3449370"/>
                <a:gd name="connsiteY52" fmla="*/ 1517248 h 1806166"/>
                <a:gd name="connsiteX53" fmla="*/ 3035582 w 3449370"/>
                <a:gd name="connsiteY53" fmla="*/ 1517248 h 1806166"/>
                <a:gd name="connsiteX54" fmla="*/ 3035582 w 3449370"/>
                <a:gd name="connsiteY54" fmla="*/ 1346884 h 1806166"/>
                <a:gd name="connsiteX55" fmla="*/ 2970397 w 3449370"/>
                <a:gd name="connsiteY55" fmla="*/ 1313341 h 18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449370" h="1806166">
                  <a:moveTo>
                    <a:pt x="2970397" y="1313341"/>
                  </a:moveTo>
                  <a:lnTo>
                    <a:pt x="2970397" y="1313341"/>
                  </a:lnTo>
                  <a:cubicBezTo>
                    <a:pt x="2964150" y="1312322"/>
                    <a:pt x="2957835" y="1311711"/>
                    <a:pt x="2951520" y="1311644"/>
                  </a:cubicBezTo>
                  <a:cubicBezTo>
                    <a:pt x="2891767" y="1303427"/>
                    <a:pt x="2897607" y="1270496"/>
                    <a:pt x="2923952" y="1244150"/>
                  </a:cubicBezTo>
                  <a:lnTo>
                    <a:pt x="3450728" y="717374"/>
                  </a:lnTo>
                  <a:lnTo>
                    <a:pt x="3364969" y="631615"/>
                  </a:lnTo>
                  <a:cubicBezTo>
                    <a:pt x="3320766" y="675819"/>
                    <a:pt x="3224279" y="742090"/>
                    <a:pt x="3159229" y="689670"/>
                  </a:cubicBezTo>
                  <a:lnTo>
                    <a:pt x="3159162" y="689738"/>
                  </a:lnTo>
                  <a:lnTo>
                    <a:pt x="3023971" y="590128"/>
                  </a:lnTo>
                  <a:cubicBezTo>
                    <a:pt x="2956341" y="540967"/>
                    <a:pt x="2995452" y="430357"/>
                    <a:pt x="3026755" y="376239"/>
                  </a:cubicBezTo>
                  <a:lnTo>
                    <a:pt x="2844169" y="270789"/>
                  </a:lnTo>
                  <a:cubicBezTo>
                    <a:pt x="2812934" y="324906"/>
                    <a:pt x="2736817" y="413924"/>
                    <a:pt x="2660429" y="380178"/>
                  </a:cubicBezTo>
                  <a:lnTo>
                    <a:pt x="2660429" y="380246"/>
                  </a:lnTo>
                  <a:lnTo>
                    <a:pt x="2504053" y="318999"/>
                  </a:lnTo>
                  <a:cubicBezTo>
                    <a:pt x="2425967" y="288987"/>
                    <a:pt x="2435133" y="172061"/>
                    <a:pt x="2451362" y="111697"/>
                  </a:cubicBezTo>
                  <a:lnTo>
                    <a:pt x="2247727" y="57105"/>
                  </a:lnTo>
                  <a:cubicBezTo>
                    <a:pt x="2231498" y="117469"/>
                    <a:pt x="2181048" y="223123"/>
                    <a:pt x="2098548" y="210289"/>
                  </a:cubicBezTo>
                  <a:lnTo>
                    <a:pt x="2098548" y="210357"/>
                  </a:lnTo>
                  <a:lnTo>
                    <a:pt x="1931715" y="191684"/>
                  </a:lnTo>
                  <a:cubicBezTo>
                    <a:pt x="1848469" y="182925"/>
                    <a:pt x="1827148" y="67697"/>
                    <a:pt x="1827148" y="5093"/>
                  </a:cubicBezTo>
                  <a:lnTo>
                    <a:pt x="1616315" y="5093"/>
                  </a:lnTo>
                  <a:cubicBezTo>
                    <a:pt x="1616315" y="67629"/>
                    <a:pt x="1594994" y="182722"/>
                    <a:pt x="1511951" y="191617"/>
                  </a:cubicBezTo>
                  <a:lnTo>
                    <a:pt x="1511951" y="191684"/>
                  </a:lnTo>
                  <a:cubicBezTo>
                    <a:pt x="1511951" y="191684"/>
                    <a:pt x="1388304" y="206215"/>
                    <a:pt x="1325020" y="217419"/>
                  </a:cubicBezTo>
                  <a:cubicBezTo>
                    <a:pt x="1254810" y="211512"/>
                    <a:pt x="1211354" y="118895"/>
                    <a:pt x="1196619" y="63759"/>
                  </a:cubicBezTo>
                  <a:lnTo>
                    <a:pt x="992984" y="118351"/>
                  </a:lnTo>
                  <a:cubicBezTo>
                    <a:pt x="1007447" y="172333"/>
                    <a:pt x="1016138" y="271197"/>
                    <a:pt x="962157" y="313091"/>
                  </a:cubicBezTo>
                  <a:cubicBezTo>
                    <a:pt x="890182" y="338690"/>
                    <a:pt x="819972" y="367684"/>
                    <a:pt x="751528" y="400141"/>
                  </a:cubicBezTo>
                  <a:cubicBezTo>
                    <a:pt x="687837" y="400073"/>
                    <a:pt x="629171" y="329456"/>
                    <a:pt x="602689" y="283622"/>
                  </a:cubicBezTo>
                  <a:lnTo>
                    <a:pt x="420103" y="389005"/>
                  </a:lnTo>
                  <a:cubicBezTo>
                    <a:pt x="446313" y="434431"/>
                    <a:pt x="477751" y="519239"/>
                    <a:pt x="447535" y="574510"/>
                  </a:cubicBezTo>
                  <a:cubicBezTo>
                    <a:pt x="378955" y="621294"/>
                    <a:pt x="313295" y="672016"/>
                    <a:pt x="250419" y="725794"/>
                  </a:cubicBezTo>
                  <a:cubicBezTo>
                    <a:pt x="190802" y="734892"/>
                    <a:pt x="121475" y="685189"/>
                    <a:pt x="85895" y="649609"/>
                  </a:cubicBezTo>
                  <a:lnTo>
                    <a:pt x="5093" y="730343"/>
                  </a:lnTo>
                  <a:lnTo>
                    <a:pt x="518899" y="1244150"/>
                  </a:lnTo>
                  <a:cubicBezTo>
                    <a:pt x="545245" y="1270496"/>
                    <a:pt x="551084" y="1303427"/>
                    <a:pt x="491332" y="1311644"/>
                  </a:cubicBezTo>
                  <a:cubicBezTo>
                    <a:pt x="485017" y="1311711"/>
                    <a:pt x="478702" y="1312255"/>
                    <a:pt x="472455" y="1313273"/>
                  </a:cubicBezTo>
                  <a:lnTo>
                    <a:pt x="472455" y="1313273"/>
                  </a:lnTo>
                  <a:cubicBezTo>
                    <a:pt x="448554" y="1317211"/>
                    <a:pt x="425603" y="1328415"/>
                    <a:pt x="407134" y="1346884"/>
                  </a:cubicBezTo>
                  <a:cubicBezTo>
                    <a:pt x="360079" y="1393940"/>
                    <a:pt x="360079" y="1470192"/>
                    <a:pt x="407134" y="1517248"/>
                  </a:cubicBezTo>
                  <a:cubicBezTo>
                    <a:pt x="454190" y="1564303"/>
                    <a:pt x="530510" y="1564303"/>
                    <a:pt x="577566" y="1517248"/>
                  </a:cubicBezTo>
                  <a:cubicBezTo>
                    <a:pt x="595967" y="1498779"/>
                    <a:pt x="607171" y="1475828"/>
                    <a:pt x="611109" y="1451927"/>
                  </a:cubicBezTo>
                  <a:lnTo>
                    <a:pt x="611109" y="1451927"/>
                  </a:lnTo>
                  <a:cubicBezTo>
                    <a:pt x="612127" y="1445680"/>
                    <a:pt x="612671" y="1439365"/>
                    <a:pt x="612739" y="1433050"/>
                  </a:cubicBezTo>
                  <a:cubicBezTo>
                    <a:pt x="620955" y="1373298"/>
                    <a:pt x="653887" y="1379137"/>
                    <a:pt x="680232" y="1405483"/>
                  </a:cubicBezTo>
                  <a:lnTo>
                    <a:pt x="1080033" y="1805284"/>
                  </a:lnTo>
                  <a:cubicBezTo>
                    <a:pt x="1244150" y="1641167"/>
                    <a:pt x="1470871" y="1539655"/>
                    <a:pt x="1721358" y="1539655"/>
                  </a:cubicBezTo>
                  <a:cubicBezTo>
                    <a:pt x="1971777" y="1539655"/>
                    <a:pt x="2198566" y="1641167"/>
                    <a:pt x="2362683" y="1805284"/>
                  </a:cubicBezTo>
                  <a:lnTo>
                    <a:pt x="2762484" y="1405483"/>
                  </a:lnTo>
                  <a:cubicBezTo>
                    <a:pt x="2788830" y="1379137"/>
                    <a:pt x="2821761" y="1373298"/>
                    <a:pt x="2829978" y="1433050"/>
                  </a:cubicBezTo>
                  <a:cubicBezTo>
                    <a:pt x="2830046" y="1439365"/>
                    <a:pt x="2830589" y="1445680"/>
                    <a:pt x="2831607" y="1451927"/>
                  </a:cubicBezTo>
                  <a:lnTo>
                    <a:pt x="2831607" y="1451927"/>
                  </a:lnTo>
                  <a:cubicBezTo>
                    <a:pt x="2835546" y="1475828"/>
                    <a:pt x="2846749" y="1498779"/>
                    <a:pt x="2865150" y="1517248"/>
                  </a:cubicBezTo>
                  <a:cubicBezTo>
                    <a:pt x="2912206" y="1564303"/>
                    <a:pt x="2988526" y="1564303"/>
                    <a:pt x="3035582" y="1517248"/>
                  </a:cubicBezTo>
                  <a:cubicBezTo>
                    <a:pt x="3082637" y="1470192"/>
                    <a:pt x="3082637" y="1393940"/>
                    <a:pt x="3035582" y="1346884"/>
                  </a:cubicBezTo>
                  <a:cubicBezTo>
                    <a:pt x="3017248" y="1328483"/>
                    <a:pt x="2994298" y="1317347"/>
                    <a:pt x="2970397" y="131334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7" name="Freeform: Shape 36">
              <a:extLst>
                <a:ext uri="{FF2B5EF4-FFF2-40B4-BE49-F238E27FC236}">
                  <a16:creationId xmlns:a16="http://schemas.microsoft.com/office/drawing/2014/main" id="{7C43E5B3-4D87-3F20-E487-06661ED6B12E}"/>
                </a:ext>
              </a:extLst>
            </p:cNvPr>
            <p:cNvSpPr/>
            <p:nvPr/>
          </p:nvSpPr>
          <p:spPr>
            <a:xfrm>
              <a:off x="5412624" y="3140494"/>
              <a:ext cx="1179774" cy="1179773"/>
            </a:xfrm>
            <a:custGeom>
              <a:avLst/>
              <a:gdLst>
                <a:gd name="connsiteX0" fmla="*/ 912046 w 1819746"/>
                <a:gd name="connsiteY0" fmla="*/ 5093 h 1819746"/>
                <a:gd name="connsiteX1" fmla="*/ 5093 w 1819746"/>
                <a:gd name="connsiteY1" fmla="*/ 912046 h 1819746"/>
                <a:gd name="connsiteX2" fmla="*/ 912046 w 1819746"/>
                <a:gd name="connsiteY2" fmla="*/ 1819000 h 1819746"/>
                <a:gd name="connsiteX3" fmla="*/ 1819000 w 1819746"/>
                <a:gd name="connsiteY3" fmla="*/ 912046 h 1819746"/>
                <a:gd name="connsiteX4" fmla="*/ 912046 w 1819746"/>
                <a:gd name="connsiteY4" fmla="*/ 5093 h 1819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746" h="1819746">
                  <a:moveTo>
                    <a:pt x="912046" y="5093"/>
                  </a:moveTo>
                  <a:cubicBezTo>
                    <a:pt x="411140" y="5093"/>
                    <a:pt x="5093" y="411140"/>
                    <a:pt x="5093" y="912046"/>
                  </a:cubicBezTo>
                  <a:cubicBezTo>
                    <a:pt x="5093" y="1412952"/>
                    <a:pt x="411140" y="1819000"/>
                    <a:pt x="912046" y="1819000"/>
                  </a:cubicBezTo>
                  <a:cubicBezTo>
                    <a:pt x="1412952" y="1819000"/>
                    <a:pt x="1819000" y="1412952"/>
                    <a:pt x="1819000" y="912046"/>
                  </a:cubicBezTo>
                  <a:cubicBezTo>
                    <a:pt x="1819000" y="411140"/>
                    <a:pt x="1412952" y="5093"/>
                    <a:pt x="912046" y="5093"/>
                  </a:cubicBezTo>
                  <a:close/>
                </a:path>
              </a:pathLst>
            </a:custGeom>
            <a:solidFill>
              <a:schemeClr val="bg1"/>
            </a:solidFill>
            <a:ln w="9525">
              <a:solidFill>
                <a:srgbClr val="60A6D8"/>
              </a:solid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r>
                <a:rPr lang="en-US" sz="1400" b="1" dirty="0">
                  <a:solidFill>
                    <a:srgbClr val="20303D"/>
                  </a:solidFill>
                  <a:latin typeface="Arial" panose="020B0604020202020204" pitchFamily="34" charset="0"/>
                </a:rPr>
                <a:t>Text</a:t>
              </a:r>
            </a:p>
          </p:txBody>
        </p:sp>
      </p:grpSp>
      <p:cxnSp>
        <p:nvCxnSpPr>
          <p:cNvPr id="40" name="Straight Connector 39">
            <a:extLst>
              <a:ext uri="{FF2B5EF4-FFF2-40B4-BE49-F238E27FC236}">
                <a16:creationId xmlns:a16="http://schemas.microsoft.com/office/drawing/2014/main" id="{4F5AC989-A166-BD00-3228-BF53FD52B3F8}"/>
              </a:ext>
            </a:extLst>
          </p:cNvPr>
          <p:cNvCxnSpPr>
            <a:cxnSpLocks/>
          </p:cNvCxnSpPr>
          <p:nvPr/>
        </p:nvCxnSpPr>
        <p:spPr bwMode="auto">
          <a:xfrm>
            <a:off x="7660640"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22D7F295-1ED1-3582-6313-3FF44B07C59C}"/>
              </a:ext>
            </a:extLst>
          </p:cNvPr>
          <p:cNvCxnSpPr>
            <a:cxnSpLocks/>
          </p:cNvCxnSpPr>
          <p:nvPr/>
        </p:nvCxnSpPr>
        <p:spPr bwMode="auto">
          <a:xfrm flipH="1" flipV="1">
            <a:off x="404707"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F4758076-9F35-B444-F360-3D4FD36780ED}"/>
              </a:ext>
            </a:extLst>
          </p:cNvPr>
          <p:cNvCxnSpPr>
            <a:cxnSpLocks/>
          </p:cNvCxnSpPr>
          <p:nvPr/>
        </p:nvCxnSpPr>
        <p:spPr>
          <a:xfrm>
            <a:off x="608076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94FCC451-9C89-F717-AD89-7ECEB08A7F7A}"/>
              </a:ext>
            </a:extLst>
          </p:cNvPr>
          <p:cNvCxnSpPr>
            <a:cxnSpLocks/>
          </p:cNvCxnSpPr>
          <p:nvPr/>
        </p:nvCxnSpPr>
        <p:spPr>
          <a:xfrm flipV="1">
            <a:off x="608076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47" name="Rectangle: Rounded Corners 46">
            <a:extLst>
              <a:ext uri="{FF2B5EF4-FFF2-40B4-BE49-F238E27FC236}">
                <a16:creationId xmlns:a16="http://schemas.microsoft.com/office/drawing/2014/main" id="{5C0ADE47-B01D-CDEB-0D53-E4AB0252DB38}"/>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96991BD6-D016-7E87-37BC-8C0D10D81436}"/>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1" name="Rectangle: Rounded Corners 50">
            <a:extLst>
              <a:ext uri="{FF2B5EF4-FFF2-40B4-BE49-F238E27FC236}">
                <a16:creationId xmlns:a16="http://schemas.microsoft.com/office/drawing/2014/main" id="{38A9C1AB-6D5E-D24F-926D-8F7F1332C616}"/>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52" name="Rectangle: Rounded Corners 51">
            <a:extLst>
              <a:ext uri="{FF2B5EF4-FFF2-40B4-BE49-F238E27FC236}">
                <a16:creationId xmlns:a16="http://schemas.microsoft.com/office/drawing/2014/main" id="{10EDC411-E2C4-9507-DF84-96DAC884F475}"/>
              </a:ext>
            </a:extLst>
          </p:cNvPr>
          <p:cNvSpPr/>
          <p:nvPr/>
        </p:nvSpPr>
        <p:spPr>
          <a:xfrm>
            <a:off x="7799214" y="987178"/>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4" name="Rectangle: Rounded Corners 73">
            <a:extLst>
              <a:ext uri="{FF2B5EF4-FFF2-40B4-BE49-F238E27FC236}">
                <a16:creationId xmlns:a16="http://schemas.microsoft.com/office/drawing/2014/main" id="{05186F0F-DF4F-BCC9-505D-3B46C3F3787F}"/>
              </a:ext>
            </a:extLst>
          </p:cNvPr>
          <p:cNvSpPr/>
          <p:nvPr/>
        </p:nvSpPr>
        <p:spPr>
          <a:xfrm>
            <a:off x="383798" y="3859182"/>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7" name="Rectangle: Rounded Corners 76">
            <a:extLst>
              <a:ext uri="{FF2B5EF4-FFF2-40B4-BE49-F238E27FC236}">
                <a16:creationId xmlns:a16="http://schemas.microsoft.com/office/drawing/2014/main" id="{24487C65-2109-0700-A3F1-94F27F13F138}"/>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84" name="TextBox 83">
            <a:extLst>
              <a:ext uri="{FF2B5EF4-FFF2-40B4-BE49-F238E27FC236}">
                <a16:creationId xmlns:a16="http://schemas.microsoft.com/office/drawing/2014/main" id="{ED377244-C9DF-8138-66C4-FD1105C2ED94}"/>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5" name="TextBox 84">
            <a:extLst>
              <a:ext uri="{FF2B5EF4-FFF2-40B4-BE49-F238E27FC236}">
                <a16:creationId xmlns:a16="http://schemas.microsoft.com/office/drawing/2014/main" id="{B7975F19-5C89-BAD5-E70A-3A8CBFB1827B}"/>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6" name="TextBox 85">
            <a:extLst>
              <a:ext uri="{FF2B5EF4-FFF2-40B4-BE49-F238E27FC236}">
                <a16:creationId xmlns:a16="http://schemas.microsoft.com/office/drawing/2014/main" id="{1209A6BE-9FA4-D5BC-06D1-B45DF563BD8B}"/>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705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60D2-48DE-F70A-81A0-C19AF2E3248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12C94F4-79D6-6245-D723-1695DD347F43}"/>
              </a:ext>
            </a:extLst>
          </p:cNvPr>
          <p:cNvSpPr>
            <a:spLocks noGrp="1"/>
          </p:cNvSpPr>
          <p:nvPr>
            <p:ph type="title"/>
          </p:nvPr>
        </p:nvSpPr>
        <p:spPr/>
        <p:txBody>
          <a:bodyPr/>
          <a:lstStyle/>
          <a:p>
            <a:r>
              <a:rPr lang="en-US" dirty="0"/>
              <a:t>Title</a:t>
            </a:r>
            <a:endParaRPr lang="en-IN" dirty="0"/>
          </a:p>
        </p:txBody>
      </p:sp>
      <p:sp>
        <p:nvSpPr>
          <p:cNvPr id="47" name="Rectangle: Rounded Corners 46">
            <a:extLst>
              <a:ext uri="{FF2B5EF4-FFF2-40B4-BE49-F238E27FC236}">
                <a16:creationId xmlns:a16="http://schemas.microsoft.com/office/drawing/2014/main" id="{D87724AA-8E04-82F2-E7C8-DB55C200A19A}"/>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4" name="Straight Connector 93">
            <a:extLst>
              <a:ext uri="{FF2B5EF4-FFF2-40B4-BE49-F238E27FC236}">
                <a16:creationId xmlns:a16="http://schemas.microsoft.com/office/drawing/2014/main" id="{41A25ABA-00A2-C739-0BFC-47C72A823A8D}"/>
              </a:ext>
            </a:extLst>
          </p:cNvPr>
          <p:cNvCxnSpPr>
            <a:cxnSpLocks/>
          </p:cNvCxnSpPr>
          <p:nvPr/>
        </p:nvCxnSpPr>
        <p:spPr bwMode="auto">
          <a:xfrm>
            <a:off x="7660640"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979EC24D-363E-B302-DEE7-95FCDA7FD065}"/>
              </a:ext>
            </a:extLst>
          </p:cNvPr>
          <p:cNvCxnSpPr>
            <a:cxnSpLocks/>
          </p:cNvCxnSpPr>
          <p:nvPr/>
        </p:nvCxnSpPr>
        <p:spPr bwMode="auto">
          <a:xfrm flipH="1" flipV="1">
            <a:off x="404707"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2EB0D241-214C-CF3E-351E-098CE921F3BE}"/>
              </a:ext>
            </a:extLst>
          </p:cNvPr>
          <p:cNvCxnSpPr>
            <a:cxnSpLocks/>
          </p:cNvCxnSpPr>
          <p:nvPr/>
        </p:nvCxnSpPr>
        <p:spPr>
          <a:xfrm>
            <a:off x="609600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894F8327-C633-4AD9-DA56-F94D57C51320}"/>
              </a:ext>
            </a:extLst>
          </p:cNvPr>
          <p:cNvCxnSpPr>
            <a:cxnSpLocks/>
          </p:cNvCxnSpPr>
          <p:nvPr/>
        </p:nvCxnSpPr>
        <p:spPr>
          <a:xfrm flipV="1">
            <a:off x="609600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grpSp>
        <p:nvGrpSpPr>
          <p:cNvPr id="99" name="Group 98">
            <a:extLst>
              <a:ext uri="{FF2B5EF4-FFF2-40B4-BE49-F238E27FC236}">
                <a16:creationId xmlns:a16="http://schemas.microsoft.com/office/drawing/2014/main" id="{F8D3F0E9-CFF8-73E3-9F12-0709EFC11013}"/>
              </a:ext>
            </a:extLst>
          </p:cNvPr>
          <p:cNvGrpSpPr/>
          <p:nvPr/>
        </p:nvGrpSpPr>
        <p:grpSpPr>
          <a:xfrm>
            <a:off x="4409551" y="1936869"/>
            <a:ext cx="3372786" cy="3373186"/>
            <a:chOff x="4409551" y="1742100"/>
            <a:chExt cx="3372786" cy="3373186"/>
          </a:xfrm>
        </p:grpSpPr>
        <p:grpSp>
          <p:nvGrpSpPr>
            <p:cNvPr id="93" name="Group 92">
              <a:extLst>
                <a:ext uri="{FF2B5EF4-FFF2-40B4-BE49-F238E27FC236}">
                  <a16:creationId xmlns:a16="http://schemas.microsoft.com/office/drawing/2014/main" id="{B2101BEB-362E-1822-703D-D6C34FA46173}"/>
                </a:ext>
              </a:extLst>
            </p:cNvPr>
            <p:cNvGrpSpPr/>
            <p:nvPr/>
          </p:nvGrpSpPr>
          <p:grpSpPr>
            <a:xfrm>
              <a:off x="4409551" y="1742100"/>
              <a:ext cx="3372786" cy="3373186"/>
              <a:chOff x="4409551" y="1742100"/>
              <a:chExt cx="3372786" cy="3373186"/>
            </a:xfrm>
          </p:grpSpPr>
          <p:sp>
            <p:nvSpPr>
              <p:cNvPr id="72" name="Freeform: Shape 71">
                <a:extLst>
                  <a:ext uri="{FF2B5EF4-FFF2-40B4-BE49-F238E27FC236}">
                    <a16:creationId xmlns:a16="http://schemas.microsoft.com/office/drawing/2014/main" id="{3F82BA3D-08FD-EC99-995B-EEBF2A582E8A}"/>
                  </a:ext>
                </a:extLst>
              </p:cNvPr>
              <p:cNvSpPr/>
              <p:nvPr/>
            </p:nvSpPr>
            <p:spPr>
              <a:xfrm rot="2700000">
                <a:off x="6117403" y="2415110"/>
                <a:ext cx="1316534" cy="666651"/>
              </a:xfrm>
              <a:custGeom>
                <a:avLst/>
                <a:gdLst>
                  <a:gd name="connsiteX0" fmla="*/ 632246 w 632245"/>
                  <a:gd name="connsiteY0" fmla="*/ 50546 h 320149"/>
                  <a:gd name="connsiteX1" fmla="*/ 515197 w 632245"/>
                  <a:gd name="connsiteY1" fmla="*/ 0 h 320149"/>
                  <a:gd name="connsiteX2" fmla="*/ 117547 w 632245"/>
                  <a:gd name="connsiteY2" fmla="*/ 0 h 320149"/>
                  <a:gd name="connsiteX3" fmla="*/ 0 w 632245"/>
                  <a:gd name="connsiteY3" fmla="*/ 50817 h 320149"/>
                  <a:gd name="connsiteX4" fmla="*/ 89711 w 632245"/>
                  <a:gd name="connsiteY4" fmla="*/ 226380 h 320149"/>
                  <a:gd name="connsiteX5" fmla="*/ 542481 w 632245"/>
                  <a:gd name="connsiteY5" fmla="*/ 226380 h 320149"/>
                  <a:gd name="connsiteX6" fmla="*/ 632235 w 632245"/>
                  <a:gd name="connsiteY6" fmla="*/ 5053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632246" y="50546"/>
                    </a:moveTo>
                    <a:cubicBezTo>
                      <a:pt x="595282" y="30070"/>
                      <a:pt x="556118" y="13073"/>
                      <a:pt x="515197" y="0"/>
                    </a:cubicBezTo>
                    <a:lnTo>
                      <a:pt x="117547" y="0"/>
                    </a:lnTo>
                    <a:cubicBezTo>
                      <a:pt x="76443" y="13127"/>
                      <a:pt x="37116" y="30222"/>
                      <a:pt x="0" y="50817"/>
                    </a:cubicBezTo>
                    <a:cubicBezTo>
                      <a:pt x="10276" y="115087"/>
                      <a:pt x="40173" y="176831"/>
                      <a:pt x="89711" y="226380"/>
                    </a:cubicBezTo>
                    <a:cubicBezTo>
                      <a:pt x="214738" y="351407"/>
                      <a:pt x="417454" y="351407"/>
                      <a:pt x="542481" y="226380"/>
                    </a:cubicBezTo>
                    <a:cubicBezTo>
                      <a:pt x="592095" y="176766"/>
                      <a:pt x="622002" y="114913"/>
                      <a:pt x="632235" y="5053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3" name="Freeform: Shape 72">
                <a:extLst>
                  <a:ext uri="{FF2B5EF4-FFF2-40B4-BE49-F238E27FC236}">
                    <a16:creationId xmlns:a16="http://schemas.microsoft.com/office/drawing/2014/main" id="{0C4FDC1A-F843-A64C-A062-01814AA33D2E}"/>
                  </a:ext>
                </a:extLst>
              </p:cNvPr>
              <p:cNvSpPr/>
              <p:nvPr/>
            </p:nvSpPr>
            <p:spPr>
              <a:xfrm rot="2700000">
                <a:off x="5944684" y="1828205"/>
                <a:ext cx="693796" cy="521585"/>
              </a:xfrm>
              <a:custGeom>
                <a:avLst/>
                <a:gdLst>
                  <a:gd name="connsiteX0" fmla="*/ 4340 w 333185"/>
                  <a:gd name="connsiteY0" fmla="*/ 250484 h 250483"/>
                  <a:gd name="connsiteX1" fmla="*/ 1793 w 333185"/>
                  <a:gd name="connsiteY1" fmla="*/ 249660 h 250483"/>
                  <a:gd name="connsiteX2" fmla="*/ 828 w 333185"/>
                  <a:gd name="connsiteY2" fmla="*/ 243601 h 250483"/>
                  <a:gd name="connsiteX3" fmla="*/ 327411 w 333185"/>
                  <a:gd name="connsiteY3" fmla="*/ 246 h 250483"/>
                  <a:gd name="connsiteX4" fmla="*/ 332940 w 333185"/>
                  <a:gd name="connsiteY4" fmla="*/ 2902 h 250483"/>
                  <a:gd name="connsiteX5" fmla="*/ 330284 w 333185"/>
                  <a:gd name="connsiteY5" fmla="*/ 8430 h 250483"/>
                  <a:gd name="connsiteX6" fmla="*/ 7841 w 333185"/>
                  <a:gd name="connsiteY6" fmla="*/ 248695 h 250483"/>
                  <a:gd name="connsiteX7" fmla="*/ 4329 w 333185"/>
                  <a:gd name="connsiteY7" fmla="*/ 250484 h 2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85" h="250483">
                    <a:moveTo>
                      <a:pt x="4340" y="250484"/>
                    </a:moveTo>
                    <a:cubicBezTo>
                      <a:pt x="3462" y="250484"/>
                      <a:pt x="2562" y="250213"/>
                      <a:pt x="1793" y="249660"/>
                    </a:cubicBezTo>
                    <a:cubicBezTo>
                      <a:pt x="-148" y="248251"/>
                      <a:pt x="-581" y="245541"/>
                      <a:pt x="828" y="243601"/>
                    </a:cubicBezTo>
                    <a:cubicBezTo>
                      <a:pt x="82702" y="130747"/>
                      <a:pt x="195631" y="46597"/>
                      <a:pt x="327411" y="246"/>
                    </a:cubicBezTo>
                    <a:cubicBezTo>
                      <a:pt x="329677" y="-546"/>
                      <a:pt x="332148" y="636"/>
                      <a:pt x="332940" y="2902"/>
                    </a:cubicBezTo>
                    <a:cubicBezTo>
                      <a:pt x="333731" y="5156"/>
                      <a:pt x="332550" y="7639"/>
                      <a:pt x="330284" y="8430"/>
                    </a:cubicBezTo>
                    <a:cubicBezTo>
                      <a:pt x="200173" y="54185"/>
                      <a:pt x="88674" y="137272"/>
                      <a:pt x="7841" y="248695"/>
                    </a:cubicBezTo>
                    <a:cubicBezTo>
                      <a:pt x="6996" y="249866"/>
                      <a:pt x="5673" y="250484"/>
                      <a:pt x="4329" y="250484"/>
                    </a:cubicBezTo>
                    <a:close/>
                  </a:path>
                </a:pathLst>
              </a:custGeom>
              <a:solidFill>
                <a:srgbClr val="9A8DC8"/>
              </a:solidFill>
              <a:ln w="108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C302793A-61ED-C4B0-9D59-AD2F30FF4A69}"/>
                  </a:ext>
                </a:extLst>
              </p:cNvPr>
              <p:cNvSpPr/>
              <p:nvPr/>
            </p:nvSpPr>
            <p:spPr>
              <a:xfrm rot="2700000">
                <a:off x="5082585" y="2090519"/>
                <a:ext cx="666651" cy="1316533"/>
              </a:xfrm>
              <a:custGeom>
                <a:avLst/>
                <a:gdLst>
                  <a:gd name="connsiteX0" fmla="*/ 50546 w 320149"/>
                  <a:gd name="connsiteY0" fmla="*/ 0 h 632245"/>
                  <a:gd name="connsiteX1" fmla="*/ 0 w 320149"/>
                  <a:gd name="connsiteY1" fmla="*/ 117049 h 632245"/>
                  <a:gd name="connsiteX2" fmla="*/ 0 w 320149"/>
                  <a:gd name="connsiteY2" fmla="*/ 514698 h 632245"/>
                  <a:gd name="connsiteX3" fmla="*/ 50817 w 320149"/>
                  <a:gd name="connsiteY3" fmla="*/ 632246 h 632245"/>
                  <a:gd name="connsiteX4" fmla="*/ 226380 w 320149"/>
                  <a:gd name="connsiteY4" fmla="*/ 542535 h 632245"/>
                  <a:gd name="connsiteX5" fmla="*/ 226380 w 320149"/>
                  <a:gd name="connsiteY5" fmla="*/ 89765 h 632245"/>
                  <a:gd name="connsiteX6" fmla="*/ 50535 w 320149"/>
                  <a:gd name="connsiteY6" fmla="*/ 11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50546" y="0"/>
                    </a:moveTo>
                    <a:cubicBezTo>
                      <a:pt x="30070" y="36964"/>
                      <a:pt x="13073" y="76128"/>
                      <a:pt x="0" y="117049"/>
                    </a:cubicBezTo>
                    <a:lnTo>
                      <a:pt x="0" y="514698"/>
                    </a:lnTo>
                    <a:cubicBezTo>
                      <a:pt x="13127" y="555803"/>
                      <a:pt x="30222" y="595130"/>
                      <a:pt x="50817" y="632246"/>
                    </a:cubicBezTo>
                    <a:cubicBezTo>
                      <a:pt x="115087" y="621970"/>
                      <a:pt x="176831" y="592073"/>
                      <a:pt x="226380" y="542535"/>
                    </a:cubicBezTo>
                    <a:cubicBezTo>
                      <a:pt x="351407" y="417508"/>
                      <a:pt x="351407" y="214792"/>
                      <a:pt x="226380" y="89765"/>
                    </a:cubicBezTo>
                    <a:cubicBezTo>
                      <a:pt x="176766" y="40151"/>
                      <a:pt x="114913" y="10244"/>
                      <a:pt x="50535" y="11"/>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6" name="Freeform: Shape 75">
                <a:extLst>
                  <a:ext uri="{FF2B5EF4-FFF2-40B4-BE49-F238E27FC236}">
                    <a16:creationId xmlns:a16="http://schemas.microsoft.com/office/drawing/2014/main" id="{A4CEF702-AD7D-0217-E166-D267A9A90114}"/>
                  </a:ext>
                </a:extLst>
              </p:cNvPr>
              <p:cNvSpPr/>
              <p:nvPr/>
            </p:nvSpPr>
            <p:spPr>
              <a:xfrm rot="2700000">
                <a:off x="4495659" y="2885961"/>
                <a:ext cx="521595" cy="693811"/>
              </a:xfrm>
              <a:custGeom>
                <a:avLst/>
                <a:gdLst>
                  <a:gd name="connsiteX0" fmla="*/ 246148 w 250488"/>
                  <a:gd name="connsiteY0" fmla="*/ 333181 h 333192"/>
                  <a:gd name="connsiteX1" fmla="*/ 243601 w 250488"/>
                  <a:gd name="connsiteY1" fmla="*/ 332357 h 333192"/>
                  <a:gd name="connsiteX2" fmla="*/ 246 w 250488"/>
                  <a:gd name="connsiteY2" fmla="*/ 5774 h 333192"/>
                  <a:gd name="connsiteX3" fmla="*/ 2902 w 250488"/>
                  <a:gd name="connsiteY3" fmla="*/ 246 h 333192"/>
                  <a:gd name="connsiteX4" fmla="*/ 8430 w 250488"/>
                  <a:gd name="connsiteY4" fmla="*/ 2902 h 333192"/>
                  <a:gd name="connsiteX5" fmla="*/ 248695 w 250488"/>
                  <a:gd name="connsiteY5" fmla="*/ 325344 h 333192"/>
                  <a:gd name="connsiteX6" fmla="*/ 249660 w 250488"/>
                  <a:gd name="connsiteY6" fmla="*/ 331404 h 333192"/>
                  <a:gd name="connsiteX7" fmla="*/ 246148 w 250488"/>
                  <a:gd name="connsiteY7" fmla="*/ 333192 h 3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92">
                    <a:moveTo>
                      <a:pt x="246148" y="333181"/>
                    </a:moveTo>
                    <a:cubicBezTo>
                      <a:pt x="245270" y="333181"/>
                      <a:pt x="244370" y="332910"/>
                      <a:pt x="243601" y="332357"/>
                    </a:cubicBezTo>
                    <a:cubicBezTo>
                      <a:pt x="130747" y="250484"/>
                      <a:pt x="46597" y="137554"/>
                      <a:pt x="246" y="5774"/>
                    </a:cubicBezTo>
                    <a:cubicBezTo>
                      <a:pt x="-546" y="3519"/>
                      <a:pt x="636" y="1037"/>
                      <a:pt x="2902" y="246"/>
                    </a:cubicBezTo>
                    <a:cubicBezTo>
                      <a:pt x="5156" y="-546"/>
                      <a:pt x="7639" y="636"/>
                      <a:pt x="8430" y="2902"/>
                    </a:cubicBezTo>
                    <a:cubicBezTo>
                      <a:pt x="54185" y="133012"/>
                      <a:pt x="137272" y="244511"/>
                      <a:pt x="248695" y="325344"/>
                    </a:cubicBezTo>
                    <a:cubicBezTo>
                      <a:pt x="250636" y="326753"/>
                      <a:pt x="251069" y="329463"/>
                      <a:pt x="249660" y="331404"/>
                    </a:cubicBezTo>
                    <a:cubicBezTo>
                      <a:pt x="248815" y="332574"/>
                      <a:pt x="247492" y="333192"/>
                      <a:pt x="246148" y="333192"/>
                    </a:cubicBezTo>
                    <a:close/>
                  </a:path>
                </a:pathLst>
              </a:custGeom>
              <a:solidFill>
                <a:srgbClr val="8CBFE3"/>
              </a:solidFill>
              <a:ln w="108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BB6FF5A-10E5-847A-399C-9C5194DC1902}"/>
                  </a:ext>
                </a:extLst>
              </p:cNvPr>
              <p:cNvSpPr/>
              <p:nvPr/>
            </p:nvSpPr>
            <p:spPr>
              <a:xfrm rot="2700000">
                <a:off x="4757595" y="3775618"/>
                <a:ext cx="1316534" cy="666651"/>
              </a:xfrm>
              <a:custGeom>
                <a:avLst/>
                <a:gdLst>
                  <a:gd name="connsiteX0" fmla="*/ 0 w 632245"/>
                  <a:gd name="connsiteY0" fmla="*/ 269604 h 320149"/>
                  <a:gd name="connsiteX1" fmla="*/ 117049 w 632245"/>
                  <a:gd name="connsiteY1" fmla="*/ 320150 h 320149"/>
                  <a:gd name="connsiteX2" fmla="*/ 514698 w 632245"/>
                  <a:gd name="connsiteY2" fmla="*/ 320150 h 320149"/>
                  <a:gd name="connsiteX3" fmla="*/ 632246 w 632245"/>
                  <a:gd name="connsiteY3" fmla="*/ 269333 h 320149"/>
                  <a:gd name="connsiteX4" fmla="*/ 542535 w 632245"/>
                  <a:gd name="connsiteY4" fmla="*/ 93770 h 320149"/>
                  <a:gd name="connsiteX5" fmla="*/ 89765 w 632245"/>
                  <a:gd name="connsiteY5" fmla="*/ 93770 h 320149"/>
                  <a:gd name="connsiteX6" fmla="*/ 11 w 632245"/>
                  <a:gd name="connsiteY6" fmla="*/ 26961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0" y="269604"/>
                    </a:moveTo>
                    <a:cubicBezTo>
                      <a:pt x="36964" y="290080"/>
                      <a:pt x="76128" y="307077"/>
                      <a:pt x="117049" y="320150"/>
                    </a:cubicBezTo>
                    <a:lnTo>
                      <a:pt x="514698" y="320150"/>
                    </a:lnTo>
                    <a:cubicBezTo>
                      <a:pt x="555803" y="307023"/>
                      <a:pt x="595130" y="289928"/>
                      <a:pt x="632246" y="269333"/>
                    </a:cubicBezTo>
                    <a:cubicBezTo>
                      <a:pt x="621970" y="205063"/>
                      <a:pt x="592073" y="143319"/>
                      <a:pt x="542535" y="93770"/>
                    </a:cubicBezTo>
                    <a:cubicBezTo>
                      <a:pt x="417508" y="-31257"/>
                      <a:pt x="214792" y="-31257"/>
                      <a:pt x="89765" y="93770"/>
                    </a:cubicBezTo>
                    <a:cubicBezTo>
                      <a:pt x="40151" y="143384"/>
                      <a:pt x="10244" y="205237"/>
                      <a:pt x="11" y="26961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9" name="Freeform: Shape 78">
                <a:extLst>
                  <a:ext uri="{FF2B5EF4-FFF2-40B4-BE49-F238E27FC236}">
                    <a16:creationId xmlns:a16="http://schemas.microsoft.com/office/drawing/2014/main" id="{59DA0CA2-9EFA-64F0-208B-34AEB28AD43E}"/>
                  </a:ext>
                </a:extLst>
              </p:cNvPr>
              <p:cNvSpPr/>
              <p:nvPr/>
            </p:nvSpPr>
            <p:spPr>
              <a:xfrm rot="2700000">
                <a:off x="5553061" y="4507580"/>
                <a:ext cx="693819" cy="521593"/>
              </a:xfrm>
              <a:custGeom>
                <a:avLst/>
                <a:gdLst>
                  <a:gd name="connsiteX0" fmla="*/ 4332 w 333196"/>
                  <a:gd name="connsiteY0" fmla="*/ 250487 h 250487"/>
                  <a:gd name="connsiteX1" fmla="*/ 246 w 333196"/>
                  <a:gd name="connsiteY1" fmla="*/ 247582 h 250487"/>
                  <a:gd name="connsiteX2" fmla="*/ 2902 w 333196"/>
                  <a:gd name="connsiteY2" fmla="*/ 242054 h 250487"/>
                  <a:gd name="connsiteX3" fmla="*/ 325344 w 333196"/>
                  <a:gd name="connsiteY3" fmla="*/ 1788 h 250487"/>
                  <a:gd name="connsiteX4" fmla="*/ 331404 w 333196"/>
                  <a:gd name="connsiteY4" fmla="*/ 823 h 250487"/>
                  <a:gd name="connsiteX5" fmla="*/ 332368 w 333196"/>
                  <a:gd name="connsiteY5" fmla="*/ 6883 h 250487"/>
                  <a:gd name="connsiteX6" fmla="*/ 5785 w 333196"/>
                  <a:gd name="connsiteY6" fmla="*/ 250238 h 250487"/>
                  <a:gd name="connsiteX7" fmla="*/ 4343 w 333196"/>
                  <a:gd name="connsiteY7" fmla="*/ 250487 h 25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96" h="250487">
                    <a:moveTo>
                      <a:pt x="4332" y="250487"/>
                    </a:moveTo>
                    <a:cubicBezTo>
                      <a:pt x="2544" y="250487"/>
                      <a:pt x="864" y="249371"/>
                      <a:pt x="246" y="247582"/>
                    </a:cubicBezTo>
                    <a:cubicBezTo>
                      <a:pt x="-546" y="245327"/>
                      <a:pt x="636" y="242845"/>
                      <a:pt x="2902" y="242054"/>
                    </a:cubicBezTo>
                    <a:cubicBezTo>
                      <a:pt x="133012" y="196299"/>
                      <a:pt x="244511" y="113211"/>
                      <a:pt x="325344" y="1788"/>
                    </a:cubicBezTo>
                    <a:cubicBezTo>
                      <a:pt x="326753" y="-152"/>
                      <a:pt x="329463" y="-575"/>
                      <a:pt x="331404" y="823"/>
                    </a:cubicBezTo>
                    <a:cubicBezTo>
                      <a:pt x="333344" y="2233"/>
                      <a:pt x="333778" y="4943"/>
                      <a:pt x="332368" y="6883"/>
                    </a:cubicBezTo>
                    <a:cubicBezTo>
                      <a:pt x="250495" y="119737"/>
                      <a:pt x="137565" y="203887"/>
                      <a:pt x="5785" y="250238"/>
                    </a:cubicBezTo>
                    <a:cubicBezTo>
                      <a:pt x="5308" y="250400"/>
                      <a:pt x="4820" y="250487"/>
                      <a:pt x="4343" y="250487"/>
                    </a:cubicBezTo>
                    <a:close/>
                  </a:path>
                </a:pathLst>
              </a:custGeom>
              <a:solidFill>
                <a:srgbClr val="9A8DC8"/>
              </a:solidFill>
              <a:ln w="108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4F8AEEA6-5D0B-A6A5-7DA1-767319E7C2A1}"/>
                  </a:ext>
                </a:extLst>
              </p:cNvPr>
              <p:cNvSpPr/>
              <p:nvPr/>
            </p:nvSpPr>
            <p:spPr>
              <a:xfrm rot="2700000">
                <a:off x="6442662" y="3450693"/>
                <a:ext cx="666651" cy="1316533"/>
              </a:xfrm>
              <a:custGeom>
                <a:avLst/>
                <a:gdLst>
                  <a:gd name="connsiteX0" fmla="*/ 269604 w 320149"/>
                  <a:gd name="connsiteY0" fmla="*/ 632246 h 632245"/>
                  <a:gd name="connsiteX1" fmla="*/ 320150 w 320149"/>
                  <a:gd name="connsiteY1" fmla="*/ 515197 h 632245"/>
                  <a:gd name="connsiteX2" fmla="*/ 320150 w 320149"/>
                  <a:gd name="connsiteY2" fmla="*/ 117547 h 632245"/>
                  <a:gd name="connsiteX3" fmla="*/ 269333 w 320149"/>
                  <a:gd name="connsiteY3" fmla="*/ 0 h 632245"/>
                  <a:gd name="connsiteX4" fmla="*/ 93770 w 320149"/>
                  <a:gd name="connsiteY4" fmla="*/ 89711 h 632245"/>
                  <a:gd name="connsiteX5" fmla="*/ 93770 w 320149"/>
                  <a:gd name="connsiteY5" fmla="*/ 542481 h 632245"/>
                  <a:gd name="connsiteX6" fmla="*/ 269614 w 320149"/>
                  <a:gd name="connsiteY6" fmla="*/ 632235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269604" y="632246"/>
                    </a:moveTo>
                    <a:cubicBezTo>
                      <a:pt x="290080" y="595282"/>
                      <a:pt x="307077" y="556118"/>
                      <a:pt x="320150" y="515197"/>
                    </a:cubicBezTo>
                    <a:lnTo>
                      <a:pt x="320150" y="117547"/>
                    </a:lnTo>
                    <a:cubicBezTo>
                      <a:pt x="307023" y="76443"/>
                      <a:pt x="289928" y="37116"/>
                      <a:pt x="269333" y="0"/>
                    </a:cubicBezTo>
                    <a:cubicBezTo>
                      <a:pt x="205063" y="10276"/>
                      <a:pt x="143319" y="40173"/>
                      <a:pt x="93770" y="89711"/>
                    </a:cubicBezTo>
                    <a:cubicBezTo>
                      <a:pt x="-31257" y="214738"/>
                      <a:pt x="-31257" y="417454"/>
                      <a:pt x="93770" y="542481"/>
                    </a:cubicBezTo>
                    <a:cubicBezTo>
                      <a:pt x="143384" y="592095"/>
                      <a:pt x="205236" y="622002"/>
                      <a:pt x="269614" y="632235"/>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1" name="Freeform: Shape 80">
                <a:extLst>
                  <a:ext uri="{FF2B5EF4-FFF2-40B4-BE49-F238E27FC236}">
                    <a16:creationId xmlns:a16="http://schemas.microsoft.com/office/drawing/2014/main" id="{C0B313D8-4EDB-4DFE-1ED7-EE0F0777021F}"/>
                  </a:ext>
                </a:extLst>
              </p:cNvPr>
              <p:cNvSpPr/>
              <p:nvPr/>
            </p:nvSpPr>
            <p:spPr>
              <a:xfrm rot="2700000">
                <a:off x="7174637" y="3277986"/>
                <a:ext cx="521595" cy="693805"/>
              </a:xfrm>
              <a:custGeom>
                <a:avLst/>
                <a:gdLst>
                  <a:gd name="connsiteX0" fmla="*/ 246145 w 250488"/>
                  <a:gd name="connsiteY0" fmla="*/ 333189 h 333189"/>
                  <a:gd name="connsiteX1" fmla="*/ 242058 w 250488"/>
                  <a:gd name="connsiteY1" fmla="*/ 330295 h 333189"/>
                  <a:gd name="connsiteX2" fmla="*/ 1793 w 250488"/>
                  <a:gd name="connsiteY2" fmla="*/ 7852 h 333189"/>
                  <a:gd name="connsiteX3" fmla="*/ 828 w 250488"/>
                  <a:gd name="connsiteY3" fmla="*/ 1793 h 333189"/>
                  <a:gd name="connsiteX4" fmla="*/ 6888 w 250488"/>
                  <a:gd name="connsiteY4" fmla="*/ 828 h 333189"/>
                  <a:gd name="connsiteX5" fmla="*/ 250243 w 250488"/>
                  <a:gd name="connsiteY5" fmla="*/ 327411 h 333189"/>
                  <a:gd name="connsiteX6" fmla="*/ 247587 w 250488"/>
                  <a:gd name="connsiteY6" fmla="*/ 332940 h 333189"/>
                  <a:gd name="connsiteX7" fmla="*/ 246145 w 250488"/>
                  <a:gd name="connsiteY7" fmla="*/ 333189 h 33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89">
                    <a:moveTo>
                      <a:pt x="246145" y="333189"/>
                    </a:moveTo>
                    <a:cubicBezTo>
                      <a:pt x="244356" y="333189"/>
                      <a:pt x="242676" y="332073"/>
                      <a:pt x="242058" y="330295"/>
                    </a:cubicBezTo>
                    <a:cubicBezTo>
                      <a:pt x="196303" y="200184"/>
                      <a:pt x="113216" y="88685"/>
                      <a:pt x="1793" y="7852"/>
                    </a:cubicBezTo>
                    <a:cubicBezTo>
                      <a:pt x="-148" y="6443"/>
                      <a:pt x="-581" y="3733"/>
                      <a:pt x="828" y="1793"/>
                    </a:cubicBezTo>
                    <a:cubicBezTo>
                      <a:pt x="2237" y="-148"/>
                      <a:pt x="4947" y="-581"/>
                      <a:pt x="6888" y="828"/>
                    </a:cubicBezTo>
                    <a:cubicBezTo>
                      <a:pt x="119741" y="82702"/>
                      <a:pt x="203891" y="195631"/>
                      <a:pt x="250243" y="327411"/>
                    </a:cubicBezTo>
                    <a:cubicBezTo>
                      <a:pt x="251034" y="329666"/>
                      <a:pt x="249852" y="332148"/>
                      <a:pt x="247587" y="332940"/>
                    </a:cubicBezTo>
                    <a:cubicBezTo>
                      <a:pt x="247110" y="333102"/>
                      <a:pt x="246622" y="333189"/>
                      <a:pt x="246145" y="333189"/>
                    </a:cubicBezTo>
                    <a:close/>
                  </a:path>
                </a:pathLst>
              </a:custGeom>
              <a:solidFill>
                <a:srgbClr val="8CBFE3"/>
              </a:solidFill>
              <a:ln w="108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125C883F-4240-595B-B119-7190C774EBFC}"/>
                  </a:ext>
                </a:extLst>
              </p:cNvPr>
              <p:cNvSpPr/>
              <p:nvPr/>
            </p:nvSpPr>
            <p:spPr>
              <a:xfrm rot="2700000">
                <a:off x="5841070" y="1994535"/>
                <a:ext cx="67167" cy="67167"/>
              </a:xfrm>
              <a:custGeom>
                <a:avLst/>
                <a:gdLst>
                  <a:gd name="connsiteX0" fmla="*/ 31608 w 32256"/>
                  <a:gd name="connsiteY0" fmla="*/ 11608 h 32256"/>
                  <a:gd name="connsiteX1" fmla="*/ 20649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9"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998CC6"/>
              </a:solidFill>
              <a:ln w="108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A7BBF37E-B839-3D8B-E0DA-4BB2266E86A8}"/>
                  </a:ext>
                </a:extLst>
              </p:cNvPr>
              <p:cNvSpPr/>
              <p:nvPr/>
            </p:nvSpPr>
            <p:spPr>
              <a:xfrm rot="19167600">
                <a:off x="6283283" y="4795554"/>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1" y="32259"/>
                      <a:pt x="0" y="25038"/>
                      <a:pt x="0" y="16130"/>
                    </a:cubicBezTo>
                    <a:cubicBezTo>
                      <a:pt x="0" y="7221"/>
                      <a:pt x="7221" y="0"/>
                      <a:pt x="16130" y="0"/>
                    </a:cubicBezTo>
                    <a:cubicBezTo>
                      <a:pt x="25038" y="0"/>
                      <a:pt x="32259" y="7221"/>
                      <a:pt x="32259" y="16130"/>
                    </a:cubicBezTo>
                    <a:close/>
                  </a:path>
                </a:pathLst>
              </a:custGeom>
              <a:solidFill>
                <a:srgbClr val="998CC6"/>
              </a:solidFill>
              <a:ln w="1083"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966773F2-E4A3-3B25-AC2D-6D2754BA23BC}"/>
                  </a:ext>
                </a:extLst>
              </p:cNvPr>
              <p:cNvSpPr/>
              <p:nvPr/>
            </p:nvSpPr>
            <p:spPr>
              <a:xfrm rot="19768199">
                <a:off x="4662115" y="3616091"/>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2" y="32259"/>
                      <a:pt x="0" y="25038"/>
                      <a:pt x="0" y="16130"/>
                    </a:cubicBezTo>
                    <a:cubicBezTo>
                      <a:pt x="0" y="7221"/>
                      <a:pt x="7222" y="0"/>
                      <a:pt x="16130" y="0"/>
                    </a:cubicBezTo>
                    <a:cubicBezTo>
                      <a:pt x="25038" y="0"/>
                      <a:pt x="32259" y="7221"/>
                      <a:pt x="32259" y="16130"/>
                    </a:cubicBezTo>
                    <a:close/>
                  </a:path>
                </a:pathLst>
              </a:custGeom>
              <a:solidFill>
                <a:srgbClr val="8BBDE0"/>
              </a:solidFill>
              <a:ln w="1083"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9D6B8752-D998-E503-0A07-A2B50A7E76FF}"/>
                  </a:ext>
                </a:extLst>
              </p:cNvPr>
              <p:cNvSpPr/>
              <p:nvPr/>
            </p:nvSpPr>
            <p:spPr>
              <a:xfrm rot="2700000">
                <a:off x="7462737" y="3174376"/>
                <a:ext cx="67167" cy="67167"/>
              </a:xfrm>
              <a:custGeom>
                <a:avLst/>
                <a:gdLst>
                  <a:gd name="connsiteX0" fmla="*/ 31608 w 32256"/>
                  <a:gd name="connsiteY0" fmla="*/ 11608 h 32256"/>
                  <a:gd name="connsiteX1" fmla="*/ 20648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8"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8BBDE0"/>
              </a:solidFill>
              <a:ln w="1083"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B8A8EA1A-B870-5697-2C7D-15B19AFB24EE}"/>
                  </a:ext>
                </a:extLst>
              </p:cNvPr>
              <p:cNvSpPr/>
              <p:nvPr/>
            </p:nvSpPr>
            <p:spPr>
              <a:xfrm rot="19138200">
                <a:off x="6490557" y="1991973"/>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0" name="Freeform: Shape 89">
                <a:extLst>
                  <a:ext uri="{FF2B5EF4-FFF2-40B4-BE49-F238E27FC236}">
                    <a16:creationId xmlns:a16="http://schemas.microsoft.com/office/drawing/2014/main" id="{E4B3E169-4742-74A1-AB68-0A25181984D7}"/>
                  </a:ext>
                </a:extLst>
              </p:cNvPr>
              <p:cNvSpPr/>
              <p:nvPr/>
            </p:nvSpPr>
            <p:spPr>
              <a:xfrm rot="19118400">
                <a:off x="4659402" y="3823985"/>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2" y="500195"/>
                      <a:pt x="0" y="388222"/>
                      <a:pt x="0" y="250097"/>
                    </a:cubicBezTo>
                    <a:cubicBezTo>
                      <a:pt x="0" y="111973"/>
                      <a:pt x="111972" y="0"/>
                      <a:pt x="250097" y="0"/>
                    </a:cubicBezTo>
                    <a:cubicBezTo>
                      <a:pt x="388222" y="0"/>
                      <a:pt x="500195" y="111973"/>
                      <a:pt x="500195"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1" name="Freeform: Shape 90">
                <a:extLst>
                  <a:ext uri="{FF2B5EF4-FFF2-40B4-BE49-F238E27FC236}">
                    <a16:creationId xmlns:a16="http://schemas.microsoft.com/office/drawing/2014/main" id="{07A0CBE5-3CE7-8E66-70B1-39B1CF8E4BB9}"/>
                  </a:ext>
                </a:extLst>
              </p:cNvPr>
              <p:cNvSpPr/>
              <p:nvPr/>
            </p:nvSpPr>
            <p:spPr>
              <a:xfrm rot="19134600">
                <a:off x="4659329" y="1992441"/>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2" name="Freeform: Shape 91">
                <a:extLst>
                  <a:ext uri="{FF2B5EF4-FFF2-40B4-BE49-F238E27FC236}">
                    <a16:creationId xmlns:a16="http://schemas.microsoft.com/office/drawing/2014/main" id="{4FACAFE9-4DA2-693C-497E-D6A9C3FD7139}"/>
                  </a:ext>
                </a:extLst>
              </p:cNvPr>
              <p:cNvSpPr/>
              <p:nvPr/>
            </p:nvSpPr>
            <p:spPr>
              <a:xfrm rot="19120800">
                <a:off x="6490977" y="3824130"/>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3" y="500195"/>
                      <a:pt x="0" y="388222"/>
                      <a:pt x="0" y="250097"/>
                    </a:cubicBezTo>
                    <a:cubicBezTo>
                      <a:pt x="0" y="111972"/>
                      <a:pt x="111973" y="0"/>
                      <a:pt x="250097" y="0"/>
                    </a:cubicBezTo>
                    <a:cubicBezTo>
                      <a:pt x="388222" y="0"/>
                      <a:pt x="500195" y="111972"/>
                      <a:pt x="500195"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grpSp>
        <p:sp>
          <p:nvSpPr>
            <p:cNvPr id="98" name="TextBox 97">
              <a:extLst>
                <a:ext uri="{FF2B5EF4-FFF2-40B4-BE49-F238E27FC236}">
                  <a16:creationId xmlns:a16="http://schemas.microsoft.com/office/drawing/2014/main" id="{8683162B-3F46-9EDF-4907-A8CF07D6EACA}"/>
                </a:ext>
              </a:extLst>
            </p:cNvPr>
            <p:cNvSpPr txBox="1"/>
            <p:nvPr/>
          </p:nvSpPr>
          <p:spPr>
            <a:xfrm>
              <a:off x="5826792" y="3272974"/>
              <a:ext cx="538416"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grpSp>
      <p:sp>
        <p:nvSpPr>
          <p:cNvPr id="100" name="TextBox 99">
            <a:extLst>
              <a:ext uri="{FF2B5EF4-FFF2-40B4-BE49-F238E27FC236}">
                <a16:creationId xmlns:a16="http://schemas.microsoft.com/office/drawing/2014/main" id="{49C4B1D3-50AF-A945-6834-99ECFD69357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1" name="Rectangle: Rounded Corners 100">
            <a:extLst>
              <a:ext uri="{FF2B5EF4-FFF2-40B4-BE49-F238E27FC236}">
                <a16:creationId xmlns:a16="http://schemas.microsoft.com/office/drawing/2014/main" id="{52B8F8C4-F012-B64D-0C48-E883AC2D6588}"/>
              </a:ext>
            </a:extLst>
          </p:cNvPr>
          <p:cNvSpPr/>
          <p:nvPr/>
        </p:nvSpPr>
        <p:spPr>
          <a:xfrm>
            <a:off x="371263" y="987178"/>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2" name="Rectangle: Rounded Corners 101">
            <a:extLst>
              <a:ext uri="{FF2B5EF4-FFF2-40B4-BE49-F238E27FC236}">
                <a16:creationId xmlns:a16="http://schemas.microsoft.com/office/drawing/2014/main" id="{4BDBF311-8B70-D2F2-299E-5350D59E6332}"/>
              </a:ext>
            </a:extLst>
          </p:cNvPr>
          <p:cNvSpPr/>
          <p:nvPr/>
        </p:nvSpPr>
        <p:spPr>
          <a:xfrm>
            <a:off x="7799214" y="987178"/>
            <a:ext cx="4024800"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3" name="Rectangle: Rounded Corners 102">
            <a:extLst>
              <a:ext uri="{FF2B5EF4-FFF2-40B4-BE49-F238E27FC236}">
                <a16:creationId xmlns:a16="http://schemas.microsoft.com/office/drawing/2014/main" id="{10E9861D-23FF-BA89-70E4-A45E842D1F89}"/>
              </a:ext>
            </a:extLst>
          </p:cNvPr>
          <p:cNvSpPr/>
          <p:nvPr/>
        </p:nvSpPr>
        <p:spPr>
          <a:xfrm>
            <a:off x="383798" y="3859182"/>
            <a:ext cx="4024159"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4" name="Rectangle: Rounded Corners 103">
            <a:extLst>
              <a:ext uri="{FF2B5EF4-FFF2-40B4-BE49-F238E27FC236}">
                <a16:creationId xmlns:a16="http://schemas.microsoft.com/office/drawing/2014/main" id="{73D4922E-8BD6-98E6-99B4-AF608AEB0F1D}"/>
              </a:ext>
            </a:extLst>
          </p:cNvPr>
          <p:cNvSpPr/>
          <p:nvPr/>
        </p:nvSpPr>
        <p:spPr>
          <a:xfrm>
            <a:off x="7799214" y="3859182"/>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5" name="TextBox 104">
            <a:extLst>
              <a:ext uri="{FF2B5EF4-FFF2-40B4-BE49-F238E27FC236}">
                <a16:creationId xmlns:a16="http://schemas.microsoft.com/office/drawing/2014/main" id="{8FE0EEFC-19F3-CF2C-8CC7-2983A4ED523A}"/>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6" name="TextBox 105">
            <a:extLst>
              <a:ext uri="{FF2B5EF4-FFF2-40B4-BE49-F238E27FC236}">
                <a16:creationId xmlns:a16="http://schemas.microsoft.com/office/drawing/2014/main" id="{4368DE6D-6A51-ED9C-1E11-E66362428E6C}"/>
              </a:ext>
            </a:extLst>
          </p:cNvPr>
          <p:cNvSpPr txBox="1"/>
          <p:nvPr/>
        </p:nvSpPr>
        <p:spPr>
          <a:xfrm>
            <a:off x="371263"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7" name="TextBox 106">
            <a:extLst>
              <a:ext uri="{FF2B5EF4-FFF2-40B4-BE49-F238E27FC236}">
                <a16:creationId xmlns:a16="http://schemas.microsoft.com/office/drawing/2014/main" id="{C1AF4B4E-E206-FB6D-6EFB-F8FE11FBBA60}"/>
              </a:ext>
            </a:extLst>
          </p:cNvPr>
          <p:cNvSpPr txBox="1"/>
          <p:nvPr/>
        </p:nvSpPr>
        <p:spPr>
          <a:xfrm>
            <a:off x="7799214"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2103303091"/>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179</TotalTime>
  <Words>3072</Words>
  <Application>Microsoft Office PowerPoint</Application>
  <PresentationFormat>Custom</PresentationFormat>
  <Paragraphs>120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1</cp:revision>
  <dcterms:created xsi:type="dcterms:W3CDTF">2025-07-17T11:32:54Z</dcterms:created>
  <dcterms:modified xsi:type="dcterms:W3CDTF">2025-07-17T14:32:50Z</dcterms:modified>
</cp:coreProperties>
</file>