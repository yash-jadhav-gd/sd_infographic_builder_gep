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Procurement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pic>
        <p:nvPicPr>
          <p:cNvPr id="108" name="Picture 107" descr="5_4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163824"/>
            <a:ext cx="411480" cy="411480"/>
          </a:xfrm>
          <a:prstGeom prst="rect">
            <a:avLst/>
          </a:prstGeom>
        </p:spPr>
      </p:pic>
      <p:pic>
        <p:nvPicPr>
          <p:cNvPr id="109" name="Picture 108" descr="1_46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163824"/>
            <a:ext cx="411480" cy="411480"/>
          </a:xfrm>
          <a:prstGeom prst="rect">
            <a:avLst/>
          </a:prstGeom>
        </p:spPr>
      </p:pic>
      <p:pic>
        <p:nvPicPr>
          <p:cNvPr id="110" name="Picture 109" descr="13_66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163824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