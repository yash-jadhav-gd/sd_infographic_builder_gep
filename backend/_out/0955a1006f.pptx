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2147477842" r:id="rId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wrap="square">
            <a:normAutofit/>
          </a:bodyPr>
          <a:lstStyle/>
          <a:p>
            <a:r>
              <a:rPr lang="en-US" dirty="0"/>
              <a:t>Two Pillars of Digital Procurement</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normAutofit/>
          </a:bodyPr>
          <a:lstStyle/>
          <a:p>
            <a:r>
              <a:rPr lang="en-US" sz="1600" dirty="0"/>
              <a:t>Unified spend data across every category gives leaders one source of truth.</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normAutofit/>
          </a:bodyPr>
          <a:lstStyle/>
          <a:p>
            <a:r>
              <a:rPr lang="en-US" sz="1600" b="1" dirty="0">
                <a:solidFill>
                  <a:schemeClr val="accent1"/>
                </a:solidFill>
              </a:rPr>
              <a:t>Visibility</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normAutofit/>
          </a:bodyPr>
          <a:lstStyle/>
          <a:p>
            <a:r>
              <a:rPr lang="en-US" sz="1600" dirty="0"/>
              <a:t>Touchless POs and auto-approvals cut cycle time and free the team.</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normAutofit/>
          </a:bodyPr>
          <a:lstStyle/>
          <a:p>
            <a:r>
              <a:rPr lang="en-US" sz="1600" b="1" dirty="0">
                <a:solidFill>
                  <a:schemeClr val="accent2"/>
                </a:solidFill>
              </a:rPr>
              <a:t>Automation</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spAutoFit/>
          </a:bodyPr>
          <a:lstStyle/>
          <a:p>
            <a:r>
              <a:rPr lang="en-US"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spAutoFit/>
          </a:bodyPr>
          <a:lstStyle/>
          <a:p>
            <a:r>
              <a:rPr lang="en-US"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spAutoFit/>
          </a:bodyPr>
          <a:lstStyle/>
          <a:p>
            <a:r>
              <a:rPr lang="en-US"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