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Untitled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pic>
        <p:nvPicPr>
          <p:cNvPr id="108" name="Picture 107" descr="5_4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3163824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