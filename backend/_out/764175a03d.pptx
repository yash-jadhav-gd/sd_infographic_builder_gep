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media/image11.svg" ContentType="image/svg+xml"/>
  <Override PartName="/ppt/media/image13.svg" ContentType="image/svg+xml"/>
  <Override PartName="/ppt/media/image15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6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0"/>
  </p:notesMasterIdLst>
  <p:sldIdLst>
    <p:sldId id="27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9F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A27C03-0E51-454A-B768-3DE50CB35848}" v="235" dt="2025-08-18T13:32:34.329"/>
    <p1510:client id="{9C2E2A10-01F0-419A-B9D5-89F2FF6976DD}" v="14" dt="2025-08-18T15:14:37.0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89" autoAdjust="0"/>
    <p:restoredTop sz="94660"/>
  </p:normalViewPr>
  <p:slideViewPr>
    <p:cSldViewPr snapToGrid="0">
      <p:cViewPr>
        <p:scale>
          <a:sx n="75" d="100"/>
          <a:sy n="75" d="100"/>
        </p:scale>
        <p:origin x="140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santi Kadam" userId="2d2c718a-941c-44c5-9fc1-bfc327de9193" providerId="ADAL" clId="{9C2E2A10-01F0-419A-B9D5-89F2FF6976DD}"/>
    <pc:docChg chg="custSel modSld">
      <pc:chgData name="Vasanti Kadam" userId="2d2c718a-941c-44c5-9fc1-bfc327de9193" providerId="ADAL" clId="{9C2E2A10-01F0-419A-B9D5-89F2FF6976DD}" dt="2025-08-18T15:14:47.149" v="42" actId="207"/>
      <pc:docMkLst>
        <pc:docMk/>
      </pc:docMkLst>
      <pc:sldChg chg="delSp modSp mod">
        <pc:chgData name="Vasanti Kadam" userId="2d2c718a-941c-44c5-9fc1-bfc327de9193" providerId="ADAL" clId="{9C2E2A10-01F0-419A-B9D5-89F2FF6976DD}" dt="2025-08-18T15:14:47.149" v="42" actId="207"/>
        <pc:sldMkLst>
          <pc:docMk/>
          <pc:sldMk cId="3474860598" sldId="2147483437"/>
        </pc:sldMkLst>
        <pc:spChg chg="mod">
          <ac:chgData name="Vasanti Kadam" userId="2d2c718a-941c-44c5-9fc1-bfc327de9193" providerId="ADAL" clId="{9C2E2A10-01F0-419A-B9D5-89F2FF6976DD}" dt="2025-08-18T15:11:52.248" v="18" actId="207"/>
          <ac:spMkLst>
            <pc:docMk/>
            <pc:sldMk cId="3474860598" sldId="2147483437"/>
            <ac:spMk id="3" creationId="{83010453-F0BB-13FC-B221-7BA9BABF654F}"/>
          </ac:spMkLst>
        </pc:spChg>
        <pc:spChg chg="mod topLvl">
          <ac:chgData name="Vasanti Kadam" userId="2d2c718a-941c-44c5-9fc1-bfc327de9193" providerId="ADAL" clId="{9C2E2A10-01F0-419A-B9D5-89F2FF6976DD}" dt="2025-08-18T15:12:03.805" v="28" actId="1582"/>
          <ac:spMkLst>
            <pc:docMk/>
            <pc:sldMk cId="3474860598" sldId="2147483437"/>
            <ac:spMk id="6" creationId="{B6A5A08B-5406-2459-645F-6B994C915CC6}"/>
          </ac:spMkLst>
        </pc:spChg>
        <pc:spChg chg="mod topLvl">
          <ac:chgData name="Vasanti Kadam" userId="2d2c718a-941c-44c5-9fc1-bfc327de9193" providerId="ADAL" clId="{9C2E2A10-01F0-419A-B9D5-89F2FF6976DD}" dt="2025-08-18T15:11:57.155" v="19" actId="165"/>
          <ac:spMkLst>
            <pc:docMk/>
            <pc:sldMk cId="3474860598" sldId="2147483437"/>
            <ac:spMk id="7" creationId="{9DDCD635-9A2A-36A0-1847-AF4EEABDB06F}"/>
          </ac:spMkLst>
        </pc:spChg>
        <pc:spChg chg="mod">
          <ac:chgData name="Vasanti Kadam" userId="2d2c718a-941c-44c5-9fc1-bfc327de9193" providerId="ADAL" clId="{9C2E2A10-01F0-419A-B9D5-89F2FF6976DD}" dt="2025-08-18T15:12:08.788" v="32"/>
          <ac:spMkLst>
            <pc:docMk/>
            <pc:sldMk cId="3474860598" sldId="2147483437"/>
            <ac:spMk id="22" creationId="{42CAF9B9-0109-6216-B51A-635C1981D822}"/>
          </ac:spMkLst>
        </pc:spChg>
        <pc:spChg chg="mod">
          <ac:chgData name="Vasanti Kadam" userId="2d2c718a-941c-44c5-9fc1-bfc327de9193" providerId="ADAL" clId="{9C2E2A10-01F0-419A-B9D5-89F2FF6976DD}" dt="2025-08-18T15:11:44.370" v="11" actId="207"/>
          <ac:spMkLst>
            <pc:docMk/>
            <pc:sldMk cId="3474860598" sldId="2147483437"/>
            <ac:spMk id="27" creationId="{710EDEDE-8E97-C80E-42B5-4265CA8D4D4B}"/>
          </ac:spMkLst>
        </pc:spChg>
        <pc:spChg chg="mod">
          <ac:chgData name="Vasanti Kadam" userId="2d2c718a-941c-44c5-9fc1-bfc327de9193" providerId="ADAL" clId="{9C2E2A10-01F0-419A-B9D5-89F2FF6976DD}" dt="2025-08-18T15:11:44.370" v="8" actId="207"/>
          <ac:spMkLst>
            <pc:docMk/>
            <pc:sldMk cId="3474860598" sldId="2147483437"/>
            <ac:spMk id="28" creationId="{C5579722-2587-FC44-DB15-4D0159081726}"/>
          </ac:spMkLst>
        </pc:spChg>
        <pc:spChg chg="mod">
          <ac:chgData name="Vasanti Kadam" userId="2d2c718a-941c-44c5-9fc1-bfc327de9193" providerId="ADAL" clId="{9C2E2A10-01F0-419A-B9D5-89F2FF6976DD}" dt="2025-08-18T15:14:47.149" v="42" actId="207"/>
          <ac:spMkLst>
            <pc:docMk/>
            <pc:sldMk cId="3474860598" sldId="2147483437"/>
            <ac:spMk id="62" creationId="{2BBAA809-AD27-C474-318C-DDAE8A4DB7C0}"/>
          </ac:spMkLst>
        </pc:spChg>
        <pc:grpChg chg="del">
          <ac:chgData name="Vasanti Kadam" userId="2d2c718a-941c-44c5-9fc1-bfc327de9193" providerId="ADAL" clId="{9C2E2A10-01F0-419A-B9D5-89F2FF6976DD}" dt="2025-08-18T15:11:57.155" v="19" actId="165"/>
          <ac:grpSpMkLst>
            <pc:docMk/>
            <pc:sldMk cId="3474860598" sldId="2147483437"/>
            <ac:grpSpMk id="5" creationId="{4A1E6363-52FB-BC4A-9E44-358621D55D8E}"/>
          </ac:grpSpMkLst>
        </pc:grpChg>
        <pc:picChg chg="mod">
          <ac:chgData name="Vasanti Kadam" userId="2d2c718a-941c-44c5-9fc1-bfc327de9193" providerId="ADAL" clId="{9C2E2A10-01F0-419A-B9D5-89F2FF6976DD}" dt="2025-08-18T15:14:37.039" v="33" actId="14826"/>
          <ac:picMkLst>
            <pc:docMk/>
            <pc:sldMk cId="3474860598" sldId="2147483437"/>
            <ac:picMk id="8" creationId="{F4B8FFB6-D4D3-05A3-B98A-DAF73A51C4B8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DE678-7419-4214-93CD-D4CA5F5C7CBF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F69834-C99D-43C4-B928-B2A2CAFDAB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7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ECD58-072B-F423-4634-5511E63E9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AF1AE3-0B8D-F3DF-0F72-C304331550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E78179-FE90-A790-E7BA-FBF0C2FF3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8BCBB-F211-B207-00F3-1CB7496F9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474CDC-8E0A-4236-AFE2-73A26E3D3F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2307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D865-061C-E92E-12DB-5AFA45BDA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8E5447-5235-A2F4-4401-037C79CFB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B744-456E-A35B-A9EA-32DFACE66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A50A4-7F0E-38BE-C6A2-2C280E87BF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474CDC-8E0A-4236-AFE2-73A26E3D3F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3335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716A13-0918-40F3-BA72-53A943F23C2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886480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CCAA74-A953-3B4B-B89E-81C4AB40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9728886" cy="678316"/>
          </a:xfrm>
          <a:prstGeom prst="rect">
            <a:avLst/>
          </a:prstGeom>
        </p:spPr>
        <p:txBody>
          <a:bodyPr anchor="ctr"/>
          <a:lstStyle>
            <a:lvl1pPr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95697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3269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Mai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6CE0775-8A64-09AC-9156-1258944A8D7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3" y="1"/>
            <a:ext cx="12192001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264E3BB-5E84-224A-C2D4-06F8FD1FE290}"/>
              </a:ext>
            </a:extLst>
          </p:cNvPr>
          <p:cNvSpPr/>
          <p:nvPr/>
        </p:nvSpPr>
        <p:spPr>
          <a:xfrm>
            <a:off x="-7" y="0"/>
            <a:ext cx="12192006" cy="6858000"/>
          </a:xfrm>
          <a:prstGeom prst="rect">
            <a:avLst/>
          </a:prstGeom>
          <a:solidFill>
            <a:srgbClr val="130026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FCCAA74-A953-3B4B-B89E-81C4AB40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9728886" cy="678316"/>
          </a:xfrm>
          <a:prstGeom prst="rect">
            <a:avLst/>
          </a:prstGeom>
        </p:spPr>
        <p:txBody>
          <a:bodyPr anchor="b"/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BEB1E4-0BF1-7C99-FD76-A310A4F6C78E}"/>
              </a:ext>
            </a:extLst>
          </p:cNvPr>
          <p:cNvSpPr/>
          <p:nvPr/>
        </p:nvSpPr>
        <p:spPr>
          <a:xfrm>
            <a:off x="300038" y="6701757"/>
            <a:ext cx="6137782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68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</a:rPr>
              <a:t>AI-Powered Procurement &amp; Supply Chain Transformation: Helping Leading Enterprises Worldwide Achieve Extraordinary Results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E36A353-ED7D-3C9B-1E99-4FBC7539783B}"/>
              </a:ext>
            </a:extLst>
          </p:cNvPr>
          <p:cNvSpPr txBox="1">
            <a:spLocks/>
          </p:cNvSpPr>
          <p:nvPr/>
        </p:nvSpPr>
        <p:spPr>
          <a:xfrm>
            <a:off x="5917900" y="6631522"/>
            <a:ext cx="321275" cy="226477"/>
          </a:xfrm>
          <a:prstGeom prst="rect">
            <a:avLst/>
          </a:prstGeom>
          <a:noFill/>
        </p:spPr>
        <p:txBody>
          <a:bodyPr lIns="36000" rIns="3600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FE1FBF-D7EB-4254-B6E2-36850C68ADCD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3D6B28-6B8B-5721-9E3D-B07E0B29F71B}"/>
              </a:ext>
            </a:extLst>
          </p:cNvPr>
          <p:cNvSpPr/>
          <p:nvPr/>
        </p:nvSpPr>
        <p:spPr>
          <a:xfrm>
            <a:off x="10057829" y="6697428"/>
            <a:ext cx="1796693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68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  <a:ea typeface="+mn-ea"/>
                <a:cs typeface="+mn-cs"/>
              </a:rPr>
              <a:t>Copyright © 2024 GEP. All rights reserved.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F3FEB04-7582-2EE5-D0B3-2980C6B7298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36008"/>
          <a:stretch/>
        </p:blipFill>
        <p:spPr>
          <a:xfrm>
            <a:off x="10665229" y="328867"/>
            <a:ext cx="1238747" cy="313201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DF91BEE-EB92-D519-553B-B79A7450970D}"/>
              </a:ext>
            </a:extLst>
          </p:cNvPr>
          <p:cNvCxnSpPr>
            <a:cxnSpLocks/>
          </p:cNvCxnSpPr>
          <p:nvPr/>
        </p:nvCxnSpPr>
        <p:spPr>
          <a:xfrm>
            <a:off x="-6" y="6581822"/>
            <a:ext cx="12192006" cy="14995"/>
          </a:xfrm>
          <a:prstGeom prst="line">
            <a:avLst/>
          </a:pr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8128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jpeg"/><Relationship Id="rId6" Type="http://schemas.openxmlformats.org/officeDocument/2006/relationships/image" Target="../media/image2.png"/><Relationship Id="rId7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1BB78B-72A3-2C83-3AD2-11848F8416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919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7DFBAA-036E-452F-5C2D-2AB26B9FC3CE}"/>
              </a:ext>
            </a:extLst>
          </p:cNvPr>
          <p:cNvSpPr/>
          <p:nvPr userDrawn="1"/>
        </p:nvSpPr>
        <p:spPr>
          <a:xfrm>
            <a:off x="300038" y="6701757"/>
            <a:ext cx="6137782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68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</a:rPr>
              <a:t>AI-Powered Procurement &amp; Supply Chain Transformation: Helping Leading Enterprises Worldwide Achieve Extraordinary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58C99-BFB6-5868-9BDF-1CB82DC64D4E}"/>
              </a:ext>
            </a:extLst>
          </p:cNvPr>
          <p:cNvSpPr txBox="1">
            <a:spLocks/>
          </p:cNvSpPr>
          <p:nvPr userDrawn="1"/>
        </p:nvSpPr>
        <p:spPr>
          <a:xfrm>
            <a:off x="5917900" y="6631522"/>
            <a:ext cx="321275" cy="226477"/>
          </a:xfrm>
          <a:prstGeom prst="rect">
            <a:avLst/>
          </a:prstGeom>
          <a:noFill/>
        </p:spPr>
        <p:txBody>
          <a:bodyPr lIns="36000" rIns="3600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FE1FBF-D7EB-4254-B6E2-36850C68ADCD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E4B855-DF6F-931E-E1FD-8247D1F82A3D}"/>
              </a:ext>
            </a:extLst>
          </p:cNvPr>
          <p:cNvSpPr/>
          <p:nvPr userDrawn="1"/>
        </p:nvSpPr>
        <p:spPr>
          <a:xfrm>
            <a:off x="10057829" y="6697428"/>
            <a:ext cx="1796693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68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  <a:ea typeface="+mn-ea"/>
                <a:cs typeface="+mn-cs"/>
              </a:rPr>
              <a:t>Copyright © 2025 GEP. All rights reserved.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407BE5-1722-C6C2-C209-BDC066F6E6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36008"/>
          <a:stretch/>
        </p:blipFill>
        <p:spPr>
          <a:xfrm>
            <a:off x="10665229" y="196043"/>
            <a:ext cx="1238747" cy="31320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2A8D26-D2C1-BD72-DD29-B67128526509}"/>
              </a:ext>
            </a:extLst>
          </p:cNvPr>
          <p:cNvCxnSpPr>
            <a:cxnSpLocks/>
          </p:cNvCxnSpPr>
          <p:nvPr userDrawn="1"/>
        </p:nvCxnSpPr>
        <p:spPr>
          <a:xfrm>
            <a:off x="-6" y="6581822"/>
            <a:ext cx="12192006" cy="14995"/>
          </a:xfrm>
          <a:prstGeom prst="line">
            <a:avLst/>
          </a:pr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462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16AAA"/>
          </a:solidFill>
          <a:latin typeface="Helvetica" panose="020B06040202020202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6.emf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9.emf"/><Relationship Id="rId9" Type="http://schemas.openxmlformats.org/officeDocument/2006/relationships/image" Target="../media/image10.png"/><Relationship Id="rId10" Type="http://schemas.openxmlformats.org/officeDocument/2006/relationships/image" Target="../media/image11.sv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image" Target="../media/image14.png"/><Relationship Id="rId14" Type="http://schemas.openxmlformats.org/officeDocument/2006/relationships/image" Target="../media/image15.svg"/><Relationship Id="rId15" Type="http://schemas.openxmlformats.org/officeDocument/2006/relationships/image" Target="../media/image5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6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7.emf"/><Relationship Id="rId6" Type="http://schemas.openxmlformats.org/officeDocument/2006/relationships/image" Target="../media/image18.png"/><Relationship Id="rId7" Type="http://schemas.openxmlformats.org/officeDocument/2006/relationships/image" Target="../media/image19.svg"/><Relationship Id="rId8" Type="http://schemas.openxmlformats.org/officeDocument/2006/relationships/image" Target="../media/image20.png"/><Relationship Id="rId9" Type="http://schemas.openxmlformats.org/officeDocument/2006/relationships/image" Target="../media/image21.svg"/><Relationship Id="rId10" Type="http://schemas.openxmlformats.org/officeDocument/2006/relationships/image" Target="../media/image22.png"/><Relationship Id="rId11" Type="http://schemas.openxmlformats.org/officeDocument/2006/relationships/image" Target="../media/image23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4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Relationship Id="rId4" Type="http://schemas.openxmlformats.org/officeDocument/2006/relationships/image" Target="../media/image30.png"/><Relationship Id="rId5" Type="http://schemas.openxmlformats.org/officeDocument/2006/relationships/image" Target="../media/image31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svg"/><Relationship Id="rId7" Type="http://schemas.openxmlformats.org/officeDocument/2006/relationships/image" Target="../media/image37.png"/><Relationship Id="rId8" Type="http://schemas.microsoft.com/office/2007/relationships/hdphoto" Target="../media/hdphoto1.wdp"/><Relationship Id="rId9" Type="http://schemas.openxmlformats.org/officeDocument/2006/relationships/image" Target="../media/image38.png"/><Relationship Id="rId10" Type="http://schemas.openxmlformats.org/officeDocument/2006/relationships/image" Target="../media/image39.svg"/><Relationship Id="rId11" Type="http://schemas.openxmlformats.org/officeDocument/2006/relationships/image" Target="../media/image40.png"/><Relationship Id="rId12" Type="http://schemas.openxmlformats.org/officeDocument/2006/relationships/image" Target="../media/image41.svg"/><Relationship Id="rId13" Type="http://schemas.openxmlformats.org/officeDocument/2006/relationships/image" Target="../media/image42.png"/><Relationship Id="rId14" Type="http://schemas.openxmlformats.org/officeDocument/2006/relationships/image" Target="../media/image43.svg"/><Relationship Id="rId15" Type="http://schemas.openxmlformats.org/officeDocument/2006/relationships/image" Target="../media/image44.png"/><Relationship Id="rId16" Type="http://schemas.openxmlformats.org/officeDocument/2006/relationships/image" Target="../media/image45.svg"/><Relationship Id="rId17" Type="http://schemas.openxmlformats.org/officeDocument/2006/relationships/image" Target="../media/image46.png"/><Relationship Id="rId18" Type="http://schemas.openxmlformats.org/officeDocument/2006/relationships/image" Target="../media/image47.svg"/><Relationship Id="rId19" Type="http://schemas.openxmlformats.org/officeDocument/2006/relationships/image" Target="../media/image48.png"/><Relationship Id="rId20" Type="http://schemas.openxmlformats.org/officeDocument/2006/relationships/image" Target="../media/image4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150A0-56FC-5D9A-A476-3737AE7DF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CC6E3C5-8934-AA85-FBCD-F23B613A8B0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C6E3C5-8934-AA85-FBCD-F23B613A8B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3EDB10B-04C1-B568-D0E5-31B5513AC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>
            <a:normAutofit/>
          </a:bodyPr>
          <a:lstStyle/>
          <a:p>
            <a:r>
              <a:rPr lang="en-US">
                <a:cs typeface="Arial"/>
              </a:rPr>
              <a:t>Untitled</a:t>
            </a:r>
            <a:endParaRPr lang="en-US"/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74F8BA4D-3DDF-8E3E-1B0A-CFE06D1A28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632172" y="2889267"/>
            <a:ext cx="4993722" cy="288708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FA77E3AC-8831-9321-3F6A-6377BC6F9C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751" y="1059031"/>
            <a:ext cx="2759877" cy="3412574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F1B1D669-616C-1471-4766-0A4768BF739D}"/>
              </a:ext>
            </a:extLst>
          </p:cNvPr>
          <p:cNvSpPr/>
          <p:nvPr/>
        </p:nvSpPr>
        <p:spPr>
          <a:xfrm>
            <a:off x="5030733" y="1383761"/>
            <a:ext cx="6455684" cy="11539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 wrap="square">
            <a:norm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chemeClr val="tx1"/>
                </a:solidFill>
                <a:latin typeface="Arial" panose="020B0604020202020204" pitchFamily="34" charset="0"/>
              </a:rPr>
              <a:t>Unified spend data across every category gives leaders a single source of truth.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558F93-18AA-FD33-E860-D40FD0EDA86A}"/>
              </a:ext>
            </a:extLst>
          </p:cNvPr>
          <p:cNvSpPr txBox="1"/>
          <p:nvPr/>
        </p:nvSpPr>
        <p:spPr>
          <a:xfrm>
            <a:off x="5030733" y="999271"/>
            <a:ext cx="1625600" cy="355402"/>
          </a:xfrm>
          <a:prstGeom prst="round2DiagRect">
            <a:avLst>
              <a:gd name="adj1" fmla="val 24113"/>
              <a:gd name="adj2" fmla="val 0"/>
            </a:avLst>
          </a:prstGeom>
          <a:solidFill>
            <a:srgbClr val="459FED"/>
          </a:solidFill>
          <a:ln>
            <a:noFill/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en-US"/>
            </a:defPPr>
            <a:lvl1pPr algn="ctr">
              <a:defRPr sz="16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82880"/>
            <a:r>
              <a:rPr lang="en-GB" sz="1400">
                <a:solidFill>
                  <a:schemeClr val="bg1"/>
                </a:solidFill>
              </a:rPr>
              <a:t>Visibility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4F0B69B-9275-8F77-2189-FA572A05897D}"/>
              </a:ext>
            </a:extLst>
          </p:cNvPr>
          <p:cNvSpPr/>
          <p:nvPr/>
        </p:nvSpPr>
        <p:spPr>
          <a:xfrm>
            <a:off x="5030733" y="3044680"/>
            <a:ext cx="6455685" cy="10537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Touchless POs and auto-approvals cut cycle time and free up the team.</a:t>
            </a:r>
            <a:endParaRPr lang="en-US" sz="105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AE5B0A-9471-FAEF-2D08-29A03AEAD80E}"/>
              </a:ext>
            </a:extLst>
          </p:cNvPr>
          <p:cNvSpPr txBox="1"/>
          <p:nvPr/>
        </p:nvSpPr>
        <p:spPr>
          <a:xfrm>
            <a:off x="5030733" y="2668874"/>
            <a:ext cx="1625600" cy="364331"/>
          </a:xfrm>
          <a:prstGeom prst="round2DiagRect">
            <a:avLst>
              <a:gd name="adj1" fmla="val 27836"/>
              <a:gd name="adj2" fmla="val 0"/>
            </a:avLst>
          </a:prstGeom>
          <a:solidFill>
            <a:srgbClr val="7ECAF8"/>
          </a:solidFill>
          <a:ln>
            <a:noFill/>
          </a:ln>
          <a:effectLst>
            <a:outerShdw blurRad="190500" dist="38100" dir="5400000" rotWithShape="0">
              <a:srgbClr val="1ACAF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82880"/>
            <a:r>
              <a:rPr lang="en-GB" sz="1400" b="1"/>
              <a:t>Automation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F1D0CDD-B83D-2BF6-062A-24093191221E}"/>
              </a:ext>
            </a:extLst>
          </p:cNvPr>
          <p:cNvSpPr/>
          <p:nvPr/>
        </p:nvSpPr>
        <p:spPr>
          <a:xfrm>
            <a:off x="5030734" y="4597303"/>
            <a:ext cx="6761215" cy="1111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surfaces savings, risk and supplier insights before they become problems.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3E6F79E-07B2-145C-311E-218564578D81}"/>
              </a:ext>
            </a:extLst>
          </p:cNvPr>
          <p:cNvSpPr txBox="1"/>
          <p:nvPr/>
        </p:nvSpPr>
        <p:spPr>
          <a:xfrm>
            <a:off x="5030734" y="4221072"/>
            <a:ext cx="1625600" cy="370284"/>
          </a:xfrm>
          <a:prstGeom prst="round2DiagRect">
            <a:avLst>
              <a:gd name="adj1" fmla="val 29077"/>
              <a:gd name="adj2" fmla="val 0"/>
            </a:avLst>
          </a:prstGeom>
          <a:solidFill>
            <a:srgbClr val="B2E0FA"/>
          </a:solidFill>
          <a:ln w="6350" cap="flat" cmpd="sng" algn="ctr">
            <a:noFill/>
            <a:prstDash val="solid"/>
          </a:ln>
          <a:effectLst>
            <a:outerShdw blurRad="190500" dist="38100" dir="5400000" rotWithShape="0">
              <a:srgbClr val="7ECAF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en-US"/>
            </a:defPPr>
            <a:lvl1pPr algn="ctr">
              <a:defRPr sz="16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82880"/>
            <a:r>
              <a:rPr lang="en-GB" sz="1400"/>
              <a:t>Intelligence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07B451B-12AF-1ECD-99AA-59B467F6FFE2}"/>
              </a:ext>
            </a:extLst>
          </p:cNvPr>
          <p:cNvCxnSpPr>
            <a:cxnSpLocks/>
          </p:cNvCxnSpPr>
          <p:nvPr/>
        </p:nvCxnSpPr>
        <p:spPr>
          <a:xfrm>
            <a:off x="5030734" y="2838672"/>
            <a:ext cx="0" cy="1343173"/>
          </a:xfrm>
          <a:prstGeom prst="line">
            <a:avLst/>
          </a:prstGeom>
          <a:noFill/>
          <a:ln w="6350" cap="flat" cmpd="sng" algn="ctr">
            <a:gradFill>
              <a:gsLst>
                <a:gs pos="82759">
                  <a:srgbClr val="C4C8E8">
                    <a:alpha val="0"/>
                  </a:srgbClr>
                </a:gs>
                <a:gs pos="53000">
                  <a:srgbClr val="C4C8E8"/>
                </a:gs>
                <a:gs pos="0">
                  <a:srgbClr val="B7DFF9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2E0AB8B-17F5-5E03-43D5-863C51745966}"/>
              </a:ext>
            </a:extLst>
          </p:cNvPr>
          <p:cNvCxnSpPr>
            <a:cxnSpLocks/>
          </p:cNvCxnSpPr>
          <p:nvPr/>
        </p:nvCxnSpPr>
        <p:spPr>
          <a:xfrm>
            <a:off x="5106934" y="2568277"/>
            <a:ext cx="6590512" cy="0"/>
          </a:xfrm>
          <a:prstGeom prst="line">
            <a:avLst/>
          </a:prstGeom>
          <a:noFill/>
          <a:ln w="6350" cap="flat" cmpd="sng" algn="ctr">
            <a:solidFill>
              <a:srgbClr val="4FB7F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7B73ADB-98DF-E0F5-DA81-22616418E677}"/>
              </a:ext>
            </a:extLst>
          </p:cNvPr>
          <p:cNvCxnSpPr>
            <a:cxnSpLocks/>
          </p:cNvCxnSpPr>
          <p:nvPr/>
        </p:nvCxnSpPr>
        <p:spPr>
          <a:xfrm>
            <a:off x="5106934" y="4172313"/>
            <a:ext cx="6590512" cy="0"/>
          </a:xfrm>
          <a:prstGeom prst="line">
            <a:avLst/>
          </a:prstGeom>
          <a:noFill/>
          <a:ln w="6350" cap="flat" cmpd="sng" algn="ctr">
            <a:solidFill>
              <a:srgbClr val="459FED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7" name="Title 1">
            <a:extLst>
              <a:ext uri="{FF2B5EF4-FFF2-40B4-BE49-F238E27FC236}">
                <a16:creationId xmlns:a16="http://schemas.microsoft.com/office/drawing/2014/main" id="{16210D3C-1355-3C08-F838-5AD34A61655B}"/>
              </a:ext>
            </a:extLst>
          </p:cNvPr>
          <p:cNvSpPr txBox="1">
            <a:spLocks/>
          </p:cNvSpPr>
          <p:nvPr/>
        </p:nvSpPr>
        <p:spPr>
          <a:xfrm>
            <a:off x="324242" y="4659255"/>
            <a:ext cx="3080894" cy="911900"/>
          </a:xfrm>
          <a:prstGeom prst="rect">
            <a:avLst/>
          </a:prstGeom>
        </p:spPr>
        <p:txBody>
          <a:bodyPr vert="horz" lIns="0" tIns="45720" rIns="0" bIns="45720" rtlCol="0" anchor="ctr" wrap="square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1400" i="1"/>
              <a:t/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C364760-3E67-0AAD-6911-15FA1B3C855A}"/>
              </a:ext>
            </a:extLst>
          </p:cNvPr>
          <p:cNvCxnSpPr>
            <a:cxnSpLocks/>
          </p:cNvCxnSpPr>
          <p:nvPr/>
        </p:nvCxnSpPr>
        <p:spPr>
          <a:xfrm>
            <a:off x="5030735" y="4452011"/>
            <a:ext cx="0" cy="1343173"/>
          </a:xfrm>
          <a:prstGeom prst="line">
            <a:avLst/>
          </a:prstGeom>
          <a:noFill/>
          <a:ln w="6350" cap="flat" cmpd="sng" algn="ctr">
            <a:gradFill>
              <a:gsLst>
                <a:gs pos="82759">
                  <a:srgbClr val="C4C8E8">
                    <a:alpha val="0"/>
                  </a:srgbClr>
                </a:gs>
                <a:gs pos="53000">
                  <a:srgbClr val="C4C8E8"/>
                </a:gs>
                <a:gs pos="0">
                  <a:srgbClr val="B7DFF9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458A4EF-D181-8F7A-0655-E83CA9149DC7}"/>
              </a:ext>
            </a:extLst>
          </p:cNvPr>
          <p:cNvCxnSpPr>
            <a:cxnSpLocks/>
          </p:cNvCxnSpPr>
          <p:nvPr/>
        </p:nvCxnSpPr>
        <p:spPr>
          <a:xfrm>
            <a:off x="5030734" y="1289166"/>
            <a:ext cx="0" cy="1343173"/>
          </a:xfrm>
          <a:prstGeom prst="line">
            <a:avLst/>
          </a:prstGeom>
          <a:noFill/>
          <a:ln w="6350" cap="flat" cmpd="sng" algn="ctr">
            <a:gradFill>
              <a:gsLst>
                <a:gs pos="82759">
                  <a:srgbClr val="C4C8E8">
                    <a:alpha val="0"/>
                  </a:srgbClr>
                </a:gs>
                <a:gs pos="53000">
                  <a:srgbClr val="C4C8E8"/>
                </a:gs>
                <a:gs pos="0">
                  <a:srgbClr val="B7DFF9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0" name="Double Bracket 69">
            <a:extLst>
              <a:ext uri="{FF2B5EF4-FFF2-40B4-BE49-F238E27FC236}">
                <a16:creationId xmlns:a16="http://schemas.microsoft.com/office/drawing/2014/main" id="{3EDB8004-D242-AAF1-996F-D6E9DD0108A0}"/>
              </a:ext>
            </a:extLst>
          </p:cNvPr>
          <p:cNvSpPr/>
          <p:nvPr/>
        </p:nvSpPr>
        <p:spPr>
          <a:xfrm>
            <a:off x="291956" y="5764058"/>
            <a:ext cx="11608090" cy="558912"/>
          </a:xfrm>
          <a:prstGeom prst="bracketPair">
            <a:avLst>
              <a:gd name="adj" fmla="val 11969"/>
            </a:avLst>
          </a:prstGeom>
          <a:solidFill>
            <a:srgbClr val="DFE3E6"/>
          </a:solidFill>
          <a:ln w="6350" cap="flat" cmpd="sng" algn="ctr">
            <a:solidFill>
              <a:srgbClr val="AFB9C1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ADF7C08-3534-6FFF-8F17-A4C9F403F6D7}"/>
              </a:ext>
            </a:extLst>
          </p:cNvPr>
          <p:cNvGrpSpPr/>
          <p:nvPr/>
        </p:nvGrpSpPr>
        <p:grpSpPr>
          <a:xfrm>
            <a:off x="4470760" y="4221072"/>
            <a:ext cx="518458" cy="523678"/>
            <a:chOff x="4470760" y="4144375"/>
            <a:chExt cx="518458" cy="523678"/>
          </a:xfrm>
        </p:grpSpPr>
        <p:sp>
          <p:nvSpPr>
            <p:cNvPr id="72" name="Rectangle: Diagonal Corners Rounded 71">
              <a:extLst>
                <a:ext uri="{FF2B5EF4-FFF2-40B4-BE49-F238E27FC236}">
                  <a16:creationId xmlns:a16="http://schemas.microsoft.com/office/drawing/2014/main" id="{A40875F5-8B40-DAED-C959-9531270A4FE7}"/>
                </a:ext>
              </a:extLst>
            </p:cNvPr>
            <p:cNvSpPr/>
            <p:nvPr/>
          </p:nvSpPr>
          <p:spPr>
            <a:xfrm>
              <a:off x="4470760" y="4144375"/>
              <a:ext cx="518458" cy="523678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rgbClr val="B2E0F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en-GB" sz="1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8B45B39F-5F0C-77F8-A786-259DC629B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547109" y="4223334"/>
              <a:ext cx="365760" cy="365760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2C07B97-0655-54DF-6D20-219F75423A5B}"/>
              </a:ext>
            </a:extLst>
          </p:cNvPr>
          <p:cNvGrpSpPr/>
          <p:nvPr/>
        </p:nvGrpSpPr>
        <p:grpSpPr>
          <a:xfrm>
            <a:off x="4473968" y="999271"/>
            <a:ext cx="518458" cy="523678"/>
            <a:chOff x="4470760" y="915133"/>
            <a:chExt cx="518458" cy="523678"/>
          </a:xfrm>
        </p:grpSpPr>
        <p:sp>
          <p:nvSpPr>
            <p:cNvPr id="75" name="Rectangle: Diagonal Corners Rounded 74">
              <a:extLst>
                <a:ext uri="{FF2B5EF4-FFF2-40B4-BE49-F238E27FC236}">
                  <a16:creationId xmlns:a16="http://schemas.microsoft.com/office/drawing/2014/main" id="{01D07C2E-FBF9-1A10-9A24-7CC49E8D8428}"/>
                </a:ext>
              </a:extLst>
            </p:cNvPr>
            <p:cNvSpPr/>
            <p:nvPr/>
          </p:nvSpPr>
          <p:spPr>
            <a:xfrm>
              <a:off x="4470760" y="915133"/>
              <a:ext cx="518458" cy="523678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rgbClr val="459FE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en-GB" sz="1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76" name="Graphic 75">
              <a:extLst>
                <a:ext uri="{FF2B5EF4-FFF2-40B4-BE49-F238E27FC236}">
                  <a16:creationId xmlns:a16="http://schemas.microsoft.com/office/drawing/2014/main" id="{D263D0BD-7C44-E36B-94C1-098808C6A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556253" y="1003236"/>
              <a:ext cx="347472" cy="347472"/>
            </a:xfrm>
            <a:prstGeom prst="rect">
              <a:avLst/>
            </a:prstGeom>
          </p:spPr>
        </p:pic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B485220-3B05-70EC-837C-06234E8A530D}"/>
              </a:ext>
            </a:extLst>
          </p:cNvPr>
          <p:cNvGrpSpPr/>
          <p:nvPr/>
        </p:nvGrpSpPr>
        <p:grpSpPr>
          <a:xfrm>
            <a:off x="4470760" y="2668874"/>
            <a:ext cx="518458" cy="523678"/>
            <a:chOff x="4470760" y="2592073"/>
            <a:chExt cx="518458" cy="523678"/>
          </a:xfrm>
        </p:grpSpPr>
        <p:sp>
          <p:nvSpPr>
            <p:cNvPr id="78" name="Rectangle: Diagonal Corners Rounded 77">
              <a:extLst>
                <a:ext uri="{FF2B5EF4-FFF2-40B4-BE49-F238E27FC236}">
                  <a16:creationId xmlns:a16="http://schemas.microsoft.com/office/drawing/2014/main" id="{2D787D2F-8A7C-9147-F4DA-A835F10B1998}"/>
                </a:ext>
              </a:extLst>
            </p:cNvPr>
            <p:cNvSpPr/>
            <p:nvPr/>
          </p:nvSpPr>
          <p:spPr>
            <a:xfrm>
              <a:off x="4470760" y="2592073"/>
              <a:ext cx="518458" cy="523678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rgbClr val="7ECAF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en-GB" sz="1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5DCEE8A1-1ADD-091A-40CC-4565C8889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579970" y="2671032"/>
              <a:ext cx="300038" cy="365760"/>
            </a:xfrm>
            <a:prstGeom prst="rect">
              <a:avLst/>
            </a:prstGeom>
          </p:spPr>
        </p:pic>
      </p:grp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37E031CA-C571-CE83-0FF3-3FD59577CBBE}"/>
              </a:ext>
            </a:extLst>
          </p:cNvPr>
          <p:cNvSpPr/>
          <p:nvPr/>
        </p:nvSpPr>
        <p:spPr bwMode="auto">
          <a:xfrm flipH="1" flipV="1">
            <a:off x="2807969" y="1279102"/>
            <a:ext cx="1654897" cy="1765577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  <a:gd name="connsiteX0" fmla="*/ 0 w 2284687"/>
              <a:gd name="connsiteY0" fmla="*/ 1049864 h 1049864"/>
              <a:gd name="connsiteX1" fmla="*/ 2284687 w 2284687"/>
              <a:gd name="connsiteY1" fmla="*/ 2114 h 1049864"/>
              <a:gd name="connsiteX0" fmla="*/ 0 w 2261999"/>
              <a:gd name="connsiteY0" fmla="*/ 1231453 h 1231453"/>
              <a:gd name="connsiteX1" fmla="*/ 2261999 w 2261999"/>
              <a:gd name="connsiteY1" fmla="*/ 1809 h 1231453"/>
              <a:gd name="connsiteX0" fmla="*/ 0 w 2261999"/>
              <a:gd name="connsiteY0" fmla="*/ 1231360 h 1231363"/>
              <a:gd name="connsiteX1" fmla="*/ 2261999 w 2261999"/>
              <a:gd name="connsiteY1" fmla="*/ 1716 h 1231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61999" h="1231363">
                <a:moveTo>
                  <a:pt x="0" y="1231360"/>
                </a:moveTo>
                <a:cubicBezTo>
                  <a:pt x="720275" y="1233953"/>
                  <a:pt x="1299942" y="-53317"/>
                  <a:pt x="2261999" y="1716"/>
                </a:cubicBezTo>
              </a:path>
            </a:pathLst>
          </a:custGeom>
          <a:noFill/>
          <a:ln w="12700">
            <a:gradFill>
              <a:gsLst>
                <a:gs pos="0">
                  <a:srgbClr val="459FED"/>
                </a:gs>
                <a:gs pos="100000">
                  <a:srgbClr val="459FED">
                    <a:alpha val="50000"/>
                  </a:srgbClr>
                </a:gs>
              </a:gsLst>
              <a:lin ang="5400000" scaled="1"/>
            </a:gra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03C91603-7514-F00F-C908-F12F5BEC2324}"/>
              </a:ext>
            </a:extLst>
          </p:cNvPr>
          <p:cNvSpPr/>
          <p:nvPr/>
        </p:nvSpPr>
        <p:spPr bwMode="auto">
          <a:xfrm flipH="1" flipV="1">
            <a:off x="2491740" y="2929822"/>
            <a:ext cx="1971126" cy="734344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  <a:gd name="connsiteX0" fmla="*/ 0 w 2284687"/>
              <a:gd name="connsiteY0" fmla="*/ 1049864 h 1049864"/>
              <a:gd name="connsiteX1" fmla="*/ 2284687 w 2284687"/>
              <a:gd name="connsiteY1" fmla="*/ 2114 h 1049864"/>
              <a:gd name="connsiteX0" fmla="*/ 0 w 2261999"/>
              <a:gd name="connsiteY0" fmla="*/ 1231453 h 1231453"/>
              <a:gd name="connsiteX1" fmla="*/ 2261999 w 2261999"/>
              <a:gd name="connsiteY1" fmla="*/ 1809 h 1231453"/>
              <a:gd name="connsiteX0" fmla="*/ 0 w 2261999"/>
              <a:gd name="connsiteY0" fmla="*/ 1231360 h 1231363"/>
              <a:gd name="connsiteX1" fmla="*/ 2261999 w 2261999"/>
              <a:gd name="connsiteY1" fmla="*/ 1716 h 1231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61999" h="1231363">
                <a:moveTo>
                  <a:pt x="0" y="1231360"/>
                </a:moveTo>
                <a:cubicBezTo>
                  <a:pt x="720275" y="1233953"/>
                  <a:pt x="1299942" y="-53317"/>
                  <a:pt x="2261999" y="1716"/>
                </a:cubicBezTo>
              </a:path>
            </a:pathLst>
          </a:custGeom>
          <a:noFill/>
          <a:ln w="12700">
            <a:gradFill>
              <a:gsLst>
                <a:gs pos="0">
                  <a:srgbClr val="7ECAF8"/>
                </a:gs>
                <a:gs pos="100000">
                  <a:srgbClr val="7ECAF8">
                    <a:alpha val="50000"/>
                  </a:srgbClr>
                </a:gs>
              </a:gsLst>
              <a:lin ang="5400000" scaled="1"/>
            </a:gra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15AC94FC-DCD7-81F9-D736-234A7A0ACD3F}"/>
              </a:ext>
            </a:extLst>
          </p:cNvPr>
          <p:cNvSpPr/>
          <p:nvPr/>
        </p:nvSpPr>
        <p:spPr bwMode="auto">
          <a:xfrm flipH="1">
            <a:off x="2377439" y="4098425"/>
            <a:ext cx="2085425" cy="393124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  <a:gd name="connsiteX0" fmla="*/ 0 w 2284687"/>
              <a:gd name="connsiteY0" fmla="*/ 1049864 h 1049864"/>
              <a:gd name="connsiteX1" fmla="*/ 2284687 w 2284687"/>
              <a:gd name="connsiteY1" fmla="*/ 2114 h 1049864"/>
              <a:gd name="connsiteX0" fmla="*/ 0 w 2261999"/>
              <a:gd name="connsiteY0" fmla="*/ 1231453 h 1231453"/>
              <a:gd name="connsiteX1" fmla="*/ 2261999 w 2261999"/>
              <a:gd name="connsiteY1" fmla="*/ 1809 h 1231453"/>
              <a:gd name="connsiteX0" fmla="*/ 0 w 2261999"/>
              <a:gd name="connsiteY0" fmla="*/ 1231360 h 1231363"/>
              <a:gd name="connsiteX1" fmla="*/ 2261999 w 2261999"/>
              <a:gd name="connsiteY1" fmla="*/ 1716 h 1231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61999" h="1231363">
                <a:moveTo>
                  <a:pt x="0" y="1231360"/>
                </a:moveTo>
                <a:cubicBezTo>
                  <a:pt x="720275" y="1233953"/>
                  <a:pt x="1299942" y="-53317"/>
                  <a:pt x="2261999" y="1716"/>
                </a:cubicBezTo>
              </a:path>
            </a:pathLst>
          </a:custGeom>
          <a:noFill/>
          <a:ln w="12700">
            <a:gradFill>
              <a:gsLst>
                <a:gs pos="0">
                  <a:srgbClr val="B2E0FA"/>
                </a:gs>
                <a:gs pos="100000">
                  <a:srgbClr val="B2E0FA">
                    <a:alpha val="50000"/>
                  </a:srgbClr>
                </a:gs>
              </a:gsLst>
              <a:lin ang="5400000" scaled="1"/>
            </a:gra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83" name="Picture 82" descr="5_4_whit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53712" y="1005840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900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1A66D-EE9A-EBE5-8EA1-DDCF0F047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2D03FDD-8C85-0430-69E4-6C66497B85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D03FDD-8C85-0430-69E4-6C66497B85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28FC8CE-574D-C7BE-D6D9-BB64E1A8B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en-US"/>
              <a:t>Agnaa Liqu Auten Imadminimv: </a:t>
            </a:r>
            <a:r>
              <a:rPr lang="en-US" b="0"/>
              <a:t>Eni amquisn-ostrude xercitati onu llamcolab ori snisiutali quip exeac, ommod oconsequat duisauteiru redolori nrepre </a:t>
            </a:r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4608352-1C93-B237-758C-FE4B3DB0F1C6}"/>
              </a:ext>
            </a:extLst>
          </p:cNvPr>
          <p:cNvGrpSpPr/>
          <p:nvPr/>
        </p:nvGrpSpPr>
        <p:grpSpPr>
          <a:xfrm>
            <a:off x="1350686" y="4941317"/>
            <a:ext cx="1254693" cy="549889"/>
            <a:chOff x="1476919" y="1928076"/>
            <a:chExt cx="1254693" cy="54988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1B0B894-6A6B-1FD7-545A-EBB12FDEA948}"/>
                </a:ext>
              </a:extLst>
            </p:cNvPr>
            <p:cNvSpPr/>
            <p:nvPr/>
          </p:nvSpPr>
          <p:spPr bwMode="auto">
            <a:xfrm>
              <a:off x="1476919" y="1928076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>
                <a:alpha val="80000"/>
              </a:srgbClr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US" sz="1200" i="1">
                <a:solidFill>
                  <a:srgbClr val="43515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287EF72-9563-BC7A-CDCA-49DFC72C7567}"/>
                </a:ext>
              </a:extLst>
            </p:cNvPr>
            <p:cNvSpPr/>
            <p:nvPr/>
          </p:nvSpPr>
          <p:spPr bwMode="auto">
            <a:xfrm>
              <a:off x="1537932" y="2003007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>
                <a:alpha val="90000"/>
              </a:srgbClr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US" sz="1200" i="1">
                <a:solidFill>
                  <a:srgbClr val="43515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8B93DBA-9169-2763-03C4-3CE2334548B9}"/>
                </a:ext>
              </a:extLst>
            </p:cNvPr>
            <p:cNvSpPr/>
            <p:nvPr/>
          </p:nvSpPr>
          <p:spPr bwMode="auto">
            <a:xfrm>
              <a:off x="1598943" y="2077940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/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43515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wrap="square" rtlCol="0" anchor="ctr"/>
            <a:lstStyle/>
            <a:p>
              <a:pPr algn="ctr"/>
              <a:r>
                <a:rPr lang="en-US" sz="1200" i="1">
                  <a:solidFill>
                    <a:srgbClr val="43515C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Henderitinvo</a:t>
              </a:r>
            </a:p>
          </p:txBody>
        </p:sp>
      </p:grpSp>
      <p:sp>
        <p:nvSpPr>
          <p:cNvPr id="8" name="Down Arrow 19">
            <a:extLst>
              <a:ext uri="{FF2B5EF4-FFF2-40B4-BE49-F238E27FC236}">
                <a16:creationId xmlns:a16="http://schemas.microsoft.com/office/drawing/2014/main" id="{6FE2EA22-6DDD-64AC-35C1-469F7EBA1430}"/>
              </a:ext>
            </a:extLst>
          </p:cNvPr>
          <p:cNvSpPr/>
          <p:nvPr/>
        </p:nvSpPr>
        <p:spPr bwMode="auto">
          <a:xfrm>
            <a:off x="1768707" y="4690180"/>
            <a:ext cx="264609" cy="385548"/>
          </a:xfrm>
          <a:prstGeom prst="downArrow">
            <a:avLst/>
          </a:prstGeom>
          <a:solidFill>
            <a:srgbClr val="66737C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15900" dist="63500" dir="5400000" algn="ctr" rotWithShape="0">
                    <a:srgbClr val="164169">
                      <a:alpha val="29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27F60FD-2D3B-B576-F50E-9588D2E09558}"/>
              </a:ext>
            </a:extLst>
          </p:cNvPr>
          <p:cNvSpPr/>
          <p:nvPr/>
        </p:nvSpPr>
        <p:spPr>
          <a:xfrm>
            <a:off x="392036" y="2104500"/>
            <a:ext cx="3031700" cy="1216347"/>
          </a:xfrm>
          <a:custGeom>
            <a:avLst/>
            <a:gdLst>
              <a:gd name="connsiteX0" fmla="*/ 0 w 3334870"/>
              <a:gd name="connsiteY0" fmla="*/ 0 h 1189318"/>
              <a:gd name="connsiteX1" fmla="*/ 812800 w 3334870"/>
              <a:gd name="connsiteY1" fmla="*/ 1189318 h 1189318"/>
              <a:gd name="connsiteX2" fmla="*/ 2516094 w 3334870"/>
              <a:gd name="connsiteY2" fmla="*/ 1189318 h 1189318"/>
              <a:gd name="connsiteX3" fmla="*/ 3334870 w 3334870"/>
              <a:gd name="connsiteY3" fmla="*/ 0 h 1189318"/>
              <a:gd name="connsiteX4" fmla="*/ 0 w 3334870"/>
              <a:gd name="connsiteY4" fmla="*/ 0 h 1189318"/>
              <a:gd name="connsiteX0" fmla="*/ 0 w 3334870"/>
              <a:gd name="connsiteY0" fmla="*/ 148665 h 1337983"/>
              <a:gd name="connsiteX1" fmla="*/ 812800 w 3334870"/>
              <a:gd name="connsiteY1" fmla="*/ 1337983 h 1337983"/>
              <a:gd name="connsiteX2" fmla="*/ 2516094 w 3334870"/>
              <a:gd name="connsiteY2" fmla="*/ 1337983 h 1337983"/>
              <a:gd name="connsiteX3" fmla="*/ 3334870 w 3334870"/>
              <a:gd name="connsiteY3" fmla="*/ 148665 h 1337983"/>
              <a:gd name="connsiteX4" fmla="*/ 0 w 3334870"/>
              <a:gd name="connsiteY4" fmla="*/ 148665 h 1337983"/>
              <a:gd name="connsiteX0" fmla="*/ 0 w 3334870"/>
              <a:gd name="connsiteY0" fmla="*/ 165320 h 1354638"/>
              <a:gd name="connsiteX1" fmla="*/ 812800 w 3334870"/>
              <a:gd name="connsiteY1" fmla="*/ 1354638 h 1354638"/>
              <a:gd name="connsiteX2" fmla="*/ 2516094 w 3334870"/>
              <a:gd name="connsiteY2" fmla="*/ 1354638 h 1354638"/>
              <a:gd name="connsiteX3" fmla="*/ 3334870 w 3334870"/>
              <a:gd name="connsiteY3" fmla="*/ 165320 h 1354638"/>
              <a:gd name="connsiteX4" fmla="*/ 1679388 w 3334870"/>
              <a:gd name="connsiteY4" fmla="*/ 9933 h 1354638"/>
              <a:gd name="connsiteX5" fmla="*/ 0 w 3334870"/>
              <a:gd name="connsiteY5" fmla="*/ 165320 h 1354638"/>
              <a:gd name="connsiteX0" fmla="*/ 0 w 3334870"/>
              <a:gd name="connsiteY0" fmla="*/ 71612 h 1260930"/>
              <a:gd name="connsiteX1" fmla="*/ 812800 w 3334870"/>
              <a:gd name="connsiteY1" fmla="*/ 1260930 h 1260930"/>
              <a:gd name="connsiteX2" fmla="*/ 2516094 w 3334870"/>
              <a:gd name="connsiteY2" fmla="*/ 1260930 h 1260930"/>
              <a:gd name="connsiteX3" fmla="*/ 3334870 w 3334870"/>
              <a:gd name="connsiteY3" fmla="*/ 71612 h 1260930"/>
              <a:gd name="connsiteX4" fmla="*/ 1679388 w 3334870"/>
              <a:gd name="connsiteY4" fmla="*/ 221025 h 1260930"/>
              <a:gd name="connsiteX5" fmla="*/ 0 w 3334870"/>
              <a:gd name="connsiteY5" fmla="*/ 71612 h 1260930"/>
              <a:gd name="connsiteX0" fmla="*/ 0 w 3334870"/>
              <a:gd name="connsiteY0" fmla="*/ 71612 h 1260930"/>
              <a:gd name="connsiteX1" fmla="*/ 812800 w 3334870"/>
              <a:gd name="connsiteY1" fmla="*/ 1260930 h 1260930"/>
              <a:gd name="connsiteX2" fmla="*/ 2516094 w 3334870"/>
              <a:gd name="connsiteY2" fmla="*/ 1260930 h 1260930"/>
              <a:gd name="connsiteX3" fmla="*/ 3334870 w 3334870"/>
              <a:gd name="connsiteY3" fmla="*/ 71612 h 1260930"/>
              <a:gd name="connsiteX4" fmla="*/ 1679388 w 3334870"/>
              <a:gd name="connsiteY4" fmla="*/ 221025 h 1260930"/>
              <a:gd name="connsiteX5" fmla="*/ 0 w 3334870"/>
              <a:gd name="connsiteY5" fmla="*/ 71612 h 1260930"/>
              <a:gd name="connsiteX0" fmla="*/ 0 w 3334870"/>
              <a:gd name="connsiteY0" fmla="*/ 0 h 1189318"/>
              <a:gd name="connsiteX1" fmla="*/ 812800 w 3334870"/>
              <a:gd name="connsiteY1" fmla="*/ 1189318 h 1189318"/>
              <a:gd name="connsiteX2" fmla="*/ 2516094 w 3334870"/>
              <a:gd name="connsiteY2" fmla="*/ 1189318 h 1189318"/>
              <a:gd name="connsiteX3" fmla="*/ 3334870 w 3334870"/>
              <a:gd name="connsiteY3" fmla="*/ 0 h 1189318"/>
              <a:gd name="connsiteX4" fmla="*/ 1679388 w 3334870"/>
              <a:gd name="connsiteY4" fmla="*/ 149413 h 1189318"/>
              <a:gd name="connsiteX5" fmla="*/ 0 w 3334870"/>
              <a:gd name="connsiteY5" fmla="*/ 0 h 1189318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79388 w 3334870"/>
              <a:gd name="connsiteY4" fmla="*/ 149413 h 1337983"/>
              <a:gd name="connsiteX5" fmla="*/ 0 w 3334870"/>
              <a:gd name="connsiteY5" fmla="*/ 0 h 1337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34870" h="1337983">
                <a:moveTo>
                  <a:pt x="0" y="0"/>
                </a:moveTo>
                <a:lnTo>
                  <a:pt x="812800" y="1189318"/>
                </a:lnTo>
                <a:cubicBezTo>
                  <a:pt x="1232149" y="1387538"/>
                  <a:pt x="2095749" y="1387538"/>
                  <a:pt x="2516094" y="1189318"/>
                </a:cubicBezTo>
                <a:lnTo>
                  <a:pt x="3334870" y="0"/>
                </a:lnTo>
                <a:cubicBezTo>
                  <a:pt x="3117725" y="44823"/>
                  <a:pt x="2235200" y="149413"/>
                  <a:pt x="1679388" y="149413"/>
                </a:cubicBezTo>
                <a:cubicBezTo>
                  <a:pt x="1123576" y="149413"/>
                  <a:pt x="222125" y="68729"/>
                  <a:pt x="0" y="0"/>
                </a:cubicBezTo>
                <a:close/>
              </a:path>
            </a:pathLst>
          </a:custGeom>
          <a:solidFill>
            <a:srgbClr val="FEDD8A"/>
          </a:solidFill>
          <a:ln>
            <a:solidFill>
              <a:srgbClr val="43515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15900" dist="63500" dir="5400000" algn="ctr" rotWithShape="0">
                    <a:srgbClr val="EA6704">
                      <a:alpha val="29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76C75A2-C622-FABD-B67F-3A0BCD4DA54F}"/>
              </a:ext>
            </a:extLst>
          </p:cNvPr>
          <p:cNvSpPr/>
          <p:nvPr/>
        </p:nvSpPr>
        <p:spPr>
          <a:xfrm>
            <a:off x="1132745" y="3188072"/>
            <a:ext cx="1543982" cy="871906"/>
          </a:xfrm>
          <a:custGeom>
            <a:avLst/>
            <a:gdLst>
              <a:gd name="connsiteX0" fmla="*/ 0 w 3334870"/>
              <a:gd name="connsiteY0" fmla="*/ 0 h 1189318"/>
              <a:gd name="connsiteX1" fmla="*/ 812800 w 3334870"/>
              <a:gd name="connsiteY1" fmla="*/ 1189318 h 1189318"/>
              <a:gd name="connsiteX2" fmla="*/ 2516094 w 3334870"/>
              <a:gd name="connsiteY2" fmla="*/ 1189318 h 1189318"/>
              <a:gd name="connsiteX3" fmla="*/ 3334870 w 3334870"/>
              <a:gd name="connsiteY3" fmla="*/ 0 h 1189318"/>
              <a:gd name="connsiteX4" fmla="*/ 0 w 3334870"/>
              <a:gd name="connsiteY4" fmla="*/ 0 h 1189318"/>
              <a:gd name="connsiteX0" fmla="*/ 0 w 3334870"/>
              <a:gd name="connsiteY0" fmla="*/ 148665 h 1337983"/>
              <a:gd name="connsiteX1" fmla="*/ 812800 w 3334870"/>
              <a:gd name="connsiteY1" fmla="*/ 1337983 h 1337983"/>
              <a:gd name="connsiteX2" fmla="*/ 2516094 w 3334870"/>
              <a:gd name="connsiteY2" fmla="*/ 1337983 h 1337983"/>
              <a:gd name="connsiteX3" fmla="*/ 3334870 w 3334870"/>
              <a:gd name="connsiteY3" fmla="*/ 148665 h 1337983"/>
              <a:gd name="connsiteX4" fmla="*/ 0 w 3334870"/>
              <a:gd name="connsiteY4" fmla="*/ 148665 h 1337983"/>
              <a:gd name="connsiteX0" fmla="*/ 0 w 3334870"/>
              <a:gd name="connsiteY0" fmla="*/ 165320 h 1354638"/>
              <a:gd name="connsiteX1" fmla="*/ 812800 w 3334870"/>
              <a:gd name="connsiteY1" fmla="*/ 1354638 h 1354638"/>
              <a:gd name="connsiteX2" fmla="*/ 2516094 w 3334870"/>
              <a:gd name="connsiteY2" fmla="*/ 1354638 h 1354638"/>
              <a:gd name="connsiteX3" fmla="*/ 3334870 w 3334870"/>
              <a:gd name="connsiteY3" fmla="*/ 165320 h 1354638"/>
              <a:gd name="connsiteX4" fmla="*/ 1679388 w 3334870"/>
              <a:gd name="connsiteY4" fmla="*/ 9933 h 1354638"/>
              <a:gd name="connsiteX5" fmla="*/ 0 w 3334870"/>
              <a:gd name="connsiteY5" fmla="*/ 165320 h 1354638"/>
              <a:gd name="connsiteX0" fmla="*/ 0 w 3334870"/>
              <a:gd name="connsiteY0" fmla="*/ 71612 h 1260930"/>
              <a:gd name="connsiteX1" fmla="*/ 812800 w 3334870"/>
              <a:gd name="connsiteY1" fmla="*/ 1260930 h 1260930"/>
              <a:gd name="connsiteX2" fmla="*/ 2516094 w 3334870"/>
              <a:gd name="connsiteY2" fmla="*/ 1260930 h 1260930"/>
              <a:gd name="connsiteX3" fmla="*/ 3334870 w 3334870"/>
              <a:gd name="connsiteY3" fmla="*/ 71612 h 1260930"/>
              <a:gd name="connsiteX4" fmla="*/ 1679388 w 3334870"/>
              <a:gd name="connsiteY4" fmla="*/ 221025 h 1260930"/>
              <a:gd name="connsiteX5" fmla="*/ 0 w 3334870"/>
              <a:gd name="connsiteY5" fmla="*/ 71612 h 1260930"/>
              <a:gd name="connsiteX0" fmla="*/ 0 w 3334870"/>
              <a:gd name="connsiteY0" fmla="*/ 71612 h 1260930"/>
              <a:gd name="connsiteX1" fmla="*/ 812800 w 3334870"/>
              <a:gd name="connsiteY1" fmla="*/ 1260930 h 1260930"/>
              <a:gd name="connsiteX2" fmla="*/ 2516094 w 3334870"/>
              <a:gd name="connsiteY2" fmla="*/ 1260930 h 1260930"/>
              <a:gd name="connsiteX3" fmla="*/ 3334870 w 3334870"/>
              <a:gd name="connsiteY3" fmla="*/ 71612 h 1260930"/>
              <a:gd name="connsiteX4" fmla="*/ 1679388 w 3334870"/>
              <a:gd name="connsiteY4" fmla="*/ 221025 h 1260930"/>
              <a:gd name="connsiteX5" fmla="*/ 0 w 3334870"/>
              <a:gd name="connsiteY5" fmla="*/ 71612 h 1260930"/>
              <a:gd name="connsiteX0" fmla="*/ 0 w 3334870"/>
              <a:gd name="connsiteY0" fmla="*/ 0 h 1189318"/>
              <a:gd name="connsiteX1" fmla="*/ 812800 w 3334870"/>
              <a:gd name="connsiteY1" fmla="*/ 1189318 h 1189318"/>
              <a:gd name="connsiteX2" fmla="*/ 2516094 w 3334870"/>
              <a:gd name="connsiteY2" fmla="*/ 1189318 h 1189318"/>
              <a:gd name="connsiteX3" fmla="*/ 3334870 w 3334870"/>
              <a:gd name="connsiteY3" fmla="*/ 0 h 1189318"/>
              <a:gd name="connsiteX4" fmla="*/ 1679388 w 3334870"/>
              <a:gd name="connsiteY4" fmla="*/ 149413 h 1189318"/>
              <a:gd name="connsiteX5" fmla="*/ 0 w 3334870"/>
              <a:gd name="connsiteY5" fmla="*/ 0 h 1189318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79388 w 3334870"/>
              <a:gd name="connsiteY4" fmla="*/ 149413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5 w 3334870"/>
              <a:gd name="connsiteY4" fmla="*/ 199439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5 w 3334870"/>
              <a:gd name="connsiteY4" fmla="*/ 249464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5 w 3334870"/>
              <a:gd name="connsiteY4" fmla="*/ 166090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4 w 3334870"/>
              <a:gd name="connsiteY4" fmla="*/ 191102 h 1337983"/>
              <a:gd name="connsiteX5" fmla="*/ 0 w 3334870"/>
              <a:gd name="connsiteY5" fmla="*/ 0 h 1337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34870" h="1337983">
                <a:moveTo>
                  <a:pt x="0" y="0"/>
                </a:moveTo>
                <a:lnTo>
                  <a:pt x="812800" y="1189318"/>
                </a:lnTo>
                <a:cubicBezTo>
                  <a:pt x="1232149" y="1387538"/>
                  <a:pt x="2095749" y="1387538"/>
                  <a:pt x="2516094" y="1189318"/>
                </a:cubicBezTo>
                <a:lnTo>
                  <a:pt x="3334870" y="0"/>
                </a:lnTo>
                <a:cubicBezTo>
                  <a:pt x="3117725" y="44823"/>
                  <a:pt x="2212416" y="191102"/>
                  <a:pt x="1656604" y="191102"/>
                </a:cubicBezTo>
                <a:cubicBezTo>
                  <a:pt x="1100792" y="191102"/>
                  <a:pt x="222125" y="68729"/>
                  <a:pt x="0" y="0"/>
                </a:cubicBezTo>
                <a:close/>
              </a:path>
            </a:pathLst>
          </a:custGeom>
          <a:solidFill>
            <a:srgbClr val="7ECAF8"/>
          </a:solidFill>
          <a:ln>
            <a:solidFill>
              <a:srgbClr val="43515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15900" dist="63500" dir="5400000" algn="ctr" rotWithShape="0">
                    <a:srgbClr val="164169">
                      <a:alpha val="29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214105E-A192-AE49-A382-AE578506A74F}"/>
              </a:ext>
            </a:extLst>
          </p:cNvPr>
          <p:cNvSpPr/>
          <p:nvPr/>
        </p:nvSpPr>
        <p:spPr>
          <a:xfrm>
            <a:off x="1511502" y="3968623"/>
            <a:ext cx="779021" cy="871906"/>
          </a:xfrm>
          <a:custGeom>
            <a:avLst/>
            <a:gdLst>
              <a:gd name="connsiteX0" fmla="*/ 0 w 3334870"/>
              <a:gd name="connsiteY0" fmla="*/ 0 h 1189318"/>
              <a:gd name="connsiteX1" fmla="*/ 812800 w 3334870"/>
              <a:gd name="connsiteY1" fmla="*/ 1189318 h 1189318"/>
              <a:gd name="connsiteX2" fmla="*/ 2516094 w 3334870"/>
              <a:gd name="connsiteY2" fmla="*/ 1189318 h 1189318"/>
              <a:gd name="connsiteX3" fmla="*/ 3334870 w 3334870"/>
              <a:gd name="connsiteY3" fmla="*/ 0 h 1189318"/>
              <a:gd name="connsiteX4" fmla="*/ 0 w 3334870"/>
              <a:gd name="connsiteY4" fmla="*/ 0 h 1189318"/>
              <a:gd name="connsiteX0" fmla="*/ 0 w 3334870"/>
              <a:gd name="connsiteY0" fmla="*/ 148665 h 1337983"/>
              <a:gd name="connsiteX1" fmla="*/ 812800 w 3334870"/>
              <a:gd name="connsiteY1" fmla="*/ 1337983 h 1337983"/>
              <a:gd name="connsiteX2" fmla="*/ 2516094 w 3334870"/>
              <a:gd name="connsiteY2" fmla="*/ 1337983 h 1337983"/>
              <a:gd name="connsiteX3" fmla="*/ 3334870 w 3334870"/>
              <a:gd name="connsiteY3" fmla="*/ 148665 h 1337983"/>
              <a:gd name="connsiteX4" fmla="*/ 0 w 3334870"/>
              <a:gd name="connsiteY4" fmla="*/ 148665 h 1337983"/>
              <a:gd name="connsiteX0" fmla="*/ 0 w 3334870"/>
              <a:gd name="connsiteY0" fmla="*/ 165320 h 1354638"/>
              <a:gd name="connsiteX1" fmla="*/ 812800 w 3334870"/>
              <a:gd name="connsiteY1" fmla="*/ 1354638 h 1354638"/>
              <a:gd name="connsiteX2" fmla="*/ 2516094 w 3334870"/>
              <a:gd name="connsiteY2" fmla="*/ 1354638 h 1354638"/>
              <a:gd name="connsiteX3" fmla="*/ 3334870 w 3334870"/>
              <a:gd name="connsiteY3" fmla="*/ 165320 h 1354638"/>
              <a:gd name="connsiteX4" fmla="*/ 1679388 w 3334870"/>
              <a:gd name="connsiteY4" fmla="*/ 9933 h 1354638"/>
              <a:gd name="connsiteX5" fmla="*/ 0 w 3334870"/>
              <a:gd name="connsiteY5" fmla="*/ 165320 h 1354638"/>
              <a:gd name="connsiteX0" fmla="*/ 0 w 3334870"/>
              <a:gd name="connsiteY0" fmla="*/ 71612 h 1260930"/>
              <a:gd name="connsiteX1" fmla="*/ 812800 w 3334870"/>
              <a:gd name="connsiteY1" fmla="*/ 1260930 h 1260930"/>
              <a:gd name="connsiteX2" fmla="*/ 2516094 w 3334870"/>
              <a:gd name="connsiteY2" fmla="*/ 1260930 h 1260930"/>
              <a:gd name="connsiteX3" fmla="*/ 3334870 w 3334870"/>
              <a:gd name="connsiteY3" fmla="*/ 71612 h 1260930"/>
              <a:gd name="connsiteX4" fmla="*/ 1679388 w 3334870"/>
              <a:gd name="connsiteY4" fmla="*/ 221025 h 1260930"/>
              <a:gd name="connsiteX5" fmla="*/ 0 w 3334870"/>
              <a:gd name="connsiteY5" fmla="*/ 71612 h 1260930"/>
              <a:gd name="connsiteX0" fmla="*/ 0 w 3334870"/>
              <a:gd name="connsiteY0" fmla="*/ 71612 h 1260930"/>
              <a:gd name="connsiteX1" fmla="*/ 812800 w 3334870"/>
              <a:gd name="connsiteY1" fmla="*/ 1260930 h 1260930"/>
              <a:gd name="connsiteX2" fmla="*/ 2516094 w 3334870"/>
              <a:gd name="connsiteY2" fmla="*/ 1260930 h 1260930"/>
              <a:gd name="connsiteX3" fmla="*/ 3334870 w 3334870"/>
              <a:gd name="connsiteY3" fmla="*/ 71612 h 1260930"/>
              <a:gd name="connsiteX4" fmla="*/ 1679388 w 3334870"/>
              <a:gd name="connsiteY4" fmla="*/ 221025 h 1260930"/>
              <a:gd name="connsiteX5" fmla="*/ 0 w 3334870"/>
              <a:gd name="connsiteY5" fmla="*/ 71612 h 1260930"/>
              <a:gd name="connsiteX0" fmla="*/ 0 w 3334870"/>
              <a:gd name="connsiteY0" fmla="*/ 0 h 1189318"/>
              <a:gd name="connsiteX1" fmla="*/ 812800 w 3334870"/>
              <a:gd name="connsiteY1" fmla="*/ 1189318 h 1189318"/>
              <a:gd name="connsiteX2" fmla="*/ 2516094 w 3334870"/>
              <a:gd name="connsiteY2" fmla="*/ 1189318 h 1189318"/>
              <a:gd name="connsiteX3" fmla="*/ 3334870 w 3334870"/>
              <a:gd name="connsiteY3" fmla="*/ 0 h 1189318"/>
              <a:gd name="connsiteX4" fmla="*/ 1679388 w 3334870"/>
              <a:gd name="connsiteY4" fmla="*/ 149413 h 1189318"/>
              <a:gd name="connsiteX5" fmla="*/ 0 w 3334870"/>
              <a:gd name="connsiteY5" fmla="*/ 0 h 1189318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79388 w 3334870"/>
              <a:gd name="connsiteY4" fmla="*/ 149413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5 w 3334870"/>
              <a:gd name="connsiteY4" fmla="*/ 199439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5 w 3334870"/>
              <a:gd name="connsiteY4" fmla="*/ 249464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5 w 3334870"/>
              <a:gd name="connsiteY4" fmla="*/ 166090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4 w 3334870"/>
              <a:gd name="connsiteY4" fmla="*/ 132741 h 1337983"/>
              <a:gd name="connsiteX5" fmla="*/ 0 w 3334870"/>
              <a:gd name="connsiteY5" fmla="*/ 0 h 1337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34870" h="1337983">
                <a:moveTo>
                  <a:pt x="0" y="0"/>
                </a:moveTo>
                <a:lnTo>
                  <a:pt x="812800" y="1189318"/>
                </a:lnTo>
                <a:cubicBezTo>
                  <a:pt x="1232149" y="1387538"/>
                  <a:pt x="2095749" y="1387538"/>
                  <a:pt x="2516094" y="1189318"/>
                </a:cubicBezTo>
                <a:lnTo>
                  <a:pt x="3334870" y="0"/>
                </a:lnTo>
                <a:cubicBezTo>
                  <a:pt x="3117725" y="44823"/>
                  <a:pt x="2212416" y="132741"/>
                  <a:pt x="1656604" y="132741"/>
                </a:cubicBezTo>
                <a:cubicBezTo>
                  <a:pt x="1100792" y="132741"/>
                  <a:pt x="222125" y="68729"/>
                  <a:pt x="0" y="0"/>
                </a:cubicBezTo>
                <a:close/>
              </a:path>
            </a:pathLst>
          </a:custGeom>
          <a:solidFill>
            <a:srgbClr val="A2ABB0"/>
          </a:solidFill>
          <a:ln w="1270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66737C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926574-5CAC-930A-5726-C786E4814BE8}"/>
              </a:ext>
            </a:extLst>
          </p:cNvPr>
          <p:cNvSpPr/>
          <p:nvPr/>
        </p:nvSpPr>
        <p:spPr>
          <a:xfrm>
            <a:off x="349139" y="1584563"/>
            <a:ext cx="3107050" cy="871905"/>
          </a:xfrm>
          <a:prstGeom prst="ellipse">
            <a:avLst/>
          </a:prstGeom>
          <a:gradFill>
            <a:gsLst>
              <a:gs pos="0">
                <a:srgbClr val="FEDD8A"/>
              </a:gs>
              <a:gs pos="53000">
                <a:srgbClr val="FBBE26"/>
              </a:gs>
            </a:gsLst>
            <a:lin ang="2700000" scaled="0"/>
          </a:gradFill>
          <a:ln>
            <a:solidFill>
              <a:srgbClr val="4351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93B1BC4-6704-8F7F-0730-78545A8CFE3F}"/>
              </a:ext>
            </a:extLst>
          </p:cNvPr>
          <p:cNvSpPr/>
          <p:nvPr/>
        </p:nvSpPr>
        <p:spPr>
          <a:xfrm>
            <a:off x="89281" y="971689"/>
            <a:ext cx="12013439" cy="368239"/>
          </a:xfrm>
          <a:prstGeom prst="roundRect">
            <a:avLst>
              <a:gd name="adj" fmla="val 15677"/>
            </a:avLst>
          </a:prstGeom>
          <a:solidFill>
            <a:srgbClr val="DFE3E6"/>
          </a:solidFill>
          <a:ln w="6350" cap="flat" cmpd="sng" algn="ctr">
            <a:noFill/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43515C"/>
                </a:solidFill>
                <a:latin typeface="Arial" panose="020B0604020202020204" pitchFamily="34" charset="0"/>
              </a:rPr>
              <a:t>3-luptate velitess ec illumd oloreeufug, iatnull, apa riature xcept eurs intoc caecatcupi, datat nonproiden ts untincul, paqu ioffi, cia deserun tmollitani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92F951-9296-5B71-C884-16EF2F549195}"/>
              </a:ext>
            </a:extLst>
          </p:cNvPr>
          <p:cNvGrpSpPr/>
          <p:nvPr/>
        </p:nvGrpSpPr>
        <p:grpSpPr>
          <a:xfrm>
            <a:off x="1021032" y="1574936"/>
            <a:ext cx="1437732" cy="774682"/>
            <a:chOff x="1293880" y="1703283"/>
            <a:chExt cx="1437732" cy="77468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E27F390E-8D27-CC4A-A7B7-2DDEE5E85410}"/>
                </a:ext>
              </a:extLst>
            </p:cNvPr>
            <p:cNvSpPr/>
            <p:nvPr/>
          </p:nvSpPr>
          <p:spPr bwMode="auto">
            <a:xfrm>
              <a:off x="1293880" y="1703283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>
                <a:alpha val="40000"/>
              </a:srgbClr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US" sz="1200" i="1">
                <a:solidFill>
                  <a:srgbClr val="43515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A6D141E9-A649-B0D0-17D1-ACEA4F17D993}"/>
                </a:ext>
              </a:extLst>
            </p:cNvPr>
            <p:cNvSpPr/>
            <p:nvPr/>
          </p:nvSpPr>
          <p:spPr bwMode="auto">
            <a:xfrm>
              <a:off x="1354893" y="1778214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>
                <a:alpha val="60000"/>
              </a:srgbClr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US" sz="1200" i="1">
                <a:solidFill>
                  <a:srgbClr val="43515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29A75735-2544-DA02-3B2C-C3A28DFAF54F}"/>
                </a:ext>
              </a:extLst>
            </p:cNvPr>
            <p:cNvSpPr/>
            <p:nvPr/>
          </p:nvSpPr>
          <p:spPr bwMode="auto">
            <a:xfrm>
              <a:off x="1415906" y="1853145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>
                <a:alpha val="70000"/>
              </a:srgbClr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US" sz="1200" i="1">
                <a:solidFill>
                  <a:srgbClr val="43515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035A29A-8383-F746-B6CE-E7642E32A000}"/>
                </a:ext>
              </a:extLst>
            </p:cNvPr>
            <p:cNvSpPr/>
            <p:nvPr/>
          </p:nvSpPr>
          <p:spPr bwMode="auto">
            <a:xfrm>
              <a:off x="1476919" y="1928076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>
                <a:alpha val="80000"/>
              </a:srgbClr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US" sz="1200" i="1">
                <a:solidFill>
                  <a:srgbClr val="43515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9D95332-6A60-2B3A-5899-EBA82F0B0D67}"/>
                </a:ext>
              </a:extLst>
            </p:cNvPr>
            <p:cNvSpPr/>
            <p:nvPr/>
          </p:nvSpPr>
          <p:spPr bwMode="auto">
            <a:xfrm>
              <a:off x="1537932" y="2003007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>
                <a:alpha val="90000"/>
              </a:srgbClr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US" sz="1200" i="1">
                <a:solidFill>
                  <a:srgbClr val="43515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5DD4EE29-520C-2A10-7D92-30BC8F10AF86}"/>
                </a:ext>
              </a:extLst>
            </p:cNvPr>
            <p:cNvSpPr/>
            <p:nvPr/>
          </p:nvSpPr>
          <p:spPr bwMode="auto">
            <a:xfrm>
              <a:off x="1598943" y="2077940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/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43515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wrap="square" rtlCol="0" anchor="ctr"/>
            <a:lstStyle/>
            <a:p>
              <a:pPr algn="ctr"/>
              <a:r>
                <a:rPr lang="en-US" sz="1200" i="1">
                  <a:solidFill>
                    <a:srgbClr val="43515C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Midestlaboru</a:t>
              </a:r>
            </a:p>
          </p:txBody>
        </p: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44F8FB1-EA6C-46FB-BEFC-2DBA99B2B6CD}"/>
              </a:ext>
            </a:extLst>
          </p:cNvPr>
          <p:cNvCxnSpPr>
            <a:cxnSpLocks/>
          </p:cNvCxnSpPr>
          <p:nvPr/>
        </p:nvCxnSpPr>
        <p:spPr>
          <a:xfrm>
            <a:off x="8500066" y="1485900"/>
            <a:ext cx="0" cy="4235014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>
                    <a:alpha val="0"/>
                  </a:srgbClr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0D7B86B-EBC7-E474-09BB-15EB82343E64}"/>
              </a:ext>
            </a:extLst>
          </p:cNvPr>
          <p:cNvSpPr txBox="1"/>
          <p:nvPr/>
        </p:nvSpPr>
        <p:spPr>
          <a:xfrm>
            <a:off x="4881079" y="2370387"/>
            <a:ext cx="30364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Mcurabitu Rnonnull’a Sitametnisl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3BA3C6-B022-BD14-2DF9-BEF3B519754B}"/>
              </a:ext>
            </a:extLst>
          </p:cNvPr>
          <p:cNvSpPr txBox="1"/>
          <p:nvPr/>
        </p:nvSpPr>
        <p:spPr>
          <a:xfrm>
            <a:off x="4881079" y="2650046"/>
            <a:ext cx="327556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Tempu Sconvallis ‘Qu Isacl’ Ectusp Ellentes – q.u., Ein-Ipsu, Midor Cipor, Tadapib, U-Sviv, Amussu-sc-Ipittor</a:t>
            </a:r>
            <a:endParaRPr lang="en-US" sz="1100">
              <a:solidFill>
                <a:srgbClr val="43515C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45426C-F1BF-773D-D11A-7484218A5B38}"/>
              </a:ext>
            </a:extLst>
          </p:cNvPr>
          <p:cNvSpPr txBox="1"/>
          <p:nvPr/>
        </p:nvSpPr>
        <p:spPr>
          <a:xfrm>
            <a:off x="8633347" y="2370387"/>
            <a:ext cx="19268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Torege “Tfelisport”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65614B-9233-1DD2-59AD-A2A8952D0DF5}"/>
              </a:ext>
            </a:extLst>
          </p:cNvPr>
          <p:cNvSpPr txBox="1"/>
          <p:nvPr/>
        </p:nvSpPr>
        <p:spPr>
          <a:xfrm>
            <a:off x="8633347" y="2650046"/>
            <a:ext cx="2207656" cy="60016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Titor Volutpat Cras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Ultrici Esligulas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Edmagnadi Ctumpo Rtaloremipsu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B852C6-E700-A8BF-C4FC-F9231978B210}"/>
              </a:ext>
            </a:extLst>
          </p:cNvPr>
          <p:cNvSpPr txBox="1"/>
          <p:nvPr/>
        </p:nvSpPr>
        <p:spPr>
          <a:xfrm>
            <a:off x="4881079" y="3335836"/>
            <a:ext cx="2460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Mdolorsitam Etconsectetu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F801CF-1150-64B3-5DEE-06C4DFDDEC55}"/>
              </a:ext>
            </a:extLst>
          </p:cNvPr>
          <p:cNvSpPr txBox="1"/>
          <p:nvPr/>
        </p:nvSpPr>
        <p:spPr>
          <a:xfrm>
            <a:off x="4881079" y="3604755"/>
            <a:ext cx="37595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Rad ip Iscingelits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Edd oe iUsmodtempor 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Incid i Duntut Labore etdolore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Magnaa liqua ut enimadmi nimveniam / quisno strudexe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317D3F-F4E4-632B-4A1A-E2CA1024BFE2}"/>
              </a:ext>
            </a:extLst>
          </p:cNvPr>
          <p:cNvSpPr txBox="1"/>
          <p:nvPr/>
        </p:nvSpPr>
        <p:spPr>
          <a:xfrm>
            <a:off x="8633347" y="3335836"/>
            <a:ext cx="21531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Rcitat “Ionullamcolab”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850E7C-FB51-B9DE-CBCE-E21006184B85}"/>
              </a:ext>
            </a:extLst>
          </p:cNvPr>
          <p:cNvSpPr txBox="1"/>
          <p:nvPr/>
        </p:nvSpPr>
        <p:spPr>
          <a:xfrm>
            <a:off x="8633347" y="3604755"/>
            <a:ext cx="2207656" cy="60016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Oris nisiutaliqui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Pexeacom modoconsequatdu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Isaute iruredolori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D1A364-4394-61BA-B2D4-5776BA1D97E4}"/>
              </a:ext>
            </a:extLst>
          </p:cNvPr>
          <p:cNvSpPr txBox="1"/>
          <p:nvPr/>
        </p:nvSpPr>
        <p:spPr>
          <a:xfrm>
            <a:off x="4881079" y="4459103"/>
            <a:ext cx="2114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Nreprehe Nderitinvolu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57169A-9A06-72D4-F116-6913C5D9DE38}"/>
              </a:ext>
            </a:extLst>
          </p:cNvPr>
          <p:cNvSpPr txBox="1"/>
          <p:nvPr/>
        </p:nvSpPr>
        <p:spPr>
          <a:xfrm>
            <a:off x="4881080" y="4755454"/>
            <a:ext cx="351681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Ptatevel / itessec illumdolor ee ufugiatnulla paria turex / cepteursin tocc ae Catc-Upi, DA tatno NPR, oIdentsun, tincu lpaqui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062792-C11E-2323-20B6-966C19E7F507}"/>
              </a:ext>
            </a:extLst>
          </p:cNvPr>
          <p:cNvSpPr txBox="1"/>
          <p:nvPr/>
        </p:nvSpPr>
        <p:spPr>
          <a:xfrm>
            <a:off x="8633347" y="4459103"/>
            <a:ext cx="3380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Offici “Adeseruntm” &amp; “Ollitanimides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DDF991-3AAD-810A-BF78-E46AB2F522F1}"/>
              </a:ext>
            </a:extLst>
          </p:cNvPr>
          <p:cNvSpPr txBox="1"/>
          <p:nvPr/>
        </p:nvSpPr>
        <p:spPr>
          <a:xfrm>
            <a:off x="8633347" y="4755454"/>
            <a:ext cx="561372" cy="43088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TLA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BOR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D24B41C-0116-EC5E-B522-3697144C8622}"/>
              </a:ext>
            </a:extLst>
          </p:cNvPr>
          <p:cNvSpPr/>
          <p:nvPr/>
        </p:nvSpPr>
        <p:spPr>
          <a:xfrm>
            <a:off x="2198643" y="3357750"/>
            <a:ext cx="1443602" cy="318983"/>
          </a:xfrm>
          <a:prstGeom prst="roundRect">
            <a:avLst/>
          </a:prstGeom>
          <a:solidFill>
            <a:srgbClr val="7ECAF8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algn="ctr" rotWithShape="0">
                    <a:srgbClr val="1ACAF8">
                      <a:alpha val="2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Umcurabitur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D3EFED5-6010-6777-3965-710F0CB453A2}"/>
              </a:ext>
            </a:extLst>
          </p:cNvPr>
          <p:cNvSpPr/>
          <p:nvPr/>
        </p:nvSpPr>
        <p:spPr>
          <a:xfrm>
            <a:off x="1966395" y="4373198"/>
            <a:ext cx="1277969" cy="318983"/>
          </a:xfrm>
          <a:prstGeom prst="roundRect">
            <a:avLst/>
          </a:prstGeom>
          <a:solidFill>
            <a:srgbClr val="A2ABB0"/>
          </a:solidFill>
          <a:ln>
            <a:noFill/>
          </a:ln>
          <a:effectLst>
            <a:outerShdw blurRad="190500" dist="38100" dir="5400000" rotWithShape="0">
              <a:srgbClr val="66737C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1">
                <a:solidFill>
                  <a:schemeClr val="bg1"/>
                </a:solidFill>
                <a:latin typeface="Arial" panose="020B0604020202020204" pitchFamily="34" charset="0"/>
              </a:rPr>
              <a:t>Nonnulla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F268B39-B894-0A6D-DED2-15D9B3310D65}"/>
              </a:ext>
            </a:extLst>
          </p:cNvPr>
          <p:cNvCxnSpPr>
            <a:cxnSpLocks/>
          </p:cNvCxnSpPr>
          <p:nvPr/>
        </p:nvCxnSpPr>
        <p:spPr>
          <a:xfrm>
            <a:off x="3642245" y="3517241"/>
            <a:ext cx="1075805" cy="0"/>
          </a:xfrm>
          <a:prstGeom prst="line">
            <a:avLst/>
          </a:prstGeom>
          <a:ln>
            <a:solidFill>
              <a:srgbClr val="66737C"/>
            </a:solidFill>
            <a:headEnd type="oval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BF52F63-CD40-1D1B-9568-168484DB0AAF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4157662" y="2524637"/>
            <a:ext cx="560388" cy="0"/>
          </a:xfrm>
          <a:prstGeom prst="line">
            <a:avLst/>
          </a:prstGeom>
          <a:ln>
            <a:solidFill>
              <a:srgbClr val="66737C"/>
            </a:solidFill>
            <a:headEnd type="oval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CC2E8DD-5070-29A9-F2AE-2AFCCFC5FE83}"/>
              </a:ext>
            </a:extLst>
          </p:cNvPr>
          <p:cNvSpPr/>
          <p:nvPr/>
        </p:nvSpPr>
        <p:spPr>
          <a:xfrm>
            <a:off x="2914727" y="2365145"/>
            <a:ext cx="1242935" cy="318983"/>
          </a:xfrm>
          <a:prstGeom prst="roundRect">
            <a:avLst/>
          </a:prstGeom>
          <a:solidFill>
            <a:srgbClr val="FED05D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algn="ctr" rotWithShape="0">
                    <a:srgbClr val="FBBE26">
                      <a:alpha val="2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1">
                <a:solidFill>
                  <a:schemeClr val="bg1"/>
                </a:solidFill>
                <a:latin typeface="Arial" panose="020B0604020202020204" pitchFamily="34" charset="0"/>
              </a:rPr>
              <a:t>Sitametni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462FA75-2816-B64C-7623-E6A895223DD4}"/>
              </a:ext>
            </a:extLst>
          </p:cNvPr>
          <p:cNvCxnSpPr>
            <a:cxnSpLocks/>
          </p:cNvCxnSpPr>
          <p:nvPr/>
        </p:nvCxnSpPr>
        <p:spPr>
          <a:xfrm>
            <a:off x="3244364" y="4622157"/>
            <a:ext cx="1473686" cy="0"/>
          </a:xfrm>
          <a:prstGeom prst="line">
            <a:avLst/>
          </a:prstGeom>
          <a:ln>
            <a:solidFill>
              <a:srgbClr val="66737C"/>
            </a:solidFill>
            <a:headEnd type="oval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BA21F274-BC13-A78B-6033-9BEC8C7845B1}"/>
              </a:ext>
            </a:extLst>
          </p:cNvPr>
          <p:cNvSpPr/>
          <p:nvPr/>
        </p:nvSpPr>
        <p:spPr>
          <a:xfrm>
            <a:off x="2712449" y="2385078"/>
            <a:ext cx="279116" cy="279116"/>
          </a:xfrm>
          <a:prstGeom prst="ellipse">
            <a:avLst/>
          </a:prstGeom>
          <a:solidFill>
            <a:srgbClr val="FFFFFF"/>
          </a:solidFill>
          <a:ln w="6350" cmpd="sng">
            <a:solidFill>
              <a:srgbClr val="E38803"/>
            </a:solidFill>
          </a:ln>
          <a:effectLst>
            <a:outerShdw blurRad="190500" dist="38100" dir="5400000" rotWithShape="0">
              <a:srgbClr val="FCA523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1">
                <a:solidFill>
                  <a:srgbClr val="43515C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2B151C4-46BC-CC6C-9CE8-49E2A4B645BD}"/>
              </a:ext>
            </a:extLst>
          </p:cNvPr>
          <p:cNvSpPr/>
          <p:nvPr/>
        </p:nvSpPr>
        <p:spPr>
          <a:xfrm>
            <a:off x="2059085" y="3382785"/>
            <a:ext cx="279116" cy="279116"/>
          </a:xfrm>
          <a:prstGeom prst="ellipse">
            <a:avLst/>
          </a:prstGeom>
          <a:solidFill>
            <a:srgbClr val="FFFFFF"/>
          </a:solidFill>
          <a:ln w="6350" cmpd="sng">
            <a:solidFill>
              <a:srgbClr val="459FED"/>
            </a:solidFill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1">
                <a:solidFill>
                  <a:srgbClr val="43515C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61E1007-6389-201D-9BCC-D767AB6D045D}"/>
              </a:ext>
            </a:extLst>
          </p:cNvPr>
          <p:cNvSpPr/>
          <p:nvPr/>
        </p:nvSpPr>
        <p:spPr>
          <a:xfrm>
            <a:off x="1801561" y="4393131"/>
            <a:ext cx="279116" cy="279116"/>
          </a:xfrm>
          <a:prstGeom prst="ellipse">
            <a:avLst/>
          </a:prstGeom>
          <a:solidFill>
            <a:schemeClr val="bg1"/>
          </a:solidFill>
          <a:ln w="6350">
            <a:solidFill>
              <a:srgbClr val="C3C2E5"/>
            </a:solidFill>
          </a:ln>
          <a:effectLst>
            <a:outerShdw blurRad="190500" dist="38100" dir="5400000" algn="ctr" rotWithShape="0">
              <a:srgbClr val="C3C2E5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1">
                <a:solidFill>
                  <a:srgbClr val="43515C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C37BE2E-DF7D-6227-6AAD-314D02DBA805}"/>
              </a:ext>
            </a:extLst>
          </p:cNvPr>
          <p:cNvSpPr txBox="1"/>
          <p:nvPr/>
        </p:nvSpPr>
        <p:spPr>
          <a:xfrm>
            <a:off x="5460859" y="1710673"/>
            <a:ext cx="1119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noProof="1">
                <a:solidFill>
                  <a:srgbClr val="43515C"/>
                </a:solidFill>
                <a:latin typeface="Arial" panose="020B0604020202020204" pitchFamily="34" charset="0"/>
              </a:rPr>
              <a:t>Sltempus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6BD4DD-7787-D116-1BBC-6D48E9742349}"/>
              </a:ext>
            </a:extLst>
          </p:cNvPr>
          <p:cNvSpPr txBox="1"/>
          <p:nvPr/>
        </p:nvSpPr>
        <p:spPr>
          <a:xfrm>
            <a:off x="9202600" y="1710673"/>
            <a:ext cx="8787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noProof="1">
                <a:solidFill>
                  <a:srgbClr val="43515C"/>
                </a:solidFill>
                <a:latin typeface="Arial" panose="020B0604020202020204" pitchFamily="34" charset="0"/>
              </a:rPr>
              <a:t>Conval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32F7252-8639-9848-375E-A128BC60A828}"/>
              </a:ext>
            </a:extLst>
          </p:cNvPr>
          <p:cNvGrpSpPr/>
          <p:nvPr/>
        </p:nvGrpSpPr>
        <p:grpSpPr>
          <a:xfrm>
            <a:off x="4421708" y="2349618"/>
            <a:ext cx="7421154" cy="2041067"/>
            <a:chOff x="4932505" y="2349618"/>
            <a:chExt cx="7314823" cy="2041067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B46790E-7916-C134-A9C4-FC37A4205FF5}"/>
                </a:ext>
              </a:extLst>
            </p:cNvPr>
            <p:cNvCxnSpPr>
              <a:cxnSpLocks/>
            </p:cNvCxnSpPr>
            <p:nvPr/>
          </p:nvCxnSpPr>
          <p:spPr>
            <a:xfrm>
              <a:off x="4932505" y="4390685"/>
              <a:ext cx="7314823" cy="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chemeClr val="bg1">
                      <a:lumMod val="50000"/>
                      <a:alpha val="0"/>
                    </a:schemeClr>
                  </a:gs>
                  <a:gs pos="59000">
                    <a:schemeClr val="bg1">
                      <a:lumMod val="50000"/>
                    </a:schemeClr>
                  </a:gs>
                  <a:gs pos="100000">
                    <a:schemeClr val="bg1">
                      <a:lumMod val="50000"/>
                      <a:alpha val="0"/>
                    </a:schemeClr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6A4F091-44ED-9CEC-2D5B-AF35654DC70A}"/>
                </a:ext>
              </a:extLst>
            </p:cNvPr>
            <p:cNvCxnSpPr>
              <a:cxnSpLocks/>
            </p:cNvCxnSpPr>
            <p:nvPr/>
          </p:nvCxnSpPr>
          <p:spPr>
            <a:xfrm>
              <a:off x="4932505" y="3295765"/>
              <a:ext cx="7314823" cy="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chemeClr val="bg1">
                      <a:lumMod val="50000"/>
                      <a:alpha val="0"/>
                    </a:schemeClr>
                  </a:gs>
                  <a:gs pos="59000">
                    <a:schemeClr val="bg1">
                      <a:lumMod val="50000"/>
                    </a:schemeClr>
                  </a:gs>
                  <a:gs pos="100000">
                    <a:schemeClr val="bg1">
                      <a:lumMod val="50000"/>
                      <a:alpha val="0"/>
                    </a:schemeClr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DEC2C1F-C1E2-E81E-DAE0-FBAB27F6CCF8}"/>
                </a:ext>
              </a:extLst>
            </p:cNvPr>
            <p:cNvCxnSpPr>
              <a:cxnSpLocks/>
            </p:cNvCxnSpPr>
            <p:nvPr/>
          </p:nvCxnSpPr>
          <p:spPr>
            <a:xfrm>
              <a:off x="4932505" y="2349618"/>
              <a:ext cx="7314823" cy="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chemeClr val="bg1">
                      <a:lumMod val="50000"/>
                      <a:alpha val="0"/>
                    </a:schemeClr>
                  </a:gs>
                  <a:gs pos="59000">
                    <a:schemeClr val="bg1">
                      <a:lumMod val="50000"/>
                    </a:schemeClr>
                  </a:gs>
                  <a:gs pos="100000">
                    <a:schemeClr val="bg1">
                      <a:lumMod val="50000"/>
                      <a:alpha val="0"/>
                    </a:schemeClr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A5974E4-BAF9-7993-5BE4-0DCFFCDDE5CD}"/>
              </a:ext>
            </a:extLst>
          </p:cNvPr>
          <p:cNvGrpSpPr/>
          <p:nvPr/>
        </p:nvGrpSpPr>
        <p:grpSpPr>
          <a:xfrm>
            <a:off x="4881079" y="1577668"/>
            <a:ext cx="604564" cy="604564"/>
            <a:chOff x="4742170" y="1485900"/>
            <a:chExt cx="805935" cy="805935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1F9A725-66B1-6F99-ED86-939CAE68CB4B}"/>
                </a:ext>
              </a:extLst>
            </p:cNvPr>
            <p:cNvSpPr/>
            <p:nvPr/>
          </p:nvSpPr>
          <p:spPr>
            <a:xfrm>
              <a:off x="4742170" y="1485900"/>
              <a:ext cx="805935" cy="805935"/>
            </a:xfrm>
            <a:prstGeom prst="ellipse">
              <a:avLst/>
            </a:prstGeom>
            <a:solidFill>
              <a:srgbClr val="66737C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1" name="Freeform 145">
              <a:extLst>
                <a:ext uri="{FF2B5EF4-FFF2-40B4-BE49-F238E27FC236}">
                  <a16:creationId xmlns:a16="http://schemas.microsoft.com/office/drawing/2014/main" id="{74554370-40A9-A433-F583-6E02B9E4F6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17226" y="1697844"/>
              <a:ext cx="455822" cy="382047"/>
            </a:xfrm>
            <a:custGeom>
              <a:avLst/>
              <a:gdLst>
                <a:gd name="T0" fmla="*/ 131 w 200"/>
                <a:gd name="T1" fmla="*/ 126 h 167"/>
                <a:gd name="T2" fmla="*/ 131 w 200"/>
                <a:gd name="T3" fmla="*/ 159 h 167"/>
                <a:gd name="T4" fmla="*/ 125 w 200"/>
                <a:gd name="T5" fmla="*/ 165 h 167"/>
                <a:gd name="T6" fmla="*/ 92 w 200"/>
                <a:gd name="T7" fmla="*/ 165 h 167"/>
                <a:gd name="T8" fmla="*/ 84 w 200"/>
                <a:gd name="T9" fmla="*/ 162 h 167"/>
                <a:gd name="T10" fmla="*/ 102 w 200"/>
                <a:gd name="T11" fmla="*/ 142 h 167"/>
                <a:gd name="T12" fmla="*/ 84 w 200"/>
                <a:gd name="T13" fmla="*/ 123 h 167"/>
                <a:gd name="T14" fmla="*/ 92 w 200"/>
                <a:gd name="T15" fmla="*/ 120 h 167"/>
                <a:gd name="T16" fmla="*/ 125 w 200"/>
                <a:gd name="T17" fmla="*/ 120 h 167"/>
                <a:gd name="T18" fmla="*/ 200 w 200"/>
                <a:gd name="T19" fmla="*/ 39 h 167"/>
                <a:gd name="T20" fmla="*/ 146 w 200"/>
                <a:gd name="T21" fmla="*/ 39 h 167"/>
                <a:gd name="T22" fmla="*/ 200 w 200"/>
                <a:gd name="T23" fmla="*/ 39 h 167"/>
                <a:gd name="T24" fmla="*/ 173 w 200"/>
                <a:gd name="T25" fmla="*/ 21 h 167"/>
                <a:gd name="T26" fmla="*/ 173 w 200"/>
                <a:gd name="T27" fmla="*/ 57 h 167"/>
                <a:gd name="T28" fmla="*/ 13 w 200"/>
                <a:gd name="T29" fmla="*/ 47 h 167"/>
                <a:gd name="T30" fmla="*/ 46 w 200"/>
                <a:gd name="T31" fmla="*/ 47 h 167"/>
                <a:gd name="T32" fmla="*/ 54 w 200"/>
                <a:gd name="T33" fmla="*/ 44 h 167"/>
                <a:gd name="T34" fmla="*/ 36 w 200"/>
                <a:gd name="T35" fmla="*/ 25 h 167"/>
                <a:gd name="T36" fmla="*/ 52 w 200"/>
                <a:gd name="T37" fmla="*/ 2 h 167"/>
                <a:gd name="T38" fmla="*/ 30 w 200"/>
                <a:gd name="T39" fmla="*/ 18 h 167"/>
                <a:gd name="T40" fmla="*/ 7 w 200"/>
                <a:gd name="T41" fmla="*/ 2 h 167"/>
                <a:gd name="T42" fmla="*/ 23 w 200"/>
                <a:gd name="T43" fmla="*/ 25 h 167"/>
                <a:gd name="T44" fmla="*/ 5 w 200"/>
                <a:gd name="T45" fmla="*/ 44 h 167"/>
                <a:gd name="T46" fmla="*/ 13 w 200"/>
                <a:gd name="T47" fmla="*/ 47 h 167"/>
                <a:gd name="T48" fmla="*/ 132 w 200"/>
                <a:gd name="T49" fmla="*/ 43 h 167"/>
                <a:gd name="T50" fmla="*/ 105 w 200"/>
                <a:gd name="T51" fmla="*/ 67 h 167"/>
                <a:gd name="T52" fmla="*/ 119 w 200"/>
                <a:gd name="T53" fmla="*/ 44 h 167"/>
                <a:gd name="T54" fmla="*/ 50 w 200"/>
                <a:gd name="T55" fmla="*/ 81 h 167"/>
                <a:gd name="T56" fmla="*/ 34 w 200"/>
                <a:gd name="T57" fmla="*/ 114 h 167"/>
                <a:gd name="T58" fmla="*/ 54 w 200"/>
                <a:gd name="T59" fmla="*/ 140 h 167"/>
                <a:gd name="T60" fmla="*/ 0 w 200"/>
                <a:gd name="T61" fmla="*/ 140 h 167"/>
                <a:gd name="T62" fmla="*/ 25 w 200"/>
                <a:gd name="T63" fmla="*/ 113 h 167"/>
                <a:gd name="T64" fmla="*/ 42 w 200"/>
                <a:gd name="T65" fmla="*/ 76 h 167"/>
                <a:gd name="T66" fmla="*/ 117 w 200"/>
                <a:gd name="T67" fmla="*/ 35 h 167"/>
                <a:gd name="T68" fmla="*/ 100 w 200"/>
                <a:gd name="T69" fmla="*/ 19 h 167"/>
                <a:gd name="T70" fmla="*/ 105 w 200"/>
                <a:gd name="T71" fmla="*/ 14 h 167"/>
                <a:gd name="T72" fmla="*/ 132 w 200"/>
                <a:gd name="T73" fmla="*/ 36 h 167"/>
                <a:gd name="T74" fmla="*/ 9 w 200"/>
                <a:gd name="T75" fmla="*/ 140 h 167"/>
                <a:gd name="T76" fmla="*/ 45 w 200"/>
                <a:gd name="T77" fmla="*/ 14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00" h="167">
                  <a:moveTo>
                    <a:pt x="131" y="120"/>
                  </a:moveTo>
                  <a:cubicBezTo>
                    <a:pt x="133" y="121"/>
                    <a:pt x="133" y="124"/>
                    <a:pt x="131" y="126"/>
                  </a:cubicBezTo>
                  <a:cubicBezTo>
                    <a:pt x="115" y="142"/>
                    <a:pt x="115" y="142"/>
                    <a:pt x="115" y="142"/>
                  </a:cubicBezTo>
                  <a:cubicBezTo>
                    <a:pt x="131" y="159"/>
                    <a:pt x="131" y="159"/>
                    <a:pt x="131" y="159"/>
                  </a:cubicBezTo>
                  <a:cubicBezTo>
                    <a:pt x="133" y="161"/>
                    <a:pt x="133" y="164"/>
                    <a:pt x="131" y="165"/>
                  </a:cubicBezTo>
                  <a:cubicBezTo>
                    <a:pt x="129" y="167"/>
                    <a:pt x="126" y="167"/>
                    <a:pt x="125" y="165"/>
                  </a:cubicBezTo>
                  <a:cubicBezTo>
                    <a:pt x="108" y="149"/>
                    <a:pt x="108" y="149"/>
                    <a:pt x="108" y="149"/>
                  </a:cubicBezTo>
                  <a:cubicBezTo>
                    <a:pt x="92" y="165"/>
                    <a:pt x="92" y="165"/>
                    <a:pt x="92" y="165"/>
                  </a:cubicBezTo>
                  <a:cubicBezTo>
                    <a:pt x="90" y="167"/>
                    <a:pt x="87" y="167"/>
                    <a:pt x="85" y="165"/>
                  </a:cubicBezTo>
                  <a:cubicBezTo>
                    <a:pt x="84" y="164"/>
                    <a:pt x="84" y="163"/>
                    <a:pt x="84" y="162"/>
                  </a:cubicBezTo>
                  <a:cubicBezTo>
                    <a:pt x="84" y="161"/>
                    <a:pt x="84" y="160"/>
                    <a:pt x="85" y="159"/>
                  </a:cubicBezTo>
                  <a:cubicBezTo>
                    <a:pt x="102" y="142"/>
                    <a:pt x="102" y="142"/>
                    <a:pt x="102" y="142"/>
                  </a:cubicBezTo>
                  <a:cubicBezTo>
                    <a:pt x="85" y="126"/>
                    <a:pt x="85" y="126"/>
                    <a:pt x="85" y="126"/>
                  </a:cubicBezTo>
                  <a:cubicBezTo>
                    <a:pt x="84" y="125"/>
                    <a:pt x="84" y="124"/>
                    <a:pt x="84" y="123"/>
                  </a:cubicBezTo>
                  <a:cubicBezTo>
                    <a:pt x="84" y="122"/>
                    <a:pt x="84" y="120"/>
                    <a:pt x="85" y="120"/>
                  </a:cubicBezTo>
                  <a:cubicBezTo>
                    <a:pt x="87" y="118"/>
                    <a:pt x="90" y="118"/>
                    <a:pt x="92" y="120"/>
                  </a:cubicBezTo>
                  <a:cubicBezTo>
                    <a:pt x="108" y="136"/>
                    <a:pt x="108" y="136"/>
                    <a:pt x="108" y="136"/>
                  </a:cubicBezTo>
                  <a:cubicBezTo>
                    <a:pt x="125" y="120"/>
                    <a:pt x="125" y="120"/>
                    <a:pt x="125" y="120"/>
                  </a:cubicBezTo>
                  <a:cubicBezTo>
                    <a:pt x="126" y="118"/>
                    <a:pt x="129" y="118"/>
                    <a:pt x="131" y="120"/>
                  </a:cubicBezTo>
                  <a:close/>
                  <a:moveTo>
                    <a:pt x="200" y="39"/>
                  </a:moveTo>
                  <a:cubicBezTo>
                    <a:pt x="200" y="53"/>
                    <a:pt x="188" y="66"/>
                    <a:pt x="173" y="66"/>
                  </a:cubicBezTo>
                  <a:cubicBezTo>
                    <a:pt x="158" y="66"/>
                    <a:pt x="146" y="53"/>
                    <a:pt x="146" y="39"/>
                  </a:cubicBezTo>
                  <a:cubicBezTo>
                    <a:pt x="146" y="24"/>
                    <a:pt x="158" y="12"/>
                    <a:pt x="173" y="12"/>
                  </a:cubicBezTo>
                  <a:cubicBezTo>
                    <a:pt x="188" y="12"/>
                    <a:pt x="200" y="24"/>
                    <a:pt x="200" y="39"/>
                  </a:cubicBezTo>
                  <a:close/>
                  <a:moveTo>
                    <a:pt x="191" y="39"/>
                  </a:moveTo>
                  <a:cubicBezTo>
                    <a:pt x="191" y="29"/>
                    <a:pt x="183" y="21"/>
                    <a:pt x="173" y="21"/>
                  </a:cubicBezTo>
                  <a:cubicBezTo>
                    <a:pt x="163" y="21"/>
                    <a:pt x="155" y="29"/>
                    <a:pt x="155" y="39"/>
                  </a:cubicBezTo>
                  <a:cubicBezTo>
                    <a:pt x="155" y="48"/>
                    <a:pt x="163" y="57"/>
                    <a:pt x="173" y="57"/>
                  </a:cubicBezTo>
                  <a:cubicBezTo>
                    <a:pt x="183" y="57"/>
                    <a:pt x="191" y="48"/>
                    <a:pt x="191" y="39"/>
                  </a:cubicBezTo>
                  <a:close/>
                  <a:moveTo>
                    <a:pt x="13" y="47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48" y="49"/>
                    <a:pt x="51" y="49"/>
                    <a:pt x="52" y="47"/>
                  </a:cubicBezTo>
                  <a:cubicBezTo>
                    <a:pt x="53" y="47"/>
                    <a:pt x="54" y="45"/>
                    <a:pt x="54" y="44"/>
                  </a:cubicBezTo>
                  <a:cubicBezTo>
                    <a:pt x="54" y="43"/>
                    <a:pt x="53" y="42"/>
                    <a:pt x="52" y="41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4" y="6"/>
                    <a:pt x="54" y="3"/>
                    <a:pt x="52" y="2"/>
                  </a:cubicBezTo>
                  <a:cubicBezTo>
                    <a:pt x="51" y="0"/>
                    <a:pt x="48" y="0"/>
                    <a:pt x="46" y="2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1" y="0"/>
                    <a:pt x="8" y="0"/>
                    <a:pt x="7" y="2"/>
                  </a:cubicBezTo>
                  <a:cubicBezTo>
                    <a:pt x="5" y="3"/>
                    <a:pt x="5" y="6"/>
                    <a:pt x="7" y="8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6" y="42"/>
                    <a:pt x="5" y="43"/>
                    <a:pt x="5" y="44"/>
                  </a:cubicBezTo>
                  <a:cubicBezTo>
                    <a:pt x="5" y="45"/>
                    <a:pt x="6" y="47"/>
                    <a:pt x="7" y="47"/>
                  </a:cubicBezTo>
                  <a:cubicBezTo>
                    <a:pt x="8" y="49"/>
                    <a:pt x="11" y="49"/>
                    <a:pt x="13" y="47"/>
                  </a:cubicBezTo>
                  <a:close/>
                  <a:moveTo>
                    <a:pt x="132" y="36"/>
                  </a:moveTo>
                  <a:cubicBezTo>
                    <a:pt x="133" y="38"/>
                    <a:pt x="134" y="41"/>
                    <a:pt x="132" y="43"/>
                  </a:cubicBezTo>
                  <a:cubicBezTo>
                    <a:pt x="111" y="67"/>
                    <a:pt x="111" y="67"/>
                    <a:pt x="111" y="67"/>
                  </a:cubicBezTo>
                  <a:cubicBezTo>
                    <a:pt x="110" y="68"/>
                    <a:pt x="107" y="69"/>
                    <a:pt x="105" y="67"/>
                  </a:cubicBezTo>
                  <a:cubicBezTo>
                    <a:pt x="103" y="65"/>
                    <a:pt x="103" y="63"/>
                    <a:pt x="104" y="61"/>
                  </a:cubicBezTo>
                  <a:cubicBezTo>
                    <a:pt x="119" y="44"/>
                    <a:pt x="119" y="44"/>
                    <a:pt x="119" y="44"/>
                  </a:cubicBezTo>
                  <a:cubicBezTo>
                    <a:pt x="115" y="45"/>
                    <a:pt x="115" y="45"/>
                    <a:pt x="115" y="45"/>
                  </a:cubicBezTo>
                  <a:cubicBezTo>
                    <a:pt x="88" y="48"/>
                    <a:pt x="66" y="61"/>
                    <a:pt x="50" y="81"/>
                  </a:cubicBezTo>
                  <a:cubicBezTo>
                    <a:pt x="41" y="94"/>
                    <a:pt x="36" y="106"/>
                    <a:pt x="34" y="112"/>
                  </a:cubicBezTo>
                  <a:cubicBezTo>
                    <a:pt x="34" y="114"/>
                    <a:pt x="34" y="114"/>
                    <a:pt x="34" y="114"/>
                  </a:cubicBezTo>
                  <a:cubicBezTo>
                    <a:pt x="35" y="114"/>
                    <a:pt x="35" y="114"/>
                    <a:pt x="35" y="114"/>
                  </a:cubicBezTo>
                  <a:cubicBezTo>
                    <a:pt x="46" y="118"/>
                    <a:pt x="54" y="128"/>
                    <a:pt x="54" y="140"/>
                  </a:cubicBezTo>
                  <a:cubicBezTo>
                    <a:pt x="54" y="155"/>
                    <a:pt x="42" y="167"/>
                    <a:pt x="27" y="167"/>
                  </a:cubicBezTo>
                  <a:cubicBezTo>
                    <a:pt x="12" y="167"/>
                    <a:pt x="0" y="155"/>
                    <a:pt x="0" y="140"/>
                  </a:cubicBezTo>
                  <a:cubicBezTo>
                    <a:pt x="0" y="126"/>
                    <a:pt x="10" y="114"/>
                    <a:pt x="24" y="113"/>
                  </a:cubicBezTo>
                  <a:cubicBezTo>
                    <a:pt x="25" y="113"/>
                    <a:pt x="25" y="113"/>
                    <a:pt x="25" y="113"/>
                  </a:cubicBezTo>
                  <a:cubicBezTo>
                    <a:pt x="25" y="112"/>
                    <a:pt x="25" y="112"/>
                    <a:pt x="25" y="112"/>
                  </a:cubicBezTo>
                  <a:cubicBezTo>
                    <a:pt x="27" y="105"/>
                    <a:pt x="32" y="91"/>
                    <a:pt x="42" y="76"/>
                  </a:cubicBezTo>
                  <a:cubicBezTo>
                    <a:pt x="54" y="61"/>
                    <a:pt x="76" y="41"/>
                    <a:pt x="114" y="36"/>
                  </a:cubicBezTo>
                  <a:cubicBezTo>
                    <a:pt x="117" y="35"/>
                    <a:pt x="117" y="35"/>
                    <a:pt x="117" y="35"/>
                  </a:cubicBezTo>
                  <a:cubicBezTo>
                    <a:pt x="102" y="22"/>
                    <a:pt x="102" y="22"/>
                    <a:pt x="102" y="22"/>
                  </a:cubicBezTo>
                  <a:cubicBezTo>
                    <a:pt x="101" y="22"/>
                    <a:pt x="100" y="20"/>
                    <a:pt x="100" y="19"/>
                  </a:cubicBezTo>
                  <a:cubicBezTo>
                    <a:pt x="100" y="18"/>
                    <a:pt x="100" y="17"/>
                    <a:pt x="101" y="16"/>
                  </a:cubicBezTo>
                  <a:cubicBezTo>
                    <a:pt x="102" y="15"/>
                    <a:pt x="103" y="14"/>
                    <a:pt x="105" y="14"/>
                  </a:cubicBezTo>
                  <a:cubicBezTo>
                    <a:pt x="106" y="14"/>
                    <a:pt x="107" y="15"/>
                    <a:pt x="108" y="15"/>
                  </a:cubicBezTo>
                  <a:lnTo>
                    <a:pt x="132" y="36"/>
                  </a:lnTo>
                  <a:close/>
                  <a:moveTo>
                    <a:pt x="27" y="122"/>
                  </a:moveTo>
                  <a:cubicBezTo>
                    <a:pt x="17" y="122"/>
                    <a:pt x="9" y="130"/>
                    <a:pt x="9" y="140"/>
                  </a:cubicBezTo>
                  <a:cubicBezTo>
                    <a:pt x="9" y="150"/>
                    <a:pt x="17" y="158"/>
                    <a:pt x="27" y="158"/>
                  </a:cubicBezTo>
                  <a:cubicBezTo>
                    <a:pt x="37" y="158"/>
                    <a:pt x="45" y="150"/>
                    <a:pt x="45" y="140"/>
                  </a:cubicBezTo>
                  <a:cubicBezTo>
                    <a:pt x="45" y="130"/>
                    <a:pt x="37" y="122"/>
                    <a:pt x="27" y="12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B3C7268-477F-21B6-B518-6E54AC997652}"/>
              </a:ext>
            </a:extLst>
          </p:cNvPr>
          <p:cNvGrpSpPr/>
          <p:nvPr/>
        </p:nvGrpSpPr>
        <p:grpSpPr>
          <a:xfrm>
            <a:off x="8633347" y="1577668"/>
            <a:ext cx="604564" cy="604564"/>
            <a:chOff x="8642511" y="1485900"/>
            <a:chExt cx="805935" cy="805935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34E97BD-A951-BA1D-D55E-0E37D2E9560C}"/>
                </a:ext>
              </a:extLst>
            </p:cNvPr>
            <p:cNvSpPr/>
            <p:nvPr/>
          </p:nvSpPr>
          <p:spPr>
            <a:xfrm>
              <a:off x="8642511" y="1485900"/>
              <a:ext cx="805935" cy="805935"/>
            </a:xfrm>
            <a:prstGeom prst="ellipse">
              <a:avLst/>
            </a:prstGeom>
            <a:solidFill>
              <a:srgbClr val="66737C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4" name="Freeform 189">
              <a:extLst>
                <a:ext uri="{FF2B5EF4-FFF2-40B4-BE49-F238E27FC236}">
                  <a16:creationId xmlns:a16="http://schemas.microsoft.com/office/drawing/2014/main" id="{8AE6491C-EC42-F002-BBCE-6A077E44F6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36179" y="1668680"/>
              <a:ext cx="418598" cy="440374"/>
            </a:xfrm>
            <a:custGeom>
              <a:avLst/>
              <a:gdLst>
                <a:gd name="T0" fmla="*/ 187 w 200"/>
                <a:gd name="T1" fmla="*/ 203 h 211"/>
                <a:gd name="T2" fmla="*/ 175 w 200"/>
                <a:gd name="T3" fmla="*/ 61 h 211"/>
                <a:gd name="T4" fmla="*/ 144 w 200"/>
                <a:gd name="T5" fmla="*/ 72 h 211"/>
                <a:gd name="T6" fmla="*/ 121 w 200"/>
                <a:gd name="T7" fmla="*/ 203 h 211"/>
                <a:gd name="T8" fmla="*/ 110 w 200"/>
                <a:gd name="T9" fmla="*/ 120 h 211"/>
                <a:gd name="T10" fmla="*/ 79 w 200"/>
                <a:gd name="T11" fmla="*/ 131 h 211"/>
                <a:gd name="T12" fmla="*/ 56 w 200"/>
                <a:gd name="T13" fmla="*/ 203 h 211"/>
                <a:gd name="T14" fmla="*/ 45 w 200"/>
                <a:gd name="T15" fmla="*/ 155 h 211"/>
                <a:gd name="T16" fmla="*/ 13 w 200"/>
                <a:gd name="T17" fmla="*/ 166 h 211"/>
                <a:gd name="T18" fmla="*/ 4 w 200"/>
                <a:gd name="T19" fmla="*/ 203 h 211"/>
                <a:gd name="T20" fmla="*/ 4 w 200"/>
                <a:gd name="T21" fmla="*/ 211 h 211"/>
                <a:gd name="T22" fmla="*/ 200 w 200"/>
                <a:gd name="T23" fmla="*/ 207 h 211"/>
                <a:gd name="T24" fmla="*/ 22 w 200"/>
                <a:gd name="T25" fmla="*/ 203 h 211"/>
                <a:gd name="T26" fmla="*/ 24 w 200"/>
                <a:gd name="T27" fmla="*/ 163 h 211"/>
                <a:gd name="T28" fmla="*/ 48 w 200"/>
                <a:gd name="T29" fmla="*/ 166 h 211"/>
                <a:gd name="T30" fmla="*/ 22 w 200"/>
                <a:gd name="T31" fmla="*/ 203 h 211"/>
                <a:gd name="T32" fmla="*/ 87 w 200"/>
                <a:gd name="T33" fmla="*/ 131 h 211"/>
                <a:gd name="T34" fmla="*/ 110 w 200"/>
                <a:gd name="T35" fmla="*/ 128 h 211"/>
                <a:gd name="T36" fmla="*/ 113 w 200"/>
                <a:gd name="T37" fmla="*/ 203 h 211"/>
                <a:gd name="T38" fmla="*/ 152 w 200"/>
                <a:gd name="T39" fmla="*/ 203 h 211"/>
                <a:gd name="T40" fmla="*/ 155 w 200"/>
                <a:gd name="T41" fmla="*/ 69 h 211"/>
                <a:gd name="T42" fmla="*/ 178 w 200"/>
                <a:gd name="T43" fmla="*/ 72 h 211"/>
                <a:gd name="T44" fmla="*/ 152 w 200"/>
                <a:gd name="T45" fmla="*/ 203 h 211"/>
                <a:gd name="T46" fmla="*/ 36 w 200"/>
                <a:gd name="T47" fmla="*/ 108 h 211"/>
                <a:gd name="T48" fmla="*/ 113 w 200"/>
                <a:gd name="T49" fmla="*/ 32 h 211"/>
                <a:gd name="T50" fmla="*/ 132 w 200"/>
                <a:gd name="T51" fmla="*/ 49 h 211"/>
                <a:gd name="T52" fmla="*/ 157 w 200"/>
                <a:gd name="T53" fmla="*/ 8 h 211"/>
                <a:gd name="T54" fmla="*/ 157 w 200"/>
                <a:gd name="T55" fmla="*/ 0 h 211"/>
                <a:gd name="T56" fmla="*/ 182 w 200"/>
                <a:gd name="T57" fmla="*/ 0 h 211"/>
                <a:gd name="T58" fmla="*/ 187 w 200"/>
                <a:gd name="T59" fmla="*/ 4 h 211"/>
                <a:gd name="T60" fmla="*/ 187 w 200"/>
                <a:gd name="T61" fmla="*/ 28 h 211"/>
                <a:gd name="T62" fmla="*/ 178 w 200"/>
                <a:gd name="T63" fmla="*/ 28 h 211"/>
                <a:gd name="T64" fmla="*/ 135 w 200"/>
                <a:gd name="T65" fmla="*/ 58 h 211"/>
                <a:gd name="T66" fmla="*/ 113 w 200"/>
                <a:gd name="T67" fmla="*/ 42 h 211"/>
                <a:gd name="T68" fmla="*/ 39 w 200"/>
                <a:gd name="T69" fmla="*/ 115 h 211"/>
                <a:gd name="T70" fmla="*/ 25 w 200"/>
                <a:gd name="T71" fmla="*/ 121 h 211"/>
                <a:gd name="T72" fmla="*/ 25 w 200"/>
                <a:gd name="T73" fmla="*/ 129 h 211"/>
                <a:gd name="T74" fmla="*/ 25 w 200"/>
                <a:gd name="T75" fmla="*/ 121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0" h="211">
                  <a:moveTo>
                    <a:pt x="196" y="203"/>
                  </a:moveTo>
                  <a:cubicBezTo>
                    <a:pt x="187" y="203"/>
                    <a:pt x="187" y="203"/>
                    <a:pt x="187" y="203"/>
                  </a:cubicBezTo>
                  <a:cubicBezTo>
                    <a:pt x="187" y="72"/>
                    <a:pt x="187" y="72"/>
                    <a:pt x="187" y="72"/>
                  </a:cubicBezTo>
                  <a:cubicBezTo>
                    <a:pt x="187" y="66"/>
                    <a:pt x="182" y="61"/>
                    <a:pt x="175" y="61"/>
                  </a:cubicBezTo>
                  <a:cubicBezTo>
                    <a:pt x="155" y="61"/>
                    <a:pt x="155" y="61"/>
                    <a:pt x="155" y="61"/>
                  </a:cubicBezTo>
                  <a:cubicBezTo>
                    <a:pt x="149" y="61"/>
                    <a:pt x="144" y="66"/>
                    <a:pt x="144" y="72"/>
                  </a:cubicBezTo>
                  <a:cubicBezTo>
                    <a:pt x="144" y="203"/>
                    <a:pt x="144" y="203"/>
                    <a:pt x="144" y="203"/>
                  </a:cubicBezTo>
                  <a:cubicBezTo>
                    <a:pt x="121" y="203"/>
                    <a:pt x="121" y="203"/>
                    <a:pt x="121" y="20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1" y="125"/>
                    <a:pt x="116" y="120"/>
                    <a:pt x="110" y="120"/>
                  </a:cubicBezTo>
                  <a:cubicBezTo>
                    <a:pt x="90" y="120"/>
                    <a:pt x="90" y="120"/>
                    <a:pt x="90" y="120"/>
                  </a:cubicBezTo>
                  <a:cubicBezTo>
                    <a:pt x="84" y="120"/>
                    <a:pt x="79" y="125"/>
                    <a:pt x="79" y="131"/>
                  </a:cubicBezTo>
                  <a:cubicBezTo>
                    <a:pt x="79" y="203"/>
                    <a:pt x="79" y="203"/>
                    <a:pt x="79" y="203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56" y="166"/>
                    <a:pt x="56" y="166"/>
                    <a:pt x="56" y="166"/>
                  </a:cubicBezTo>
                  <a:cubicBezTo>
                    <a:pt x="56" y="160"/>
                    <a:pt x="51" y="155"/>
                    <a:pt x="45" y="155"/>
                  </a:cubicBezTo>
                  <a:cubicBezTo>
                    <a:pt x="24" y="155"/>
                    <a:pt x="24" y="155"/>
                    <a:pt x="24" y="155"/>
                  </a:cubicBezTo>
                  <a:cubicBezTo>
                    <a:pt x="18" y="155"/>
                    <a:pt x="13" y="160"/>
                    <a:pt x="13" y="166"/>
                  </a:cubicBezTo>
                  <a:cubicBezTo>
                    <a:pt x="13" y="203"/>
                    <a:pt x="13" y="203"/>
                    <a:pt x="13" y="203"/>
                  </a:cubicBezTo>
                  <a:cubicBezTo>
                    <a:pt x="4" y="203"/>
                    <a:pt x="4" y="203"/>
                    <a:pt x="4" y="203"/>
                  </a:cubicBezTo>
                  <a:cubicBezTo>
                    <a:pt x="2" y="203"/>
                    <a:pt x="0" y="205"/>
                    <a:pt x="0" y="207"/>
                  </a:cubicBezTo>
                  <a:cubicBezTo>
                    <a:pt x="0" y="209"/>
                    <a:pt x="2" y="211"/>
                    <a:pt x="4" y="211"/>
                  </a:cubicBezTo>
                  <a:cubicBezTo>
                    <a:pt x="196" y="211"/>
                    <a:pt x="196" y="211"/>
                    <a:pt x="196" y="211"/>
                  </a:cubicBezTo>
                  <a:cubicBezTo>
                    <a:pt x="198" y="211"/>
                    <a:pt x="200" y="209"/>
                    <a:pt x="200" y="207"/>
                  </a:cubicBezTo>
                  <a:cubicBezTo>
                    <a:pt x="200" y="205"/>
                    <a:pt x="198" y="203"/>
                    <a:pt x="196" y="203"/>
                  </a:cubicBezTo>
                  <a:close/>
                  <a:moveTo>
                    <a:pt x="22" y="203"/>
                  </a:moveTo>
                  <a:cubicBezTo>
                    <a:pt x="22" y="166"/>
                    <a:pt x="22" y="166"/>
                    <a:pt x="22" y="166"/>
                  </a:cubicBezTo>
                  <a:cubicBezTo>
                    <a:pt x="22" y="164"/>
                    <a:pt x="23" y="163"/>
                    <a:pt x="24" y="163"/>
                  </a:cubicBezTo>
                  <a:cubicBezTo>
                    <a:pt x="45" y="163"/>
                    <a:pt x="45" y="163"/>
                    <a:pt x="45" y="163"/>
                  </a:cubicBezTo>
                  <a:cubicBezTo>
                    <a:pt x="46" y="163"/>
                    <a:pt x="48" y="164"/>
                    <a:pt x="48" y="166"/>
                  </a:cubicBezTo>
                  <a:cubicBezTo>
                    <a:pt x="48" y="203"/>
                    <a:pt x="48" y="203"/>
                    <a:pt x="48" y="203"/>
                  </a:cubicBezTo>
                  <a:lnTo>
                    <a:pt x="22" y="203"/>
                  </a:lnTo>
                  <a:close/>
                  <a:moveTo>
                    <a:pt x="87" y="203"/>
                  </a:moveTo>
                  <a:cubicBezTo>
                    <a:pt x="87" y="131"/>
                    <a:pt x="87" y="131"/>
                    <a:pt x="87" y="131"/>
                  </a:cubicBezTo>
                  <a:cubicBezTo>
                    <a:pt x="87" y="130"/>
                    <a:pt x="88" y="128"/>
                    <a:pt x="90" y="128"/>
                  </a:cubicBezTo>
                  <a:cubicBezTo>
                    <a:pt x="110" y="128"/>
                    <a:pt x="110" y="128"/>
                    <a:pt x="110" y="128"/>
                  </a:cubicBezTo>
                  <a:cubicBezTo>
                    <a:pt x="112" y="128"/>
                    <a:pt x="113" y="130"/>
                    <a:pt x="113" y="131"/>
                  </a:cubicBezTo>
                  <a:cubicBezTo>
                    <a:pt x="113" y="203"/>
                    <a:pt x="113" y="203"/>
                    <a:pt x="113" y="203"/>
                  </a:cubicBezTo>
                  <a:lnTo>
                    <a:pt x="87" y="203"/>
                  </a:lnTo>
                  <a:close/>
                  <a:moveTo>
                    <a:pt x="152" y="203"/>
                  </a:moveTo>
                  <a:cubicBezTo>
                    <a:pt x="152" y="72"/>
                    <a:pt x="152" y="72"/>
                    <a:pt x="152" y="72"/>
                  </a:cubicBezTo>
                  <a:cubicBezTo>
                    <a:pt x="152" y="70"/>
                    <a:pt x="154" y="69"/>
                    <a:pt x="155" y="69"/>
                  </a:cubicBezTo>
                  <a:cubicBezTo>
                    <a:pt x="175" y="69"/>
                    <a:pt x="175" y="69"/>
                    <a:pt x="175" y="69"/>
                  </a:cubicBezTo>
                  <a:cubicBezTo>
                    <a:pt x="177" y="69"/>
                    <a:pt x="178" y="70"/>
                    <a:pt x="178" y="72"/>
                  </a:cubicBezTo>
                  <a:cubicBezTo>
                    <a:pt x="178" y="203"/>
                    <a:pt x="178" y="203"/>
                    <a:pt x="178" y="203"/>
                  </a:cubicBezTo>
                  <a:lnTo>
                    <a:pt x="152" y="203"/>
                  </a:lnTo>
                  <a:close/>
                  <a:moveTo>
                    <a:pt x="36" y="114"/>
                  </a:moveTo>
                  <a:cubicBezTo>
                    <a:pt x="35" y="112"/>
                    <a:pt x="35" y="109"/>
                    <a:pt x="36" y="108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1" y="33"/>
                    <a:pt x="112" y="32"/>
                    <a:pt x="113" y="32"/>
                  </a:cubicBezTo>
                  <a:cubicBezTo>
                    <a:pt x="114" y="32"/>
                    <a:pt x="116" y="33"/>
                    <a:pt x="116" y="34"/>
                  </a:cubicBezTo>
                  <a:cubicBezTo>
                    <a:pt x="132" y="49"/>
                    <a:pt x="132" y="49"/>
                    <a:pt x="132" y="49"/>
                  </a:cubicBezTo>
                  <a:cubicBezTo>
                    <a:pt x="172" y="8"/>
                    <a:pt x="172" y="8"/>
                    <a:pt x="172" y="8"/>
                  </a:cubicBezTo>
                  <a:cubicBezTo>
                    <a:pt x="157" y="8"/>
                    <a:pt x="157" y="8"/>
                    <a:pt x="157" y="8"/>
                  </a:cubicBezTo>
                  <a:cubicBezTo>
                    <a:pt x="155" y="8"/>
                    <a:pt x="153" y="6"/>
                    <a:pt x="153" y="4"/>
                  </a:cubicBezTo>
                  <a:cubicBezTo>
                    <a:pt x="153" y="2"/>
                    <a:pt x="155" y="0"/>
                    <a:pt x="157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3" y="0"/>
                    <a:pt x="184" y="0"/>
                    <a:pt x="185" y="1"/>
                  </a:cubicBezTo>
                  <a:cubicBezTo>
                    <a:pt x="186" y="2"/>
                    <a:pt x="187" y="3"/>
                    <a:pt x="187" y="4"/>
                  </a:cubicBezTo>
                  <a:cubicBezTo>
                    <a:pt x="187" y="4"/>
                    <a:pt x="187" y="5"/>
                    <a:pt x="187" y="5"/>
                  </a:cubicBezTo>
                  <a:cubicBezTo>
                    <a:pt x="187" y="28"/>
                    <a:pt x="187" y="28"/>
                    <a:pt x="187" y="28"/>
                  </a:cubicBezTo>
                  <a:cubicBezTo>
                    <a:pt x="187" y="30"/>
                    <a:pt x="185" y="32"/>
                    <a:pt x="182" y="32"/>
                  </a:cubicBezTo>
                  <a:cubicBezTo>
                    <a:pt x="180" y="32"/>
                    <a:pt x="178" y="30"/>
                    <a:pt x="178" y="28"/>
                  </a:cubicBezTo>
                  <a:cubicBezTo>
                    <a:pt x="178" y="14"/>
                    <a:pt x="178" y="14"/>
                    <a:pt x="178" y="14"/>
                  </a:cubicBezTo>
                  <a:cubicBezTo>
                    <a:pt x="135" y="58"/>
                    <a:pt x="135" y="58"/>
                    <a:pt x="135" y="58"/>
                  </a:cubicBezTo>
                  <a:cubicBezTo>
                    <a:pt x="133" y="59"/>
                    <a:pt x="130" y="59"/>
                    <a:pt x="129" y="58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42" y="114"/>
                    <a:pt x="42" y="114"/>
                    <a:pt x="42" y="114"/>
                  </a:cubicBezTo>
                  <a:cubicBezTo>
                    <a:pt x="41" y="115"/>
                    <a:pt x="40" y="115"/>
                    <a:pt x="39" y="115"/>
                  </a:cubicBezTo>
                  <a:cubicBezTo>
                    <a:pt x="38" y="115"/>
                    <a:pt x="37" y="115"/>
                    <a:pt x="36" y="114"/>
                  </a:cubicBezTo>
                  <a:close/>
                  <a:moveTo>
                    <a:pt x="25" y="121"/>
                  </a:moveTo>
                  <a:cubicBezTo>
                    <a:pt x="28" y="121"/>
                    <a:pt x="29" y="123"/>
                    <a:pt x="29" y="125"/>
                  </a:cubicBezTo>
                  <a:cubicBezTo>
                    <a:pt x="29" y="127"/>
                    <a:pt x="28" y="129"/>
                    <a:pt x="25" y="129"/>
                  </a:cubicBezTo>
                  <a:cubicBezTo>
                    <a:pt x="23" y="129"/>
                    <a:pt x="21" y="127"/>
                    <a:pt x="21" y="125"/>
                  </a:cubicBezTo>
                  <a:cubicBezTo>
                    <a:pt x="21" y="123"/>
                    <a:pt x="23" y="121"/>
                    <a:pt x="25" y="12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CC96DC2-5FD5-D570-6EFA-643CAFAB3118}"/>
              </a:ext>
            </a:extLst>
          </p:cNvPr>
          <p:cNvGrpSpPr/>
          <p:nvPr/>
        </p:nvGrpSpPr>
        <p:grpSpPr>
          <a:xfrm>
            <a:off x="144897" y="5566138"/>
            <a:ext cx="4451187" cy="828387"/>
            <a:chOff x="144897" y="5566138"/>
            <a:chExt cx="4451187" cy="828387"/>
          </a:xfrm>
        </p:grpSpPr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8F2A7EC4-7934-C7CB-F99E-BE905FE4E081}"/>
                </a:ext>
              </a:extLst>
            </p:cNvPr>
            <p:cNvSpPr/>
            <p:nvPr/>
          </p:nvSpPr>
          <p:spPr>
            <a:xfrm>
              <a:off x="144897" y="5566138"/>
              <a:ext cx="4451187" cy="828387"/>
            </a:xfrm>
            <a:prstGeom prst="roundRect">
              <a:avLst>
                <a:gd name="adj" fmla="val 7030"/>
              </a:avLst>
            </a:prstGeom>
            <a:noFill/>
            <a:ln w="6350">
              <a:solidFill>
                <a:srgbClr val="A2ABB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/>
                <a:t>l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964AE04-9C53-100A-41DA-33D6CF8EB1F0}"/>
                </a:ext>
              </a:extLst>
            </p:cNvPr>
            <p:cNvSpPr txBox="1"/>
            <p:nvPr/>
          </p:nvSpPr>
          <p:spPr>
            <a:xfrm>
              <a:off x="847062" y="5657166"/>
              <a:ext cx="351250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92075" indent="-92075"/>
              <a:r>
                <a:rPr lang="en-IN" sz="1200" b="1">
                  <a:solidFill>
                    <a:srgbClr val="43515C"/>
                  </a:solidFill>
                  <a:latin typeface="Arial" panose="020B0604020202020204" pitchFamily="34" charset="0"/>
                </a:rPr>
                <a:t>Isquisac Lect Uspellen Tesqueinip sumi do –</a:t>
              </a:r>
            </a:p>
            <a:p>
              <a:pPr marL="92075" indent="-92075">
                <a:buFont typeface="Arial" panose="020B0604020202020204" pitchFamily="34" charset="0"/>
                <a:buChar char="•"/>
              </a:pPr>
              <a:r>
                <a:rPr lang="en-IN" sz="1200">
                  <a:solidFill>
                    <a:srgbClr val="43515C"/>
                  </a:solidFill>
                  <a:latin typeface="Arial" panose="020B0604020202020204" pitchFamily="34" charset="0"/>
                </a:rPr>
                <a:t>Rciporta da pibusviv amussu scipitto</a:t>
              </a:r>
            </a:p>
            <a:p>
              <a:pPr marL="92075" indent="-92075">
                <a:buFont typeface="Arial" panose="020B0604020202020204" pitchFamily="34" charset="0"/>
                <a:buChar char="•"/>
              </a:pPr>
              <a:r>
                <a:rPr lang="en-IN" sz="1200">
                  <a:solidFill>
                    <a:srgbClr val="43515C"/>
                  </a:solidFill>
                  <a:latin typeface="Arial" panose="020B0604020202020204" pitchFamily="34" charset="0"/>
                </a:rPr>
                <a:t>Rtoreg etfeli sportti</a:t>
              </a:r>
            </a:p>
          </p:txBody>
        </p:sp>
        <p:sp>
          <p:nvSpPr>
            <p:cNvPr id="85" name="Freeform 284">
              <a:extLst>
                <a:ext uri="{FF2B5EF4-FFF2-40B4-BE49-F238E27FC236}">
                  <a16:creationId xmlns:a16="http://schemas.microsoft.com/office/drawing/2014/main" id="{D101C704-8962-A13B-E89D-09EF3FDF00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4397" y="5765225"/>
              <a:ext cx="549275" cy="430213"/>
            </a:xfrm>
            <a:custGeom>
              <a:avLst/>
              <a:gdLst>
                <a:gd name="T0" fmla="*/ 138 w 200"/>
                <a:gd name="T1" fmla="*/ 65 h 156"/>
                <a:gd name="T2" fmla="*/ 135 w 200"/>
                <a:gd name="T3" fmla="*/ 7 h 156"/>
                <a:gd name="T4" fmla="*/ 58 w 200"/>
                <a:gd name="T5" fmla="*/ 29 h 156"/>
                <a:gd name="T6" fmla="*/ 78 w 200"/>
                <a:gd name="T7" fmla="*/ 91 h 156"/>
                <a:gd name="T8" fmla="*/ 131 w 200"/>
                <a:gd name="T9" fmla="*/ 56 h 156"/>
                <a:gd name="T10" fmla="*/ 81 w 200"/>
                <a:gd name="T11" fmla="*/ 13 h 156"/>
                <a:gd name="T12" fmla="*/ 133 w 200"/>
                <a:gd name="T13" fmla="*/ 43 h 156"/>
                <a:gd name="T14" fmla="*/ 64 w 200"/>
                <a:gd name="T15" fmla="*/ 29 h 156"/>
                <a:gd name="T16" fmla="*/ 154 w 200"/>
                <a:gd name="T17" fmla="*/ 116 h 156"/>
                <a:gd name="T18" fmla="*/ 122 w 200"/>
                <a:gd name="T19" fmla="*/ 103 h 156"/>
                <a:gd name="T20" fmla="*/ 74 w 200"/>
                <a:gd name="T21" fmla="*/ 102 h 156"/>
                <a:gd name="T22" fmla="*/ 46 w 200"/>
                <a:gd name="T23" fmla="*/ 116 h 156"/>
                <a:gd name="T24" fmla="*/ 93 w 200"/>
                <a:gd name="T25" fmla="*/ 156 h 156"/>
                <a:gd name="T26" fmla="*/ 107 w 200"/>
                <a:gd name="T27" fmla="*/ 156 h 156"/>
                <a:gd name="T28" fmla="*/ 154 w 200"/>
                <a:gd name="T29" fmla="*/ 116 h 156"/>
                <a:gd name="T30" fmla="*/ 126 w 200"/>
                <a:gd name="T31" fmla="*/ 109 h 156"/>
                <a:gd name="T32" fmla="*/ 98 w 200"/>
                <a:gd name="T33" fmla="*/ 143 h 156"/>
                <a:gd name="T34" fmla="*/ 97 w 200"/>
                <a:gd name="T35" fmla="*/ 134 h 156"/>
                <a:gd name="T36" fmla="*/ 96 w 200"/>
                <a:gd name="T37" fmla="*/ 127 h 156"/>
                <a:gd name="T38" fmla="*/ 35 w 200"/>
                <a:gd name="T39" fmla="*/ 141 h 156"/>
                <a:gd name="T40" fmla="*/ 86 w 200"/>
                <a:gd name="T41" fmla="*/ 144 h 156"/>
                <a:gd name="T42" fmla="*/ 39 w 200"/>
                <a:gd name="T43" fmla="*/ 150 h 156"/>
                <a:gd name="T44" fmla="*/ 108 w 200"/>
                <a:gd name="T45" fmla="*/ 140 h 156"/>
                <a:gd name="T46" fmla="*/ 117 w 200"/>
                <a:gd name="T47" fmla="*/ 143 h 156"/>
                <a:gd name="T48" fmla="*/ 166 w 200"/>
                <a:gd name="T49" fmla="*/ 146 h 156"/>
                <a:gd name="T50" fmla="*/ 65 w 200"/>
                <a:gd name="T51" fmla="*/ 95 h 156"/>
                <a:gd name="T52" fmla="*/ 31 w 200"/>
                <a:gd name="T53" fmla="*/ 69 h 156"/>
                <a:gd name="T54" fmla="*/ 56 w 200"/>
                <a:gd name="T55" fmla="*/ 53 h 156"/>
                <a:gd name="T56" fmla="*/ 32 w 200"/>
                <a:gd name="T57" fmla="*/ 49 h 156"/>
                <a:gd name="T58" fmla="*/ 31 w 200"/>
                <a:gd name="T59" fmla="*/ 49 h 156"/>
                <a:gd name="T60" fmla="*/ 31 w 200"/>
                <a:gd name="T61" fmla="*/ 49 h 156"/>
                <a:gd name="T62" fmla="*/ 30 w 200"/>
                <a:gd name="T63" fmla="*/ 50 h 156"/>
                <a:gd name="T64" fmla="*/ 30 w 200"/>
                <a:gd name="T65" fmla="*/ 50 h 156"/>
                <a:gd name="T66" fmla="*/ 29 w 200"/>
                <a:gd name="T67" fmla="*/ 52 h 156"/>
                <a:gd name="T68" fmla="*/ 38 w 200"/>
                <a:gd name="T69" fmla="*/ 37 h 156"/>
                <a:gd name="T70" fmla="*/ 22 w 200"/>
                <a:gd name="T71" fmla="*/ 47 h 156"/>
                <a:gd name="T72" fmla="*/ 22 w 200"/>
                <a:gd name="T73" fmla="*/ 128 h 156"/>
                <a:gd name="T74" fmla="*/ 26 w 200"/>
                <a:gd name="T75" fmla="*/ 108 h 156"/>
                <a:gd name="T76" fmla="*/ 31 w 200"/>
                <a:gd name="T77" fmla="*/ 105 h 156"/>
                <a:gd name="T78" fmla="*/ 36 w 200"/>
                <a:gd name="T79" fmla="*/ 96 h 156"/>
                <a:gd name="T80" fmla="*/ 13 w 200"/>
                <a:gd name="T81" fmla="*/ 105 h 156"/>
                <a:gd name="T82" fmla="*/ 22 w 200"/>
                <a:gd name="T83" fmla="*/ 134 h 156"/>
                <a:gd name="T84" fmla="*/ 147 w 200"/>
                <a:gd name="T85" fmla="*/ 31 h 156"/>
                <a:gd name="T86" fmla="*/ 171 w 200"/>
                <a:gd name="T87" fmla="*/ 53 h 156"/>
                <a:gd name="T88" fmla="*/ 144 w 200"/>
                <a:gd name="T89" fmla="*/ 49 h 156"/>
                <a:gd name="T90" fmla="*/ 150 w 200"/>
                <a:gd name="T91" fmla="*/ 93 h 156"/>
                <a:gd name="T92" fmla="*/ 168 w 200"/>
                <a:gd name="T93" fmla="*/ 91 h 156"/>
                <a:gd name="T94" fmla="*/ 175 w 200"/>
                <a:gd name="T95" fmla="*/ 28 h 156"/>
                <a:gd name="T96" fmla="*/ 144 w 200"/>
                <a:gd name="T97" fmla="*/ 28 h 156"/>
                <a:gd name="T98" fmla="*/ 187 w 200"/>
                <a:gd name="T99" fmla="*/ 105 h 156"/>
                <a:gd name="T100" fmla="*/ 165 w 200"/>
                <a:gd name="T101" fmla="*/ 96 h 156"/>
                <a:gd name="T102" fmla="*/ 169 w 200"/>
                <a:gd name="T103" fmla="*/ 105 h 156"/>
                <a:gd name="T104" fmla="*/ 174 w 200"/>
                <a:gd name="T105" fmla="*/ 108 h 156"/>
                <a:gd name="T106" fmla="*/ 178 w 200"/>
                <a:gd name="T107" fmla="*/ 128 h 156"/>
                <a:gd name="T108" fmla="*/ 200 w 200"/>
                <a:gd name="T109" fmla="*/ 123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0" h="156">
                  <a:moveTo>
                    <a:pt x="63" y="65"/>
                  </a:moveTo>
                  <a:cubicBezTo>
                    <a:pt x="63" y="76"/>
                    <a:pt x="67" y="87"/>
                    <a:pt x="74" y="95"/>
                  </a:cubicBezTo>
                  <a:cubicBezTo>
                    <a:pt x="81" y="104"/>
                    <a:pt x="90" y="109"/>
                    <a:pt x="100" y="109"/>
                  </a:cubicBezTo>
                  <a:cubicBezTo>
                    <a:pt x="110" y="109"/>
                    <a:pt x="120" y="104"/>
                    <a:pt x="127" y="95"/>
                  </a:cubicBezTo>
                  <a:cubicBezTo>
                    <a:pt x="134" y="87"/>
                    <a:pt x="138" y="76"/>
                    <a:pt x="138" y="65"/>
                  </a:cubicBezTo>
                  <a:cubicBezTo>
                    <a:pt x="138" y="56"/>
                    <a:pt x="138" y="56"/>
                    <a:pt x="138" y="56"/>
                  </a:cubicBezTo>
                  <a:cubicBezTo>
                    <a:pt x="140" y="44"/>
                    <a:pt x="141" y="33"/>
                    <a:pt x="141" y="27"/>
                  </a:cubicBezTo>
                  <a:cubicBezTo>
                    <a:pt x="141" y="18"/>
                    <a:pt x="140" y="12"/>
                    <a:pt x="139" y="10"/>
                  </a:cubicBezTo>
                  <a:cubicBezTo>
                    <a:pt x="139" y="8"/>
                    <a:pt x="137" y="7"/>
                    <a:pt x="136" y="7"/>
                  </a:cubicBezTo>
                  <a:cubicBezTo>
                    <a:pt x="136" y="7"/>
                    <a:pt x="135" y="7"/>
                    <a:pt x="135" y="7"/>
                  </a:cubicBezTo>
                  <a:cubicBezTo>
                    <a:pt x="129" y="8"/>
                    <a:pt x="122" y="7"/>
                    <a:pt x="115" y="5"/>
                  </a:cubicBezTo>
                  <a:cubicBezTo>
                    <a:pt x="103" y="3"/>
                    <a:pt x="89" y="0"/>
                    <a:pt x="78" y="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2" y="7"/>
                    <a:pt x="67" y="10"/>
                    <a:pt x="63" y="14"/>
                  </a:cubicBezTo>
                  <a:cubicBezTo>
                    <a:pt x="60" y="18"/>
                    <a:pt x="58" y="24"/>
                    <a:pt x="58" y="29"/>
                  </a:cubicBezTo>
                  <a:cubicBezTo>
                    <a:pt x="58" y="39"/>
                    <a:pt x="62" y="57"/>
                    <a:pt x="63" y="60"/>
                  </a:cubicBezTo>
                  <a:lnTo>
                    <a:pt x="63" y="65"/>
                  </a:lnTo>
                  <a:close/>
                  <a:moveTo>
                    <a:pt x="122" y="91"/>
                  </a:moveTo>
                  <a:cubicBezTo>
                    <a:pt x="116" y="99"/>
                    <a:pt x="108" y="103"/>
                    <a:pt x="100" y="103"/>
                  </a:cubicBezTo>
                  <a:cubicBezTo>
                    <a:pt x="92" y="103"/>
                    <a:pt x="84" y="99"/>
                    <a:pt x="78" y="91"/>
                  </a:cubicBezTo>
                  <a:cubicBezTo>
                    <a:pt x="72" y="84"/>
                    <a:pt x="69" y="75"/>
                    <a:pt x="69" y="65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9" y="54"/>
                    <a:pt x="74" y="43"/>
                    <a:pt x="76" y="40"/>
                  </a:cubicBezTo>
                  <a:cubicBezTo>
                    <a:pt x="104" y="36"/>
                    <a:pt x="123" y="44"/>
                    <a:pt x="127" y="46"/>
                  </a:cubicBezTo>
                  <a:cubicBezTo>
                    <a:pt x="131" y="56"/>
                    <a:pt x="131" y="56"/>
                    <a:pt x="131" y="56"/>
                  </a:cubicBezTo>
                  <a:cubicBezTo>
                    <a:pt x="131" y="65"/>
                    <a:pt x="131" y="65"/>
                    <a:pt x="131" y="65"/>
                  </a:cubicBezTo>
                  <a:cubicBezTo>
                    <a:pt x="131" y="75"/>
                    <a:pt x="128" y="84"/>
                    <a:pt x="122" y="91"/>
                  </a:cubicBezTo>
                  <a:close/>
                  <a:moveTo>
                    <a:pt x="78" y="14"/>
                  </a:moveTo>
                  <a:cubicBezTo>
                    <a:pt x="78" y="14"/>
                    <a:pt x="78" y="14"/>
                    <a:pt x="79" y="14"/>
                  </a:cubicBezTo>
                  <a:cubicBezTo>
                    <a:pt x="79" y="14"/>
                    <a:pt x="80" y="14"/>
                    <a:pt x="81" y="13"/>
                  </a:cubicBezTo>
                  <a:cubicBezTo>
                    <a:pt x="89" y="7"/>
                    <a:pt x="102" y="9"/>
                    <a:pt x="114" y="11"/>
                  </a:cubicBezTo>
                  <a:cubicBezTo>
                    <a:pt x="120" y="13"/>
                    <a:pt x="126" y="14"/>
                    <a:pt x="132" y="14"/>
                  </a:cubicBezTo>
                  <a:cubicBezTo>
                    <a:pt x="132" y="14"/>
                    <a:pt x="133" y="14"/>
                    <a:pt x="134" y="14"/>
                  </a:cubicBezTo>
                  <a:cubicBezTo>
                    <a:pt x="135" y="19"/>
                    <a:pt x="136" y="31"/>
                    <a:pt x="133" y="45"/>
                  </a:cubicBezTo>
                  <a:cubicBezTo>
                    <a:pt x="133" y="43"/>
                    <a:pt x="133" y="43"/>
                    <a:pt x="133" y="43"/>
                  </a:cubicBezTo>
                  <a:cubicBezTo>
                    <a:pt x="132" y="42"/>
                    <a:pt x="132" y="41"/>
                    <a:pt x="131" y="41"/>
                  </a:cubicBezTo>
                  <a:cubicBezTo>
                    <a:pt x="130" y="41"/>
                    <a:pt x="109" y="29"/>
                    <a:pt x="74" y="33"/>
                  </a:cubicBezTo>
                  <a:cubicBezTo>
                    <a:pt x="73" y="34"/>
                    <a:pt x="72" y="34"/>
                    <a:pt x="71" y="35"/>
                  </a:cubicBezTo>
                  <a:cubicBezTo>
                    <a:pt x="71" y="35"/>
                    <a:pt x="68" y="40"/>
                    <a:pt x="66" y="46"/>
                  </a:cubicBezTo>
                  <a:cubicBezTo>
                    <a:pt x="65" y="40"/>
                    <a:pt x="64" y="34"/>
                    <a:pt x="64" y="29"/>
                  </a:cubicBezTo>
                  <a:cubicBezTo>
                    <a:pt x="64" y="19"/>
                    <a:pt x="71" y="14"/>
                    <a:pt x="78" y="14"/>
                  </a:cubicBezTo>
                  <a:close/>
                  <a:moveTo>
                    <a:pt x="78" y="14"/>
                  </a:moveTo>
                  <a:cubicBezTo>
                    <a:pt x="78" y="14"/>
                    <a:pt x="78" y="14"/>
                    <a:pt x="78" y="14"/>
                  </a:cubicBezTo>
                  <a:moveTo>
                    <a:pt x="154" y="116"/>
                  </a:moveTo>
                  <a:cubicBezTo>
                    <a:pt x="154" y="116"/>
                    <a:pt x="154" y="116"/>
                    <a:pt x="154" y="116"/>
                  </a:cubicBezTo>
                  <a:cubicBezTo>
                    <a:pt x="135" y="112"/>
                    <a:pt x="135" y="112"/>
                    <a:pt x="135" y="112"/>
                  </a:cubicBezTo>
                  <a:cubicBezTo>
                    <a:pt x="130" y="105"/>
                    <a:pt x="130" y="105"/>
                    <a:pt x="130" y="105"/>
                  </a:cubicBezTo>
                  <a:cubicBezTo>
                    <a:pt x="130" y="104"/>
                    <a:pt x="130" y="104"/>
                    <a:pt x="130" y="104"/>
                  </a:cubicBezTo>
                  <a:cubicBezTo>
                    <a:pt x="129" y="103"/>
                    <a:pt x="128" y="102"/>
                    <a:pt x="126" y="102"/>
                  </a:cubicBezTo>
                  <a:cubicBezTo>
                    <a:pt x="125" y="102"/>
                    <a:pt x="123" y="102"/>
                    <a:pt x="122" y="103"/>
                  </a:cubicBezTo>
                  <a:cubicBezTo>
                    <a:pt x="122" y="103"/>
                    <a:pt x="122" y="103"/>
                    <a:pt x="122" y="103"/>
                  </a:cubicBezTo>
                  <a:cubicBezTo>
                    <a:pt x="100" y="122"/>
                    <a:pt x="100" y="122"/>
                    <a:pt x="100" y="122"/>
                  </a:cubicBezTo>
                  <a:cubicBezTo>
                    <a:pt x="78" y="103"/>
                    <a:pt x="78" y="103"/>
                    <a:pt x="78" y="103"/>
                  </a:cubicBezTo>
                  <a:cubicBezTo>
                    <a:pt x="78" y="103"/>
                    <a:pt x="78" y="103"/>
                    <a:pt x="78" y="103"/>
                  </a:cubicBezTo>
                  <a:cubicBezTo>
                    <a:pt x="77" y="102"/>
                    <a:pt x="75" y="102"/>
                    <a:pt x="74" y="102"/>
                  </a:cubicBezTo>
                  <a:cubicBezTo>
                    <a:pt x="72" y="102"/>
                    <a:pt x="71" y="103"/>
                    <a:pt x="70" y="104"/>
                  </a:cubicBezTo>
                  <a:cubicBezTo>
                    <a:pt x="70" y="104"/>
                    <a:pt x="70" y="104"/>
                    <a:pt x="70" y="105"/>
                  </a:cubicBezTo>
                  <a:cubicBezTo>
                    <a:pt x="65" y="112"/>
                    <a:pt x="65" y="112"/>
                    <a:pt x="65" y="112"/>
                  </a:cubicBezTo>
                  <a:cubicBezTo>
                    <a:pt x="46" y="116"/>
                    <a:pt x="46" y="116"/>
                    <a:pt x="46" y="116"/>
                  </a:cubicBezTo>
                  <a:cubicBezTo>
                    <a:pt x="46" y="116"/>
                    <a:pt x="46" y="116"/>
                    <a:pt x="46" y="116"/>
                  </a:cubicBezTo>
                  <a:cubicBezTo>
                    <a:pt x="41" y="117"/>
                    <a:pt x="36" y="121"/>
                    <a:pt x="33" y="126"/>
                  </a:cubicBezTo>
                  <a:cubicBezTo>
                    <a:pt x="30" y="130"/>
                    <a:pt x="28" y="135"/>
                    <a:pt x="28" y="141"/>
                  </a:cubicBezTo>
                  <a:cubicBezTo>
                    <a:pt x="28" y="146"/>
                    <a:pt x="28" y="146"/>
                    <a:pt x="28" y="146"/>
                  </a:cubicBezTo>
                  <a:cubicBezTo>
                    <a:pt x="28" y="152"/>
                    <a:pt x="33" y="156"/>
                    <a:pt x="39" y="156"/>
                  </a:cubicBezTo>
                  <a:cubicBezTo>
                    <a:pt x="93" y="156"/>
                    <a:pt x="93" y="156"/>
                    <a:pt x="93" y="156"/>
                  </a:cubicBezTo>
                  <a:cubicBezTo>
                    <a:pt x="93" y="156"/>
                    <a:pt x="93" y="156"/>
                    <a:pt x="93" y="156"/>
                  </a:cubicBezTo>
                  <a:cubicBezTo>
                    <a:pt x="93" y="156"/>
                    <a:pt x="93" y="156"/>
                    <a:pt x="93" y="156"/>
                  </a:cubicBezTo>
                  <a:cubicBezTo>
                    <a:pt x="107" y="156"/>
                    <a:pt x="107" y="156"/>
                    <a:pt x="107" y="156"/>
                  </a:cubicBezTo>
                  <a:cubicBezTo>
                    <a:pt x="107" y="156"/>
                    <a:pt x="107" y="156"/>
                    <a:pt x="107" y="156"/>
                  </a:cubicBezTo>
                  <a:cubicBezTo>
                    <a:pt x="107" y="156"/>
                    <a:pt x="107" y="156"/>
                    <a:pt x="107" y="156"/>
                  </a:cubicBezTo>
                  <a:cubicBezTo>
                    <a:pt x="162" y="156"/>
                    <a:pt x="162" y="156"/>
                    <a:pt x="162" y="156"/>
                  </a:cubicBezTo>
                  <a:cubicBezTo>
                    <a:pt x="167" y="156"/>
                    <a:pt x="172" y="152"/>
                    <a:pt x="172" y="146"/>
                  </a:cubicBezTo>
                  <a:cubicBezTo>
                    <a:pt x="172" y="141"/>
                    <a:pt x="172" y="141"/>
                    <a:pt x="172" y="141"/>
                  </a:cubicBezTo>
                  <a:cubicBezTo>
                    <a:pt x="172" y="135"/>
                    <a:pt x="170" y="130"/>
                    <a:pt x="167" y="126"/>
                  </a:cubicBezTo>
                  <a:cubicBezTo>
                    <a:pt x="164" y="121"/>
                    <a:pt x="159" y="117"/>
                    <a:pt x="154" y="116"/>
                  </a:cubicBezTo>
                  <a:close/>
                  <a:moveTo>
                    <a:pt x="126" y="109"/>
                  </a:moveTo>
                  <a:cubicBezTo>
                    <a:pt x="130" y="115"/>
                    <a:pt x="130" y="115"/>
                    <a:pt x="130" y="115"/>
                  </a:cubicBezTo>
                  <a:cubicBezTo>
                    <a:pt x="114" y="136"/>
                    <a:pt x="114" y="136"/>
                    <a:pt x="114" y="136"/>
                  </a:cubicBezTo>
                  <a:cubicBezTo>
                    <a:pt x="105" y="127"/>
                    <a:pt x="105" y="127"/>
                    <a:pt x="105" y="127"/>
                  </a:cubicBezTo>
                  <a:lnTo>
                    <a:pt x="126" y="109"/>
                  </a:lnTo>
                  <a:close/>
                  <a:moveTo>
                    <a:pt x="98" y="143"/>
                  </a:moveTo>
                  <a:cubicBezTo>
                    <a:pt x="102" y="143"/>
                    <a:pt x="102" y="143"/>
                    <a:pt x="102" y="143"/>
                  </a:cubicBezTo>
                  <a:cubicBezTo>
                    <a:pt x="103" y="150"/>
                    <a:pt x="103" y="150"/>
                    <a:pt x="103" y="150"/>
                  </a:cubicBezTo>
                  <a:cubicBezTo>
                    <a:pt x="97" y="150"/>
                    <a:pt x="97" y="150"/>
                    <a:pt x="97" y="150"/>
                  </a:cubicBezTo>
                  <a:lnTo>
                    <a:pt x="98" y="143"/>
                  </a:lnTo>
                  <a:close/>
                  <a:moveTo>
                    <a:pt x="103" y="135"/>
                  </a:moveTo>
                  <a:cubicBezTo>
                    <a:pt x="103" y="136"/>
                    <a:pt x="103" y="137"/>
                    <a:pt x="102" y="137"/>
                  </a:cubicBezTo>
                  <a:cubicBezTo>
                    <a:pt x="98" y="137"/>
                    <a:pt x="98" y="137"/>
                    <a:pt x="98" y="137"/>
                  </a:cubicBezTo>
                  <a:cubicBezTo>
                    <a:pt x="98" y="137"/>
                    <a:pt x="97" y="136"/>
                    <a:pt x="97" y="135"/>
                  </a:cubicBezTo>
                  <a:cubicBezTo>
                    <a:pt x="97" y="134"/>
                    <a:pt x="97" y="134"/>
                    <a:pt x="97" y="134"/>
                  </a:cubicBezTo>
                  <a:cubicBezTo>
                    <a:pt x="100" y="131"/>
                    <a:pt x="100" y="131"/>
                    <a:pt x="100" y="131"/>
                  </a:cubicBezTo>
                  <a:cubicBezTo>
                    <a:pt x="103" y="134"/>
                    <a:pt x="103" y="134"/>
                    <a:pt x="103" y="134"/>
                  </a:cubicBezTo>
                  <a:lnTo>
                    <a:pt x="103" y="135"/>
                  </a:lnTo>
                  <a:close/>
                  <a:moveTo>
                    <a:pt x="75" y="109"/>
                  </a:moveTo>
                  <a:cubicBezTo>
                    <a:pt x="96" y="127"/>
                    <a:pt x="96" y="127"/>
                    <a:pt x="96" y="127"/>
                  </a:cubicBezTo>
                  <a:cubicBezTo>
                    <a:pt x="86" y="136"/>
                    <a:pt x="86" y="136"/>
                    <a:pt x="86" y="136"/>
                  </a:cubicBezTo>
                  <a:cubicBezTo>
                    <a:pt x="71" y="115"/>
                    <a:pt x="71" y="115"/>
                    <a:pt x="71" y="115"/>
                  </a:cubicBezTo>
                  <a:lnTo>
                    <a:pt x="75" y="109"/>
                  </a:lnTo>
                  <a:close/>
                  <a:moveTo>
                    <a:pt x="35" y="146"/>
                  </a:moveTo>
                  <a:cubicBezTo>
                    <a:pt x="35" y="141"/>
                    <a:pt x="35" y="141"/>
                    <a:pt x="35" y="141"/>
                  </a:cubicBezTo>
                  <a:cubicBezTo>
                    <a:pt x="35" y="133"/>
                    <a:pt x="39" y="124"/>
                    <a:pt x="48" y="122"/>
                  </a:cubicBezTo>
                  <a:cubicBezTo>
                    <a:pt x="66" y="118"/>
                    <a:pt x="66" y="118"/>
                    <a:pt x="66" y="118"/>
                  </a:cubicBezTo>
                  <a:cubicBezTo>
                    <a:pt x="83" y="143"/>
                    <a:pt x="83" y="143"/>
                    <a:pt x="83" y="143"/>
                  </a:cubicBezTo>
                  <a:cubicBezTo>
                    <a:pt x="84" y="143"/>
                    <a:pt x="85" y="144"/>
                    <a:pt x="86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7" y="144"/>
                    <a:pt x="88" y="144"/>
                    <a:pt x="88" y="143"/>
                  </a:cubicBezTo>
                  <a:cubicBezTo>
                    <a:pt x="92" y="139"/>
                    <a:pt x="92" y="139"/>
                    <a:pt x="92" y="139"/>
                  </a:cubicBezTo>
                  <a:cubicBezTo>
                    <a:pt x="92" y="140"/>
                    <a:pt x="92" y="140"/>
                    <a:pt x="92" y="140"/>
                  </a:cubicBezTo>
                  <a:cubicBezTo>
                    <a:pt x="90" y="150"/>
                    <a:pt x="90" y="150"/>
                    <a:pt x="90" y="150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6" y="150"/>
                    <a:pt x="35" y="148"/>
                    <a:pt x="35" y="146"/>
                  </a:cubicBezTo>
                  <a:close/>
                  <a:moveTo>
                    <a:pt x="166" y="146"/>
                  </a:moveTo>
                  <a:cubicBezTo>
                    <a:pt x="166" y="148"/>
                    <a:pt x="164" y="150"/>
                    <a:pt x="162" y="150"/>
                  </a:cubicBezTo>
                  <a:cubicBezTo>
                    <a:pt x="110" y="150"/>
                    <a:pt x="110" y="150"/>
                    <a:pt x="110" y="150"/>
                  </a:cubicBezTo>
                  <a:cubicBezTo>
                    <a:pt x="108" y="140"/>
                    <a:pt x="108" y="140"/>
                    <a:pt x="108" y="140"/>
                  </a:cubicBezTo>
                  <a:cubicBezTo>
                    <a:pt x="108" y="140"/>
                    <a:pt x="108" y="140"/>
                    <a:pt x="109" y="139"/>
                  </a:cubicBezTo>
                  <a:cubicBezTo>
                    <a:pt x="112" y="143"/>
                    <a:pt x="112" y="143"/>
                    <a:pt x="112" y="143"/>
                  </a:cubicBezTo>
                  <a:cubicBezTo>
                    <a:pt x="113" y="144"/>
                    <a:pt x="114" y="144"/>
                    <a:pt x="114" y="144"/>
                  </a:cubicBezTo>
                  <a:cubicBezTo>
                    <a:pt x="114" y="144"/>
                    <a:pt x="115" y="144"/>
                    <a:pt x="115" y="144"/>
                  </a:cubicBezTo>
                  <a:cubicBezTo>
                    <a:pt x="116" y="144"/>
                    <a:pt x="116" y="143"/>
                    <a:pt x="117" y="143"/>
                  </a:cubicBezTo>
                  <a:cubicBezTo>
                    <a:pt x="135" y="118"/>
                    <a:pt x="135" y="118"/>
                    <a:pt x="135" y="118"/>
                  </a:cubicBezTo>
                  <a:cubicBezTo>
                    <a:pt x="152" y="122"/>
                    <a:pt x="152" y="122"/>
                    <a:pt x="152" y="122"/>
                  </a:cubicBezTo>
                  <a:cubicBezTo>
                    <a:pt x="161" y="124"/>
                    <a:pt x="166" y="133"/>
                    <a:pt x="166" y="141"/>
                  </a:cubicBezTo>
                  <a:lnTo>
                    <a:pt x="166" y="146"/>
                  </a:lnTo>
                  <a:close/>
                  <a:moveTo>
                    <a:pt x="166" y="146"/>
                  </a:moveTo>
                  <a:cubicBezTo>
                    <a:pt x="166" y="146"/>
                    <a:pt x="166" y="146"/>
                    <a:pt x="166" y="146"/>
                  </a:cubicBezTo>
                  <a:moveTo>
                    <a:pt x="25" y="71"/>
                  </a:moveTo>
                  <a:cubicBezTo>
                    <a:pt x="25" y="79"/>
                    <a:pt x="28" y="86"/>
                    <a:pt x="32" y="91"/>
                  </a:cubicBezTo>
                  <a:cubicBezTo>
                    <a:pt x="37" y="97"/>
                    <a:pt x="44" y="100"/>
                    <a:pt x="50" y="100"/>
                  </a:cubicBezTo>
                  <a:cubicBezTo>
                    <a:pt x="55" y="100"/>
                    <a:pt x="60" y="98"/>
                    <a:pt x="65" y="95"/>
                  </a:cubicBezTo>
                  <a:cubicBezTo>
                    <a:pt x="66" y="94"/>
                    <a:pt x="66" y="92"/>
                    <a:pt x="65" y="90"/>
                  </a:cubicBezTo>
                  <a:cubicBezTo>
                    <a:pt x="64" y="89"/>
                    <a:pt x="62" y="89"/>
                    <a:pt x="61" y="90"/>
                  </a:cubicBezTo>
                  <a:cubicBezTo>
                    <a:pt x="58" y="92"/>
                    <a:pt x="54" y="93"/>
                    <a:pt x="50" y="93"/>
                  </a:cubicBezTo>
                  <a:cubicBezTo>
                    <a:pt x="40" y="93"/>
                    <a:pt x="31" y="83"/>
                    <a:pt x="31" y="71"/>
                  </a:cubicBezTo>
                  <a:cubicBezTo>
                    <a:pt x="31" y="69"/>
                    <a:pt x="31" y="69"/>
                    <a:pt x="31" y="69"/>
                  </a:cubicBezTo>
                  <a:cubicBezTo>
                    <a:pt x="31" y="64"/>
                    <a:pt x="34" y="58"/>
                    <a:pt x="35" y="55"/>
                  </a:cubicBezTo>
                  <a:cubicBezTo>
                    <a:pt x="41" y="54"/>
                    <a:pt x="47" y="55"/>
                    <a:pt x="52" y="56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55" y="56"/>
                    <a:pt x="56" y="55"/>
                    <a:pt x="56" y="53"/>
                  </a:cubicBezTo>
                  <a:cubicBezTo>
                    <a:pt x="57" y="51"/>
                    <a:pt x="55" y="50"/>
                    <a:pt x="54" y="50"/>
                  </a:cubicBezTo>
                  <a:cubicBezTo>
                    <a:pt x="53" y="50"/>
                    <a:pt x="53" y="50"/>
                    <a:pt x="53" y="50"/>
                  </a:cubicBezTo>
                  <a:cubicBezTo>
                    <a:pt x="47" y="49"/>
                    <a:pt x="40" y="48"/>
                    <a:pt x="32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9"/>
                    <a:pt x="32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49"/>
                    <a:pt x="30" y="49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29" y="50"/>
                    <a:pt x="29" y="51"/>
                    <a:pt x="29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9" y="51"/>
                    <a:pt x="29" y="51"/>
                    <a:pt x="29" y="52"/>
                  </a:cubicBezTo>
                  <a:cubicBezTo>
                    <a:pt x="29" y="50"/>
                    <a:pt x="28" y="48"/>
                    <a:pt x="28" y="47"/>
                  </a:cubicBezTo>
                  <a:cubicBezTo>
                    <a:pt x="28" y="40"/>
                    <a:pt x="32" y="37"/>
                    <a:pt x="35" y="37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35" y="37"/>
                    <a:pt x="36" y="37"/>
                    <a:pt x="36" y="37"/>
                  </a:cubicBezTo>
                  <a:cubicBezTo>
                    <a:pt x="36" y="37"/>
                    <a:pt x="37" y="37"/>
                    <a:pt x="38" y="37"/>
                  </a:cubicBezTo>
                  <a:cubicBezTo>
                    <a:pt x="41" y="34"/>
                    <a:pt x="44" y="34"/>
                    <a:pt x="50" y="34"/>
                  </a:cubicBezTo>
                  <a:cubicBezTo>
                    <a:pt x="52" y="34"/>
                    <a:pt x="53" y="33"/>
                    <a:pt x="53" y="31"/>
                  </a:cubicBezTo>
                  <a:cubicBezTo>
                    <a:pt x="53" y="30"/>
                    <a:pt x="52" y="28"/>
                    <a:pt x="50" y="28"/>
                  </a:cubicBezTo>
                  <a:cubicBezTo>
                    <a:pt x="46" y="27"/>
                    <a:pt x="40" y="27"/>
                    <a:pt x="35" y="31"/>
                  </a:cubicBezTo>
                  <a:cubicBezTo>
                    <a:pt x="27" y="31"/>
                    <a:pt x="22" y="38"/>
                    <a:pt x="22" y="47"/>
                  </a:cubicBezTo>
                  <a:cubicBezTo>
                    <a:pt x="22" y="54"/>
                    <a:pt x="25" y="66"/>
                    <a:pt x="25" y="68"/>
                  </a:cubicBezTo>
                  <a:lnTo>
                    <a:pt x="25" y="71"/>
                  </a:lnTo>
                  <a:close/>
                  <a:moveTo>
                    <a:pt x="25" y="71"/>
                  </a:moveTo>
                  <a:cubicBezTo>
                    <a:pt x="25" y="71"/>
                    <a:pt x="25" y="71"/>
                    <a:pt x="25" y="71"/>
                  </a:cubicBezTo>
                  <a:moveTo>
                    <a:pt x="22" y="128"/>
                  </a:moveTo>
                  <a:cubicBezTo>
                    <a:pt x="8" y="128"/>
                    <a:pt x="8" y="128"/>
                    <a:pt x="8" y="128"/>
                  </a:cubicBezTo>
                  <a:cubicBezTo>
                    <a:pt x="7" y="128"/>
                    <a:pt x="6" y="127"/>
                    <a:pt x="6" y="127"/>
                  </a:cubicBezTo>
                  <a:cubicBezTo>
                    <a:pt x="6" y="123"/>
                    <a:pt x="6" y="123"/>
                    <a:pt x="6" y="123"/>
                  </a:cubicBezTo>
                  <a:cubicBezTo>
                    <a:pt x="6" y="118"/>
                    <a:pt x="9" y="112"/>
                    <a:pt x="15" y="111"/>
                  </a:cubicBezTo>
                  <a:cubicBezTo>
                    <a:pt x="26" y="108"/>
                    <a:pt x="26" y="108"/>
                    <a:pt x="26" y="108"/>
                  </a:cubicBezTo>
                  <a:cubicBezTo>
                    <a:pt x="32" y="117"/>
                    <a:pt x="32" y="117"/>
                    <a:pt x="32" y="117"/>
                  </a:cubicBezTo>
                  <a:cubicBezTo>
                    <a:pt x="33" y="118"/>
                    <a:pt x="34" y="118"/>
                    <a:pt x="35" y="118"/>
                  </a:cubicBezTo>
                  <a:cubicBezTo>
                    <a:pt x="35" y="118"/>
                    <a:pt x="36" y="118"/>
                    <a:pt x="36" y="118"/>
                  </a:cubicBezTo>
                  <a:cubicBezTo>
                    <a:pt x="38" y="117"/>
                    <a:pt x="38" y="115"/>
                    <a:pt x="37" y="113"/>
                  </a:cubicBezTo>
                  <a:cubicBezTo>
                    <a:pt x="31" y="105"/>
                    <a:pt x="31" y="105"/>
                    <a:pt x="31" y="105"/>
                  </a:cubicBezTo>
                  <a:cubicBezTo>
                    <a:pt x="33" y="102"/>
                    <a:pt x="33" y="102"/>
                    <a:pt x="33" y="102"/>
                  </a:cubicBezTo>
                  <a:cubicBezTo>
                    <a:pt x="45" y="111"/>
                    <a:pt x="45" y="111"/>
                    <a:pt x="45" y="111"/>
                  </a:cubicBezTo>
                  <a:cubicBezTo>
                    <a:pt x="47" y="112"/>
                    <a:pt x="48" y="112"/>
                    <a:pt x="50" y="111"/>
                  </a:cubicBezTo>
                  <a:cubicBezTo>
                    <a:pt x="51" y="109"/>
                    <a:pt x="50" y="107"/>
                    <a:pt x="49" y="10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3" y="95"/>
                    <a:pt x="32" y="95"/>
                  </a:cubicBezTo>
                  <a:cubicBezTo>
                    <a:pt x="31" y="96"/>
                    <a:pt x="30" y="96"/>
                    <a:pt x="29" y="97"/>
                  </a:cubicBezTo>
                  <a:cubicBezTo>
                    <a:pt x="29" y="97"/>
                    <a:pt x="29" y="97"/>
                    <a:pt x="29" y="97"/>
                  </a:cubicBezTo>
                  <a:cubicBezTo>
                    <a:pt x="26" y="102"/>
                    <a:pt x="26" y="102"/>
                    <a:pt x="26" y="102"/>
                  </a:cubicBezTo>
                  <a:cubicBezTo>
                    <a:pt x="13" y="105"/>
                    <a:pt x="13" y="105"/>
                    <a:pt x="13" y="105"/>
                  </a:cubicBezTo>
                  <a:cubicBezTo>
                    <a:pt x="13" y="105"/>
                    <a:pt x="13" y="105"/>
                    <a:pt x="13" y="105"/>
                  </a:cubicBezTo>
                  <a:cubicBezTo>
                    <a:pt x="5" y="107"/>
                    <a:pt x="0" y="116"/>
                    <a:pt x="0" y="123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31"/>
                    <a:pt x="4" y="134"/>
                    <a:pt x="8" y="134"/>
                  </a:cubicBezTo>
                  <a:cubicBezTo>
                    <a:pt x="22" y="134"/>
                    <a:pt x="22" y="134"/>
                    <a:pt x="22" y="134"/>
                  </a:cubicBezTo>
                  <a:cubicBezTo>
                    <a:pt x="24" y="134"/>
                    <a:pt x="25" y="133"/>
                    <a:pt x="25" y="131"/>
                  </a:cubicBezTo>
                  <a:cubicBezTo>
                    <a:pt x="25" y="129"/>
                    <a:pt x="24" y="128"/>
                    <a:pt x="22" y="128"/>
                  </a:cubicBezTo>
                  <a:close/>
                  <a:moveTo>
                    <a:pt x="22" y="128"/>
                  </a:moveTo>
                  <a:cubicBezTo>
                    <a:pt x="22" y="128"/>
                    <a:pt x="22" y="128"/>
                    <a:pt x="22" y="128"/>
                  </a:cubicBezTo>
                  <a:moveTo>
                    <a:pt x="147" y="31"/>
                  </a:moveTo>
                  <a:cubicBezTo>
                    <a:pt x="152" y="31"/>
                    <a:pt x="157" y="32"/>
                    <a:pt x="162" y="33"/>
                  </a:cubicBezTo>
                  <a:cubicBezTo>
                    <a:pt x="165" y="33"/>
                    <a:pt x="169" y="34"/>
                    <a:pt x="172" y="34"/>
                  </a:cubicBezTo>
                  <a:cubicBezTo>
                    <a:pt x="172" y="41"/>
                    <a:pt x="171" y="48"/>
                    <a:pt x="171" y="53"/>
                  </a:cubicBezTo>
                  <a:cubicBezTo>
                    <a:pt x="171" y="53"/>
                    <a:pt x="171" y="53"/>
                    <a:pt x="171" y="53"/>
                  </a:cubicBezTo>
                  <a:cubicBezTo>
                    <a:pt x="171" y="53"/>
                    <a:pt x="171" y="53"/>
                    <a:pt x="171" y="53"/>
                  </a:cubicBezTo>
                  <a:cubicBezTo>
                    <a:pt x="171" y="53"/>
                    <a:pt x="171" y="53"/>
                    <a:pt x="171" y="53"/>
                  </a:cubicBezTo>
                  <a:cubicBezTo>
                    <a:pt x="170" y="53"/>
                    <a:pt x="170" y="53"/>
                    <a:pt x="170" y="53"/>
                  </a:cubicBezTo>
                  <a:cubicBezTo>
                    <a:pt x="170" y="53"/>
                    <a:pt x="170" y="53"/>
                    <a:pt x="170" y="53"/>
                  </a:cubicBezTo>
                  <a:cubicBezTo>
                    <a:pt x="164" y="49"/>
                    <a:pt x="157" y="47"/>
                    <a:pt x="147" y="46"/>
                  </a:cubicBezTo>
                  <a:cubicBezTo>
                    <a:pt x="146" y="46"/>
                    <a:pt x="144" y="48"/>
                    <a:pt x="144" y="49"/>
                  </a:cubicBezTo>
                  <a:cubicBezTo>
                    <a:pt x="144" y="51"/>
                    <a:pt x="145" y="53"/>
                    <a:pt x="147" y="53"/>
                  </a:cubicBezTo>
                  <a:cubicBezTo>
                    <a:pt x="155" y="53"/>
                    <a:pt x="161" y="55"/>
                    <a:pt x="166" y="58"/>
                  </a:cubicBezTo>
                  <a:cubicBezTo>
                    <a:pt x="167" y="60"/>
                    <a:pt x="169" y="64"/>
                    <a:pt x="169" y="69"/>
                  </a:cubicBezTo>
                  <a:cubicBezTo>
                    <a:pt x="169" y="71"/>
                    <a:pt x="169" y="71"/>
                    <a:pt x="169" y="71"/>
                  </a:cubicBezTo>
                  <a:cubicBezTo>
                    <a:pt x="169" y="83"/>
                    <a:pt x="160" y="93"/>
                    <a:pt x="150" y="93"/>
                  </a:cubicBezTo>
                  <a:cubicBezTo>
                    <a:pt x="146" y="93"/>
                    <a:pt x="143" y="92"/>
                    <a:pt x="140" y="90"/>
                  </a:cubicBezTo>
                  <a:cubicBezTo>
                    <a:pt x="138" y="89"/>
                    <a:pt x="136" y="89"/>
                    <a:pt x="135" y="90"/>
                  </a:cubicBezTo>
                  <a:cubicBezTo>
                    <a:pt x="134" y="92"/>
                    <a:pt x="134" y="94"/>
                    <a:pt x="136" y="95"/>
                  </a:cubicBezTo>
                  <a:cubicBezTo>
                    <a:pt x="140" y="98"/>
                    <a:pt x="145" y="100"/>
                    <a:pt x="150" y="100"/>
                  </a:cubicBezTo>
                  <a:cubicBezTo>
                    <a:pt x="157" y="100"/>
                    <a:pt x="163" y="97"/>
                    <a:pt x="168" y="91"/>
                  </a:cubicBezTo>
                  <a:cubicBezTo>
                    <a:pt x="172" y="86"/>
                    <a:pt x="175" y="79"/>
                    <a:pt x="175" y="71"/>
                  </a:cubicBezTo>
                  <a:cubicBezTo>
                    <a:pt x="175" y="68"/>
                    <a:pt x="175" y="68"/>
                    <a:pt x="175" y="68"/>
                  </a:cubicBezTo>
                  <a:cubicBezTo>
                    <a:pt x="176" y="65"/>
                    <a:pt x="178" y="51"/>
                    <a:pt x="178" y="32"/>
                  </a:cubicBezTo>
                  <a:cubicBezTo>
                    <a:pt x="178" y="31"/>
                    <a:pt x="178" y="31"/>
                    <a:pt x="178" y="31"/>
                  </a:cubicBezTo>
                  <a:cubicBezTo>
                    <a:pt x="178" y="29"/>
                    <a:pt x="177" y="28"/>
                    <a:pt x="175" y="28"/>
                  </a:cubicBezTo>
                  <a:cubicBezTo>
                    <a:pt x="175" y="28"/>
                    <a:pt x="175" y="28"/>
                    <a:pt x="175" y="28"/>
                  </a:cubicBezTo>
                  <a:cubicBezTo>
                    <a:pt x="175" y="28"/>
                    <a:pt x="175" y="28"/>
                    <a:pt x="175" y="28"/>
                  </a:cubicBezTo>
                  <a:cubicBezTo>
                    <a:pt x="172" y="28"/>
                    <a:pt x="167" y="27"/>
                    <a:pt x="163" y="26"/>
                  </a:cubicBezTo>
                  <a:cubicBezTo>
                    <a:pt x="158" y="26"/>
                    <a:pt x="152" y="25"/>
                    <a:pt x="147" y="25"/>
                  </a:cubicBezTo>
                  <a:cubicBezTo>
                    <a:pt x="145" y="25"/>
                    <a:pt x="144" y="26"/>
                    <a:pt x="144" y="28"/>
                  </a:cubicBezTo>
                  <a:cubicBezTo>
                    <a:pt x="144" y="29"/>
                    <a:pt x="145" y="31"/>
                    <a:pt x="147" y="31"/>
                  </a:cubicBezTo>
                  <a:close/>
                  <a:moveTo>
                    <a:pt x="147" y="31"/>
                  </a:moveTo>
                  <a:cubicBezTo>
                    <a:pt x="147" y="31"/>
                    <a:pt x="147" y="31"/>
                    <a:pt x="147" y="31"/>
                  </a:cubicBezTo>
                  <a:moveTo>
                    <a:pt x="187" y="105"/>
                  </a:moveTo>
                  <a:cubicBezTo>
                    <a:pt x="187" y="105"/>
                    <a:pt x="187" y="105"/>
                    <a:pt x="187" y="105"/>
                  </a:cubicBezTo>
                  <a:cubicBezTo>
                    <a:pt x="175" y="102"/>
                    <a:pt x="175" y="102"/>
                    <a:pt x="175" y="102"/>
                  </a:cubicBezTo>
                  <a:cubicBezTo>
                    <a:pt x="172" y="97"/>
                    <a:pt x="172" y="97"/>
                    <a:pt x="172" y="97"/>
                  </a:cubicBezTo>
                  <a:cubicBezTo>
                    <a:pt x="172" y="97"/>
                    <a:pt x="172" y="97"/>
                    <a:pt x="172" y="97"/>
                  </a:cubicBezTo>
                  <a:cubicBezTo>
                    <a:pt x="171" y="96"/>
                    <a:pt x="170" y="96"/>
                    <a:pt x="168" y="95"/>
                  </a:cubicBezTo>
                  <a:cubicBezTo>
                    <a:pt x="167" y="95"/>
                    <a:pt x="166" y="96"/>
                    <a:pt x="165" y="96"/>
                  </a:cubicBezTo>
                  <a:cubicBezTo>
                    <a:pt x="151" y="106"/>
                    <a:pt x="151" y="106"/>
                    <a:pt x="151" y="106"/>
                  </a:cubicBezTo>
                  <a:cubicBezTo>
                    <a:pt x="150" y="107"/>
                    <a:pt x="150" y="109"/>
                    <a:pt x="151" y="111"/>
                  </a:cubicBezTo>
                  <a:cubicBezTo>
                    <a:pt x="152" y="112"/>
                    <a:pt x="154" y="112"/>
                    <a:pt x="155" y="111"/>
                  </a:cubicBezTo>
                  <a:cubicBezTo>
                    <a:pt x="167" y="102"/>
                    <a:pt x="167" y="102"/>
                    <a:pt x="167" y="102"/>
                  </a:cubicBezTo>
                  <a:cubicBezTo>
                    <a:pt x="169" y="105"/>
                    <a:pt x="169" y="105"/>
                    <a:pt x="169" y="105"/>
                  </a:cubicBezTo>
                  <a:cubicBezTo>
                    <a:pt x="163" y="113"/>
                    <a:pt x="163" y="113"/>
                    <a:pt x="163" y="113"/>
                  </a:cubicBezTo>
                  <a:cubicBezTo>
                    <a:pt x="162" y="115"/>
                    <a:pt x="163" y="117"/>
                    <a:pt x="164" y="118"/>
                  </a:cubicBezTo>
                  <a:cubicBezTo>
                    <a:pt x="165" y="118"/>
                    <a:pt x="165" y="118"/>
                    <a:pt x="166" y="118"/>
                  </a:cubicBezTo>
                  <a:cubicBezTo>
                    <a:pt x="167" y="118"/>
                    <a:pt x="168" y="118"/>
                    <a:pt x="168" y="117"/>
                  </a:cubicBezTo>
                  <a:cubicBezTo>
                    <a:pt x="174" y="108"/>
                    <a:pt x="174" y="108"/>
                    <a:pt x="174" y="108"/>
                  </a:cubicBezTo>
                  <a:cubicBezTo>
                    <a:pt x="186" y="111"/>
                    <a:pt x="186" y="111"/>
                    <a:pt x="186" y="111"/>
                  </a:cubicBezTo>
                  <a:cubicBezTo>
                    <a:pt x="191" y="112"/>
                    <a:pt x="194" y="118"/>
                    <a:pt x="194" y="123"/>
                  </a:cubicBezTo>
                  <a:cubicBezTo>
                    <a:pt x="194" y="127"/>
                    <a:pt x="194" y="127"/>
                    <a:pt x="194" y="127"/>
                  </a:cubicBezTo>
                  <a:cubicBezTo>
                    <a:pt x="194" y="127"/>
                    <a:pt x="193" y="128"/>
                    <a:pt x="192" y="128"/>
                  </a:cubicBezTo>
                  <a:cubicBezTo>
                    <a:pt x="178" y="128"/>
                    <a:pt x="178" y="128"/>
                    <a:pt x="178" y="128"/>
                  </a:cubicBezTo>
                  <a:cubicBezTo>
                    <a:pt x="177" y="128"/>
                    <a:pt x="175" y="129"/>
                    <a:pt x="175" y="131"/>
                  </a:cubicBezTo>
                  <a:cubicBezTo>
                    <a:pt x="175" y="133"/>
                    <a:pt x="177" y="134"/>
                    <a:pt x="178" y="134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197" y="134"/>
                    <a:pt x="200" y="131"/>
                    <a:pt x="200" y="127"/>
                  </a:cubicBezTo>
                  <a:cubicBezTo>
                    <a:pt x="200" y="123"/>
                    <a:pt x="200" y="123"/>
                    <a:pt x="200" y="123"/>
                  </a:cubicBezTo>
                  <a:cubicBezTo>
                    <a:pt x="200" y="116"/>
                    <a:pt x="196" y="107"/>
                    <a:pt x="187" y="105"/>
                  </a:cubicBezTo>
                  <a:close/>
                  <a:moveTo>
                    <a:pt x="187" y="105"/>
                  </a:moveTo>
                  <a:cubicBezTo>
                    <a:pt x="187" y="105"/>
                    <a:pt x="187" y="105"/>
                    <a:pt x="187" y="105"/>
                  </a:cubicBezTo>
                </a:path>
              </a:pathLst>
            </a:custGeom>
            <a:solidFill>
              <a:srgbClr val="43515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26359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481FC73-B7E4-45C4-87FD-26B773FAC3C6}"/>
              </a:ext>
            </a:extLst>
          </p:cNvPr>
          <p:cNvSpPr/>
          <p:nvPr/>
        </p:nvSpPr>
        <p:spPr>
          <a:xfrm>
            <a:off x="334179" y="1999582"/>
            <a:ext cx="4873444" cy="3105437"/>
          </a:xfrm>
          <a:prstGeom prst="roundRect">
            <a:avLst>
              <a:gd name="adj" fmla="val 2289"/>
            </a:avLst>
          </a:prstGeom>
          <a:noFill/>
          <a:ln w="6350" cmpd="sng">
            <a:solidFill>
              <a:srgbClr val="AFB9C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495660"/>
              </a:solidFill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826269-BEF1-47C8-83C2-F23D1BF96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>
                <a:solidFill>
                  <a:schemeClr val="bg1"/>
                </a:solidFill>
                <a:latin typeface="Arial" panose="020B0604020202020204" pitchFamily="34" charset="0"/>
              </a:rPr>
              <a:t>Torvo Lutpatcrasultr: </a:t>
            </a:r>
            <a:r>
              <a:rPr lang="en-US" sz="1800" b="0">
                <a:solidFill>
                  <a:schemeClr val="bg1"/>
                </a:solidFill>
                <a:latin typeface="Arial" panose="020B0604020202020204" pitchFamily="34" charset="0"/>
              </a:rPr>
              <a:t>Ic iesl igulasedm agn AD-ictum POR TALOR Emips Umdo lo rsitamet Cons’e ctet, uradipi sc in-gelit seddoeiu, smo dtempori ncididunt ut-labor eetdo</a:t>
            </a:r>
            <a:endParaRPr lang="en-US" sz="18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D45D2897-4010-4651-BDFC-FA15E85A3915}"/>
              </a:ext>
            </a:extLst>
          </p:cNvPr>
          <p:cNvGrpSpPr/>
          <p:nvPr/>
        </p:nvGrpSpPr>
        <p:grpSpPr>
          <a:xfrm>
            <a:off x="6438730" y="4859685"/>
            <a:ext cx="2879336" cy="1498196"/>
            <a:chOff x="877852" y="5584667"/>
            <a:chExt cx="2879336" cy="1498196"/>
          </a:xfrm>
        </p:grpSpPr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3ABABCC8-7B0F-4F72-ADEF-70597C911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77852" y="5584667"/>
              <a:ext cx="2879336" cy="1498196"/>
            </a:xfrm>
            <a:prstGeom prst="rect">
              <a:avLst/>
            </a:prstGeom>
          </p:spPr>
        </p:pic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630DD173-3ED1-4CD4-A729-B10EF5BF5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95263" y="5881687"/>
              <a:ext cx="1644514" cy="855684"/>
            </a:xfrm>
            <a:prstGeom prst="rect">
              <a:avLst/>
            </a:prstGeom>
          </p:spPr>
        </p:pic>
      </p:grp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3D51ED9A-0421-47F8-B4FB-42DAC5266475}"/>
              </a:ext>
            </a:extLst>
          </p:cNvPr>
          <p:cNvSpPr/>
          <p:nvPr/>
        </p:nvSpPr>
        <p:spPr bwMode="auto">
          <a:xfrm>
            <a:off x="238942" y="1024801"/>
            <a:ext cx="5070938" cy="369201"/>
          </a:xfrm>
          <a:prstGeom prst="roundRect">
            <a:avLst>
              <a:gd name="adj" fmla="val 14608"/>
            </a:avLst>
          </a:prstGeom>
          <a:solidFill>
            <a:srgbClr val="66737C"/>
          </a:solidFill>
          <a:ln>
            <a:noFill/>
          </a:ln>
          <a:effectLst>
            <a:outerShdw blurRad="190500" dist="38100" dir="5400000" algn="t" rotWithShape="0">
              <a:srgbClr val="43515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Agnaaliquauten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7A8D46-E3F3-445D-8A0B-D39B6E073C44}"/>
              </a:ext>
            </a:extLst>
          </p:cNvPr>
          <p:cNvSpPr/>
          <p:nvPr/>
        </p:nvSpPr>
        <p:spPr>
          <a:xfrm>
            <a:off x="224953" y="1460635"/>
            <a:ext cx="478848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Im adminim ve ni-amquisnostr Udex’e rcita tionu lla MC-olabori SNI SIUTA Liqui Pexe, ac ommodo c 360° onse qu atd uisau teiru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A1B13B42-102B-476C-8307-2399F5B11636}"/>
              </a:ext>
            </a:extLst>
          </p:cNvPr>
          <p:cNvSpPr txBox="1"/>
          <p:nvPr/>
        </p:nvSpPr>
        <p:spPr>
          <a:xfrm>
            <a:off x="332982" y="5387820"/>
            <a:ext cx="3345788" cy="104131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63500" marR="0" lvl="1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Re-Dolor Inrep reh Enderiti Nvolupta Te:</a:t>
            </a:r>
          </a:p>
          <a:p>
            <a:pPr marL="2349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Velit, Essecill, Umd-Oloreeuf, ugi Atnullapa</a:t>
            </a:r>
          </a:p>
          <a:p>
            <a:pPr marL="2349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Riaturex cep Teursint Occa</a:t>
            </a:r>
          </a:p>
          <a:p>
            <a:pPr marL="2349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Ec-Atcupida ta Tno-Nproiden</a:t>
            </a:r>
          </a:p>
          <a:p>
            <a:pPr marL="2349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Tsuntincu lp Aquioffi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27A787E2-2CC5-4949-9A8A-55236FC033E8}"/>
              </a:ext>
            </a:extLst>
          </p:cNvPr>
          <p:cNvSpPr/>
          <p:nvPr/>
        </p:nvSpPr>
        <p:spPr>
          <a:xfrm>
            <a:off x="6430282" y="1418536"/>
            <a:ext cx="5444287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Ci adeserun tmo lli-tanimidest lab or-umcurabi turno, nnu llas ita met-nisltemp uscon vallisquis aclec-tus pell entesqueinip sumidorciport adapi bu svivamuss usc ipit to rtore getfelisportt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E3E6D016-A8B7-49FB-BFE0-500E23A8C5DE}"/>
              </a:ext>
            </a:extLst>
          </p:cNvPr>
          <p:cNvSpPr/>
          <p:nvPr/>
        </p:nvSpPr>
        <p:spPr bwMode="auto">
          <a:xfrm>
            <a:off x="7572353" y="2135885"/>
            <a:ext cx="537594" cy="537594"/>
          </a:xfrm>
          <a:prstGeom prst="ellipse">
            <a:avLst/>
          </a:prstGeom>
          <a:solidFill>
            <a:srgbClr val="43515C"/>
          </a:solidFill>
          <a:ln w="6350" cmpd="sng">
            <a:noFill/>
            <a:miter lim="800000"/>
            <a:headEnd/>
            <a:tailEnd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6350" cmpd="sng">
                <a:solidFill>
                  <a:srgbClr val="22D1AB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B9286B8-6EC7-4ADF-A8AC-2AD592DAE9C1}"/>
              </a:ext>
            </a:extLst>
          </p:cNvPr>
          <p:cNvSpPr txBox="1"/>
          <p:nvPr/>
        </p:nvSpPr>
        <p:spPr>
          <a:xfrm rot="995515">
            <a:off x="7422603" y="2249153"/>
            <a:ext cx="8246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18.4 I Torvolut 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3302F6A-6A54-498F-8A4B-B82B09A80DA4}"/>
              </a:ext>
            </a:extLst>
          </p:cNvPr>
          <p:cNvCxnSpPr>
            <a:cxnSpLocks/>
          </p:cNvCxnSpPr>
          <p:nvPr/>
        </p:nvCxnSpPr>
        <p:spPr bwMode="auto">
          <a:xfrm flipV="1">
            <a:off x="7736796" y="2078648"/>
            <a:ext cx="0" cy="139387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D9FBD42-E6E5-4535-9E83-B873B8915369}"/>
              </a:ext>
            </a:extLst>
          </p:cNvPr>
          <p:cNvCxnSpPr>
            <a:cxnSpLocks/>
          </p:cNvCxnSpPr>
          <p:nvPr/>
        </p:nvCxnSpPr>
        <p:spPr bwMode="auto">
          <a:xfrm flipV="1">
            <a:off x="8039183" y="2153647"/>
            <a:ext cx="0" cy="145585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B202A1D-2744-45DD-893C-840C3876638A}"/>
              </a:ext>
            </a:extLst>
          </p:cNvPr>
          <p:cNvCxnSpPr>
            <a:cxnSpLocks/>
          </p:cNvCxnSpPr>
          <p:nvPr/>
        </p:nvCxnSpPr>
        <p:spPr bwMode="auto">
          <a:xfrm flipV="1">
            <a:off x="7764439" y="2119267"/>
            <a:ext cx="0" cy="100677"/>
          </a:xfrm>
          <a:prstGeom prst="line">
            <a:avLst/>
          </a:prstGeom>
          <a:noFill/>
          <a:ln w="38100" cap="rnd" cmpd="sng" algn="ctr">
            <a:solidFill>
              <a:srgbClr val="F8F9F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F669DB72-7A5A-42BC-9E3D-28AFBD572E5E}"/>
              </a:ext>
            </a:extLst>
          </p:cNvPr>
          <p:cNvCxnSpPr>
            <a:cxnSpLocks/>
          </p:cNvCxnSpPr>
          <p:nvPr/>
        </p:nvCxnSpPr>
        <p:spPr bwMode="auto">
          <a:xfrm flipV="1">
            <a:off x="8013231" y="2167696"/>
            <a:ext cx="0" cy="100677"/>
          </a:xfrm>
          <a:prstGeom prst="line">
            <a:avLst/>
          </a:prstGeom>
          <a:noFill/>
          <a:ln w="38100" cap="rnd" cmpd="sng" algn="ctr">
            <a:solidFill>
              <a:srgbClr val="F8F9F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13CF3ED-CB0E-40F2-BDCD-2068AAB883BA}"/>
              </a:ext>
            </a:extLst>
          </p:cNvPr>
          <p:cNvCxnSpPr>
            <a:cxnSpLocks/>
          </p:cNvCxnSpPr>
          <p:nvPr/>
        </p:nvCxnSpPr>
        <p:spPr bwMode="auto">
          <a:xfrm flipV="1">
            <a:off x="7878398" y="2005855"/>
            <a:ext cx="0" cy="72793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CE7326C2-C3DF-43CE-ABD0-E455ECA75A4B}"/>
              </a:ext>
            </a:extLst>
          </p:cNvPr>
          <p:cNvSpPr/>
          <p:nvPr/>
        </p:nvSpPr>
        <p:spPr bwMode="auto">
          <a:xfrm>
            <a:off x="6953714" y="2366750"/>
            <a:ext cx="611298" cy="611298"/>
          </a:xfrm>
          <a:prstGeom prst="ellipse">
            <a:avLst/>
          </a:prstGeom>
          <a:solidFill>
            <a:srgbClr val="43515C"/>
          </a:solidFill>
          <a:ln w="6350" cmpd="sng">
            <a:noFill/>
            <a:miter lim="800000"/>
            <a:headEnd/>
            <a:tailEnd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6350" cmpd="sng">
                <a:solidFill>
                  <a:srgbClr val="22D1AB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95D8B74-CD54-449C-AB64-07F1F5089FF3}"/>
              </a:ext>
            </a:extLst>
          </p:cNvPr>
          <p:cNvSpPr txBox="1"/>
          <p:nvPr/>
        </p:nvSpPr>
        <p:spPr>
          <a:xfrm rot="21038944">
            <a:off x="6960941" y="2409213"/>
            <a:ext cx="585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$10.4 PA Tcras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684889D-4AA7-4633-9AFC-FF8CBEE9E5B1}"/>
              </a:ext>
            </a:extLst>
          </p:cNvPr>
          <p:cNvCxnSpPr>
            <a:cxnSpLocks/>
          </p:cNvCxnSpPr>
          <p:nvPr/>
        </p:nvCxnSpPr>
        <p:spPr bwMode="auto">
          <a:xfrm flipV="1">
            <a:off x="7196614" y="2182645"/>
            <a:ext cx="0" cy="94902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63F7020-5ED2-452C-911B-2B4A4AB55192}"/>
              </a:ext>
            </a:extLst>
          </p:cNvPr>
          <p:cNvCxnSpPr>
            <a:cxnSpLocks/>
          </p:cNvCxnSpPr>
          <p:nvPr/>
        </p:nvCxnSpPr>
        <p:spPr bwMode="auto">
          <a:xfrm flipV="1">
            <a:off x="7069679" y="2334541"/>
            <a:ext cx="0" cy="145240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6766AA5-EB7E-41BC-8A89-F1F216010ADA}"/>
              </a:ext>
            </a:extLst>
          </p:cNvPr>
          <p:cNvCxnSpPr>
            <a:cxnSpLocks/>
          </p:cNvCxnSpPr>
          <p:nvPr/>
        </p:nvCxnSpPr>
        <p:spPr bwMode="auto">
          <a:xfrm flipV="1">
            <a:off x="7369245" y="2324338"/>
            <a:ext cx="0" cy="145240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2ABF3380-9DDE-4295-8A81-756B2706BA74}"/>
              </a:ext>
            </a:extLst>
          </p:cNvPr>
          <p:cNvCxnSpPr>
            <a:cxnSpLocks/>
          </p:cNvCxnSpPr>
          <p:nvPr/>
        </p:nvCxnSpPr>
        <p:spPr bwMode="auto">
          <a:xfrm flipV="1">
            <a:off x="7042035" y="2402435"/>
            <a:ext cx="0" cy="100677"/>
          </a:xfrm>
          <a:prstGeom prst="line">
            <a:avLst/>
          </a:prstGeom>
          <a:noFill/>
          <a:ln w="38100" cap="rnd" cmpd="sng" algn="ctr">
            <a:solidFill>
              <a:srgbClr val="F8F9F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BFAF0688-8D4C-46B6-945C-15911B8EDA8D}"/>
              </a:ext>
            </a:extLst>
          </p:cNvPr>
          <p:cNvCxnSpPr>
            <a:cxnSpLocks/>
          </p:cNvCxnSpPr>
          <p:nvPr/>
        </p:nvCxnSpPr>
        <p:spPr bwMode="auto">
          <a:xfrm flipV="1">
            <a:off x="7395760" y="2316412"/>
            <a:ext cx="0" cy="100677"/>
          </a:xfrm>
          <a:prstGeom prst="line">
            <a:avLst/>
          </a:prstGeom>
          <a:noFill/>
          <a:ln w="38100" cap="rnd" cmpd="sng" algn="ctr">
            <a:solidFill>
              <a:srgbClr val="F8F9F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62EC2F69-CBCA-4593-86FD-407AFA87D5E5}"/>
              </a:ext>
            </a:extLst>
          </p:cNvPr>
          <p:cNvCxnSpPr>
            <a:cxnSpLocks/>
          </p:cNvCxnSpPr>
          <p:nvPr/>
        </p:nvCxnSpPr>
        <p:spPr bwMode="auto">
          <a:xfrm flipV="1">
            <a:off x="7267133" y="2301758"/>
            <a:ext cx="0" cy="100677"/>
          </a:xfrm>
          <a:prstGeom prst="line">
            <a:avLst/>
          </a:prstGeom>
          <a:noFill/>
          <a:ln w="38100" cap="rnd" cmpd="sng" algn="ctr">
            <a:solidFill>
              <a:srgbClr val="F8F9F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6" name="Oval 135">
            <a:extLst>
              <a:ext uri="{FF2B5EF4-FFF2-40B4-BE49-F238E27FC236}">
                <a16:creationId xmlns:a16="http://schemas.microsoft.com/office/drawing/2014/main" id="{A7168964-2A55-4D7B-BAE6-0B5A56AAF1B9}"/>
              </a:ext>
            </a:extLst>
          </p:cNvPr>
          <p:cNvSpPr/>
          <p:nvPr/>
        </p:nvSpPr>
        <p:spPr bwMode="auto">
          <a:xfrm>
            <a:off x="8164536" y="2402522"/>
            <a:ext cx="550574" cy="550574"/>
          </a:xfrm>
          <a:prstGeom prst="ellipse">
            <a:avLst/>
          </a:prstGeom>
          <a:solidFill>
            <a:srgbClr val="43515C"/>
          </a:solidFill>
          <a:ln w="6350" cmpd="sng">
            <a:noFill/>
            <a:miter lim="800000"/>
            <a:headEnd/>
            <a:tailEnd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6350" cmpd="sng">
                <a:solidFill>
                  <a:srgbClr val="22D1AB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FA592EB-02B3-4D4B-A6D7-1EA2CE823CBA}"/>
              </a:ext>
            </a:extLst>
          </p:cNvPr>
          <p:cNvSpPr txBox="1"/>
          <p:nvPr/>
        </p:nvSpPr>
        <p:spPr>
          <a:xfrm rot="196430">
            <a:off x="8113793" y="2485179"/>
            <a:ext cx="682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625 U Ltric.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93C4A224-AA91-4C52-B6E9-4FDA64BF3DDB}"/>
              </a:ext>
            </a:extLst>
          </p:cNvPr>
          <p:cNvCxnSpPr>
            <a:cxnSpLocks/>
          </p:cNvCxnSpPr>
          <p:nvPr/>
        </p:nvCxnSpPr>
        <p:spPr bwMode="auto">
          <a:xfrm flipV="1">
            <a:off x="8529679" y="2308281"/>
            <a:ext cx="0" cy="136654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3A468E56-9F63-4F38-9504-C7E0CE6259A2}"/>
              </a:ext>
            </a:extLst>
          </p:cNvPr>
          <p:cNvCxnSpPr>
            <a:cxnSpLocks/>
          </p:cNvCxnSpPr>
          <p:nvPr/>
        </p:nvCxnSpPr>
        <p:spPr bwMode="auto">
          <a:xfrm flipV="1">
            <a:off x="8475929" y="2163041"/>
            <a:ext cx="0" cy="281893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90D8BAAB-DCF8-49BB-80A3-47D5AD734D7F}"/>
              </a:ext>
            </a:extLst>
          </p:cNvPr>
          <p:cNvCxnSpPr>
            <a:cxnSpLocks/>
          </p:cNvCxnSpPr>
          <p:nvPr/>
        </p:nvCxnSpPr>
        <p:spPr bwMode="auto">
          <a:xfrm flipV="1">
            <a:off x="8503801" y="2353876"/>
            <a:ext cx="0" cy="100677"/>
          </a:xfrm>
          <a:prstGeom prst="line">
            <a:avLst/>
          </a:prstGeom>
          <a:noFill/>
          <a:ln w="38100" cap="rnd" cmpd="sng" algn="ctr">
            <a:solidFill>
              <a:srgbClr val="F8F9F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3534DAF0-CFEF-4F84-960C-5DEAFBECADC6}"/>
              </a:ext>
            </a:extLst>
          </p:cNvPr>
          <p:cNvCxnSpPr>
            <a:cxnSpLocks/>
          </p:cNvCxnSpPr>
          <p:nvPr/>
        </p:nvCxnSpPr>
        <p:spPr bwMode="auto">
          <a:xfrm flipV="1">
            <a:off x="8382434" y="2295765"/>
            <a:ext cx="0" cy="53369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A002BEC6-D37A-4B4E-A90A-066CEC04574F}"/>
              </a:ext>
            </a:extLst>
          </p:cNvPr>
          <p:cNvSpPr txBox="1"/>
          <p:nvPr/>
        </p:nvSpPr>
        <p:spPr>
          <a:xfrm>
            <a:off x="9505891" y="3827564"/>
            <a:ext cx="175721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 w="0"/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Ie-Sligulas Edmag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532630D2-D238-435D-B795-11D240E84455}"/>
              </a:ext>
            </a:extLst>
          </p:cNvPr>
          <p:cNvSpPr txBox="1"/>
          <p:nvPr/>
        </p:nvSpPr>
        <p:spPr>
          <a:xfrm>
            <a:off x="9505892" y="2987523"/>
            <a:ext cx="244716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 w="0"/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Nad-Ictumporta Lorem – Ipsum Dolorsit, Ametc/Onsec Teturad, Ipiscing, Elitse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F135ED6-C3E7-40ED-B3FB-940670A9BE5D}"/>
              </a:ext>
            </a:extLst>
          </p:cNvPr>
          <p:cNvSpPr txBox="1"/>
          <p:nvPr/>
        </p:nvSpPr>
        <p:spPr>
          <a:xfrm>
            <a:off x="9505891" y="4382128"/>
            <a:ext cx="1718202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 w="0"/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Ddoeiusmo Dte-Mporinci Didun</a:t>
            </a:r>
          </a:p>
        </p:txBody>
      </p:sp>
      <p:sp>
        <p:nvSpPr>
          <p:cNvPr id="166" name="Rounded Rectangle 18">
            <a:extLst>
              <a:ext uri="{FF2B5EF4-FFF2-40B4-BE49-F238E27FC236}">
                <a16:creationId xmlns:a16="http://schemas.microsoft.com/office/drawing/2014/main" id="{5E0D8DCE-FBC7-4595-8694-F6FA81B483B5}"/>
              </a:ext>
            </a:extLst>
          </p:cNvPr>
          <p:cNvSpPr/>
          <p:nvPr/>
        </p:nvSpPr>
        <p:spPr bwMode="auto">
          <a:xfrm>
            <a:off x="6351794" y="5817450"/>
            <a:ext cx="5601263" cy="546389"/>
          </a:xfrm>
          <a:prstGeom prst="roundRect">
            <a:avLst>
              <a:gd name="adj" fmla="val 13732"/>
            </a:avLst>
          </a:prstGeom>
          <a:solidFill>
            <a:srgbClr val="B2E0FA"/>
          </a:solidFill>
          <a:ln w="9525">
            <a:noFill/>
            <a:miter lim="800000"/>
            <a:headEnd/>
            <a:tailEnd/>
          </a:ln>
          <a:effectLst>
            <a:outerShdw blurRad="190500" dist="38100" dir="5400000" algn="t" rotWithShape="0">
              <a:srgbClr val="7ECAF8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0" cap="none" spc="0" normalizeH="0" baseline="0" noProof="0">
                <a:ln>
                  <a:noFill/>
                </a:ln>
                <a:solidFill>
                  <a:srgbClr val="26303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Tutla-Bor Eet-Dolorema &amp; G-Naal Iquau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0" cap="none" spc="0" normalizeH="0" baseline="0" noProof="0">
                <a:ln>
                  <a:noFill/>
                </a:ln>
                <a:solidFill>
                  <a:srgbClr val="26303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$480T Enima   |   7.8D Minimveni   |   88A Mquis.</a:t>
            </a:r>
          </a:p>
        </p:txBody>
      </p:sp>
      <p:sp>
        <p:nvSpPr>
          <p:cNvPr id="58" name="Freeform 5">
            <a:extLst>
              <a:ext uri="{FF2B5EF4-FFF2-40B4-BE49-F238E27FC236}">
                <a16:creationId xmlns:a16="http://schemas.microsoft.com/office/drawing/2014/main" id="{4EF6025F-2C3E-419E-B83B-D7ECB3E9FAC3}"/>
              </a:ext>
            </a:extLst>
          </p:cNvPr>
          <p:cNvSpPr>
            <a:spLocks/>
          </p:cNvSpPr>
          <p:nvPr/>
        </p:nvSpPr>
        <p:spPr bwMode="auto">
          <a:xfrm>
            <a:off x="5660900" y="1049729"/>
            <a:ext cx="435100" cy="319344"/>
          </a:xfrm>
          <a:custGeom>
            <a:avLst/>
            <a:gdLst>
              <a:gd name="T0" fmla="*/ 659 w 668"/>
              <a:gd name="T1" fmla="*/ 227 h 489"/>
              <a:gd name="T2" fmla="*/ 368 w 668"/>
              <a:gd name="T3" fmla="*/ 6 h 489"/>
              <a:gd name="T4" fmla="*/ 344 w 668"/>
              <a:gd name="T5" fmla="*/ 4 h 489"/>
              <a:gd name="T6" fmla="*/ 332 w 668"/>
              <a:gd name="T7" fmla="*/ 24 h 489"/>
              <a:gd name="T8" fmla="*/ 332 w 668"/>
              <a:gd name="T9" fmla="*/ 125 h 489"/>
              <a:gd name="T10" fmla="*/ 22 w 668"/>
              <a:gd name="T11" fmla="*/ 125 h 489"/>
              <a:gd name="T12" fmla="*/ 0 w 668"/>
              <a:gd name="T13" fmla="*/ 147 h 489"/>
              <a:gd name="T14" fmla="*/ 0 w 668"/>
              <a:gd name="T15" fmla="*/ 344 h 489"/>
              <a:gd name="T16" fmla="*/ 22 w 668"/>
              <a:gd name="T17" fmla="*/ 366 h 489"/>
              <a:gd name="T18" fmla="*/ 332 w 668"/>
              <a:gd name="T19" fmla="*/ 366 h 489"/>
              <a:gd name="T20" fmla="*/ 332 w 668"/>
              <a:gd name="T21" fmla="*/ 466 h 489"/>
              <a:gd name="T22" fmla="*/ 344 w 668"/>
              <a:gd name="T23" fmla="*/ 487 h 489"/>
              <a:gd name="T24" fmla="*/ 354 w 668"/>
              <a:gd name="T25" fmla="*/ 489 h 489"/>
              <a:gd name="T26" fmla="*/ 368 w 668"/>
              <a:gd name="T27" fmla="*/ 484 h 489"/>
              <a:gd name="T28" fmla="*/ 659 w 668"/>
              <a:gd name="T29" fmla="*/ 263 h 489"/>
              <a:gd name="T30" fmla="*/ 668 w 668"/>
              <a:gd name="T31" fmla="*/ 245 h 489"/>
              <a:gd name="T32" fmla="*/ 659 w 668"/>
              <a:gd name="T33" fmla="*/ 227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68" h="489">
                <a:moveTo>
                  <a:pt x="659" y="227"/>
                </a:moveTo>
                <a:cubicBezTo>
                  <a:pt x="368" y="6"/>
                  <a:pt x="368" y="6"/>
                  <a:pt x="368" y="6"/>
                </a:cubicBezTo>
                <a:cubicBezTo>
                  <a:pt x="361" y="1"/>
                  <a:pt x="352" y="0"/>
                  <a:pt x="344" y="4"/>
                </a:cubicBezTo>
                <a:cubicBezTo>
                  <a:pt x="336" y="8"/>
                  <a:pt x="332" y="16"/>
                  <a:pt x="332" y="24"/>
                </a:cubicBezTo>
                <a:cubicBezTo>
                  <a:pt x="332" y="125"/>
                  <a:pt x="332" y="125"/>
                  <a:pt x="332" y="125"/>
                </a:cubicBezTo>
                <a:cubicBezTo>
                  <a:pt x="22" y="125"/>
                  <a:pt x="22" y="125"/>
                  <a:pt x="22" y="125"/>
                </a:cubicBezTo>
                <a:cubicBezTo>
                  <a:pt x="10" y="125"/>
                  <a:pt x="0" y="135"/>
                  <a:pt x="0" y="147"/>
                </a:cubicBezTo>
                <a:cubicBezTo>
                  <a:pt x="0" y="344"/>
                  <a:pt x="0" y="344"/>
                  <a:pt x="0" y="344"/>
                </a:cubicBezTo>
                <a:cubicBezTo>
                  <a:pt x="0" y="356"/>
                  <a:pt x="10" y="366"/>
                  <a:pt x="22" y="366"/>
                </a:cubicBezTo>
                <a:cubicBezTo>
                  <a:pt x="332" y="366"/>
                  <a:pt x="332" y="366"/>
                  <a:pt x="332" y="366"/>
                </a:cubicBezTo>
                <a:cubicBezTo>
                  <a:pt x="332" y="466"/>
                  <a:pt x="332" y="466"/>
                  <a:pt x="332" y="466"/>
                </a:cubicBezTo>
                <a:cubicBezTo>
                  <a:pt x="332" y="475"/>
                  <a:pt x="336" y="483"/>
                  <a:pt x="344" y="487"/>
                </a:cubicBezTo>
                <a:cubicBezTo>
                  <a:pt x="347" y="488"/>
                  <a:pt x="351" y="489"/>
                  <a:pt x="354" y="489"/>
                </a:cubicBezTo>
                <a:cubicBezTo>
                  <a:pt x="359" y="489"/>
                  <a:pt x="364" y="487"/>
                  <a:pt x="368" y="484"/>
                </a:cubicBezTo>
                <a:cubicBezTo>
                  <a:pt x="659" y="263"/>
                  <a:pt x="659" y="263"/>
                  <a:pt x="659" y="263"/>
                </a:cubicBezTo>
                <a:cubicBezTo>
                  <a:pt x="665" y="259"/>
                  <a:pt x="668" y="252"/>
                  <a:pt x="668" y="245"/>
                </a:cubicBezTo>
                <a:cubicBezTo>
                  <a:pt x="668" y="238"/>
                  <a:pt x="665" y="232"/>
                  <a:pt x="659" y="227"/>
                </a:cubicBezTo>
                <a:close/>
              </a:path>
            </a:pathLst>
          </a:custGeom>
          <a:solidFill>
            <a:srgbClr val="A2ABB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400">
              <a:solidFill>
                <a:srgbClr val="303E4A"/>
              </a:solidFill>
              <a:latin typeface="Arial" panose="020B0604020202020204" pitchFamily="34" charset="0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8C180BF-D9C7-419E-B446-C968C82BC506}"/>
              </a:ext>
            </a:extLst>
          </p:cNvPr>
          <p:cNvSpPr/>
          <p:nvPr/>
        </p:nvSpPr>
        <p:spPr bwMode="auto">
          <a:xfrm>
            <a:off x="6351794" y="1024801"/>
            <a:ext cx="5601263" cy="369201"/>
          </a:xfrm>
          <a:prstGeom prst="roundRect">
            <a:avLst>
              <a:gd name="adj" fmla="val 14608"/>
            </a:avLst>
          </a:prstGeom>
          <a:solidFill>
            <a:srgbClr val="7ECAF8"/>
          </a:solidFill>
          <a:ln>
            <a:noFill/>
          </a:ln>
          <a:effectLst>
            <a:outerShdw blurRad="190500" dist="38100" dir="5400000" algn="t" rotWithShape="0">
              <a:srgbClr val="1ACAF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No-Strud Exerc Itationullamco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A3F02F7-757E-437D-A94E-24B2EA684123}"/>
              </a:ext>
            </a:extLst>
          </p:cNvPr>
          <p:cNvGrpSpPr/>
          <p:nvPr/>
        </p:nvGrpSpPr>
        <p:grpSpPr>
          <a:xfrm>
            <a:off x="508801" y="2988769"/>
            <a:ext cx="4524200" cy="974136"/>
            <a:chOff x="400452" y="3062339"/>
            <a:chExt cx="4740898" cy="974136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9E0EB7C-A831-4D4D-B7EC-A71D75A90D78}"/>
                </a:ext>
              </a:extLst>
            </p:cNvPr>
            <p:cNvCxnSpPr>
              <a:cxnSpLocks/>
            </p:cNvCxnSpPr>
            <p:nvPr/>
          </p:nvCxnSpPr>
          <p:spPr>
            <a:xfrm>
              <a:off x="400452" y="3062339"/>
              <a:ext cx="4740898" cy="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A2ABB0">
                      <a:alpha val="0"/>
                    </a:srgbClr>
                  </a:gs>
                  <a:gs pos="50000">
                    <a:srgbClr val="A2ABB0"/>
                  </a:gs>
                  <a:gs pos="100000">
                    <a:srgbClr val="A2ABB0">
                      <a:alpha val="0"/>
                    </a:srgbClr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0014AE2-81BB-48C4-93F9-8551AED80976}"/>
                </a:ext>
              </a:extLst>
            </p:cNvPr>
            <p:cNvCxnSpPr>
              <a:cxnSpLocks/>
            </p:cNvCxnSpPr>
            <p:nvPr/>
          </p:nvCxnSpPr>
          <p:spPr>
            <a:xfrm>
              <a:off x="400452" y="4036475"/>
              <a:ext cx="4740898" cy="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A2ABB0">
                      <a:alpha val="0"/>
                    </a:srgbClr>
                  </a:gs>
                  <a:gs pos="50000">
                    <a:srgbClr val="A2ABB0"/>
                  </a:gs>
                  <a:gs pos="100000">
                    <a:srgbClr val="A2ABB0">
                      <a:alpha val="0"/>
                    </a:srgbClr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98B12114-7AE3-49AF-A532-AF31B30CD23B}"/>
              </a:ext>
            </a:extLst>
          </p:cNvPr>
          <p:cNvSpPr txBox="1"/>
          <p:nvPr/>
        </p:nvSpPr>
        <p:spPr>
          <a:xfrm>
            <a:off x="1397143" y="2118205"/>
            <a:ext cx="1652451" cy="261128"/>
          </a:xfrm>
          <a:prstGeom prst="roundRect">
            <a:avLst>
              <a:gd name="adj" fmla="val 50000"/>
            </a:avLst>
          </a:prstGeom>
          <a:solidFill>
            <a:srgbClr val="A2ABB0"/>
          </a:solidFill>
          <a:ln w="6350" cmpd="sng">
            <a:noFill/>
          </a:ln>
          <a:effectLst/>
          <a:extLst>
            <a:ext uri="{91240B29-F687-4F45-9708-019B960494DF}">
              <a14:hiddenLine xmlns:a14="http://schemas.microsoft.com/office/drawing/2010/main" w="6350" cmpd="sng">
                <a:solidFill>
                  <a:srgbClr val="AFB9C1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>
                <a:ln>
                  <a:noFill/>
                </a:ln>
                <a:solidFill>
                  <a:srgbClr val="303E4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Labo Risnisiutaliqu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63C2448-D0DD-44BC-A182-BF367F4EC2EF}"/>
              </a:ext>
            </a:extLst>
          </p:cNvPr>
          <p:cNvSpPr txBox="1"/>
          <p:nvPr/>
        </p:nvSpPr>
        <p:spPr>
          <a:xfrm>
            <a:off x="1397143" y="2450609"/>
            <a:ext cx="3783990" cy="461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Ipexe acommodoconseq uat duisautei ruredolori NRE’p rehenderiti, nvolupta tevelites</a:t>
            </a:r>
            <a:endParaRPr kumimoji="0" lang="en-US" sz="1200" b="1" i="0" u="sng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469A9DB-60B8-4B19-8D6A-E1B7C0B225F0}"/>
              </a:ext>
            </a:extLst>
          </p:cNvPr>
          <p:cNvSpPr txBox="1"/>
          <p:nvPr/>
        </p:nvSpPr>
        <p:spPr>
          <a:xfrm>
            <a:off x="1397143" y="3079722"/>
            <a:ext cx="2045824" cy="261128"/>
          </a:xfrm>
          <a:prstGeom prst="roundRect">
            <a:avLst>
              <a:gd name="adj" fmla="val 50000"/>
            </a:avLst>
          </a:prstGeom>
          <a:solidFill>
            <a:srgbClr val="A2ABB0"/>
          </a:solidFill>
          <a:ln w="6350" cmpd="sng">
            <a:noFill/>
          </a:ln>
          <a:effectLst/>
          <a:extLst>
            <a:ext uri="{91240B29-F687-4F45-9708-019B960494DF}">
              <a14:hiddenLine xmlns:a14="http://schemas.microsoft.com/office/drawing/2010/main" w="6350" cmpd="sng">
                <a:solidFill>
                  <a:srgbClr val="AFB9C1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>
                <a:ln>
                  <a:noFill/>
                </a:ln>
                <a:solidFill>
                  <a:srgbClr val="303E4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Secillum Doloreeufugia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F66DCA8-06E8-4BBA-B77D-759F1218BC1A}"/>
              </a:ext>
            </a:extLst>
          </p:cNvPr>
          <p:cNvSpPr txBox="1"/>
          <p:nvPr/>
        </p:nvSpPr>
        <p:spPr>
          <a:xfrm>
            <a:off x="1397143" y="3412126"/>
            <a:ext cx="3783990" cy="461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Tnull apariaturexcep teu rsintocca ecatcupida TAT’n onproidents, untincul paquioffi</a:t>
            </a:r>
            <a:endParaRPr kumimoji="0" lang="en-US" sz="1200" b="1" i="0" u="sng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974721C-6706-485B-937C-22B16B551793}"/>
              </a:ext>
            </a:extLst>
          </p:cNvPr>
          <p:cNvSpPr txBox="1"/>
          <p:nvPr/>
        </p:nvSpPr>
        <p:spPr>
          <a:xfrm>
            <a:off x="1397143" y="4072552"/>
            <a:ext cx="1526769" cy="261128"/>
          </a:xfrm>
          <a:prstGeom prst="roundRect">
            <a:avLst>
              <a:gd name="adj" fmla="val 50000"/>
            </a:avLst>
          </a:prstGeom>
          <a:solidFill>
            <a:srgbClr val="A2ABB0"/>
          </a:solidFill>
          <a:ln w="6350" cmpd="sng">
            <a:noFill/>
          </a:ln>
          <a:effectLst/>
          <a:extLst>
            <a:ext uri="{91240B29-F687-4F45-9708-019B960494DF}">
              <a14:hiddenLine xmlns:a14="http://schemas.microsoft.com/office/drawing/2010/main" w="6350" cmpd="sng">
                <a:solidFill>
                  <a:srgbClr val="AFB9C1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>
                <a:ln>
                  <a:noFill/>
                </a:ln>
                <a:solidFill>
                  <a:srgbClr val="303E4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Ciades Eruntm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692D1C7-07BA-44FE-AF7F-86B40D5A1B65}"/>
              </a:ext>
            </a:extLst>
          </p:cNvPr>
          <p:cNvSpPr txBox="1"/>
          <p:nvPr/>
        </p:nvSpPr>
        <p:spPr>
          <a:xfrm>
            <a:off x="1397143" y="4404956"/>
            <a:ext cx="3783990" cy="461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Ollit animidestlabor umc urabiturn onnullasit AME’t nisltempusc, onvallis quisaclec</a:t>
            </a:r>
            <a:endParaRPr kumimoji="0" lang="en-US" sz="1200" b="1" i="0" u="sng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95" name="Freeform 5">
            <a:extLst>
              <a:ext uri="{FF2B5EF4-FFF2-40B4-BE49-F238E27FC236}">
                <a16:creationId xmlns:a16="http://schemas.microsoft.com/office/drawing/2014/main" id="{028715D7-F3FB-4E2A-9103-4DAB7ABE424F}"/>
              </a:ext>
            </a:extLst>
          </p:cNvPr>
          <p:cNvSpPr>
            <a:spLocks/>
          </p:cNvSpPr>
          <p:nvPr/>
        </p:nvSpPr>
        <p:spPr bwMode="auto">
          <a:xfrm rot="5400000">
            <a:off x="722138" y="2919225"/>
            <a:ext cx="185123" cy="135872"/>
          </a:xfrm>
          <a:custGeom>
            <a:avLst/>
            <a:gdLst>
              <a:gd name="T0" fmla="*/ 659 w 668"/>
              <a:gd name="T1" fmla="*/ 227 h 489"/>
              <a:gd name="T2" fmla="*/ 368 w 668"/>
              <a:gd name="T3" fmla="*/ 6 h 489"/>
              <a:gd name="T4" fmla="*/ 344 w 668"/>
              <a:gd name="T5" fmla="*/ 4 h 489"/>
              <a:gd name="T6" fmla="*/ 332 w 668"/>
              <a:gd name="T7" fmla="*/ 24 h 489"/>
              <a:gd name="T8" fmla="*/ 332 w 668"/>
              <a:gd name="T9" fmla="*/ 125 h 489"/>
              <a:gd name="T10" fmla="*/ 22 w 668"/>
              <a:gd name="T11" fmla="*/ 125 h 489"/>
              <a:gd name="T12" fmla="*/ 0 w 668"/>
              <a:gd name="T13" fmla="*/ 147 h 489"/>
              <a:gd name="T14" fmla="*/ 0 w 668"/>
              <a:gd name="T15" fmla="*/ 344 h 489"/>
              <a:gd name="T16" fmla="*/ 22 w 668"/>
              <a:gd name="T17" fmla="*/ 366 h 489"/>
              <a:gd name="T18" fmla="*/ 332 w 668"/>
              <a:gd name="T19" fmla="*/ 366 h 489"/>
              <a:gd name="T20" fmla="*/ 332 w 668"/>
              <a:gd name="T21" fmla="*/ 466 h 489"/>
              <a:gd name="T22" fmla="*/ 344 w 668"/>
              <a:gd name="T23" fmla="*/ 487 h 489"/>
              <a:gd name="T24" fmla="*/ 354 w 668"/>
              <a:gd name="T25" fmla="*/ 489 h 489"/>
              <a:gd name="T26" fmla="*/ 368 w 668"/>
              <a:gd name="T27" fmla="*/ 484 h 489"/>
              <a:gd name="T28" fmla="*/ 659 w 668"/>
              <a:gd name="T29" fmla="*/ 263 h 489"/>
              <a:gd name="T30" fmla="*/ 668 w 668"/>
              <a:gd name="T31" fmla="*/ 245 h 489"/>
              <a:gd name="T32" fmla="*/ 659 w 668"/>
              <a:gd name="T33" fmla="*/ 227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68" h="489">
                <a:moveTo>
                  <a:pt x="659" y="227"/>
                </a:moveTo>
                <a:cubicBezTo>
                  <a:pt x="368" y="6"/>
                  <a:pt x="368" y="6"/>
                  <a:pt x="368" y="6"/>
                </a:cubicBezTo>
                <a:cubicBezTo>
                  <a:pt x="361" y="1"/>
                  <a:pt x="352" y="0"/>
                  <a:pt x="344" y="4"/>
                </a:cubicBezTo>
                <a:cubicBezTo>
                  <a:pt x="336" y="8"/>
                  <a:pt x="332" y="16"/>
                  <a:pt x="332" y="24"/>
                </a:cubicBezTo>
                <a:cubicBezTo>
                  <a:pt x="332" y="125"/>
                  <a:pt x="332" y="125"/>
                  <a:pt x="332" y="125"/>
                </a:cubicBezTo>
                <a:cubicBezTo>
                  <a:pt x="22" y="125"/>
                  <a:pt x="22" y="125"/>
                  <a:pt x="22" y="125"/>
                </a:cubicBezTo>
                <a:cubicBezTo>
                  <a:pt x="10" y="125"/>
                  <a:pt x="0" y="135"/>
                  <a:pt x="0" y="147"/>
                </a:cubicBezTo>
                <a:cubicBezTo>
                  <a:pt x="0" y="344"/>
                  <a:pt x="0" y="344"/>
                  <a:pt x="0" y="344"/>
                </a:cubicBezTo>
                <a:cubicBezTo>
                  <a:pt x="0" y="356"/>
                  <a:pt x="10" y="366"/>
                  <a:pt x="22" y="366"/>
                </a:cubicBezTo>
                <a:cubicBezTo>
                  <a:pt x="332" y="366"/>
                  <a:pt x="332" y="366"/>
                  <a:pt x="332" y="366"/>
                </a:cubicBezTo>
                <a:cubicBezTo>
                  <a:pt x="332" y="466"/>
                  <a:pt x="332" y="466"/>
                  <a:pt x="332" y="466"/>
                </a:cubicBezTo>
                <a:cubicBezTo>
                  <a:pt x="332" y="475"/>
                  <a:pt x="336" y="483"/>
                  <a:pt x="344" y="487"/>
                </a:cubicBezTo>
                <a:cubicBezTo>
                  <a:pt x="347" y="488"/>
                  <a:pt x="351" y="489"/>
                  <a:pt x="354" y="489"/>
                </a:cubicBezTo>
                <a:cubicBezTo>
                  <a:pt x="359" y="489"/>
                  <a:pt x="364" y="487"/>
                  <a:pt x="368" y="484"/>
                </a:cubicBezTo>
                <a:cubicBezTo>
                  <a:pt x="659" y="263"/>
                  <a:pt x="659" y="263"/>
                  <a:pt x="659" y="263"/>
                </a:cubicBezTo>
                <a:cubicBezTo>
                  <a:pt x="665" y="259"/>
                  <a:pt x="668" y="252"/>
                  <a:pt x="668" y="245"/>
                </a:cubicBezTo>
                <a:cubicBezTo>
                  <a:pt x="668" y="238"/>
                  <a:pt x="665" y="232"/>
                  <a:pt x="659" y="227"/>
                </a:cubicBezTo>
                <a:close/>
              </a:path>
            </a:pathLst>
          </a:custGeom>
          <a:solidFill>
            <a:srgbClr val="A2ABB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400">
              <a:solidFill>
                <a:srgbClr val="303E4A"/>
              </a:solidFill>
              <a:latin typeface="Arial" panose="020B060402020202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03D2242-585E-4933-B706-38500579DEA8}"/>
              </a:ext>
            </a:extLst>
          </p:cNvPr>
          <p:cNvSpPr/>
          <p:nvPr/>
        </p:nvSpPr>
        <p:spPr>
          <a:xfrm>
            <a:off x="471986" y="2118205"/>
            <a:ext cx="685427" cy="685427"/>
          </a:xfrm>
          <a:prstGeom prst="ellipse">
            <a:avLst/>
          </a:prstGeom>
          <a:solidFill>
            <a:srgbClr val="DFE3E6"/>
          </a:solidFill>
          <a:ln w="6350" cap="flat" cmpd="sng" algn="ctr">
            <a:solidFill>
              <a:srgbClr val="AFB9C1"/>
            </a:solidFill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495660"/>
              </a:solidFill>
              <a:latin typeface="Arial" panose="020B0604020202020204" pitchFamily="34" charset="0"/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F36032AD-A068-48D0-B0A5-2664F9A39412}"/>
              </a:ext>
            </a:extLst>
          </p:cNvPr>
          <p:cNvSpPr/>
          <p:nvPr/>
        </p:nvSpPr>
        <p:spPr>
          <a:xfrm>
            <a:off x="471986" y="3085699"/>
            <a:ext cx="685427" cy="685427"/>
          </a:xfrm>
          <a:prstGeom prst="ellipse">
            <a:avLst/>
          </a:prstGeom>
          <a:solidFill>
            <a:srgbClr val="DFE3E6"/>
          </a:solidFill>
          <a:ln w="6350" cap="flat" cmpd="sng" algn="ctr">
            <a:solidFill>
              <a:srgbClr val="AFB9C1"/>
            </a:solidFill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495660"/>
              </a:solidFill>
              <a:latin typeface="Arial" panose="020B0604020202020204" pitchFamily="34" charset="0"/>
            </a:endParaRPr>
          </a:p>
        </p:txBody>
      </p:sp>
      <p:sp>
        <p:nvSpPr>
          <p:cNvPr id="97" name="Freeform 5">
            <a:extLst>
              <a:ext uri="{FF2B5EF4-FFF2-40B4-BE49-F238E27FC236}">
                <a16:creationId xmlns:a16="http://schemas.microsoft.com/office/drawing/2014/main" id="{5CFE8471-7826-4855-8BA9-525B20648EE4}"/>
              </a:ext>
            </a:extLst>
          </p:cNvPr>
          <p:cNvSpPr>
            <a:spLocks/>
          </p:cNvSpPr>
          <p:nvPr/>
        </p:nvSpPr>
        <p:spPr bwMode="auto">
          <a:xfrm rot="5400000">
            <a:off x="722138" y="3892681"/>
            <a:ext cx="185123" cy="135872"/>
          </a:xfrm>
          <a:custGeom>
            <a:avLst/>
            <a:gdLst>
              <a:gd name="T0" fmla="*/ 659 w 668"/>
              <a:gd name="T1" fmla="*/ 227 h 489"/>
              <a:gd name="T2" fmla="*/ 368 w 668"/>
              <a:gd name="T3" fmla="*/ 6 h 489"/>
              <a:gd name="T4" fmla="*/ 344 w 668"/>
              <a:gd name="T5" fmla="*/ 4 h 489"/>
              <a:gd name="T6" fmla="*/ 332 w 668"/>
              <a:gd name="T7" fmla="*/ 24 h 489"/>
              <a:gd name="T8" fmla="*/ 332 w 668"/>
              <a:gd name="T9" fmla="*/ 125 h 489"/>
              <a:gd name="T10" fmla="*/ 22 w 668"/>
              <a:gd name="T11" fmla="*/ 125 h 489"/>
              <a:gd name="T12" fmla="*/ 0 w 668"/>
              <a:gd name="T13" fmla="*/ 147 h 489"/>
              <a:gd name="T14" fmla="*/ 0 w 668"/>
              <a:gd name="T15" fmla="*/ 344 h 489"/>
              <a:gd name="T16" fmla="*/ 22 w 668"/>
              <a:gd name="T17" fmla="*/ 366 h 489"/>
              <a:gd name="T18" fmla="*/ 332 w 668"/>
              <a:gd name="T19" fmla="*/ 366 h 489"/>
              <a:gd name="T20" fmla="*/ 332 w 668"/>
              <a:gd name="T21" fmla="*/ 466 h 489"/>
              <a:gd name="T22" fmla="*/ 344 w 668"/>
              <a:gd name="T23" fmla="*/ 487 h 489"/>
              <a:gd name="T24" fmla="*/ 354 w 668"/>
              <a:gd name="T25" fmla="*/ 489 h 489"/>
              <a:gd name="T26" fmla="*/ 368 w 668"/>
              <a:gd name="T27" fmla="*/ 484 h 489"/>
              <a:gd name="T28" fmla="*/ 659 w 668"/>
              <a:gd name="T29" fmla="*/ 263 h 489"/>
              <a:gd name="T30" fmla="*/ 668 w 668"/>
              <a:gd name="T31" fmla="*/ 245 h 489"/>
              <a:gd name="T32" fmla="*/ 659 w 668"/>
              <a:gd name="T33" fmla="*/ 227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68" h="489">
                <a:moveTo>
                  <a:pt x="659" y="227"/>
                </a:moveTo>
                <a:cubicBezTo>
                  <a:pt x="368" y="6"/>
                  <a:pt x="368" y="6"/>
                  <a:pt x="368" y="6"/>
                </a:cubicBezTo>
                <a:cubicBezTo>
                  <a:pt x="361" y="1"/>
                  <a:pt x="352" y="0"/>
                  <a:pt x="344" y="4"/>
                </a:cubicBezTo>
                <a:cubicBezTo>
                  <a:pt x="336" y="8"/>
                  <a:pt x="332" y="16"/>
                  <a:pt x="332" y="24"/>
                </a:cubicBezTo>
                <a:cubicBezTo>
                  <a:pt x="332" y="125"/>
                  <a:pt x="332" y="125"/>
                  <a:pt x="332" y="125"/>
                </a:cubicBezTo>
                <a:cubicBezTo>
                  <a:pt x="22" y="125"/>
                  <a:pt x="22" y="125"/>
                  <a:pt x="22" y="125"/>
                </a:cubicBezTo>
                <a:cubicBezTo>
                  <a:pt x="10" y="125"/>
                  <a:pt x="0" y="135"/>
                  <a:pt x="0" y="147"/>
                </a:cubicBezTo>
                <a:cubicBezTo>
                  <a:pt x="0" y="344"/>
                  <a:pt x="0" y="344"/>
                  <a:pt x="0" y="344"/>
                </a:cubicBezTo>
                <a:cubicBezTo>
                  <a:pt x="0" y="356"/>
                  <a:pt x="10" y="366"/>
                  <a:pt x="22" y="366"/>
                </a:cubicBezTo>
                <a:cubicBezTo>
                  <a:pt x="332" y="366"/>
                  <a:pt x="332" y="366"/>
                  <a:pt x="332" y="366"/>
                </a:cubicBezTo>
                <a:cubicBezTo>
                  <a:pt x="332" y="466"/>
                  <a:pt x="332" y="466"/>
                  <a:pt x="332" y="466"/>
                </a:cubicBezTo>
                <a:cubicBezTo>
                  <a:pt x="332" y="475"/>
                  <a:pt x="336" y="483"/>
                  <a:pt x="344" y="487"/>
                </a:cubicBezTo>
                <a:cubicBezTo>
                  <a:pt x="347" y="488"/>
                  <a:pt x="351" y="489"/>
                  <a:pt x="354" y="489"/>
                </a:cubicBezTo>
                <a:cubicBezTo>
                  <a:pt x="359" y="489"/>
                  <a:pt x="364" y="487"/>
                  <a:pt x="368" y="484"/>
                </a:cubicBezTo>
                <a:cubicBezTo>
                  <a:pt x="659" y="263"/>
                  <a:pt x="659" y="263"/>
                  <a:pt x="659" y="263"/>
                </a:cubicBezTo>
                <a:cubicBezTo>
                  <a:pt x="665" y="259"/>
                  <a:pt x="668" y="252"/>
                  <a:pt x="668" y="245"/>
                </a:cubicBezTo>
                <a:cubicBezTo>
                  <a:pt x="668" y="238"/>
                  <a:pt x="665" y="232"/>
                  <a:pt x="659" y="227"/>
                </a:cubicBezTo>
                <a:close/>
              </a:path>
            </a:pathLst>
          </a:custGeom>
          <a:solidFill>
            <a:srgbClr val="A2ABB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400">
              <a:solidFill>
                <a:srgbClr val="303E4A"/>
              </a:solidFill>
              <a:latin typeface="Arial" panose="020B0604020202020204" pitchFamily="34" charset="0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DCC3CC10-4381-4593-A1CE-AFC3541A39CF}"/>
              </a:ext>
            </a:extLst>
          </p:cNvPr>
          <p:cNvSpPr/>
          <p:nvPr/>
        </p:nvSpPr>
        <p:spPr>
          <a:xfrm>
            <a:off x="471986" y="4068910"/>
            <a:ext cx="685427" cy="685427"/>
          </a:xfrm>
          <a:prstGeom prst="ellipse">
            <a:avLst/>
          </a:prstGeom>
          <a:solidFill>
            <a:srgbClr val="DFE3E6"/>
          </a:solidFill>
          <a:ln w="6350" cap="flat" cmpd="sng" algn="ctr">
            <a:solidFill>
              <a:srgbClr val="AFB9C1"/>
            </a:solidFill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495660"/>
              </a:solidFill>
              <a:latin typeface="Arial" panose="020B060402020202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BAC31C7-1B05-4B75-946C-BE763E9008D0}"/>
              </a:ext>
            </a:extLst>
          </p:cNvPr>
          <p:cNvSpPr txBox="1"/>
          <p:nvPr/>
        </p:nvSpPr>
        <p:spPr>
          <a:xfrm>
            <a:off x="490394" y="5024376"/>
            <a:ext cx="4561014" cy="2611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 cmpd="sng">
            <a:solidFill>
              <a:srgbClr val="20303D"/>
            </a:solidFill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none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>
                <a:ln>
                  <a:noFill/>
                </a:ln>
                <a:solidFill>
                  <a:srgbClr val="20303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Tuspe Llen &amp; Tesqueinipsumi</a:t>
            </a:r>
          </a:p>
        </p:txBody>
      </p:sp>
      <p:sp>
        <p:nvSpPr>
          <p:cNvPr id="100" name="Freeform 5">
            <a:extLst>
              <a:ext uri="{FF2B5EF4-FFF2-40B4-BE49-F238E27FC236}">
                <a16:creationId xmlns:a16="http://schemas.microsoft.com/office/drawing/2014/main" id="{C3CE6771-2ECD-4612-99DB-06F3441D7EDC}"/>
              </a:ext>
            </a:extLst>
          </p:cNvPr>
          <p:cNvSpPr>
            <a:spLocks/>
          </p:cNvSpPr>
          <p:nvPr/>
        </p:nvSpPr>
        <p:spPr bwMode="auto">
          <a:xfrm rot="5400000">
            <a:off x="722138" y="4812899"/>
            <a:ext cx="185123" cy="135872"/>
          </a:xfrm>
          <a:custGeom>
            <a:avLst/>
            <a:gdLst>
              <a:gd name="T0" fmla="*/ 659 w 668"/>
              <a:gd name="T1" fmla="*/ 227 h 489"/>
              <a:gd name="T2" fmla="*/ 368 w 668"/>
              <a:gd name="T3" fmla="*/ 6 h 489"/>
              <a:gd name="T4" fmla="*/ 344 w 668"/>
              <a:gd name="T5" fmla="*/ 4 h 489"/>
              <a:gd name="T6" fmla="*/ 332 w 668"/>
              <a:gd name="T7" fmla="*/ 24 h 489"/>
              <a:gd name="T8" fmla="*/ 332 w 668"/>
              <a:gd name="T9" fmla="*/ 125 h 489"/>
              <a:gd name="T10" fmla="*/ 22 w 668"/>
              <a:gd name="T11" fmla="*/ 125 h 489"/>
              <a:gd name="T12" fmla="*/ 0 w 668"/>
              <a:gd name="T13" fmla="*/ 147 h 489"/>
              <a:gd name="T14" fmla="*/ 0 w 668"/>
              <a:gd name="T15" fmla="*/ 344 h 489"/>
              <a:gd name="T16" fmla="*/ 22 w 668"/>
              <a:gd name="T17" fmla="*/ 366 h 489"/>
              <a:gd name="T18" fmla="*/ 332 w 668"/>
              <a:gd name="T19" fmla="*/ 366 h 489"/>
              <a:gd name="T20" fmla="*/ 332 w 668"/>
              <a:gd name="T21" fmla="*/ 466 h 489"/>
              <a:gd name="T22" fmla="*/ 344 w 668"/>
              <a:gd name="T23" fmla="*/ 487 h 489"/>
              <a:gd name="T24" fmla="*/ 354 w 668"/>
              <a:gd name="T25" fmla="*/ 489 h 489"/>
              <a:gd name="T26" fmla="*/ 368 w 668"/>
              <a:gd name="T27" fmla="*/ 484 h 489"/>
              <a:gd name="T28" fmla="*/ 659 w 668"/>
              <a:gd name="T29" fmla="*/ 263 h 489"/>
              <a:gd name="T30" fmla="*/ 668 w 668"/>
              <a:gd name="T31" fmla="*/ 245 h 489"/>
              <a:gd name="T32" fmla="*/ 659 w 668"/>
              <a:gd name="T33" fmla="*/ 227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68" h="489">
                <a:moveTo>
                  <a:pt x="659" y="227"/>
                </a:moveTo>
                <a:cubicBezTo>
                  <a:pt x="368" y="6"/>
                  <a:pt x="368" y="6"/>
                  <a:pt x="368" y="6"/>
                </a:cubicBezTo>
                <a:cubicBezTo>
                  <a:pt x="361" y="1"/>
                  <a:pt x="352" y="0"/>
                  <a:pt x="344" y="4"/>
                </a:cubicBezTo>
                <a:cubicBezTo>
                  <a:pt x="336" y="8"/>
                  <a:pt x="332" y="16"/>
                  <a:pt x="332" y="24"/>
                </a:cubicBezTo>
                <a:cubicBezTo>
                  <a:pt x="332" y="125"/>
                  <a:pt x="332" y="125"/>
                  <a:pt x="332" y="125"/>
                </a:cubicBezTo>
                <a:cubicBezTo>
                  <a:pt x="22" y="125"/>
                  <a:pt x="22" y="125"/>
                  <a:pt x="22" y="125"/>
                </a:cubicBezTo>
                <a:cubicBezTo>
                  <a:pt x="10" y="125"/>
                  <a:pt x="0" y="135"/>
                  <a:pt x="0" y="147"/>
                </a:cubicBezTo>
                <a:cubicBezTo>
                  <a:pt x="0" y="344"/>
                  <a:pt x="0" y="344"/>
                  <a:pt x="0" y="344"/>
                </a:cubicBezTo>
                <a:cubicBezTo>
                  <a:pt x="0" y="356"/>
                  <a:pt x="10" y="366"/>
                  <a:pt x="22" y="366"/>
                </a:cubicBezTo>
                <a:cubicBezTo>
                  <a:pt x="332" y="366"/>
                  <a:pt x="332" y="366"/>
                  <a:pt x="332" y="366"/>
                </a:cubicBezTo>
                <a:cubicBezTo>
                  <a:pt x="332" y="466"/>
                  <a:pt x="332" y="466"/>
                  <a:pt x="332" y="466"/>
                </a:cubicBezTo>
                <a:cubicBezTo>
                  <a:pt x="332" y="475"/>
                  <a:pt x="336" y="483"/>
                  <a:pt x="344" y="487"/>
                </a:cubicBezTo>
                <a:cubicBezTo>
                  <a:pt x="347" y="488"/>
                  <a:pt x="351" y="489"/>
                  <a:pt x="354" y="489"/>
                </a:cubicBezTo>
                <a:cubicBezTo>
                  <a:pt x="359" y="489"/>
                  <a:pt x="364" y="487"/>
                  <a:pt x="368" y="484"/>
                </a:cubicBezTo>
                <a:cubicBezTo>
                  <a:pt x="659" y="263"/>
                  <a:pt x="659" y="263"/>
                  <a:pt x="659" y="263"/>
                </a:cubicBezTo>
                <a:cubicBezTo>
                  <a:pt x="665" y="259"/>
                  <a:pt x="668" y="252"/>
                  <a:pt x="668" y="245"/>
                </a:cubicBezTo>
                <a:cubicBezTo>
                  <a:pt x="668" y="238"/>
                  <a:pt x="665" y="232"/>
                  <a:pt x="659" y="227"/>
                </a:cubicBezTo>
                <a:close/>
              </a:path>
            </a:pathLst>
          </a:custGeom>
          <a:solidFill>
            <a:srgbClr val="A2ABB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400">
              <a:solidFill>
                <a:srgbClr val="303E4A"/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360D7AD-A8EC-1DED-A550-11EA0BFD4AC1}"/>
              </a:ext>
            </a:extLst>
          </p:cNvPr>
          <p:cNvGrpSpPr/>
          <p:nvPr/>
        </p:nvGrpSpPr>
        <p:grpSpPr>
          <a:xfrm>
            <a:off x="6351795" y="2833326"/>
            <a:ext cx="3089773" cy="2705633"/>
            <a:chOff x="6351795" y="2833326"/>
            <a:chExt cx="3089773" cy="2705633"/>
          </a:xfrm>
        </p:grpSpPr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FF2980B4-AC74-4C95-829A-42AEAFC3F168}"/>
                </a:ext>
              </a:extLst>
            </p:cNvPr>
            <p:cNvSpPr/>
            <p:nvPr/>
          </p:nvSpPr>
          <p:spPr bwMode="auto">
            <a:xfrm>
              <a:off x="7251817" y="4302009"/>
              <a:ext cx="1259243" cy="1191773"/>
            </a:xfrm>
            <a:custGeom>
              <a:avLst/>
              <a:gdLst>
                <a:gd name="connsiteX0" fmla="*/ 0 w 1502456"/>
                <a:gd name="connsiteY0" fmla="*/ 0 h 1421956"/>
                <a:gd name="connsiteX1" fmla="*/ 1502456 w 1502456"/>
                <a:gd name="connsiteY1" fmla="*/ 0 h 1421956"/>
                <a:gd name="connsiteX2" fmla="*/ 1045466 w 1502456"/>
                <a:gd name="connsiteY2" fmla="*/ 764208 h 1421956"/>
                <a:gd name="connsiteX3" fmla="*/ 1045466 w 1502456"/>
                <a:gd name="connsiteY3" fmla="*/ 962504 h 1421956"/>
                <a:gd name="connsiteX4" fmla="*/ 456990 w 1502456"/>
                <a:gd name="connsiteY4" fmla="*/ 1421956 h 1421956"/>
                <a:gd name="connsiteX5" fmla="*/ 456990 w 1502456"/>
                <a:gd name="connsiteY5" fmla="*/ 764208 h 1421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02456" h="1421956">
                  <a:moveTo>
                    <a:pt x="0" y="0"/>
                  </a:moveTo>
                  <a:lnTo>
                    <a:pt x="1502456" y="0"/>
                  </a:lnTo>
                  <a:lnTo>
                    <a:pt x="1045466" y="764208"/>
                  </a:lnTo>
                  <a:lnTo>
                    <a:pt x="1045466" y="962504"/>
                  </a:lnTo>
                  <a:lnTo>
                    <a:pt x="456990" y="1421956"/>
                  </a:lnTo>
                  <a:lnTo>
                    <a:pt x="456990" y="764208"/>
                  </a:lnTo>
                  <a:close/>
                </a:path>
              </a:pathLst>
            </a:custGeom>
            <a:solidFill>
              <a:srgbClr val="7ECAF8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1ACAF8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C57332A2-119B-4593-8C9C-03ADF6480CAE}"/>
                </a:ext>
              </a:extLst>
            </p:cNvPr>
            <p:cNvSpPr/>
            <p:nvPr/>
          </p:nvSpPr>
          <p:spPr bwMode="auto">
            <a:xfrm>
              <a:off x="7780859" y="4300788"/>
              <a:ext cx="730200" cy="1077907"/>
            </a:xfrm>
            <a:custGeom>
              <a:avLst/>
              <a:gdLst>
                <a:gd name="connsiteX0" fmla="*/ 536814 w 1027370"/>
                <a:gd name="connsiteY0" fmla="*/ 0 h 1516585"/>
                <a:gd name="connsiteX1" fmla="*/ 1027370 w 1027370"/>
                <a:gd name="connsiteY1" fmla="*/ 0 h 1516585"/>
                <a:gd name="connsiteX2" fmla="*/ 490557 w 1027370"/>
                <a:gd name="connsiteY2" fmla="*/ 897691 h 1516585"/>
                <a:gd name="connsiteX3" fmla="*/ 489774 w 1027370"/>
                <a:gd name="connsiteY3" fmla="*/ 897691 h 1516585"/>
                <a:gd name="connsiteX4" fmla="*/ 489774 w 1027370"/>
                <a:gd name="connsiteY4" fmla="*/ 899207 h 1516585"/>
                <a:gd name="connsiteX5" fmla="*/ 488482 w 1027370"/>
                <a:gd name="connsiteY5" fmla="*/ 901369 h 1516585"/>
                <a:gd name="connsiteX6" fmla="*/ 488482 w 1027370"/>
                <a:gd name="connsiteY6" fmla="*/ 1135202 h 1516585"/>
                <a:gd name="connsiteX7" fmla="*/ 0 w 1027370"/>
                <a:gd name="connsiteY7" fmla="*/ 1516585 h 1516585"/>
                <a:gd name="connsiteX8" fmla="*/ 0 w 1027370"/>
                <a:gd name="connsiteY8" fmla="*/ 897691 h 1516585"/>
                <a:gd name="connsiteX9" fmla="*/ 1 w 1027370"/>
                <a:gd name="connsiteY9" fmla="*/ 897691 h 151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27370" h="1516585">
                  <a:moveTo>
                    <a:pt x="536814" y="0"/>
                  </a:moveTo>
                  <a:lnTo>
                    <a:pt x="1027370" y="0"/>
                  </a:lnTo>
                  <a:lnTo>
                    <a:pt x="490557" y="897691"/>
                  </a:lnTo>
                  <a:lnTo>
                    <a:pt x="489774" y="897691"/>
                  </a:lnTo>
                  <a:lnTo>
                    <a:pt x="489774" y="899207"/>
                  </a:lnTo>
                  <a:lnTo>
                    <a:pt x="488482" y="901369"/>
                  </a:lnTo>
                  <a:lnTo>
                    <a:pt x="488482" y="1135202"/>
                  </a:lnTo>
                  <a:lnTo>
                    <a:pt x="0" y="1516585"/>
                  </a:lnTo>
                  <a:lnTo>
                    <a:pt x="0" y="897691"/>
                  </a:lnTo>
                  <a:lnTo>
                    <a:pt x="1" y="897691"/>
                  </a:lnTo>
                  <a:close/>
                </a:path>
              </a:pathLst>
            </a:custGeom>
            <a:solidFill>
              <a:srgbClr val="20303D">
                <a:alpha val="25000"/>
              </a:srgbClr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20303D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41B6327F-7ED2-46B7-84D1-F16359EB7766}"/>
                </a:ext>
              </a:extLst>
            </p:cNvPr>
            <p:cNvSpPr/>
            <p:nvPr/>
          </p:nvSpPr>
          <p:spPr bwMode="auto">
            <a:xfrm>
              <a:off x="6420766" y="2912272"/>
              <a:ext cx="2921346" cy="694868"/>
            </a:xfrm>
            <a:custGeom>
              <a:avLst/>
              <a:gdLst>
                <a:gd name="connsiteX0" fmla="*/ 0 w 3485581"/>
                <a:gd name="connsiteY0" fmla="*/ 0 h 829077"/>
                <a:gd name="connsiteX1" fmla="*/ 3485581 w 3485581"/>
                <a:gd name="connsiteY1" fmla="*/ 0 h 829077"/>
                <a:gd name="connsiteX2" fmla="*/ 2989799 w 3485581"/>
                <a:gd name="connsiteY2" fmla="*/ 829077 h 829077"/>
                <a:gd name="connsiteX3" fmla="*/ 495781 w 3485581"/>
                <a:gd name="connsiteY3" fmla="*/ 829077 h 829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85581" h="829077">
                  <a:moveTo>
                    <a:pt x="0" y="0"/>
                  </a:moveTo>
                  <a:lnTo>
                    <a:pt x="3485581" y="0"/>
                  </a:lnTo>
                  <a:lnTo>
                    <a:pt x="2989799" y="829077"/>
                  </a:lnTo>
                  <a:lnTo>
                    <a:pt x="495781" y="829077"/>
                  </a:lnTo>
                  <a:close/>
                </a:path>
              </a:pathLst>
            </a:custGeom>
            <a:solidFill>
              <a:srgbClr val="D3EDFE"/>
            </a:solidFill>
            <a:ln w="6350" cmpd="sng">
              <a:solidFill>
                <a:srgbClr val="A1D8FD"/>
              </a:solidFill>
              <a:miter lim="800000"/>
              <a:headEnd/>
              <a:tailEnd/>
            </a:ln>
            <a:effectLst>
              <a:outerShdw blurRad="190500" dist="38100" dir="5400000" rotWithShape="0">
                <a:srgbClr val="7BC6FB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20303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C2E90AAF-8623-4C14-BF32-6AAF6877A87F}"/>
                </a:ext>
              </a:extLst>
            </p:cNvPr>
            <p:cNvSpPr/>
            <p:nvPr/>
          </p:nvSpPr>
          <p:spPr bwMode="auto">
            <a:xfrm flipV="1">
              <a:off x="6836291" y="3607140"/>
              <a:ext cx="2090296" cy="694868"/>
            </a:xfrm>
            <a:custGeom>
              <a:avLst/>
              <a:gdLst>
                <a:gd name="connsiteX0" fmla="*/ 0 w 2494020"/>
                <a:gd name="connsiteY0" fmla="*/ 829077 h 829077"/>
                <a:gd name="connsiteX1" fmla="*/ 2494020 w 2494020"/>
                <a:gd name="connsiteY1" fmla="*/ 829077 h 829077"/>
                <a:gd name="connsiteX2" fmla="*/ 1998239 w 2494020"/>
                <a:gd name="connsiteY2" fmla="*/ 0 h 829077"/>
                <a:gd name="connsiteX3" fmla="*/ 495781 w 2494020"/>
                <a:gd name="connsiteY3" fmla="*/ 0 h 829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4020" h="829077">
                  <a:moveTo>
                    <a:pt x="0" y="829077"/>
                  </a:moveTo>
                  <a:lnTo>
                    <a:pt x="2494020" y="829077"/>
                  </a:lnTo>
                  <a:lnTo>
                    <a:pt x="1998239" y="0"/>
                  </a:lnTo>
                  <a:lnTo>
                    <a:pt x="495781" y="0"/>
                  </a:lnTo>
                  <a:close/>
                </a:path>
              </a:pathLst>
            </a:custGeom>
            <a:solidFill>
              <a:srgbClr val="B2E0FA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7ECAF8">
                  <a:alpha val="2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u="none" strike="noStrike" kern="1200" cap="none" spc="0" normalizeH="0" baseline="0" noProof="0">
                <a:ln w="0"/>
                <a:solidFill>
                  <a:srgbClr val="26303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39DBEC33-0E0E-4C06-B127-43CEC346CB76}"/>
                </a:ext>
              </a:extLst>
            </p:cNvPr>
            <p:cNvSpPr/>
            <p:nvPr/>
          </p:nvSpPr>
          <p:spPr bwMode="auto">
            <a:xfrm>
              <a:off x="8577923" y="2912272"/>
              <a:ext cx="764188" cy="694868"/>
            </a:xfrm>
            <a:custGeom>
              <a:avLst/>
              <a:gdLst>
                <a:gd name="connsiteX0" fmla="*/ 584634 w 1075190"/>
                <a:gd name="connsiteY0" fmla="*/ 0 h 977660"/>
                <a:gd name="connsiteX1" fmla="*/ 1075190 w 1075190"/>
                <a:gd name="connsiteY1" fmla="*/ 0 h 977660"/>
                <a:gd name="connsiteX2" fmla="*/ 490556 w 1075190"/>
                <a:gd name="connsiteY2" fmla="*/ 977660 h 977660"/>
                <a:gd name="connsiteX3" fmla="*/ 0 w 1075190"/>
                <a:gd name="connsiteY3" fmla="*/ 977660 h 977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5190" h="977660">
                  <a:moveTo>
                    <a:pt x="584634" y="0"/>
                  </a:moveTo>
                  <a:lnTo>
                    <a:pt x="1075190" y="0"/>
                  </a:lnTo>
                  <a:lnTo>
                    <a:pt x="490556" y="977660"/>
                  </a:lnTo>
                  <a:lnTo>
                    <a:pt x="0" y="977660"/>
                  </a:lnTo>
                  <a:close/>
                </a:path>
              </a:pathLst>
            </a:custGeom>
            <a:solidFill>
              <a:srgbClr val="20303D">
                <a:alpha val="25000"/>
              </a:srgbClr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20303D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AAF1FE08-5D2A-4997-A803-553F563A76A3}"/>
                </a:ext>
              </a:extLst>
            </p:cNvPr>
            <p:cNvSpPr/>
            <p:nvPr/>
          </p:nvSpPr>
          <p:spPr bwMode="auto">
            <a:xfrm>
              <a:off x="8162399" y="3605920"/>
              <a:ext cx="764188" cy="694868"/>
            </a:xfrm>
            <a:custGeom>
              <a:avLst/>
              <a:gdLst>
                <a:gd name="connsiteX0" fmla="*/ 584634 w 1075190"/>
                <a:gd name="connsiteY0" fmla="*/ 0 h 977660"/>
                <a:gd name="connsiteX1" fmla="*/ 1075190 w 1075190"/>
                <a:gd name="connsiteY1" fmla="*/ 0 h 977660"/>
                <a:gd name="connsiteX2" fmla="*/ 490556 w 1075190"/>
                <a:gd name="connsiteY2" fmla="*/ 977660 h 977660"/>
                <a:gd name="connsiteX3" fmla="*/ 0 w 1075190"/>
                <a:gd name="connsiteY3" fmla="*/ 977660 h 977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5190" h="977660">
                  <a:moveTo>
                    <a:pt x="584634" y="0"/>
                  </a:moveTo>
                  <a:lnTo>
                    <a:pt x="1075190" y="0"/>
                  </a:lnTo>
                  <a:lnTo>
                    <a:pt x="490556" y="977660"/>
                  </a:lnTo>
                  <a:lnTo>
                    <a:pt x="0" y="977660"/>
                  </a:lnTo>
                  <a:close/>
                </a:path>
              </a:pathLst>
            </a:custGeom>
            <a:solidFill>
              <a:srgbClr val="20303D">
                <a:alpha val="25000"/>
              </a:srgbClr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20303D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A478235F-6896-489D-9BC0-63076430705C}"/>
                </a:ext>
              </a:extLst>
            </p:cNvPr>
            <p:cNvSpPr/>
            <p:nvPr/>
          </p:nvSpPr>
          <p:spPr bwMode="auto">
            <a:xfrm flipH="1">
              <a:off x="6940059" y="3607138"/>
              <a:ext cx="597696" cy="693650"/>
            </a:xfrm>
            <a:custGeom>
              <a:avLst/>
              <a:gdLst>
                <a:gd name="connsiteX0" fmla="*/ 840941 w 840941"/>
                <a:gd name="connsiteY0" fmla="*/ 0 h 975946"/>
                <a:gd name="connsiteX1" fmla="*/ 586201 w 840941"/>
                <a:gd name="connsiteY1" fmla="*/ 0 h 975946"/>
                <a:gd name="connsiteX2" fmla="*/ 306185 w 840941"/>
                <a:gd name="connsiteY2" fmla="*/ 468258 h 975946"/>
                <a:gd name="connsiteX3" fmla="*/ 303594 w 840941"/>
                <a:gd name="connsiteY3" fmla="*/ 468258 h 975946"/>
                <a:gd name="connsiteX4" fmla="*/ 0 w 840941"/>
                <a:gd name="connsiteY4" fmla="*/ 975946 h 975946"/>
                <a:gd name="connsiteX5" fmla="*/ 254740 w 840941"/>
                <a:gd name="connsiteY5" fmla="*/ 975946 h 975946"/>
                <a:gd name="connsiteX6" fmla="*/ 557081 w 840941"/>
                <a:gd name="connsiteY6" fmla="*/ 470354 h 975946"/>
                <a:gd name="connsiteX7" fmla="*/ 559672 w 840941"/>
                <a:gd name="connsiteY7" fmla="*/ 470354 h 975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0941" h="975946">
                  <a:moveTo>
                    <a:pt x="840941" y="0"/>
                  </a:moveTo>
                  <a:lnTo>
                    <a:pt x="586201" y="0"/>
                  </a:lnTo>
                  <a:lnTo>
                    <a:pt x="306185" y="468258"/>
                  </a:lnTo>
                  <a:lnTo>
                    <a:pt x="303594" y="468258"/>
                  </a:lnTo>
                  <a:lnTo>
                    <a:pt x="0" y="975946"/>
                  </a:lnTo>
                  <a:lnTo>
                    <a:pt x="254740" y="975946"/>
                  </a:lnTo>
                  <a:lnTo>
                    <a:pt x="557081" y="470354"/>
                  </a:lnTo>
                  <a:lnTo>
                    <a:pt x="559672" y="470354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968F3F44-8C7C-45AB-85D1-26F16FB379C1}"/>
                </a:ext>
              </a:extLst>
            </p:cNvPr>
            <p:cNvSpPr/>
            <p:nvPr/>
          </p:nvSpPr>
          <p:spPr bwMode="auto">
            <a:xfrm flipH="1">
              <a:off x="6643205" y="3048087"/>
              <a:ext cx="364040" cy="422483"/>
            </a:xfrm>
            <a:custGeom>
              <a:avLst/>
              <a:gdLst>
                <a:gd name="connsiteX0" fmla="*/ 840941 w 840941"/>
                <a:gd name="connsiteY0" fmla="*/ 0 h 975946"/>
                <a:gd name="connsiteX1" fmla="*/ 586201 w 840941"/>
                <a:gd name="connsiteY1" fmla="*/ 0 h 975946"/>
                <a:gd name="connsiteX2" fmla="*/ 306185 w 840941"/>
                <a:gd name="connsiteY2" fmla="*/ 468258 h 975946"/>
                <a:gd name="connsiteX3" fmla="*/ 303594 w 840941"/>
                <a:gd name="connsiteY3" fmla="*/ 468258 h 975946"/>
                <a:gd name="connsiteX4" fmla="*/ 0 w 840941"/>
                <a:gd name="connsiteY4" fmla="*/ 975946 h 975946"/>
                <a:gd name="connsiteX5" fmla="*/ 254740 w 840941"/>
                <a:gd name="connsiteY5" fmla="*/ 975946 h 975946"/>
                <a:gd name="connsiteX6" fmla="*/ 557081 w 840941"/>
                <a:gd name="connsiteY6" fmla="*/ 470354 h 975946"/>
                <a:gd name="connsiteX7" fmla="*/ 559672 w 840941"/>
                <a:gd name="connsiteY7" fmla="*/ 470354 h 975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0941" h="975946">
                  <a:moveTo>
                    <a:pt x="840941" y="0"/>
                  </a:moveTo>
                  <a:lnTo>
                    <a:pt x="586201" y="0"/>
                  </a:lnTo>
                  <a:lnTo>
                    <a:pt x="306185" y="468258"/>
                  </a:lnTo>
                  <a:lnTo>
                    <a:pt x="303594" y="468258"/>
                  </a:lnTo>
                  <a:lnTo>
                    <a:pt x="0" y="975946"/>
                  </a:lnTo>
                  <a:lnTo>
                    <a:pt x="254740" y="975946"/>
                  </a:lnTo>
                  <a:lnTo>
                    <a:pt x="557081" y="470354"/>
                  </a:lnTo>
                  <a:lnTo>
                    <a:pt x="559672" y="470354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2" name="Rectangle: Rounded Corners 161">
              <a:extLst>
                <a:ext uri="{FF2B5EF4-FFF2-40B4-BE49-F238E27FC236}">
                  <a16:creationId xmlns:a16="http://schemas.microsoft.com/office/drawing/2014/main" id="{1DE85A16-6527-4A9B-B966-3BCAD49AB5C1}"/>
                </a:ext>
              </a:extLst>
            </p:cNvPr>
            <p:cNvSpPr/>
            <p:nvPr/>
          </p:nvSpPr>
          <p:spPr bwMode="auto">
            <a:xfrm>
              <a:off x="6351795" y="2833326"/>
              <a:ext cx="3053207" cy="76950"/>
            </a:xfrm>
            <a:prstGeom prst="roundRect">
              <a:avLst>
                <a:gd name="adj" fmla="val 50000"/>
              </a:avLst>
            </a:prstGeom>
            <a:solidFill>
              <a:srgbClr val="B2E0FA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7ECAF8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26303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0A8F3E8F-1B48-408B-AE22-27B64B97069C}"/>
                </a:ext>
              </a:extLst>
            </p:cNvPr>
            <p:cNvSpPr/>
            <p:nvPr/>
          </p:nvSpPr>
          <p:spPr bwMode="auto">
            <a:xfrm>
              <a:off x="6420766" y="2908599"/>
              <a:ext cx="2921346" cy="38699"/>
            </a:xfrm>
            <a:custGeom>
              <a:avLst/>
              <a:gdLst>
                <a:gd name="connsiteX0" fmla="*/ 0 w 4110250"/>
                <a:gd name="connsiteY0" fmla="*/ 0 h 54448"/>
                <a:gd name="connsiteX1" fmla="*/ 4110250 w 4110250"/>
                <a:gd name="connsiteY1" fmla="*/ 0 h 54448"/>
                <a:gd name="connsiteX2" fmla="*/ 4077691 w 4110250"/>
                <a:gd name="connsiteY2" fmla="*/ 54448 h 54448"/>
                <a:gd name="connsiteX3" fmla="*/ 32559 w 4110250"/>
                <a:gd name="connsiteY3" fmla="*/ 54448 h 5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10250" h="54448">
                  <a:moveTo>
                    <a:pt x="0" y="0"/>
                  </a:moveTo>
                  <a:lnTo>
                    <a:pt x="4110250" y="0"/>
                  </a:lnTo>
                  <a:lnTo>
                    <a:pt x="4077691" y="54448"/>
                  </a:lnTo>
                  <a:lnTo>
                    <a:pt x="32559" y="54448"/>
                  </a:lnTo>
                  <a:close/>
                </a:path>
              </a:pathLst>
            </a:custGeom>
            <a:solidFill>
              <a:srgbClr val="7ECAF8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1ACAF8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F842014C-F9F7-4A70-94AE-60A53D56F2A5}"/>
                </a:ext>
              </a:extLst>
            </p:cNvPr>
            <p:cNvSpPr/>
            <p:nvPr/>
          </p:nvSpPr>
          <p:spPr bwMode="auto">
            <a:xfrm>
              <a:off x="7878398" y="5247944"/>
              <a:ext cx="189245" cy="291015"/>
            </a:xfrm>
            <a:custGeom>
              <a:avLst/>
              <a:gdLst>
                <a:gd name="connsiteX0" fmla="*/ 330617 w 423890"/>
                <a:gd name="connsiteY0" fmla="*/ 0 h 718896"/>
                <a:gd name="connsiteX1" fmla="*/ 330617 w 423890"/>
                <a:gd name="connsiteY1" fmla="*/ 449802 h 718896"/>
                <a:gd name="connsiteX2" fmla="*/ 423890 w 423890"/>
                <a:gd name="connsiteY2" fmla="*/ 449802 h 718896"/>
                <a:gd name="connsiteX3" fmla="*/ 211945 w 423890"/>
                <a:gd name="connsiteY3" fmla="*/ 718896 h 718896"/>
                <a:gd name="connsiteX4" fmla="*/ 0 w 423890"/>
                <a:gd name="connsiteY4" fmla="*/ 449802 h 718896"/>
                <a:gd name="connsiteX5" fmla="*/ 93273 w 423890"/>
                <a:gd name="connsiteY5" fmla="*/ 449802 h 718896"/>
                <a:gd name="connsiteX6" fmla="*/ 93273 w 423890"/>
                <a:gd name="connsiteY6" fmla="*/ 185307 h 718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3890" h="718896">
                  <a:moveTo>
                    <a:pt x="330617" y="0"/>
                  </a:moveTo>
                  <a:lnTo>
                    <a:pt x="330617" y="449802"/>
                  </a:lnTo>
                  <a:lnTo>
                    <a:pt x="423890" y="449802"/>
                  </a:lnTo>
                  <a:lnTo>
                    <a:pt x="211945" y="718896"/>
                  </a:lnTo>
                  <a:lnTo>
                    <a:pt x="0" y="449802"/>
                  </a:lnTo>
                  <a:lnTo>
                    <a:pt x="93273" y="449802"/>
                  </a:lnTo>
                  <a:lnTo>
                    <a:pt x="93273" y="185307"/>
                  </a:lnTo>
                  <a:close/>
                </a:path>
              </a:pathLst>
            </a:custGeom>
            <a:solidFill>
              <a:srgbClr val="66737C"/>
            </a:solidFill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43515C">
                        <a:alpha val="20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0F773D5C-28BD-473E-A84A-70CC2A69BCFC}"/>
                </a:ext>
              </a:extLst>
            </p:cNvPr>
            <p:cNvSpPr txBox="1"/>
            <p:nvPr/>
          </p:nvSpPr>
          <p:spPr>
            <a:xfrm>
              <a:off x="7459679" y="3156800"/>
              <a:ext cx="901209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1" u="none" strike="noStrike" kern="1200" cap="none" spc="0" normalizeH="0" baseline="0" noProof="0">
                  <a:ln w="0"/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Dorcip 1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CE154649-1118-4D87-ABE6-19328A9B54C9}"/>
                </a:ext>
              </a:extLst>
            </p:cNvPr>
            <p:cNvSpPr txBox="1"/>
            <p:nvPr/>
          </p:nvSpPr>
          <p:spPr>
            <a:xfrm>
              <a:off x="7459679" y="3735913"/>
              <a:ext cx="910827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1" u="none" strike="noStrike" kern="1200" cap="none" spc="0" normalizeH="0" baseline="0" noProof="0">
                  <a:ln w="0"/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Ortada 2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2B244669-55C6-4885-942D-D1B5B746B100}"/>
                </a:ext>
              </a:extLst>
            </p:cNvPr>
            <p:cNvSpPr txBox="1"/>
            <p:nvPr/>
          </p:nvSpPr>
          <p:spPr>
            <a:xfrm>
              <a:off x="7459679" y="4382128"/>
              <a:ext cx="920445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1" u="none" strike="noStrike" kern="1200" cap="none" spc="0" normalizeH="0" baseline="0" noProof="0">
                  <a:ln w="0"/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Pibusv 3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E3FC173-E03F-4ABE-898F-89AD3520E7A7}"/>
                </a:ext>
              </a:extLst>
            </p:cNvPr>
            <p:cNvCxnSpPr>
              <a:cxnSpLocks/>
            </p:cNvCxnSpPr>
            <p:nvPr/>
          </p:nvCxnSpPr>
          <p:spPr>
            <a:xfrm>
              <a:off x="8278440" y="3340850"/>
              <a:ext cx="1163128" cy="0"/>
            </a:xfrm>
            <a:prstGeom prst="line">
              <a:avLst/>
            </a:prstGeom>
            <a:ln w="6350">
              <a:solidFill>
                <a:srgbClr val="66737C"/>
              </a:soli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2688861-AEA3-4274-952B-3AF85FD98E7A}"/>
                </a:ext>
              </a:extLst>
            </p:cNvPr>
            <p:cNvCxnSpPr>
              <a:cxnSpLocks/>
            </p:cNvCxnSpPr>
            <p:nvPr/>
          </p:nvCxnSpPr>
          <p:spPr>
            <a:xfrm>
              <a:off x="8278440" y="3966063"/>
              <a:ext cx="1163128" cy="0"/>
            </a:xfrm>
            <a:prstGeom prst="line">
              <a:avLst/>
            </a:prstGeom>
            <a:ln w="6350">
              <a:solidFill>
                <a:srgbClr val="66737C"/>
              </a:soli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60DAF493-6C1B-4E70-B784-E80DC15BD220}"/>
                </a:ext>
              </a:extLst>
            </p:cNvPr>
            <p:cNvCxnSpPr>
              <a:cxnSpLocks/>
            </p:cNvCxnSpPr>
            <p:nvPr/>
          </p:nvCxnSpPr>
          <p:spPr>
            <a:xfrm>
              <a:off x="8278440" y="4536016"/>
              <a:ext cx="1163128" cy="0"/>
            </a:xfrm>
            <a:prstGeom prst="line">
              <a:avLst/>
            </a:prstGeom>
            <a:ln w="6350">
              <a:solidFill>
                <a:srgbClr val="66737C"/>
              </a:soli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Freeform 169">
            <a:extLst>
              <a:ext uri="{FF2B5EF4-FFF2-40B4-BE49-F238E27FC236}">
                <a16:creationId xmlns:a16="http://schemas.microsoft.com/office/drawing/2014/main" id="{1AD3CEEC-BF09-4C12-8AFD-A02DF18BF212}"/>
              </a:ext>
            </a:extLst>
          </p:cNvPr>
          <p:cNvSpPr>
            <a:spLocks noEditPoints="1"/>
          </p:cNvSpPr>
          <p:nvPr/>
        </p:nvSpPr>
        <p:spPr bwMode="auto">
          <a:xfrm>
            <a:off x="623638" y="4220561"/>
            <a:ext cx="382123" cy="382123"/>
          </a:xfrm>
          <a:custGeom>
            <a:avLst/>
            <a:gdLst>
              <a:gd name="T0" fmla="*/ 116 w 201"/>
              <a:gd name="T1" fmla="*/ 1 h 201"/>
              <a:gd name="T2" fmla="*/ 111 w 201"/>
              <a:gd name="T3" fmla="*/ 10 h 201"/>
              <a:gd name="T4" fmla="*/ 184 w 201"/>
              <a:gd name="T5" fmla="*/ 88 h 201"/>
              <a:gd name="T6" fmla="*/ 114 w 201"/>
              <a:gd name="T7" fmla="*/ 27 h 201"/>
              <a:gd name="T8" fmla="*/ 98 w 201"/>
              <a:gd name="T9" fmla="*/ 15 h 201"/>
              <a:gd name="T10" fmla="*/ 191 w 201"/>
              <a:gd name="T11" fmla="*/ 99 h 201"/>
              <a:gd name="T12" fmla="*/ 174 w 201"/>
              <a:gd name="T13" fmla="*/ 110 h 201"/>
              <a:gd name="T14" fmla="*/ 185 w 201"/>
              <a:gd name="T15" fmla="*/ 108 h 201"/>
              <a:gd name="T16" fmla="*/ 113 w 201"/>
              <a:gd name="T17" fmla="*/ 191 h 201"/>
              <a:gd name="T18" fmla="*/ 200 w 201"/>
              <a:gd name="T19" fmla="*/ 116 h 201"/>
              <a:gd name="T20" fmla="*/ 89 w 201"/>
              <a:gd name="T21" fmla="*/ 173 h 201"/>
              <a:gd name="T22" fmla="*/ 93 w 201"/>
              <a:gd name="T23" fmla="*/ 185 h 201"/>
              <a:gd name="T24" fmla="*/ 11 w 201"/>
              <a:gd name="T25" fmla="*/ 115 h 201"/>
              <a:gd name="T26" fmla="*/ 81 w 201"/>
              <a:gd name="T27" fmla="*/ 199 h 201"/>
              <a:gd name="T28" fmla="*/ 104 w 201"/>
              <a:gd name="T29" fmla="*/ 189 h 201"/>
              <a:gd name="T30" fmla="*/ 13 w 201"/>
              <a:gd name="T31" fmla="*/ 104 h 201"/>
              <a:gd name="T32" fmla="*/ 13 w 201"/>
              <a:gd name="T33" fmla="*/ 104 h 201"/>
              <a:gd name="T34" fmla="*/ 27 w 201"/>
              <a:gd name="T35" fmla="*/ 86 h 201"/>
              <a:gd name="T36" fmla="*/ 86 w 201"/>
              <a:gd name="T37" fmla="*/ 17 h 201"/>
              <a:gd name="T38" fmla="*/ 10 w 201"/>
              <a:gd name="T39" fmla="*/ 92 h 201"/>
              <a:gd name="T40" fmla="*/ 1 w 201"/>
              <a:gd name="T41" fmla="*/ 88 h 201"/>
              <a:gd name="T42" fmla="*/ 107 w 201"/>
              <a:gd name="T43" fmla="*/ 159 h 201"/>
              <a:gd name="T44" fmla="*/ 90 w 201"/>
              <a:gd name="T45" fmla="*/ 146 h 201"/>
              <a:gd name="T46" fmla="*/ 64 w 201"/>
              <a:gd name="T47" fmla="*/ 147 h 201"/>
              <a:gd name="T48" fmla="*/ 62 w 201"/>
              <a:gd name="T49" fmla="*/ 125 h 201"/>
              <a:gd name="T50" fmla="*/ 42 w 201"/>
              <a:gd name="T51" fmla="*/ 107 h 201"/>
              <a:gd name="T52" fmla="*/ 56 w 201"/>
              <a:gd name="T53" fmla="*/ 90 h 201"/>
              <a:gd name="T54" fmla="*/ 55 w 201"/>
              <a:gd name="T55" fmla="*/ 63 h 201"/>
              <a:gd name="T56" fmla="*/ 77 w 201"/>
              <a:gd name="T57" fmla="*/ 61 h 201"/>
              <a:gd name="T58" fmla="*/ 95 w 201"/>
              <a:gd name="T59" fmla="*/ 42 h 201"/>
              <a:gd name="T60" fmla="*/ 112 w 201"/>
              <a:gd name="T61" fmla="*/ 56 h 201"/>
              <a:gd name="T62" fmla="*/ 138 w 201"/>
              <a:gd name="T63" fmla="*/ 55 h 201"/>
              <a:gd name="T64" fmla="*/ 140 w 201"/>
              <a:gd name="T65" fmla="*/ 76 h 201"/>
              <a:gd name="T66" fmla="*/ 160 w 201"/>
              <a:gd name="T67" fmla="*/ 94 h 201"/>
              <a:gd name="T68" fmla="*/ 146 w 201"/>
              <a:gd name="T69" fmla="*/ 112 h 201"/>
              <a:gd name="T70" fmla="*/ 147 w 201"/>
              <a:gd name="T71" fmla="*/ 138 h 201"/>
              <a:gd name="T72" fmla="*/ 134 w 201"/>
              <a:gd name="T73" fmla="*/ 147 h 201"/>
              <a:gd name="T74" fmla="*/ 110 w 201"/>
              <a:gd name="T75" fmla="*/ 157 h 201"/>
              <a:gd name="T76" fmla="*/ 135 w 201"/>
              <a:gd name="T77" fmla="*/ 141 h 201"/>
              <a:gd name="T78" fmla="*/ 134 w 201"/>
              <a:gd name="T79" fmla="*/ 123 h 201"/>
              <a:gd name="T80" fmla="*/ 153 w 201"/>
              <a:gd name="T81" fmla="*/ 104 h 201"/>
              <a:gd name="T82" fmla="*/ 140 w 201"/>
              <a:gd name="T83" fmla="*/ 93 h 201"/>
              <a:gd name="T84" fmla="*/ 140 w 201"/>
              <a:gd name="T85" fmla="*/ 65 h 201"/>
              <a:gd name="T86" fmla="*/ 123 w 201"/>
              <a:gd name="T87" fmla="*/ 67 h 201"/>
              <a:gd name="T88" fmla="*/ 104 w 201"/>
              <a:gd name="T89" fmla="*/ 47 h 201"/>
              <a:gd name="T90" fmla="*/ 93 w 201"/>
              <a:gd name="T91" fmla="*/ 61 h 201"/>
              <a:gd name="T92" fmla="*/ 66 w 201"/>
              <a:gd name="T93" fmla="*/ 60 h 201"/>
              <a:gd name="T94" fmla="*/ 67 w 201"/>
              <a:gd name="T95" fmla="*/ 78 h 201"/>
              <a:gd name="T96" fmla="*/ 48 w 201"/>
              <a:gd name="T97" fmla="*/ 97 h 201"/>
              <a:gd name="T98" fmla="*/ 61 w 201"/>
              <a:gd name="T99" fmla="*/ 108 h 201"/>
              <a:gd name="T100" fmla="*/ 61 w 201"/>
              <a:gd name="T101" fmla="*/ 135 h 201"/>
              <a:gd name="T102" fmla="*/ 78 w 201"/>
              <a:gd name="T103" fmla="*/ 134 h 201"/>
              <a:gd name="T104" fmla="*/ 97 w 201"/>
              <a:gd name="T105" fmla="*/ 154 h 201"/>
              <a:gd name="T106" fmla="*/ 108 w 201"/>
              <a:gd name="T107" fmla="*/ 140 h 201"/>
              <a:gd name="T108" fmla="*/ 101 w 201"/>
              <a:gd name="T109" fmla="*/ 126 h 201"/>
              <a:gd name="T110" fmla="*/ 126 w 201"/>
              <a:gd name="T111" fmla="*/ 101 h 201"/>
              <a:gd name="T112" fmla="*/ 82 w 201"/>
              <a:gd name="T113" fmla="*/ 101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01" h="201">
                <a:moveTo>
                  <a:pt x="98" y="12"/>
                </a:moveTo>
                <a:cubicBezTo>
                  <a:pt x="98" y="11"/>
                  <a:pt x="99" y="10"/>
                  <a:pt x="99" y="10"/>
                </a:cubicBezTo>
                <a:cubicBezTo>
                  <a:pt x="116" y="1"/>
                  <a:pt x="116" y="1"/>
                  <a:pt x="116" y="1"/>
                </a:cubicBezTo>
                <a:cubicBezTo>
                  <a:pt x="117" y="0"/>
                  <a:pt x="119" y="1"/>
                  <a:pt x="120" y="2"/>
                </a:cubicBezTo>
                <a:cubicBezTo>
                  <a:pt x="121" y="4"/>
                  <a:pt x="120" y="5"/>
                  <a:pt x="119" y="6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51" y="15"/>
                  <a:pt x="184" y="47"/>
                  <a:pt x="190" y="88"/>
                </a:cubicBezTo>
                <a:cubicBezTo>
                  <a:pt x="190" y="89"/>
                  <a:pt x="189" y="91"/>
                  <a:pt x="188" y="91"/>
                </a:cubicBezTo>
                <a:cubicBezTo>
                  <a:pt x="186" y="91"/>
                  <a:pt x="185" y="90"/>
                  <a:pt x="184" y="88"/>
                </a:cubicBezTo>
                <a:cubicBezTo>
                  <a:pt x="179" y="50"/>
                  <a:pt x="147" y="20"/>
                  <a:pt x="108" y="16"/>
                </a:cubicBezTo>
                <a:cubicBezTo>
                  <a:pt x="114" y="22"/>
                  <a:pt x="114" y="22"/>
                  <a:pt x="114" y="22"/>
                </a:cubicBezTo>
                <a:cubicBezTo>
                  <a:pt x="116" y="24"/>
                  <a:pt x="116" y="25"/>
                  <a:pt x="114" y="27"/>
                </a:cubicBezTo>
                <a:cubicBezTo>
                  <a:pt x="113" y="28"/>
                  <a:pt x="111" y="28"/>
                  <a:pt x="110" y="27"/>
                </a:cubicBezTo>
                <a:cubicBezTo>
                  <a:pt x="98" y="15"/>
                  <a:pt x="98" y="15"/>
                  <a:pt x="98" y="15"/>
                </a:cubicBezTo>
                <a:cubicBezTo>
                  <a:pt x="98" y="15"/>
                  <a:pt x="98" y="15"/>
                  <a:pt x="98" y="15"/>
                </a:cubicBezTo>
                <a:cubicBezTo>
                  <a:pt x="98" y="14"/>
                  <a:pt x="97" y="13"/>
                  <a:pt x="98" y="12"/>
                </a:cubicBezTo>
                <a:close/>
                <a:moveTo>
                  <a:pt x="200" y="112"/>
                </a:moveTo>
                <a:cubicBezTo>
                  <a:pt x="191" y="99"/>
                  <a:pt x="191" y="99"/>
                  <a:pt x="191" y="99"/>
                </a:cubicBezTo>
                <a:cubicBezTo>
                  <a:pt x="190" y="98"/>
                  <a:pt x="190" y="98"/>
                  <a:pt x="189" y="98"/>
                </a:cubicBezTo>
                <a:cubicBezTo>
                  <a:pt x="188" y="98"/>
                  <a:pt x="187" y="98"/>
                  <a:pt x="186" y="98"/>
                </a:cubicBezTo>
                <a:cubicBezTo>
                  <a:pt x="174" y="110"/>
                  <a:pt x="174" y="110"/>
                  <a:pt x="174" y="110"/>
                </a:cubicBezTo>
                <a:cubicBezTo>
                  <a:pt x="173" y="112"/>
                  <a:pt x="173" y="113"/>
                  <a:pt x="174" y="115"/>
                </a:cubicBezTo>
                <a:cubicBezTo>
                  <a:pt x="176" y="116"/>
                  <a:pt x="177" y="116"/>
                  <a:pt x="179" y="115"/>
                </a:cubicBezTo>
                <a:cubicBezTo>
                  <a:pt x="185" y="108"/>
                  <a:pt x="185" y="108"/>
                  <a:pt x="185" y="108"/>
                </a:cubicBezTo>
                <a:cubicBezTo>
                  <a:pt x="181" y="147"/>
                  <a:pt x="151" y="179"/>
                  <a:pt x="112" y="185"/>
                </a:cubicBezTo>
                <a:cubicBezTo>
                  <a:pt x="111" y="185"/>
                  <a:pt x="109" y="187"/>
                  <a:pt x="109" y="188"/>
                </a:cubicBezTo>
                <a:cubicBezTo>
                  <a:pt x="110" y="190"/>
                  <a:pt x="111" y="191"/>
                  <a:pt x="113" y="191"/>
                </a:cubicBezTo>
                <a:cubicBezTo>
                  <a:pt x="155" y="185"/>
                  <a:pt x="187" y="151"/>
                  <a:pt x="191" y="109"/>
                </a:cubicBezTo>
                <a:cubicBezTo>
                  <a:pt x="195" y="115"/>
                  <a:pt x="195" y="115"/>
                  <a:pt x="195" y="115"/>
                </a:cubicBezTo>
                <a:cubicBezTo>
                  <a:pt x="196" y="117"/>
                  <a:pt x="198" y="117"/>
                  <a:pt x="200" y="116"/>
                </a:cubicBezTo>
                <a:cubicBezTo>
                  <a:pt x="201" y="115"/>
                  <a:pt x="201" y="114"/>
                  <a:pt x="200" y="112"/>
                </a:cubicBezTo>
                <a:close/>
                <a:moveTo>
                  <a:pt x="103" y="187"/>
                </a:moveTo>
                <a:cubicBezTo>
                  <a:pt x="89" y="173"/>
                  <a:pt x="89" y="173"/>
                  <a:pt x="89" y="173"/>
                </a:cubicBezTo>
                <a:cubicBezTo>
                  <a:pt x="88" y="172"/>
                  <a:pt x="86" y="172"/>
                  <a:pt x="85" y="173"/>
                </a:cubicBezTo>
                <a:cubicBezTo>
                  <a:pt x="84" y="175"/>
                  <a:pt x="84" y="176"/>
                  <a:pt x="85" y="178"/>
                </a:cubicBezTo>
                <a:cubicBezTo>
                  <a:pt x="93" y="185"/>
                  <a:pt x="93" y="185"/>
                  <a:pt x="93" y="185"/>
                </a:cubicBezTo>
                <a:cubicBezTo>
                  <a:pt x="55" y="182"/>
                  <a:pt x="23" y="152"/>
                  <a:pt x="17" y="114"/>
                </a:cubicBezTo>
                <a:cubicBezTo>
                  <a:pt x="17" y="112"/>
                  <a:pt x="15" y="111"/>
                  <a:pt x="14" y="111"/>
                </a:cubicBezTo>
                <a:cubicBezTo>
                  <a:pt x="12" y="112"/>
                  <a:pt x="11" y="113"/>
                  <a:pt x="11" y="115"/>
                </a:cubicBezTo>
                <a:cubicBezTo>
                  <a:pt x="17" y="155"/>
                  <a:pt x="50" y="186"/>
                  <a:pt x="89" y="191"/>
                </a:cubicBezTo>
                <a:cubicBezTo>
                  <a:pt x="82" y="195"/>
                  <a:pt x="82" y="195"/>
                  <a:pt x="82" y="195"/>
                </a:cubicBezTo>
                <a:cubicBezTo>
                  <a:pt x="80" y="196"/>
                  <a:pt x="80" y="198"/>
                  <a:pt x="81" y="199"/>
                </a:cubicBezTo>
                <a:cubicBezTo>
                  <a:pt x="81" y="201"/>
                  <a:pt x="83" y="201"/>
                  <a:pt x="85" y="200"/>
                </a:cubicBezTo>
                <a:cubicBezTo>
                  <a:pt x="102" y="192"/>
                  <a:pt x="102" y="192"/>
                  <a:pt x="102" y="192"/>
                </a:cubicBezTo>
                <a:cubicBezTo>
                  <a:pt x="103" y="191"/>
                  <a:pt x="104" y="190"/>
                  <a:pt x="104" y="189"/>
                </a:cubicBezTo>
                <a:cubicBezTo>
                  <a:pt x="103" y="188"/>
                  <a:pt x="103" y="187"/>
                  <a:pt x="103" y="187"/>
                </a:cubicBezTo>
                <a:close/>
                <a:moveTo>
                  <a:pt x="10" y="102"/>
                </a:moveTo>
                <a:cubicBezTo>
                  <a:pt x="11" y="103"/>
                  <a:pt x="12" y="104"/>
                  <a:pt x="13" y="104"/>
                </a:cubicBezTo>
                <a:cubicBezTo>
                  <a:pt x="13" y="104"/>
                  <a:pt x="13" y="104"/>
                  <a:pt x="13" y="104"/>
                </a:cubicBezTo>
                <a:cubicBezTo>
                  <a:pt x="13" y="104"/>
                  <a:pt x="13" y="104"/>
                  <a:pt x="13" y="104"/>
                </a:cubicBezTo>
                <a:cubicBezTo>
                  <a:pt x="13" y="104"/>
                  <a:pt x="13" y="104"/>
                  <a:pt x="13" y="104"/>
                </a:cubicBezTo>
                <a:cubicBezTo>
                  <a:pt x="14" y="104"/>
                  <a:pt x="15" y="103"/>
                  <a:pt x="15" y="103"/>
                </a:cubicBezTo>
                <a:cubicBezTo>
                  <a:pt x="27" y="90"/>
                  <a:pt x="27" y="90"/>
                  <a:pt x="27" y="90"/>
                </a:cubicBezTo>
                <a:cubicBezTo>
                  <a:pt x="29" y="89"/>
                  <a:pt x="29" y="87"/>
                  <a:pt x="27" y="86"/>
                </a:cubicBezTo>
                <a:cubicBezTo>
                  <a:pt x="26" y="85"/>
                  <a:pt x="24" y="85"/>
                  <a:pt x="23" y="86"/>
                </a:cubicBezTo>
                <a:cubicBezTo>
                  <a:pt x="16" y="93"/>
                  <a:pt x="16" y="93"/>
                  <a:pt x="16" y="93"/>
                </a:cubicBezTo>
                <a:cubicBezTo>
                  <a:pt x="19" y="55"/>
                  <a:pt x="48" y="23"/>
                  <a:pt x="86" y="17"/>
                </a:cubicBezTo>
                <a:cubicBezTo>
                  <a:pt x="88" y="17"/>
                  <a:pt x="89" y="15"/>
                  <a:pt x="89" y="13"/>
                </a:cubicBezTo>
                <a:cubicBezTo>
                  <a:pt x="89" y="12"/>
                  <a:pt x="87" y="11"/>
                  <a:pt x="86" y="11"/>
                </a:cubicBezTo>
                <a:cubicBezTo>
                  <a:pt x="45" y="18"/>
                  <a:pt x="14" y="51"/>
                  <a:pt x="10" y="92"/>
                </a:cubicBezTo>
                <a:cubicBezTo>
                  <a:pt x="6" y="85"/>
                  <a:pt x="6" y="85"/>
                  <a:pt x="6" y="85"/>
                </a:cubicBezTo>
                <a:cubicBezTo>
                  <a:pt x="5" y="84"/>
                  <a:pt x="3" y="83"/>
                  <a:pt x="2" y="84"/>
                </a:cubicBezTo>
                <a:cubicBezTo>
                  <a:pt x="1" y="85"/>
                  <a:pt x="0" y="87"/>
                  <a:pt x="1" y="88"/>
                </a:cubicBezTo>
                <a:lnTo>
                  <a:pt x="10" y="102"/>
                </a:lnTo>
                <a:close/>
                <a:moveTo>
                  <a:pt x="110" y="157"/>
                </a:moveTo>
                <a:cubicBezTo>
                  <a:pt x="110" y="158"/>
                  <a:pt x="109" y="159"/>
                  <a:pt x="107" y="159"/>
                </a:cubicBezTo>
                <a:cubicBezTo>
                  <a:pt x="95" y="159"/>
                  <a:pt x="95" y="159"/>
                  <a:pt x="95" y="159"/>
                </a:cubicBezTo>
                <a:cubicBezTo>
                  <a:pt x="93" y="159"/>
                  <a:pt x="92" y="158"/>
                  <a:pt x="92" y="157"/>
                </a:cubicBezTo>
                <a:cubicBezTo>
                  <a:pt x="90" y="146"/>
                  <a:pt x="90" y="146"/>
                  <a:pt x="90" y="146"/>
                </a:cubicBezTo>
                <a:cubicBezTo>
                  <a:pt x="85" y="144"/>
                  <a:pt x="81" y="142"/>
                  <a:pt x="77" y="140"/>
                </a:cubicBezTo>
                <a:cubicBezTo>
                  <a:pt x="68" y="147"/>
                  <a:pt x="68" y="147"/>
                  <a:pt x="68" y="147"/>
                </a:cubicBezTo>
                <a:cubicBezTo>
                  <a:pt x="66" y="148"/>
                  <a:pt x="65" y="148"/>
                  <a:pt x="64" y="147"/>
                </a:cubicBezTo>
                <a:cubicBezTo>
                  <a:pt x="55" y="138"/>
                  <a:pt x="55" y="138"/>
                  <a:pt x="55" y="138"/>
                </a:cubicBezTo>
                <a:cubicBezTo>
                  <a:pt x="54" y="137"/>
                  <a:pt x="54" y="135"/>
                  <a:pt x="55" y="134"/>
                </a:cubicBezTo>
                <a:cubicBezTo>
                  <a:pt x="62" y="125"/>
                  <a:pt x="62" y="125"/>
                  <a:pt x="62" y="125"/>
                </a:cubicBezTo>
                <a:cubicBezTo>
                  <a:pt x="59" y="121"/>
                  <a:pt x="57" y="116"/>
                  <a:pt x="56" y="112"/>
                </a:cubicBezTo>
                <a:cubicBezTo>
                  <a:pt x="45" y="110"/>
                  <a:pt x="45" y="110"/>
                  <a:pt x="45" y="110"/>
                </a:cubicBezTo>
                <a:cubicBezTo>
                  <a:pt x="43" y="110"/>
                  <a:pt x="42" y="109"/>
                  <a:pt x="42" y="107"/>
                </a:cubicBezTo>
                <a:cubicBezTo>
                  <a:pt x="42" y="94"/>
                  <a:pt x="42" y="94"/>
                  <a:pt x="42" y="94"/>
                </a:cubicBezTo>
                <a:cubicBezTo>
                  <a:pt x="42" y="93"/>
                  <a:pt x="43" y="92"/>
                  <a:pt x="45" y="91"/>
                </a:cubicBezTo>
                <a:cubicBezTo>
                  <a:pt x="56" y="90"/>
                  <a:pt x="56" y="90"/>
                  <a:pt x="56" y="90"/>
                </a:cubicBezTo>
                <a:cubicBezTo>
                  <a:pt x="57" y="85"/>
                  <a:pt x="59" y="81"/>
                  <a:pt x="62" y="76"/>
                </a:cubicBezTo>
                <a:cubicBezTo>
                  <a:pt x="55" y="67"/>
                  <a:pt x="55" y="67"/>
                  <a:pt x="55" y="67"/>
                </a:cubicBezTo>
                <a:cubicBezTo>
                  <a:pt x="54" y="66"/>
                  <a:pt x="54" y="65"/>
                  <a:pt x="55" y="63"/>
                </a:cubicBezTo>
                <a:cubicBezTo>
                  <a:pt x="64" y="55"/>
                  <a:pt x="64" y="55"/>
                  <a:pt x="64" y="55"/>
                </a:cubicBezTo>
                <a:cubicBezTo>
                  <a:pt x="65" y="53"/>
                  <a:pt x="66" y="53"/>
                  <a:pt x="68" y="54"/>
                </a:cubicBezTo>
                <a:cubicBezTo>
                  <a:pt x="77" y="61"/>
                  <a:pt x="77" y="61"/>
                  <a:pt x="77" y="61"/>
                </a:cubicBezTo>
                <a:cubicBezTo>
                  <a:pt x="81" y="59"/>
                  <a:pt x="86" y="57"/>
                  <a:pt x="90" y="56"/>
                </a:cubicBezTo>
                <a:cubicBezTo>
                  <a:pt x="92" y="45"/>
                  <a:pt x="92" y="45"/>
                  <a:pt x="92" y="45"/>
                </a:cubicBezTo>
                <a:cubicBezTo>
                  <a:pt x="92" y="43"/>
                  <a:pt x="93" y="42"/>
                  <a:pt x="95" y="42"/>
                </a:cubicBezTo>
                <a:cubicBezTo>
                  <a:pt x="107" y="42"/>
                  <a:pt x="107" y="42"/>
                  <a:pt x="107" y="42"/>
                </a:cubicBezTo>
                <a:cubicBezTo>
                  <a:pt x="109" y="42"/>
                  <a:pt x="110" y="43"/>
                  <a:pt x="110" y="45"/>
                </a:cubicBezTo>
                <a:cubicBezTo>
                  <a:pt x="112" y="56"/>
                  <a:pt x="112" y="56"/>
                  <a:pt x="112" y="56"/>
                </a:cubicBezTo>
                <a:cubicBezTo>
                  <a:pt x="116" y="57"/>
                  <a:pt x="121" y="59"/>
                  <a:pt x="125" y="61"/>
                </a:cubicBezTo>
                <a:cubicBezTo>
                  <a:pt x="134" y="54"/>
                  <a:pt x="134" y="54"/>
                  <a:pt x="134" y="54"/>
                </a:cubicBezTo>
                <a:cubicBezTo>
                  <a:pt x="135" y="53"/>
                  <a:pt x="137" y="53"/>
                  <a:pt x="138" y="55"/>
                </a:cubicBezTo>
                <a:cubicBezTo>
                  <a:pt x="147" y="63"/>
                  <a:pt x="147" y="63"/>
                  <a:pt x="147" y="63"/>
                </a:cubicBezTo>
                <a:cubicBezTo>
                  <a:pt x="148" y="65"/>
                  <a:pt x="148" y="66"/>
                  <a:pt x="147" y="68"/>
                </a:cubicBezTo>
                <a:cubicBezTo>
                  <a:pt x="140" y="76"/>
                  <a:pt x="140" y="76"/>
                  <a:pt x="140" y="76"/>
                </a:cubicBezTo>
                <a:cubicBezTo>
                  <a:pt x="143" y="81"/>
                  <a:pt x="145" y="85"/>
                  <a:pt x="146" y="90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2"/>
                  <a:pt x="160" y="93"/>
                  <a:pt x="160" y="94"/>
                </a:cubicBezTo>
                <a:cubicBezTo>
                  <a:pt x="160" y="107"/>
                  <a:pt x="160" y="107"/>
                  <a:pt x="160" y="107"/>
                </a:cubicBezTo>
                <a:cubicBezTo>
                  <a:pt x="160" y="109"/>
                  <a:pt x="159" y="110"/>
                  <a:pt x="157" y="110"/>
                </a:cubicBezTo>
                <a:cubicBezTo>
                  <a:pt x="146" y="112"/>
                  <a:pt x="146" y="112"/>
                  <a:pt x="146" y="112"/>
                </a:cubicBezTo>
                <a:cubicBezTo>
                  <a:pt x="145" y="116"/>
                  <a:pt x="143" y="121"/>
                  <a:pt x="140" y="125"/>
                </a:cubicBezTo>
                <a:cubicBezTo>
                  <a:pt x="147" y="134"/>
                  <a:pt x="147" y="134"/>
                  <a:pt x="147" y="134"/>
                </a:cubicBezTo>
                <a:cubicBezTo>
                  <a:pt x="148" y="135"/>
                  <a:pt x="148" y="137"/>
                  <a:pt x="147" y="138"/>
                </a:cubicBezTo>
                <a:cubicBezTo>
                  <a:pt x="138" y="147"/>
                  <a:pt x="138" y="147"/>
                  <a:pt x="138" y="147"/>
                </a:cubicBezTo>
                <a:cubicBezTo>
                  <a:pt x="138" y="147"/>
                  <a:pt x="137" y="148"/>
                  <a:pt x="136" y="148"/>
                </a:cubicBezTo>
                <a:cubicBezTo>
                  <a:pt x="135" y="148"/>
                  <a:pt x="134" y="147"/>
                  <a:pt x="134" y="147"/>
                </a:cubicBezTo>
                <a:cubicBezTo>
                  <a:pt x="125" y="140"/>
                  <a:pt x="125" y="140"/>
                  <a:pt x="125" y="140"/>
                </a:cubicBezTo>
                <a:cubicBezTo>
                  <a:pt x="121" y="143"/>
                  <a:pt x="116" y="145"/>
                  <a:pt x="112" y="146"/>
                </a:cubicBezTo>
                <a:lnTo>
                  <a:pt x="110" y="157"/>
                </a:lnTo>
                <a:close/>
                <a:moveTo>
                  <a:pt x="123" y="134"/>
                </a:moveTo>
                <a:cubicBezTo>
                  <a:pt x="124" y="133"/>
                  <a:pt x="126" y="133"/>
                  <a:pt x="127" y="134"/>
                </a:cubicBezTo>
                <a:cubicBezTo>
                  <a:pt x="135" y="141"/>
                  <a:pt x="135" y="141"/>
                  <a:pt x="135" y="141"/>
                </a:cubicBezTo>
                <a:cubicBezTo>
                  <a:pt x="140" y="136"/>
                  <a:pt x="140" y="136"/>
                  <a:pt x="140" y="136"/>
                </a:cubicBezTo>
                <a:cubicBezTo>
                  <a:pt x="134" y="127"/>
                  <a:pt x="134" y="127"/>
                  <a:pt x="134" y="127"/>
                </a:cubicBezTo>
                <a:cubicBezTo>
                  <a:pt x="133" y="126"/>
                  <a:pt x="133" y="125"/>
                  <a:pt x="134" y="123"/>
                </a:cubicBezTo>
                <a:cubicBezTo>
                  <a:pt x="137" y="119"/>
                  <a:pt x="139" y="114"/>
                  <a:pt x="140" y="108"/>
                </a:cubicBezTo>
                <a:cubicBezTo>
                  <a:pt x="140" y="107"/>
                  <a:pt x="141" y="106"/>
                  <a:pt x="142" y="106"/>
                </a:cubicBezTo>
                <a:cubicBezTo>
                  <a:pt x="153" y="104"/>
                  <a:pt x="153" y="104"/>
                  <a:pt x="153" y="104"/>
                </a:cubicBezTo>
                <a:cubicBezTo>
                  <a:pt x="153" y="97"/>
                  <a:pt x="153" y="97"/>
                  <a:pt x="153" y="97"/>
                </a:cubicBezTo>
                <a:cubicBezTo>
                  <a:pt x="142" y="95"/>
                  <a:pt x="142" y="95"/>
                  <a:pt x="142" y="95"/>
                </a:cubicBezTo>
                <a:cubicBezTo>
                  <a:pt x="141" y="95"/>
                  <a:pt x="140" y="94"/>
                  <a:pt x="140" y="93"/>
                </a:cubicBezTo>
                <a:cubicBezTo>
                  <a:pt x="139" y="88"/>
                  <a:pt x="137" y="82"/>
                  <a:pt x="134" y="78"/>
                </a:cubicBezTo>
                <a:cubicBezTo>
                  <a:pt x="133" y="77"/>
                  <a:pt x="133" y="75"/>
                  <a:pt x="134" y="74"/>
                </a:cubicBezTo>
                <a:cubicBezTo>
                  <a:pt x="140" y="65"/>
                  <a:pt x="140" y="65"/>
                  <a:pt x="140" y="65"/>
                </a:cubicBezTo>
                <a:cubicBezTo>
                  <a:pt x="135" y="60"/>
                  <a:pt x="135" y="60"/>
                  <a:pt x="135" y="60"/>
                </a:cubicBezTo>
                <a:cubicBezTo>
                  <a:pt x="127" y="67"/>
                  <a:pt x="127" y="67"/>
                  <a:pt x="127" y="67"/>
                </a:cubicBezTo>
                <a:cubicBezTo>
                  <a:pt x="126" y="68"/>
                  <a:pt x="124" y="68"/>
                  <a:pt x="123" y="67"/>
                </a:cubicBezTo>
                <a:cubicBezTo>
                  <a:pt x="119" y="64"/>
                  <a:pt x="114" y="61"/>
                  <a:pt x="108" y="61"/>
                </a:cubicBezTo>
                <a:cubicBezTo>
                  <a:pt x="107" y="60"/>
                  <a:pt x="106" y="59"/>
                  <a:pt x="106" y="58"/>
                </a:cubicBezTo>
                <a:cubicBezTo>
                  <a:pt x="104" y="47"/>
                  <a:pt x="104" y="47"/>
                  <a:pt x="104" y="47"/>
                </a:cubicBezTo>
                <a:cubicBezTo>
                  <a:pt x="97" y="47"/>
                  <a:pt x="97" y="47"/>
                  <a:pt x="97" y="47"/>
                </a:cubicBezTo>
                <a:cubicBezTo>
                  <a:pt x="96" y="58"/>
                  <a:pt x="96" y="58"/>
                  <a:pt x="96" y="58"/>
                </a:cubicBezTo>
                <a:cubicBezTo>
                  <a:pt x="95" y="59"/>
                  <a:pt x="94" y="60"/>
                  <a:pt x="93" y="61"/>
                </a:cubicBezTo>
                <a:cubicBezTo>
                  <a:pt x="88" y="61"/>
                  <a:pt x="83" y="64"/>
                  <a:pt x="78" y="67"/>
                </a:cubicBezTo>
                <a:cubicBezTo>
                  <a:pt x="77" y="68"/>
                  <a:pt x="75" y="68"/>
                  <a:pt x="74" y="67"/>
                </a:cubicBezTo>
                <a:cubicBezTo>
                  <a:pt x="66" y="60"/>
                  <a:pt x="66" y="60"/>
                  <a:pt x="66" y="60"/>
                </a:cubicBezTo>
                <a:cubicBezTo>
                  <a:pt x="61" y="65"/>
                  <a:pt x="61" y="65"/>
                  <a:pt x="61" y="65"/>
                </a:cubicBezTo>
                <a:cubicBezTo>
                  <a:pt x="67" y="74"/>
                  <a:pt x="67" y="74"/>
                  <a:pt x="67" y="74"/>
                </a:cubicBezTo>
                <a:cubicBezTo>
                  <a:pt x="68" y="75"/>
                  <a:pt x="68" y="77"/>
                  <a:pt x="67" y="78"/>
                </a:cubicBezTo>
                <a:cubicBezTo>
                  <a:pt x="64" y="82"/>
                  <a:pt x="62" y="88"/>
                  <a:pt x="61" y="93"/>
                </a:cubicBezTo>
                <a:cubicBezTo>
                  <a:pt x="61" y="94"/>
                  <a:pt x="60" y="95"/>
                  <a:pt x="59" y="95"/>
                </a:cubicBezTo>
                <a:cubicBezTo>
                  <a:pt x="48" y="97"/>
                  <a:pt x="48" y="97"/>
                  <a:pt x="48" y="97"/>
                </a:cubicBezTo>
                <a:cubicBezTo>
                  <a:pt x="48" y="104"/>
                  <a:pt x="48" y="104"/>
                  <a:pt x="48" y="104"/>
                </a:cubicBezTo>
                <a:cubicBezTo>
                  <a:pt x="59" y="106"/>
                  <a:pt x="59" y="106"/>
                  <a:pt x="59" y="106"/>
                </a:cubicBezTo>
                <a:cubicBezTo>
                  <a:pt x="60" y="106"/>
                  <a:pt x="61" y="107"/>
                  <a:pt x="61" y="108"/>
                </a:cubicBezTo>
                <a:cubicBezTo>
                  <a:pt x="62" y="113"/>
                  <a:pt x="64" y="119"/>
                  <a:pt x="67" y="123"/>
                </a:cubicBezTo>
                <a:cubicBezTo>
                  <a:pt x="68" y="124"/>
                  <a:pt x="68" y="126"/>
                  <a:pt x="67" y="127"/>
                </a:cubicBezTo>
                <a:cubicBezTo>
                  <a:pt x="61" y="135"/>
                  <a:pt x="61" y="135"/>
                  <a:pt x="61" y="135"/>
                </a:cubicBezTo>
                <a:cubicBezTo>
                  <a:pt x="66" y="140"/>
                  <a:pt x="66" y="140"/>
                  <a:pt x="66" y="140"/>
                </a:cubicBezTo>
                <a:cubicBezTo>
                  <a:pt x="75" y="134"/>
                  <a:pt x="75" y="134"/>
                  <a:pt x="75" y="134"/>
                </a:cubicBezTo>
                <a:cubicBezTo>
                  <a:pt x="76" y="133"/>
                  <a:pt x="77" y="133"/>
                  <a:pt x="78" y="134"/>
                </a:cubicBezTo>
                <a:cubicBezTo>
                  <a:pt x="83" y="137"/>
                  <a:pt x="88" y="139"/>
                  <a:pt x="93" y="140"/>
                </a:cubicBezTo>
                <a:cubicBezTo>
                  <a:pt x="94" y="140"/>
                  <a:pt x="95" y="142"/>
                  <a:pt x="96" y="143"/>
                </a:cubicBezTo>
                <a:cubicBezTo>
                  <a:pt x="97" y="154"/>
                  <a:pt x="97" y="154"/>
                  <a:pt x="97" y="154"/>
                </a:cubicBezTo>
                <a:cubicBezTo>
                  <a:pt x="104" y="154"/>
                  <a:pt x="104" y="154"/>
                  <a:pt x="104" y="154"/>
                </a:cubicBezTo>
                <a:cubicBezTo>
                  <a:pt x="106" y="143"/>
                  <a:pt x="106" y="143"/>
                  <a:pt x="106" y="143"/>
                </a:cubicBezTo>
                <a:cubicBezTo>
                  <a:pt x="106" y="141"/>
                  <a:pt x="107" y="140"/>
                  <a:pt x="108" y="140"/>
                </a:cubicBezTo>
                <a:cubicBezTo>
                  <a:pt x="113" y="139"/>
                  <a:pt x="119" y="137"/>
                  <a:pt x="123" y="134"/>
                </a:cubicBezTo>
                <a:close/>
                <a:moveTo>
                  <a:pt x="126" y="101"/>
                </a:moveTo>
                <a:cubicBezTo>
                  <a:pt x="126" y="115"/>
                  <a:pt x="115" y="126"/>
                  <a:pt x="101" y="126"/>
                </a:cubicBezTo>
                <a:cubicBezTo>
                  <a:pt x="87" y="126"/>
                  <a:pt x="76" y="115"/>
                  <a:pt x="76" y="101"/>
                </a:cubicBezTo>
                <a:cubicBezTo>
                  <a:pt x="76" y="87"/>
                  <a:pt x="87" y="75"/>
                  <a:pt x="101" y="75"/>
                </a:cubicBezTo>
                <a:cubicBezTo>
                  <a:pt x="115" y="75"/>
                  <a:pt x="126" y="87"/>
                  <a:pt x="126" y="101"/>
                </a:cubicBezTo>
                <a:close/>
                <a:moveTo>
                  <a:pt x="120" y="101"/>
                </a:moveTo>
                <a:cubicBezTo>
                  <a:pt x="120" y="90"/>
                  <a:pt x="111" y="81"/>
                  <a:pt x="101" y="81"/>
                </a:cubicBezTo>
                <a:cubicBezTo>
                  <a:pt x="90" y="81"/>
                  <a:pt x="82" y="90"/>
                  <a:pt x="82" y="101"/>
                </a:cubicBezTo>
                <a:cubicBezTo>
                  <a:pt x="82" y="111"/>
                  <a:pt x="90" y="120"/>
                  <a:pt x="101" y="120"/>
                </a:cubicBezTo>
                <a:cubicBezTo>
                  <a:pt x="111" y="120"/>
                  <a:pt x="120" y="111"/>
                  <a:pt x="120" y="101"/>
                </a:cubicBezTo>
                <a:close/>
              </a:path>
            </a:pathLst>
          </a:custGeom>
          <a:solidFill>
            <a:srgbClr val="43515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7" name="Freeform 77">
            <a:extLst>
              <a:ext uri="{FF2B5EF4-FFF2-40B4-BE49-F238E27FC236}">
                <a16:creationId xmlns:a16="http://schemas.microsoft.com/office/drawing/2014/main" id="{6A9C296F-1C34-4AC5-84BD-7EFA542A576E}"/>
              </a:ext>
            </a:extLst>
          </p:cNvPr>
          <p:cNvSpPr>
            <a:spLocks noEditPoints="1"/>
          </p:cNvSpPr>
          <p:nvPr/>
        </p:nvSpPr>
        <p:spPr bwMode="auto">
          <a:xfrm>
            <a:off x="608005" y="3220466"/>
            <a:ext cx="413388" cy="413388"/>
          </a:xfrm>
          <a:custGeom>
            <a:avLst/>
            <a:gdLst>
              <a:gd name="T0" fmla="*/ 116 w 200"/>
              <a:gd name="T1" fmla="*/ 97 h 200"/>
              <a:gd name="T2" fmla="*/ 78 w 200"/>
              <a:gd name="T3" fmla="*/ 82 h 200"/>
              <a:gd name="T4" fmla="*/ 83 w 200"/>
              <a:gd name="T5" fmla="*/ 101 h 200"/>
              <a:gd name="T6" fmla="*/ 70 w 200"/>
              <a:gd name="T7" fmla="*/ 140 h 200"/>
              <a:gd name="T8" fmla="*/ 134 w 200"/>
              <a:gd name="T9" fmla="*/ 130 h 200"/>
              <a:gd name="T10" fmla="*/ 114 w 200"/>
              <a:gd name="T11" fmla="*/ 82 h 200"/>
              <a:gd name="T12" fmla="*/ 100 w 200"/>
              <a:gd name="T13" fmla="*/ 68 h 200"/>
              <a:gd name="T14" fmla="*/ 74 w 200"/>
              <a:gd name="T15" fmla="*/ 130 h 200"/>
              <a:gd name="T16" fmla="*/ 126 w 200"/>
              <a:gd name="T17" fmla="*/ 132 h 200"/>
              <a:gd name="T18" fmla="*/ 181 w 200"/>
              <a:gd name="T19" fmla="*/ 109 h 200"/>
              <a:gd name="T20" fmla="*/ 162 w 200"/>
              <a:gd name="T21" fmla="*/ 100 h 200"/>
              <a:gd name="T22" fmla="*/ 181 w 200"/>
              <a:gd name="T23" fmla="*/ 91 h 200"/>
              <a:gd name="T24" fmla="*/ 183 w 200"/>
              <a:gd name="T25" fmla="*/ 84 h 200"/>
              <a:gd name="T26" fmla="*/ 200 w 200"/>
              <a:gd name="T27" fmla="*/ 100 h 200"/>
              <a:gd name="T28" fmla="*/ 183 w 200"/>
              <a:gd name="T29" fmla="*/ 116 h 200"/>
              <a:gd name="T30" fmla="*/ 142 w 200"/>
              <a:gd name="T31" fmla="*/ 54 h 200"/>
              <a:gd name="T32" fmla="*/ 151 w 200"/>
              <a:gd name="T33" fmla="*/ 36 h 200"/>
              <a:gd name="T34" fmla="*/ 167 w 200"/>
              <a:gd name="T35" fmla="*/ 29 h 200"/>
              <a:gd name="T36" fmla="*/ 167 w 200"/>
              <a:gd name="T37" fmla="*/ 53 h 200"/>
              <a:gd name="T38" fmla="*/ 149 w 200"/>
              <a:gd name="T39" fmla="*/ 57 h 200"/>
              <a:gd name="T40" fmla="*/ 147 w 200"/>
              <a:gd name="T41" fmla="*/ 168 h 200"/>
              <a:gd name="T42" fmla="*/ 143 w 200"/>
              <a:gd name="T43" fmla="*/ 150 h 200"/>
              <a:gd name="T44" fmla="*/ 149 w 200"/>
              <a:gd name="T45" fmla="*/ 144 h 200"/>
              <a:gd name="T46" fmla="*/ 167 w 200"/>
              <a:gd name="T47" fmla="*/ 147 h 200"/>
              <a:gd name="T48" fmla="*/ 167 w 200"/>
              <a:gd name="T49" fmla="*/ 172 h 200"/>
              <a:gd name="T50" fmla="*/ 100 w 200"/>
              <a:gd name="T51" fmla="*/ 200 h 200"/>
              <a:gd name="T52" fmla="*/ 85 w 200"/>
              <a:gd name="T53" fmla="*/ 187 h 200"/>
              <a:gd name="T54" fmla="*/ 88 w 200"/>
              <a:gd name="T55" fmla="*/ 180 h 200"/>
              <a:gd name="T56" fmla="*/ 96 w 200"/>
              <a:gd name="T57" fmla="*/ 166 h 200"/>
              <a:gd name="T58" fmla="*/ 104 w 200"/>
              <a:gd name="T59" fmla="*/ 187 h 200"/>
              <a:gd name="T60" fmla="*/ 114 w 200"/>
              <a:gd name="T61" fmla="*/ 181 h 200"/>
              <a:gd name="T62" fmla="*/ 32 w 200"/>
              <a:gd name="T63" fmla="*/ 29 h 200"/>
              <a:gd name="T64" fmla="*/ 49 w 200"/>
              <a:gd name="T65" fmla="*/ 36 h 200"/>
              <a:gd name="T66" fmla="*/ 57 w 200"/>
              <a:gd name="T67" fmla="*/ 54 h 200"/>
              <a:gd name="T68" fmla="*/ 36 w 200"/>
              <a:gd name="T69" fmla="*/ 42 h 200"/>
              <a:gd name="T70" fmla="*/ 28 w 200"/>
              <a:gd name="T71" fmla="*/ 49 h 200"/>
              <a:gd name="T72" fmla="*/ 1 w 200"/>
              <a:gd name="T73" fmla="*/ 97 h 200"/>
              <a:gd name="T74" fmla="*/ 19 w 200"/>
              <a:gd name="T75" fmla="*/ 91 h 200"/>
              <a:gd name="T76" fmla="*/ 38 w 200"/>
              <a:gd name="T77" fmla="*/ 100 h 200"/>
              <a:gd name="T78" fmla="*/ 19 w 200"/>
              <a:gd name="T79" fmla="*/ 109 h 200"/>
              <a:gd name="T80" fmla="*/ 13 w 200"/>
              <a:gd name="T81" fmla="*/ 115 h 200"/>
              <a:gd name="T82" fmla="*/ 1 w 200"/>
              <a:gd name="T83" fmla="*/ 97 h 200"/>
              <a:gd name="T84" fmla="*/ 56 w 200"/>
              <a:gd name="T85" fmla="*/ 150 h 200"/>
              <a:gd name="T86" fmla="*/ 53 w 200"/>
              <a:gd name="T87" fmla="*/ 168 h 200"/>
              <a:gd name="T88" fmla="*/ 28 w 200"/>
              <a:gd name="T89" fmla="*/ 168 h 200"/>
              <a:gd name="T90" fmla="*/ 36 w 200"/>
              <a:gd name="T91" fmla="*/ 151 h 200"/>
              <a:gd name="T92" fmla="*/ 56 w 200"/>
              <a:gd name="T93" fmla="*/ 144 h 200"/>
              <a:gd name="T94" fmla="*/ 112 w 200"/>
              <a:gd name="T95" fmla="*/ 20 h 200"/>
              <a:gd name="T96" fmla="*/ 104 w 200"/>
              <a:gd name="T97" fmla="*/ 34 h 200"/>
              <a:gd name="T98" fmla="*/ 96 w 200"/>
              <a:gd name="T99" fmla="*/ 14 h 200"/>
              <a:gd name="T100" fmla="*/ 84 w 200"/>
              <a:gd name="T101" fmla="*/ 17 h 200"/>
              <a:gd name="T102" fmla="*/ 100 w 200"/>
              <a:gd name="T103" fmla="*/ 0 h 200"/>
              <a:gd name="T104" fmla="*/ 114 w 200"/>
              <a:gd name="T105" fmla="*/ 14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00" h="200">
                <a:moveTo>
                  <a:pt x="116" y="101"/>
                </a:moveTo>
                <a:cubicBezTo>
                  <a:pt x="114" y="99"/>
                  <a:pt x="114" y="99"/>
                  <a:pt x="114" y="99"/>
                </a:cubicBezTo>
                <a:cubicBezTo>
                  <a:pt x="116" y="97"/>
                  <a:pt x="116" y="97"/>
                  <a:pt x="116" y="97"/>
                </a:cubicBezTo>
                <a:cubicBezTo>
                  <a:pt x="119" y="93"/>
                  <a:pt x="122" y="88"/>
                  <a:pt x="122" y="82"/>
                </a:cubicBezTo>
                <a:cubicBezTo>
                  <a:pt x="122" y="70"/>
                  <a:pt x="112" y="60"/>
                  <a:pt x="100" y="60"/>
                </a:cubicBezTo>
                <a:cubicBezTo>
                  <a:pt x="88" y="60"/>
                  <a:pt x="78" y="70"/>
                  <a:pt x="78" y="82"/>
                </a:cubicBezTo>
                <a:cubicBezTo>
                  <a:pt x="78" y="88"/>
                  <a:pt x="80" y="93"/>
                  <a:pt x="84" y="97"/>
                </a:cubicBezTo>
                <a:cubicBezTo>
                  <a:pt x="86" y="99"/>
                  <a:pt x="86" y="99"/>
                  <a:pt x="86" y="99"/>
                </a:cubicBezTo>
                <a:cubicBezTo>
                  <a:pt x="83" y="101"/>
                  <a:pt x="83" y="101"/>
                  <a:pt x="83" y="101"/>
                </a:cubicBezTo>
                <a:cubicBezTo>
                  <a:pt x="73" y="106"/>
                  <a:pt x="66" y="118"/>
                  <a:pt x="66" y="130"/>
                </a:cubicBezTo>
                <a:cubicBezTo>
                  <a:pt x="66" y="136"/>
                  <a:pt x="66" y="136"/>
                  <a:pt x="66" y="136"/>
                </a:cubicBezTo>
                <a:cubicBezTo>
                  <a:pt x="66" y="138"/>
                  <a:pt x="68" y="140"/>
                  <a:pt x="70" y="140"/>
                </a:cubicBezTo>
                <a:cubicBezTo>
                  <a:pt x="130" y="140"/>
                  <a:pt x="130" y="140"/>
                  <a:pt x="130" y="140"/>
                </a:cubicBezTo>
                <a:cubicBezTo>
                  <a:pt x="132" y="140"/>
                  <a:pt x="134" y="138"/>
                  <a:pt x="134" y="136"/>
                </a:cubicBezTo>
                <a:cubicBezTo>
                  <a:pt x="134" y="130"/>
                  <a:pt x="134" y="130"/>
                  <a:pt x="134" y="130"/>
                </a:cubicBezTo>
                <a:cubicBezTo>
                  <a:pt x="134" y="118"/>
                  <a:pt x="127" y="107"/>
                  <a:pt x="116" y="101"/>
                </a:cubicBezTo>
                <a:close/>
                <a:moveTo>
                  <a:pt x="100" y="68"/>
                </a:moveTo>
                <a:cubicBezTo>
                  <a:pt x="107" y="68"/>
                  <a:pt x="114" y="75"/>
                  <a:pt x="114" y="82"/>
                </a:cubicBezTo>
                <a:cubicBezTo>
                  <a:pt x="114" y="90"/>
                  <a:pt x="107" y="96"/>
                  <a:pt x="100" y="96"/>
                </a:cubicBezTo>
                <a:cubicBezTo>
                  <a:pt x="92" y="96"/>
                  <a:pt x="86" y="90"/>
                  <a:pt x="86" y="82"/>
                </a:cubicBezTo>
                <a:cubicBezTo>
                  <a:pt x="86" y="75"/>
                  <a:pt x="92" y="68"/>
                  <a:pt x="100" y="68"/>
                </a:cubicBezTo>
                <a:close/>
                <a:moveTo>
                  <a:pt x="126" y="132"/>
                </a:moveTo>
                <a:cubicBezTo>
                  <a:pt x="74" y="132"/>
                  <a:pt x="74" y="132"/>
                  <a:pt x="74" y="132"/>
                </a:cubicBezTo>
                <a:cubicBezTo>
                  <a:pt x="74" y="130"/>
                  <a:pt x="74" y="130"/>
                  <a:pt x="74" y="130"/>
                </a:cubicBezTo>
                <a:cubicBezTo>
                  <a:pt x="74" y="116"/>
                  <a:pt x="85" y="104"/>
                  <a:pt x="100" y="104"/>
                </a:cubicBezTo>
                <a:cubicBezTo>
                  <a:pt x="114" y="104"/>
                  <a:pt x="126" y="116"/>
                  <a:pt x="126" y="130"/>
                </a:cubicBezTo>
                <a:lnTo>
                  <a:pt x="126" y="132"/>
                </a:lnTo>
                <a:close/>
                <a:moveTo>
                  <a:pt x="181" y="115"/>
                </a:moveTo>
                <a:cubicBezTo>
                  <a:pt x="180" y="114"/>
                  <a:pt x="179" y="113"/>
                  <a:pt x="179" y="112"/>
                </a:cubicBezTo>
                <a:cubicBezTo>
                  <a:pt x="179" y="111"/>
                  <a:pt x="180" y="110"/>
                  <a:pt x="181" y="109"/>
                </a:cubicBezTo>
                <a:cubicBezTo>
                  <a:pt x="186" y="104"/>
                  <a:pt x="186" y="104"/>
                  <a:pt x="186" y="104"/>
                </a:cubicBezTo>
                <a:cubicBezTo>
                  <a:pt x="165" y="104"/>
                  <a:pt x="165" y="104"/>
                  <a:pt x="165" y="104"/>
                </a:cubicBezTo>
                <a:cubicBezTo>
                  <a:pt x="163" y="104"/>
                  <a:pt x="162" y="102"/>
                  <a:pt x="162" y="100"/>
                </a:cubicBezTo>
                <a:cubicBezTo>
                  <a:pt x="162" y="98"/>
                  <a:pt x="163" y="96"/>
                  <a:pt x="165" y="96"/>
                </a:cubicBezTo>
                <a:cubicBezTo>
                  <a:pt x="186" y="96"/>
                  <a:pt x="186" y="96"/>
                  <a:pt x="186" y="96"/>
                </a:cubicBezTo>
                <a:cubicBezTo>
                  <a:pt x="181" y="91"/>
                  <a:pt x="181" y="91"/>
                  <a:pt x="181" y="91"/>
                </a:cubicBezTo>
                <a:cubicBezTo>
                  <a:pt x="180" y="90"/>
                  <a:pt x="179" y="89"/>
                  <a:pt x="179" y="88"/>
                </a:cubicBezTo>
                <a:cubicBezTo>
                  <a:pt x="179" y="87"/>
                  <a:pt x="180" y="86"/>
                  <a:pt x="181" y="86"/>
                </a:cubicBezTo>
                <a:cubicBezTo>
                  <a:pt x="181" y="85"/>
                  <a:pt x="182" y="84"/>
                  <a:pt x="183" y="84"/>
                </a:cubicBezTo>
                <a:cubicBezTo>
                  <a:pt x="184" y="84"/>
                  <a:pt x="185" y="85"/>
                  <a:pt x="186" y="85"/>
                </a:cubicBezTo>
                <a:cubicBezTo>
                  <a:pt x="198" y="97"/>
                  <a:pt x="198" y="97"/>
                  <a:pt x="198" y="97"/>
                </a:cubicBezTo>
                <a:cubicBezTo>
                  <a:pt x="199" y="98"/>
                  <a:pt x="200" y="99"/>
                  <a:pt x="200" y="100"/>
                </a:cubicBezTo>
                <a:cubicBezTo>
                  <a:pt x="200" y="101"/>
                  <a:pt x="199" y="102"/>
                  <a:pt x="198" y="103"/>
                </a:cubicBezTo>
                <a:cubicBezTo>
                  <a:pt x="186" y="115"/>
                  <a:pt x="186" y="115"/>
                  <a:pt x="186" y="115"/>
                </a:cubicBezTo>
                <a:cubicBezTo>
                  <a:pt x="185" y="116"/>
                  <a:pt x="184" y="116"/>
                  <a:pt x="183" y="116"/>
                </a:cubicBezTo>
                <a:cubicBezTo>
                  <a:pt x="182" y="116"/>
                  <a:pt x="181" y="116"/>
                  <a:pt x="181" y="115"/>
                </a:cubicBezTo>
                <a:close/>
                <a:moveTo>
                  <a:pt x="143" y="57"/>
                </a:moveTo>
                <a:cubicBezTo>
                  <a:pt x="143" y="56"/>
                  <a:pt x="142" y="55"/>
                  <a:pt x="142" y="54"/>
                </a:cubicBezTo>
                <a:cubicBezTo>
                  <a:pt x="142" y="53"/>
                  <a:pt x="143" y="52"/>
                  <a:pt x="143" y="51"/>
                </a:cubicBezTo>
                <a:cubicBezTo>
                  <a:pt x="158" y="36"/>
                  <a:pt x="158" y="36"/>
                  <a:pt x="158" y="36"/>
                </a:cubicBezTo>
                <a:cubicBezTo>
                  <a:pt x="151" y="36"/>
                  <a:pt x="151" y="36"/>
                  <a:pt x="151" y="36"/>
                </a:cubicBezTo>
                <a:cubicBezTo>
                  <a:pt x="148" y="36"/>
                  <a:pt x="147" y="35"/>
                  <a:pt x="147" y="32"/>
                </a:cubicBezTo>
                <a:cubicBezTo>
                  <a:pt x="147" y="30"/>
                  <a:pt x="148" y="29"/>
                  <a:pt x="151" y="29"/>
                </a:cubicBezTo>
                <a:cubicBezTo>
                  <a:pt x="167" y="29"/>
                  <a:pt x="167" y="29"/>
                  <a:pt x="167" y="29"/>
                </a:cubicBezTo>
                <a:cubicBezTo>
                  <a:pt x="170" y="29"/>
                  <a:pt x="171" y="30"/>
                  <a:pt x="171" y="32"/>
                </a:cubicBezTo>
                <a:cubicBezTo>
                  <a:pt x="171" y="49"/>
                  <a:pt x="171" y="49"/>
                  <a:pt x="171" y="49"/>
                </a:cubicBezTo>
                <a:cubicBezTo>
                  <a:pt x="171" y="52"/>
                  <a:pt x="170" y="53"/>
                  <a:pt x="167" y="53"/>
                </a:cubicBezTo>
                <a:cubicBezTo>
                  <a:pt x="165" y="53"/>
                  <a:pt x="164" y="52"/>
                  <a:pt x="164" y="49"/>
                </a:cubicBezTo>
                <a:cubicBezTo>
                  <a:pt x="164" y="42"/>
                  <a:pt x="164" y="42"/>
                  <a:pt x="164" y="42"/>
                </a:cubicBezTo>
                <a:cubicBezTo>
                  <a:pt x="149" y="57"/>
                  <a:pt x="149" y="57"/>
                  <a:pt x="149" y="57"/>
                </a:cubicBezTo>
                <a:cubicBezTo>
                  <a:pt x="147" y="58"/>
                  <a:pt x="145" y="58"/>
                  <a:pt x="143" y="57"/>
                </a:cubicBezTo>
                <a:close/>
                <a:moveTo>
                  <a:pt x="151" y="172"/>
                </a:moveTo>
                <a:cubicBezTo>
                  <a:pt x="148" y="172"/>
                  <a:pt x="147" y="170"/>
                  <a:pt x="147" y="168"/>
                </a:cubicBezTo>
                <a:cubicBezTo>
                  <a:pt x="147" y="166"/>
                  <a:pt x="148" y="164"/>
                  <a:pt x="151" y="164"/>
                </a:cubicBezTo>
                <a:cubicBezTo>
                  <a:pt x="158" y="164"/>
                  <a:pt x="158" y="164"/>
                  <a:pt x="158" y="164"/>
                </a:cubicBezTo>
                <a:cubicBezTo>
                  <a:pt x="143" y="150"/>
                  <a:pt x="143" y="150"/>
                  <a:pt x="143" y="150"/>
                </a:cubicBezTo>
                <a:cubicBezTo>
                  <a:pt x="143" y="149"/>
                  <a:pt x="142" y="148"/>
                  <a:pt x="142" y="147"/>
                </a:cubicBezTo>
                <a:cubicBezTo>
                  <a:pt x="142" y="146"/>
                  <a:pt x="143" y="145"/>
                  <a:pt x="143" y="144"/>
                </a:cubicBezTo>
                <a:cubicBezTo>
                  <a:pt x="145" y="142"/>
                  <a:pt x="147" y="142"/>
                  <a:pt x="149" y="144"/>
                </a:cubicBezTo>
                <a:cubicBezTo>
                  <a:pt x="164" y="158"/>
                  <a:pt x="164" y="158"/>
                  <a:pt x="164" y="158"/>
                </a:cubicBezTo>
                <a:cubicBezTo>
                  <a:pt x="164" y="151"/>
                  <a:pt x="164" y="151"/>
                  <a:pt x="164" y="151"/>
                </a:cubicBezTo>
                <a:cubicBezTo>
                  <a:pt x="164" y="149"/>
                  <a:pt x="165" y="147"/>
                  <a:pt x="167" y="147"/>
                </a:cubicBezTo>
                <a:cubicBezTo>
                  <a:pt x="170" y="147"/>
                  <a:pt x="171" y="149"/>
                  <a:pt x="171" y="151"/>
                </a:cubicBezTo>
                <a:cubicBezTo>
                  <a:pt x="171" y="168"/>
                  <a:pt x="171" y="168"/>
                  <a:pt x="171" y="168"/>
                </a:cubicBezTo>
                <a:cubicBezTo>
                  <a:pt x="171" y="170"/>
                  <a:pt x="170" y="172"/>
                  <a:pt x="167" y="172"/>
                </a:cubicBezTo>
                <a:lnTo>
                  <a:pt x="151" y="172"/>
                </a:lnTo>
                <a:close/>
                <a:moveTo>
                  <a:pt x="103" y="199"/>
                </a:moveTo>
                <a:cubicBezTo>
                  <a:pt x="102" y="200"/>
                  <a:pt x="101" y="200"/>
                  <a:pt x="100" y="200"/>
                </a:cubicBezTo>
                <a:cubicBezTo>
                  <a:pt x="100" y="200"/>
                  <a:pt x="100" y="200"/>
                  <a:pt x="100" y="200"/>
                </a:cubicBezTo>
                <a:cubicBezTo>
                  <a:pt x="99" y="200"/>
                  <a:pt x="98" y="200"/>
                  <a:pt x="97" y="199"/>
                </a:cubicBezTo>
                <a:cubicBezTo>
                  <a:pt x="85" y="187"/>
                  <a:pt x="85" y="187"/>
                  <a:pt x="85" y="187"/>
                </a:cubicBezTo>
                <a:cubicBezTo>
                  <a:pt x="84" y="186"/>
                  <a:pt x="84" y="185"/>
                  <a:pt x="84" y="184"/>
                </a:cubicBezTo>
                <a:cubicBezTo>
                  <a:pt x="84" y="183"/>
                  <a:pt x="84" y="182"/>
                  <a:pt x="85" y="181"/>
                </a:cubicBezTo>
                <a:cubicBezTo>
                  <a:pt x="86" y="180"/>
                  <a:pt x="87" y="180"/>
                  <a:pt x="88" y="180"/>
                </a:cubicBezTo>
                <a:cubicBezTo>
                  <a:pt x="89" y="180"/>
                  <a:pt x="90" y="180"/>
                  <a:pt x="91" y="181"/>
                </a:cubicBezTo>
                <a:cubicBezTo>
                  <a:pt x="96" y="187"/>
                  <a:pt x="96" y="187"/>
                  <a:pt x="96" y="187"/>
                </a:cubicBezTo>
                <a:cubicBezTo>
                  <a:pt x="96" y="166"/>
                  <a:pt x="96" y="166"/>
                  <a:pt x="96" y="166"/>
                </a:cubicBezTo>
                <a:cubicBezTo>
                  <a:pt x="96" y="164"/>
                  <a:pt x="98" y="162"/>
                  <a:pt x="100" y="162"/>
                </a:cubicBezTo>
                <a:cubicBezTo>
                  <a:pt x="102" y="162"/>
                  <a:pt x="104" y="164"/>
                  <a:pt x="104" y="166"/>
                </a:cubicBezTo>
                <a:cubicBezTo>
                  <a:pt x="104" y="187"/>
                  <a:pt x="104" y="187"/>
                  <a:pt x="104" y="187"/>
                </a:cubicBezTo>
                <a:cubicBezTo>
                  <a:pt x="109" y="181"/>
                  <a:pt x="109" y="181"/>
                  <a:pt x="109" y="181"/>
                </a:cubicBezTo>
                <a:cubicBezTo>
                  <a:pt x="110" y="180"/>
                  <a:pt x="111" y="180"/>
                  <a:pt x="112" y="180"/>
                </a:cubicBezTo>
                <a:cubicBezTo>
                  <a:pt x="112" y="180"/>
                  <a:pt x="114" y="180"/>
                  <a:pt x="114" y="181"/>
                </a:cubicBezTo>
                <a:cubicBezTo>
                  <a:pt x="116" y="183"/>
                  <a:pt x="116" y="185"/>
                  <a:pt x="114" y="187"/>
                </a:cubicBezTo>
                <a:lnTo>
                  <a:pt x="103" y="199"/>
                </a:lnTo>
                <a:close/>
                <a:moveTo>
                  <a:pt x="32" y="29"/>
                </a:moveTo>
                <a:cubicBezTo>
                  <a:pt x="49" y="29"/>
                  <a:pt x="49" y="29"/>
                  <a:pt x="49" y="29"/>
                </a:cubicBezTo>
                <a:cubicBezTo>
                  <a:pt x="51" y="29"/>
                  <a:pt x="53" y="30"/>
                  <a:pt x="53" y="32"/>
                </a:cubicBezTo>
                <a:cubicBezTo>
                  <a:pt x="53" y="35"/>
                  <a:pt x="51" y="36"/>
                  <a:pt x="49" y="36"/>
                </a:cubicBezTo>
                <a:cubicBezTo>
                  <a:pt x="41" y="36"/>
                  <a:pt x="41" y="36"/>
                  <a:pt x="41" y="36"/>
                </a:cubicBezTo>
                <a:cubicBezTo>
                  <a:pt x="56" y="51"/>
                  <a:pt x="56" y="51"/>
                  <a:pt x="56" y="51"/>
                </a:cubicBezTo>
                <a:cubicBezTo>
                  <a:pt x="57" y="52"/>
                  <a:pt x="57" y="53"/>
                  <a:pt x="57" y="54"/>
                </a:cubicBezTo>
                <a:cubicBezTo>
                  <a:pt x="57" y="55"/>
                  <a:pt x="57" y="56"/>
                  <a:pt x="56" y="57"/>
                </a:cubicBezTo>
                <a:cubicBezTo>
                  <a:pt x="54" y="58"/>
                  <a:pt x="52" y="58"/>
                  <a:pt x="50" y="57"/>
                </a:cubicBezTo>
                <a:cubicBezTo>
                  <a:pt x="36" y="42"/>
                  <a:pt x="36" y="42"/>
                  <a:pt x="36" y="42"/>
                </a:cubicBezTo>
                <a:cubicBezTo>
                  <a:pt x="36" y="49"/>
                  <a:pt x="36" y="49"/>
                  <a:pt x="36" y="49"/>
                </a:cubicBezTo>
                <a:cubicBezTo>
                  <a:pt x="36" y="52"/>
                  <a:pt x="34" y="53"/>
                  <a:pt x="32" y="53"/>
                </a:cubicBezTo>
                <a:cubicBezTo>
                  <a:pt x="30" y="53"/>
                  <a:pt x="28" y="52"/>
                  <a:pt x="28" y="49"/>
                </a:cubicBezTo>
                <a:cubicBezTo>
                  <a:pt x="28" y="32"/>
                  <a:pt x="28" y="32"/>
                  <a:pt x="28" y="32"/>
                </a:cubicBezTo>
                <a:cubicBezTo>
                  <a:pt x="28" y="30"/>
                  <a:pt x="30" y="29"/>
                  <a:pt x="32" y="29"/>
                </a:cubicBezTo>
                <a:close/>
                <a:moveTo>
                  <a:pt x="1" y="97"/>
                </a:moveTo>
                <a:cubicBezTo>
                  <a:pt x="13" y="85"/>
                  <a:pt x="13" y="85"/>
                  <a:pt x="13" y="85"/>
                </a:cubicBezTo>
                <a:cubicBezTo>
                  <a:pt x="15" y="84"/>
                  <a:pt x="17" y="84"/>
                  <a:pt x="19" y="86"/>
                </a:cubicBezTo>
                <a:cubicBezTo>
                  <a:pt x="20" y="87"/>
                  <a:pt x="20" y="90"/>
                  <a:pt x="19" y="91"/>
                </a:cubicBezTo>
                <a:cubicBezTo>
                  <a:pt x="13" y="96"/>
                  <a:pt x="13" y="96"/>
                  <a:pt x="13" y="96"/>
                </a:cubicBezTo>
                <a:cubicBezTo>
                  <a:pt x="34" y="96"/>
                  <a:pt x="34" y="96"/>
                  <a:pt x="34" y="96"/>
                </a:cubicBezTo>
                <a:cubicBezTo>
                  <a:pt x="36" y="96"/>
                  <a:pt x="38" y="98"/>
                  <a:pt x="38" y="100"/>
                </a:cubicBezTo>
                <a:cubicBezTo>
                  <a:pt x="38" y="102"/>
                  <a:pt x="36" y="104"/>
                  <a:pt x="34" y="104"/>
                </a:cubicBezTo>
                <a:cubicBezTo>
                  <a:pt x="13" y="104"/>
                  <a:pt x="13" y="104"/>
                  <a:pt x="13" y="104"/>
                </a:cubicBezTo>
                <a:cubicBezTo>
                  <a:pt x="19" y="109"/>
                  <a:pt x="19" y="109"/>
                  <a:pt x="19" y="109"/>
                </a:cubicBezTo>
                <a:cubicBezTo>
                  <a:pt x="19" y="110"/>
                  <a:pt x="20" y="111"/>
                  <a:pt x="20" y="112"/>
                </a:cubicBezTo>
                <a:cubicBezTo>
                  <a:pt x="20" y="113"/>
                  <a:pt x="20" y="114"/>
                  <a:pt x="19" y="115"/>
                </a:cubicBezTo>
                <a:cubicBezTo>
                  <a:pt x="17" y="116"/>
                  <a:pt x="15" y="117"/>
                  <a:pt x="13" y="115"/>
                </a:cubicBezTo>
                <a:cubicBezTo>
                  <a:pt x="1" y="103"/>
                  <a:pt x="1" y="103"/>
                  <a:pt x="1" y="103"/>
                </a:cubicBezTo>
                <a:cubicBezTo>
                  <a:pt x="0" y="102"/>
                  <a:pt x="0" y="101"/>
                  <a:pt x="0" y="100"/>
                </a:cubicBezTo>
                <a:cubicBezTo>
                  <a:pt x="0" y="99"/>
                  <a:pt x="0" y="98"/>
                  <a:pt x="1" y="97"/>
                </a:cubicBezTo>
                <a:close/>
                <a:moveTo>
                  <a:pt x="56" y="144"/>
                </a:moveTo>
                <a:cubicBezTo>
                  <a:pt x="57" y="145"/>
                  <a:pt x="57" y="146"/>
                  <a:pt x="57" y="147"/>
                </a:cubicBezTo>
                <a:cubicBezTo>
                  <a:pt x="57" y="148"/>
                  <a:pt x="57" y="149"/>
                  <a:pt x="56" y="150"/>
                </a:cubicBezTo>
                <a:cubicBezTo>
                  <a:pt x="41" y="164"/>
                  <a:pt x="41" y="164"/>
                  <a:pt x="41" y="164"/>
                </a:cubicBezTo>
                <a:cubicBezTo>
                  <a:pt x="49" y="164"/>
                  <a:pt x="49" y="164"/>
                  <a:pt x="49" y="164"/>
                </a:cubicBezTo>
                <a:cubicBezTo>
                  <a:pt x="51" y="164"/>
                  <a:pt x="53" y="166"/>
                  <a:pt x="53" y="168"/>
                </a:cubicBezTo>
                <a:cubicBezTo>
                  <a:pt x="53" y="170"/>
                  <a:pt x="51" y="172"/>
                  <a:pt x="49" y="172"/>
                </a:cubicBezTo>
                <a:cubicBezTo>
                  <a:pt x="32" y="172"/>
                  <a:pt x="32" y="172"/>
                  <a:pt x="32" y="172"/>
                </a:cubicBezTo>
                <a:cubicBezTo>
                  <a:pt x="30" y="172"/>
                  <a:pt x="28" y="170"/>
                  <a:pt x="28" y="168"/>
                </a:cubicBezTo>
                <a:cubicBezTo>
                  <a:pt x="28" y="151"/>
                  <a:pt x="28" y="151"/>
                  <a:pt x="28" y="151"/>
                </a:cubicBezTo>
                <a:cubicBezTo>
                  <a:pt x="28" y="149"/>
                  <a:pt x="30" y="147"/>
                  <a:pt x="32" y="147"/>
                </a:cubicBezTo>
                <a:cubicBezTo>
                  <a:pt x="34" y="147"/>
                  <a:pt x="36" y="149"/>
                  <a:pt x="36" y="151"/>
                </a:cubicBezTo>
                <a:cubicBezTo>
                  <a:pt x="36" y="158"/>
                  <a:pt x="36" y="158"/>
                  <a:pt x="36" y="158"/>
                </a:cubicBezTo>
                <a:cubicBezTo>
                  <a:pt x="50" y="144"/>
                  <a:pt x="50" y="144"/>
                  <a:pt x="50" y="144"/>
                </a:cubicBezTo>
                <a:cubicBezTo>
                  <a:pt x="52" y="142"/>
                  <a:pt x="54" y="142"/>
                  <a:pt x="56" y="144"/>
                </a:cubicBezTo>
                <a:close/>
                <a:moveTo>
                  <a:pt x="114" y="14"/>
                </a:moveTo>
                <a:cubicBezTo>
                  <a:pt x="116" y="15"/>
                  <a:pt x="116" y="18"/>
                  <a:pt x="114" y="19"/>
                </a:cubicBezTo>
                <a:cubicBezTo>
                  <a:pt x="114" y="20"/>
                  <a:pt x="112" y="20"/>
                  <a:pt x="112" y="20"/>
                </a:cubicBezTo>
                <a:cubicBezTo>
                  <a:pt x="111" y="20"/>
                  <a:pt x="110" y="20"/>
                  <a:pt x="109" y="19"/>
                </a:cubicBezTo>
                <a:cubicBezTo>
                  <a:pt x="104" y="14"/>
                  <a:pt x="104" y="14"/>
                  <a:pt x="104" y="14"/>
                </a:cubicBezTo>
                <a:cubicBezTo>
                  <a:pt x="104" y="34"/>
                  <a:pt x="104" y="34"/>
                  <a:pt x="104" y="34"/>
                </a:cubicBezTo>
                <a:cubicBezTo>
                  <a:pt x="104" y="37"/>
                  <a:pt x="102" y="38"/>
                  <a:pt x="100" y="38"/>
                </a:cubicBezTo>
                <a:cubicBezTo>
                  <a:pt x="98" y="38"/>
                  <a:pt x="96" y="37"/>
                  <a:pt x="96" y="34"/>
                </a:cubicBezTo>
                <a:cubicBezTo>
                  <a:pt x="96" y="14"/>
                  <a:pt x="96" y="14"/>
                  <a:pt x="96" y="14"/>
                </a:cubicBezTo>
                <a:cubicBezTo>
                  <a:pt x="91" y="19"/>
                  <a:pt x="91" y="19"/>
                  <a:pt x="91" y="19"/>
                </a:cubicBezTo>
                <a:cubicBezTo>
                  <a:pt x="89" y="21"/>
                  <a:pt x="87" y="21"/>
                  <a:pt x="85" y="19"/>
                </a:cubicBezTo>
                <a:cubicBezTo>
                  <a:pt x="84" y="19"/>
                  <a:pt x="84" y="18"/>
                  <a:pt x="84" y="17"/>
                </a:cubicBezTo>
                <a:cubicBezTo>
                  <a:pt x="84" y="16"/>
                  <a:pt x="84" y="15"/>
                  <a:pt x="85" y="14"/>
                </a:cubicBezTo>
                <a:cubicBezTo>
                  <a:pt x="97" y="1"/>
                  <a:pt x="97" y="1"/>
                  <a:pt x="97" y="1"/>
                </a:cubicBezTo>
                <a:cubicBezTo>
                  <a:pt x="98" y="1"/>
                  <a:pt x="99" y="0"/>
                  <a:pt x="100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101" y="0"/>
                  <a:pt x="102" y="1"/>
                  <a:pt x="103" y="1"/>
                </a:cubicBezTo>
                <a:lnTo>
                  <a:pt x="114" y="14"/>
                </a:lnTo>
                <a:close/>
              </a:path>
            </a:pathLst>
          </a:custGeom>
          <a:solidFill>
            <a:srgbClr val="43515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" name="Freeform 21">
            <a:extLst>
              <a:ext uri="{FF2B5EF4-FFF2-40B4-BE49-F238E27FC236}">
                <a16:creationId xmlns:a16="http://schemas.microsoft.com/office/drawing/2014/main" id="{D279A960-F1E5-4271-85B5-6C4E4BD03CA4}"/>
              </a:ext>
            </a:extLst>
          </p:cNvPr>
          <p:cNvSpPr>
            <a:spLocks noEditPoints="1"/>
          </p:cNvSpPr>
          <p:nvPr/>
        </p:nvSpPr>
        <p:spPr bwMode="auto">
          <a:xfrm>
            <a:off x="613078" y="2267769"/>
            <a:ext cx="403243" cy="403617"/>
          </a:xfrm>
          <a:custGeom>
            <a:avLst/>
            <a:gdLst>
              <a:gd name="T0" fmla="*/ 984 w 2048"/>
              <a:gd name="T1" fmla="*/ 239 h 2050"/>
              <a:gd name="T2" fmla="*/ 1064 w 2048"/>
              <a:gd name="T3" fmla="*/ 239 h 2050"/>
              <a:gd name="T4" fmla="*/ 1710 w 2048"/>
              <a:gd name="T5" fmla="*/ 579 h 2050"/>
              <a:gd name="T6" fmla="*/ 1149 w 2048"/>
              <a:gd name="T7" fmla="*/ 313 h 2050"/>
              <a:gd name="T8" fmla="*/ 1671 w 2048"/>
              <a:gd name="T9" fmla="*/ 649 h 2050"/>
              <a:gd name="T10" fmla="*/ 1725 w 2048"/>
              <a:gd name="T11" fmla="*/ 633 h 2050"/>
              <a:gd name="T12" fmla="*/ 2048 w 2048"/>
              <a:gd name="T13" fmla="*/ 1027 h 2050"/>
              <a:gd name="T14" fmla="*/ 1739 w 2048"/>
              <a:gd name="T15" fmla="*/ 813 h 2050"/>
              <a:gd name="T16" fmla="*/ 2048 w 2048"/>
              <a:gd name="T17" fmla="*/ 614 h 2050"/>
              <a:gd name="T18" fmla="*/ 1044 w 2048"/>
              <a:gd name="T19" fmla="*/ 7 h 2050"/>
              <a:gd name="T20" fmla="*/ 20 w 2048"/>
              <a:gd name="T21" fmla="*/ 579 h 2050"/>
              <a:gd name="T22" fmla="*/ 20 w 2048"/>
              <a:gd name="T23" fmla="*/ 649 h 2050"/>
              <a:gd name="T24" fmla="*/ 19 w 2048"/>
              <a:gd name="T25" fmla="*/ 992 h 2050"/>
              <a:gd name="T26" fmla="*/ 20 w 2048"/>
              <a:gd name="T27" fmla="*/ 1061 h 2050"/>
              <a:gd name="T28" fmla="*/ 20 w 2048"/>
              <a:gd name="T29" fmla="*/ 1403 h 2050"/>
              <a:gd name="T30" fmla="*/ 20 w 2048"/>
              <a:gd name="T31" fmla="*/ 1473 h 2050"/>
              <a:gd name="T32" fmla="*/ 1024 w 2048"/>
              <a:gd name="T33" fmla="*/ 2050 h 2050"/>
              <a:gd name="T34" fmla="*/ 2028 w 2048"/>
              <a:gd name="T35" fmla="*/ 1473 h 2050"/>
              <a:gd name="T36" fmla="*/ 2028 w 2048"/>
              <a:gd name="T37" fmla="*/ 1403 h 2050"/>
              <a:gd name="T38" fmla="*/ 2028 w 2048"/>
              <a:gd name="T39" fmla="*/ 1061 h 2050"/>
              <a:gd name="T40" fmla="*/ 120 w 2048"/>
              <a:gd name="T41" fmla="*/ 614 h 2050"/>
              <a:gd name="T42" fmla="*/ 1928 w 2048"/>
              <a:gd name="T43" fmla="*/ 614 h 2050"/>
              <a:gd name="T44" fmla="*/ 405 w 2048"/>
              <a:gd name="T45" fmla="*/ 776 h 2050"/>
              <a:gd name="T46" fmla="*/ 1929 w 2048"/>
              <a:gd name="T47" fmla="*/ 1438 h 2050"/>
              <a:gd name="T48" fmla="*/ 119 w 2048"/>
              <a:gd name="T49" fmla="*/ 1438 h 2050"/>
              <a:gd name="T50" fmla="*/ 1004 w 2048"/>
              <a:gd name="T51" fmla="*/ 1633 h 2050"/>
              <a:gd name="T52" fmla="*/ 1044 w 2048"/>
              <a:gd name="T53" fmla="*/ 1633 h 2050"/>
              <a:gd name="T54" fmla="*/ 1929 w 2048"/>
              <a:gd name="T55" fmla="*/ 1438 h 2050"/>
              <a:gd name="T56" fmla="*/ 118 w 2048"/>
              <a:gd name="T57" fmla="*/ 1025 h 2050"/>
              <a:gd name="T58" fmla="*/ 1004 w 2048"/>
              <a:gd name="T59" fmla="*/ 1209 h 2050"/>
              <a:gd name="T60" fmla="*/ 1044 w 2048"/>
              <a:gd name="T61" fmla="*/ 1209 h 2050"/>
              <a:gd name="T62" fmla="*/ 1930 w 2048"/>
              <a:gd name="T63" fmla="*/ 1025 h 2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048" h="2050">
                <a:moveTo>
                  <a:pt x="1024" y="199"/>
                </a:moveTo>
                <a:cubicBezTo>
                  <a:pt x="1002" y="199"/>
                  <a:pt x="984" y="217"/>
                  <a:pt x="984" y="239"/>
                </a:cubicBezTo>
                <a:cubicBezTo>
                  <a:pt x="984" y="261"/>
                  <a:pt x="1002" y="279"/>
                  <a:pt x="1024" y="279"/>
                </a:cubicBezTo>
                <a:cubicBezTo>
                  <a:pt x="1046" y="279"/>
                  <a:pt x="1064" y="261"/>
                  <a:pt x="1064" y="239"/>
                </a:cubicBezTo>
                <a:cubicBezTo>
                  <a:pt x="1064" y="217"/>
                  <a:pt x="1046" y="199"/>
                  <a:pt x="1024" y="199"/>
                </a:cubicBezTo>
                <a:close/>
                <a:moveTo>
                  <a:pt x="1710" y="579"/>
                </a:moveTo>
                <a:cubicBezTo>
                  <a:pt x="1203" y="298"/>
                  <a:pt x="1203" y="298"/>
                  <a:pt x="1203" y="298"/>
                </a:cubicBezTo>
                <a:cubicBezTo>
                  <a:pt x="1184" y="287"/>
                  <a:pt x="1160" y="294"/>
                  <a:pt x="1149" y="313"/>
                </a:cubicBezTo>
                <a:cubicBezTo>
                  <a:pt x="1138" y="332"/>
                  <a:pt x="1145" y="357"/>
                  <a:pt x="1165" y="368"/>
                </a:cubicBezTo>
                <a:cubicBezTo>
                  <a:pt x="1671" y="649"/>
                  <a:pt x="1671" y="649"/>
                  <a:pt x="1671" y="649"/>
                </a:cubicBezTo>
                <a:cubicBezTo>
                  <a:pt x="1677" y="652"/>
                  <a:pt x="1684" y="654"/>
                  <a:pt x="1690" y="654"/>
                </a:cubicBezTo>
                <a:cubicBezTo>
                  <a:pt x="1705" y="654"/>
                  <a:pt x="1718" y="647"/>
                  <a:pt x="1725" y="633"/>
                </a:cubicBezTo>
                <a:cubicBezTo>
                  <a:pt x="1736" y="614"/>
                  <a:pt x="1729" y="590"/>
                  <a:pt x="1710" y="579"/>
                </a:cubicBezTo>
                <a:close/>
                <a:moveTo>
                  <a:pt x="2048" y="1027"/>
                </a:moveTo>
                <a:cubicBezTo>
                  <a:pt x="2048" y="1012"/>
                  <a:pt x="2041" y="999"/>
                  <a:pt x="2029" y="992"/>
                </a:cubicBezTo>
                <a:cubicBezTo>
                  <a:pt x="1739" y="813"/>
                  <a:pt x="1739" y="813"/>
                  <a:pt x="1739" y="813"/>
                </a:cubicBezTo>
                <a:cubicBezTo>
                  <a:pt x="2028" y="649"/>
                  <a:pt x="2028" y="649"/>
                  <a:pt x="2028" y="649"/>
                </a:cubicBezTo>
                <a:cubicBezTo>
                  <a:pt x="2040" y="642"/>
                  <a:pt x="2048" y="628"/>
                  <a:pt x="2048" y="614"/>
                </a:cubicBezTo>
                <a:cubicBezTo>
                  <a:pt x="2048" y="600"/>
                  <a:pt x="2040" y="587"/>
                  <a:pt x="2028" y="579"/>
                </a:cubicBezTo>
                <a:cubicBezTo>
                  <a:pt x="1044" y="7"/>
                  <a:pt x="1044" y="7"/>
                  <a:pt x="1044" y="7"/>
                </a:cubicBezTo>
                <a:cubicBezTo>
                  <a:pt x="1032" y="0"/>
                  <a:pt x="1016" y="0"/>
                  <a:pt x="1004" y="7"/>
                </a:cubicBezTo>
                <a:cubicBezTo>
                  <a:pt x="20" y="579"/>
                  <a:pt x="20" y="579"/>
                  <a:pt x="20" y="579"/>
                </a:cubicBezTo>
                <a:cubicBezTo>
                  <a:pt x="8" y="587"/>
                  <a:pt x="0" y="600"/>
                  <a:pt x="0" y="614"/>
                </a:cubicBezTo>
                <a:cubicBezTo>
                  <a:pt x="0" y="628"/>
                  <a:pt x="8" y="642"/>
                  <a:pt x="20" y="649"/>
                </a:cubicBezTo>
                <a:cubicBezTo>
                  <a:pt x="309" y="813"/>
                  <a:pt x="309" y="813"/>
                  <a:pt x="309" y="813"/>
                </a:cubicBezTo>
                <a:cubicBezTo>
                  <a:pt x="19" y="992"/>
                  <a:pt x="19" y="992"/>
                  <a:pt x="19" y="992"/>
                </a:cubicBezTo>
                <a:cubicBezTo>
                  <a:pt x="7" y="999"/>
                  <a:pt x="0" y="1012"/>
                  <a:pt x="0" y="1027"/>
                </a:cubicBezTo>
                <a:cubicBezTo>
                  <a:pt x="0" y="1041"/>
                  <a:pt x="8" y="1054"/>
                  <a:pt x="20" y="1061"/>
                </a:cubicBezTo>
                <a:cubicBezTo>
                  <a:pt x="314" y="1232"/>
                  <a:pt x="314" y="1232"/>
                  <a:pt x="314" y="1232"/>
                </a:cubicBezTo>
                <a:cubicBezTo>
                  <a:pt x="20" y="1403"/>
                  <a:pt x="20" y="1403"/>
                  <a:pt x="20" y="1403"/>
                </a:cubicBezTo>
                <a:cubicBezTo>
                  <a:pt x="8" y="1411"/>
                  <a:pt x="0" y="1424"/>
                  <a:pt x="0" y="1438"/>
                </a:cubicBezTo>
                <a:cubicBezTo>
                  <a:pt x="0" y="1452"/>
                  <a:pt x="8" y="1465"/>
                  <a:pt x="20" y="1473"/>
                </a:cubicBezTo>
                <a:cubicBezTo>
                  <a:pt x="1004" y="2045"/>
                  <a:pt x="1004" y="2045"/>
                  <a:pt x="1004" y="2045"/>
                </a:cubicBezTo>
                <a:cubicBezTo>
                  <a:pt x="1010" y="2048"/>
                  <a:pt x="1017" y="2050"/>
                  <a:pt x="1024" y="2050"/>
                </a:cubicBezTo>
                <a:cubicBezTo>
                  <a:pt x="1031" y="2050"/>
                  <a:pt x="1038" y="2048"/>
                  <a:pt x="1044" y="2045"/>
                </a:cubicBezTo>
                <a:cubicBezTo>
                  <a:pt x="2028" y="1473"/>
                  <a:pt x="2028" y="1473"/>
                  <a:pt x="2028" y="1473"/>
                </a:cubicBezTo>
                <a:cubicBezTo>
                  <a:pt x="2040" y="1465"/>
                  <a:pt x="2048" y="1452"/>
                  <a:pt x="2048" y="1438"/>
                </a:cubicBezTo>
                <a:cubicBezTo>
                  <a:pt x="2048" y="1424"/>
                  <a:pt x="2040" y="1411"/>
                  <a:pt x="2028" y="1403"/>
                </a:cubicBezTo>
                <a:cubicBezTo>
                  <a:pt x="1734" y="1232"/>
                  <a:pt x="1734" y="1232"/>
                  <a:pt x="1734" y="1232"/>
                </a:cubicBezTo>
                <a:cubicBezTo>
                  <a:pt x="2028" y="1061"/>
                  <a:pt x="2028" y="1061"/>
                  <a:pt x="2028" y="1061"/>
                </a:cubicBezTo>
                <a:cubicBezTo>
                  <a:pt x="2040" y="1054"/>
                  <a:pt x="2048" y="1041"/>
                  <a:pt x="2048" y="1027"/>
                </a:cubicBezTo>
                <a:close/>
                <a:moveTo>
                  <a:pt x="120" y="614"/>
                </a:moveTo>
                <a:cubicBezTo>
                  <a:pt x="1024" y="88"/>
                  <a:pt x="1024" y="88"/>
                  <a:pt x="1024" y="88"/>
                </a:cubicBezTo>
                <a:cubicBezTo>
                  <a:pt x="1928" y="614"/>
                  <a:pt x="1928" y="614"/>
                  <a:pt x="1928" y="614"/>
                </a:cubicBezTo>
                <a:cubicBezTo>
                  <a:pt x="1024" y="1128"/>
                  <a:pt x="1024" y="1128"/>
                  <a:pt x="1024" y="1128"/>
                </a:cubicBezTo>
                <a:cubicBezTo>
                  <a:pt x="405" y="776"/>
                  <a:pt x="405" y="776"/>
                  <a:pt x="405" y="776"/>
                </a:cubicBezTo>
                <a:lnTo>
                  <a:pt x="120" y="614"/>
                </a:lnTo>
                <a:close/>
                <a:moveTo>
                  <a:pt x="1929" y="1438"/>
                </a:moveTo>
                <a:cubicBezTo>
                  <a:pt x="1024" y="1964"/>
                  <a:pt x="1024" y="1964"/>
                  <a:pt x="1024" y="1964"/>
                </a:cubicBezTo>
                <a:cubicBezTo>
                  <a:pt x="119" y="1438"/>
                  <a:pt x="119" y="1438"/>
                  <a:pt x="119" y="1438"/>
                </a:cubicBezTo>
                <a:cubicBezTo>
                  <a:pt x="394" y="1278"/>
                  <a:pt x="394" y="1278"/>
                  <a:pt x="394" y="1278"/>
                </a:cubicBezTo>
                <a:cubicBezTo>
                  <a:pt x="1004" y="1633"/>
                  <a:pt x="1004" y="1633"/>
                  <a:pt x="1004" y="1633"/>
                </a:cubicBezTo>
                <a:cubicBezTo>
                  <a:pt x="1010" y="1636"/>
                  <a:pt x="1017" y="1638"/>
                  <a:pt x="1024" y="1638"/>
                </a:cubicBezTo>
                <a:cubicBezTo>
                  <a:pt x="1031" y="1638"/>
                  <a:pt x="1038" y="1636"/>
                  <a:pt x="1044" y="1633"/>
                </a:cubicBezTo>
                <a:cubicBezTo>
                  <a:pt x="1654" y="1278"/>
                  <a:pt x="1654" y="1278"/>
                  <a:pt x="1654" y="1278"/>
                </a:cubicBezTo>
                <a:lnTo>
                  <a:pt x="1929" y="1438"/>
                </a:lnTo>
                <a:close/>
                <a:moveTo>
                  <a:pt x="1024" y="1552"/>
                </a:moveTo>
                <a:cubicBezTo>
                  <a:pt x="118" y="1025"/>
                  <a:pt x="118" y="1025"/>
                  <a:pt x="118" y="1025"/>
                </a:cubicBezTo>
                <a:cubicBezTo>
                  <a:pt x="388" y="858"/>
                  <a:pt x="388" y="858"/>
                  <a:pt x="388" y="858"/>
                </a:cubicBezTo>
                <a:cubicBezTo>
                  <a:pt x="1004" y="1209"/>
                  <a:pt x="1004" y="1209"/>
                  <a:pt x="1004" y="1209"/>
                </a:cubicBezTo>
                <a:cubicBezTo>
                  <a:pt x="1010" y="1212"/>
                  <a:pt x="1017" y="1214"/>
                  <a:pt x="1024" y="1214"/>
                </a:cubicBezTo>
                <a:cubicBezTo>
                  <a:pt x="1031" y="1214"/>
                  <a:pt x="1038" y="1212"/>
                  <a:pt x="1044" y="1209"/>
                </a:cubicBezTo>
                <a:cubicBezTo>
                  <a:pt x="1660" y="858"/>
                  <a:pt x="1660" y="858"/>
                  <a:pt x="1660" y="858"/>
                </a:cubicBezTo>
                <a:cubicBezTo>
                  <a:pt x="1930" y="1025"/>
                  <a:pt x="1930" y="1025"/>
                  <a:pt x="1930" y="1025"/>
                </a:cubicBezTo>
                <a:lnTo>
                  <a:pt x="1024" y="1552"/>
                </a:lnTo>
                <a:close/>
              </a:path>
            </a:pathLst>
          </a:custGeom>
          <a:solidFill>
            <a:srgbClr val="43515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27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38C33C6-2131-19BD-5ED3-5E29364B645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38C33C6-2131-19BD-5ED3-5E29364B64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0EB1CD9-AC22-4C18-9E4C-67303B215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sz="1800">
                <a:latin typeface="Arial" panose="020B0604020202020204" pitchFamily="34" charset="0"/>
              </a:rPr>
              <a:t>Ivamussusc Ipittortoregetf: </a:t>
            </a:r>
            <a:r>
              <a:rPr lang="en-US" sz="1800" b="0">
                <a:latin typeface="Arial" panose="020B0604020202020204" pitchFamily="34" charset="0"/>
              </a:rPr>
              <a:t>Elispor, ttito rv </a:t>
            </a:r>
            <a:r>
              <a:rPr lang="en-US" b="0">
                <a:latin typeface="Arial" panose="020B0604020202020204" pitchFamily="34" charset="0"/>
              </a:rPr>
              <a:t>olutpatcrasult rici es ligul/asedmagn ad ictumpor taloremipsu, md olor sitametc ons </a:t>
            </a:r>
            <a:r>
              <a:rPr lang="en-US" sz="1800" b="0">
                <a:latin typeface="Arial" panose="020B0604020202020204" pitchFamily="34" charset="0"/>
              </a:rPr>
              <a:t>ecteturad ipiscin gelitsed doeiusmodtempor inc Ididu</a:t>
            </a:r>
            <a:endParaRPr lang="en-IN" sz="18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28BB60F-19FF-C8CE-318E-B3AE2F38628A}"/>
              </a:ext>
            </a:extLst>
          </p:cNvPr>
          <p:cNvSpPr/>
          <p:nvPr/>
        </p:nvSpPr>
        <p:spPr bwMode="auto">
          <a:xfrm>
            <a:off x="3753539" y="4471242"/>
            <a:ext cx="745454" cy="745454"/>
          </a:xfrm>
          <a:prstGeom prst="ellipse">
            <a:avLst/>
          </a:prstGeom>
          <a:gradFill>
            <a:gsLst>
              <a:gs pos="1000">
                <a:srgbClr val="B2E0FA"/>
              </a:gs>
              <a:gs pos="100000">
                <a:srgbClr val="4FB7F6"/>
              </a:gs>
            </a:gsLst>
            <a:lin ang="270000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6D03DBE-9651-1981-C18A-6F6A9A595E90}"/>
              </a:ext>
            </a:extLst>
          </p:cNvPr>
          <p:cNvCxnSpPr>
            <a:cxnSpLocks/>
          </p:cNvCxnSpPr>
          <p:nvPr/>
        </p:nvCxnSpPr>
        <p:spPr bwMode="auto">
          <a:xfrm>
            <a:off x="2225665" y="4466102"/>
            <a:ext cx="0" cy="368248"/>
          </a:xfrm>
          <a:prstGeom prst="line">
            <a:avLst/>
          </a:prstGeom>
          <a:noFill/>
          <a:ln w="19050" cap="rnd" cmpd="sng" algn="ctr">
            <a:gradFill>
              <a:gsLst>
                <a:gs pos="21000">
                  <a:srgbClr val="66737C">
                    <a:alpha val="0"/>
                  </a:srgbClr>
                </a:gs>
                <a:gs pos="100000">
                  <a:srgbClr val="43515C"/>
                </a:gs>
              </a:gsLst>
              <a:lin ang="5400000" scaled="1"/>
            </a:gra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8689001-762C-D838-E5BC-7F8819AEA2C1}"/>
              </a:ext>
            </a:extLst>
          </p:cNvPr>
          <p:cNvCxnSpPr>
            <a:cxnSpLocks/>
          </p:cNvCxnSpPr>
          <p:nvPr/>
        </p:nvCxnSpPr>
        <p:spPr bwMode="auto">
          <a:xfrm>
            <a:off x="1991871" y="3389374"/>
            <a:ext cx="0" cy="474388"/>
          </a:xfrm>
          <a:prstGeom prst="line">
            <a:avLst/>
          </a:prstGeom>
          <a:noFill/>
          <a:ln w="19050" cap="rnd" cmpd="sng" algn="ctr">
            <a:gradFill>
              <a:gsLst>
                <a:gs pos="21000">
                  <a:srgbClr val="66737C">
                    <a:alpha val="0"/>
                  </a:srgbClr>
                </a:gs>
                <a:gs pos="100000">
                  <a:srgbClr val="43515C"/>
                </a:gs>
              </a:gsLst>
              <a:lin ang="5400000" scaled="1"/>
            </a:gra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45" name="Freeform 5">
            <a:extLst>
              <a:ext uri="{FF2B5EF4-FFF2-40B4-BE49-F238E27FC236}">
                <a16:creationId xmlns:a16="http://schemas.microsoft.com/office/drawing/2014/main" id="{21423B08-E078-9A7C-7B70-37B0929C55D6}"/>
              </a:ext>
            </a:extLst>
          </p:cNvPr>
          <p:cNvSpPr>
            <a:spLocks/>
          </p:cNvSpPr>
          <p:nvPr/>
        </p:nvSpPr>
        <p:spPr bwMode="auto">
          <a:xfrm rot="5400000">
            <a:off x="1805503" y="4773141"/>
            <a:ext cx="363539" cy="266823"/>
          </a:xfrm>
          <a:custGeom>
            <a:avLst/>
            <a:gdLst>
              <a:gd name="T0" fmla="*/ 659 w 668"/>
              <a:gd name="T1" fmla="*/ 227 h 489"/>
              <a:gd name="T2" fmla="*/ 368 w 668"/>
              <a:gd name="T3" fmla="*/ 6 h 489"/>
              <a:gd name="T4" fmla="*/ 344 w 668"/>
              <a:gd name="T5" fmla="*/ 4 h 489"/>
              <a:gd name="T6" fmla="*/ 332 w 668"/>
              <a:gd name="T7" fmla="*/ 24 h 489"/>
              <a:gd name="T8" fmla="*/ 332 w 668"/>
              <a:gd name="T9" fmla="*/ 125 h 489"/>
              <a:gd name="T10" fmla="*/ 22 w 668"/>
              <a:gd name="T11" fmla="*/ 125 h 489"/>
              <a:gd name="T12" fmla="*/ 0 w 668"/>
              <a:gd name="T13" fmla="*/ 147 h 489"/>
              <a:gd name="T14" fmla="*/ 0 w 668"/>
              <a:gd name="T15" fmla="*/ 344 h 489"/>
              <a:gd name="T16" fmla="*/ 22 w 668"/>
              <a:gd name="T17" fmla="*/ 366 h 489"/>
              <a:gd name="T18" fmla="*/ 332 w 668"/>
              <a:gd name="T19" fmla="*/ 366 h 489"/>
              <a:gd name="T20" fmla="*/ 332 w 668"/>
              <a:gd name="T21" fmla="*/ 466 h 489"/>
              <a:gd name="T22" fmla="*/ 344 w 668"/>
              <a:gd name="T23" fmla="*/ 487 h 489"/>
              <a:gd name="T24" fmla="*/ 354 w 668"/>
              <a:gd name="T25" fmla="*/ 489 h 489"/>
              <a:gd name="T26" fmla="*/ 368 w 668"/>
              <a:gd name="T27" fmla="*/ 484 h 489"/>
              <a:gd name="T28" fmla="*/ 659 w 668"/>
              <a:gd name="T29" fmla="*/ 263 h 489"/>
              <a:gd name="T30" fmla="*/ 668 w 668"/>
              <a:gd name="T31" fmla="*/ 245 h 489"/>
              <a:gd name="T32" fmla="*/ 659 w 668"/>
              <a:gd name="T33" fmla="*/ 227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68" h="489">
                <a:moveTo>
                  <a:pt x="659" y="227"/>
                </a:moveTo>
                <a:cubicBezTo>
                  <a:pt x="368" y="6"/>
                  <a:pt x="368" y="6"/>
                  <a:pt x="368" y="6"/>
                </a:cubicBezTo>
                <a:cubicBezTo>
                  <a:pt x="361" y="1"/>
                  <a:pt x="352" y="0"/>
                  <a:pt x="344" y="4"/>
                </a:cubicBezTo>
                <a:cubicBezTo>
                  <a:pt x="336" y="8"/>
                  <a:pt x="332" y="16"/>
                  <a:pt x="332" y="24"/>
                </a:cubicBezTo>
                <a:cubicBezTo>
                  <a:pt x="332" y="125"/>
                  <a:pt x="332" y="125"/>
                  <a:pt x="332" y="125"/>
                </a:cubicBezTo>
                <a:cubicBezTo>
                  <a:pt x="22" y="125"/>
                  <a:pt x="22" y="125"/>
                  <a:pt x="22" y="125"/>
                </a:cubicBezTo>
                <a:cubicBezTo>
                  <a:pt x="10" y="125"/>
                  <a:pt x="0" y="135"/>
                  <a:pt x="0" y="147"/>
                </a:cubicBezTo>
                <a:cubicBezTo>
                  <a:pt x="0" y="344"/>
                  <a:pt x="0" y="344"/>
                  <a:pt x="0" y="344"/>
                </a:cubicBezTo>
                <a:cubicBezTo>
                  <a:pt x="0" y="356"/>
                  <a:pt x="10" y="366"/>
                  <a:pt x="22" y="366"/>
                </a:cubicBezTo>
                <a:cubicBezTo>
                  <a:pt x="332" y="366"/>
                  <a:pt x="332" y="366"/>
                  <a:pt x="332" y="366"/>
                </a:cubicBezTo>
                <a:cubicBezTo>
                  <a:pt x="332" y="466"/>
                  <a:pt x="332" y="466"/>
                  <a:pt x="332" y="466"/>
                </a:cubicBezTo>
                <a:cubicBezTo>
                  <a:pt x="332" y="475"/>
                  <a:pt x="336" y="483"/>
                  <a:pt x="344" y="487"/>
                </a:cubicBezTo>
                <a:cubicBezTo>
                  <a:pt x="347" y="488"/>
                  <a:pt x="351" y="489"/>
                  <a:pt x="354" y="489"/>
                </a:cubicBezTo>
                <a:cubicBezTo>
                  <a:pt x="359" y="489"/>
                  <a:pt x="364" y="487"/>
                  <a:pt x="368" y="484"/>
                </a:cubicBezTo>
                <a:cubicBezTo>
                  <a:pt x="659" y="263"/>
                  <a:pt x="659" y="263"/>
                  <a:pt x="659" y="263"/>
                </a:cubicBezTo>
                <a:cubicBezTo>
                  <a:pt x="665" y="259"/>
                  <a:pt x="668" y="252"/>
                  <a:pt x="668" y="245"/>
                </a:cubicBezTo>
                <a:cubicBezTo>
                  <a:pt x="668" y="238"/>
                  <a:pt x="665" y="232"/>
                  <a:pt x="659" y="227"/>
                </a:cubicBezTo>
                <a:close/>
              </a:path>
            </a:pathLst>
          </a:custGeom>
          <a:gradFill>
            <a:gsLst>
              <a:gs pos="0">
                <a:srgbClr val="66737C">
                  <a:alpha val="5000"/>
                </a:srgbClr>
              </a:gs>
              <a:gs pos="100000">
                <a:srgbClr val="A2ABB0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EB2D8A-60B7-2E5C-4052-ED038FDB766F}"/>
              </a:ext>
            </a:extLst>
          </p:cNvPr>
          <p:cNvSpPr txBox="1"/>
          <p:nvPr/>
        </p:nvSpPr>
        <p:spPr>
          <a:xfrm>
            <a:off x="4529277" y="1398641"/>
            <a:ext cx="736808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Ntut labore: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Etdolo remag na </a:t>
            </a:r>
            <a:r>
              <a:rPr lang="en-US" sz="1100">
                <a:solidFill>
                  <a:prstClr val="black"/>
                </a:solidFill>
                <a:latin typeface="Arial" panose="020B0604020202020204" pitchFamily="34" charset="0"/>
              </a:rPr>
              <a:t>Aliqu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auten, imadminimve niam quisno str udex er citation ullamcolabor </a:t>
            </a:r>
          </a:p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Isn Isiu Taliquipex: </a:t>
            </a: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Eacommodocons equatdui sa utei rure dolori, nrep re henderi tinvolupta tev elit-essecillu mdolo, reeuf ugia-tnullap ariatu rexc epteursint, occa-ecatcupi datatnonp ro ident suntincu lpa quiofficiade.</a:t>
            </a:r>
          </a:p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Serunt mol litanimid estlabor: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Umcurabit URN onnu llas itametn, isltempusc onvallisquis aclectu spe llen te squeini psu midorciportada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0A6512-65E1-D59C-81EE-25C9DDFB5E28}"/>
              </a:ext>
            </a:extLst>
          </p:cNvPr>
          <p:cNvSpPr txBox="1"/>
          <p:nvPr/>
        </p:nvSpPr>
        <p:spPr>
          <a:xfrm>
            <a:off x="4529277" y="3068299"/>
            <a:ext cx="736808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Pibusvi vamu </a:t>
            </a:r>
            <a:r>
              <a:rPr lang="en-US" sz="1100" b="1">
                <a:solidFill>
                  <a:prstClr val="black"/>
                </a:solidFill>
                <a:latin typeface="Arial" panose="020B0604020202020204" pitchFamily="34" charset="0"/>
              </a:rPr>
              <a:t>Ssuscipi TTO, RTO, reg Etfelis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Port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T2I torvolu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tpat crasult riciesl igulasedmag nad ictumpor talo remi psumdol ORS, </a:t>
            </a:r>
            <a:r>
              <a:rPr lang="en-US" sz="1100">
                <a:solidFill>
                  <a:prstClr val="black"/>
                </a:solidFill>
                <a:latin typeface="Arial" panose="020B0604020202020204" pitchFamily="34" charset="0"/>
              </a:rPr>
              <a:t>Itametc, ons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Ectetur</a:t>
            </a:r>
          </a:p>
          <a:p>
            <a:pPr marL="3429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ADI piscingelit sedd OEI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usmod te mp orinci didu ntutla (&gt;2 boree) td olore MAG naa liqua uteni madminimve</a:t>
            </a:r>
          </a:p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Niamquisno st rudex ercitat: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Ionu L2L amcolab ori snisiutal iq uipex eacommo, d.o., c-onsequa tdu isaute irured, olorinre prehen, der.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1432A6-BEB5-5E34-93B4-815AE002915F}"/>
              </a:ext>
            </a:extLst>
          </p:cNvPr>
          <p:cNvSpPr txBox="1"/>
          <p:nvPr/>
        </p:nvSpPr>
        <p:spPr>
          <a:xfrm>
            <a:off x="4529277" y="5025160"/>
            <a:ext cx="73915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Itinvo luptatevel: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Itessecil lu mdolor eeuf ugi at nullapa riature xcepteur – sintocc 3-4 aecatcu pidat atnonproide nt sun tinc</a:t>
            </a:r>
          </a:p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Ulpaquiof: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Ficiadeserun tmo llitanim idestlab or umcurabit ur nonnul las ita metn isl tem pusc on vallisq</a:t>
            </a:r>
          </a:p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Uisacl: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Ectusp el lentesquei nipsumido rc ipor tadapibus vivam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5BA6F6E-B4F9-04CD-E7B1-A72350C26ABE}"/>
              </a:ext>
            </a:extLst>
          </p:cNvPr>
          <p:cNvGrpSpPr/>
          <p:nvPr/>
        </p:nvGrpSpPr>
        <p:grpSpPr>
          <a:xfrm>
            <a:off x="366435" y="1839293"/>
            <a:ext cx="3241675" cy="2906713"/>
            <a:chOff x="609601" y="1706563"/>
            <a:chExt cx="3241675" cy="2906713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10E41AA-3C8A-2D62-2218-76EC2BABC270}"/>
                </a:ext>
              </a:extLst>
            </p:cNvPr>
            <p:cNvGrpSpPr/>
            <p:nvPr/>
          </p:nvGrpSpPr>
          <p:grpSpPr>
            <a:xfrm>
              <a:off x="981076" y="2865438"/>
              <a:ext cx="2500313" cy="623888"/>
              <a:chOff x="981076" y="2865438"/>
              <a:chExt cx="2500313" cy="623888"/>
            </a:xfrm>
          </p:grpSpPr>
          <p:sp>
            <p:nvSpPr>
              <p:cNvPr id="63" name="Oval 10">
                <a:extLst>
                  <a:ext uri="{FF2B5EF4-FFF2-40B4-BE49-F238E27FC236}">
                    <a16:creationId xmlns:a16="http://schemas.microsoft.com/office/drawing/2014/main" id="{EAF06FC2-0ABE-ADB7-F293-8B7CD8B65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8701" y="2903963"/>
                <a:ext cx="2403475" cy="388513"/>
              </a:xfrm>
              <a:prstGeom prst="ellipse">
                <a:avLst/>
              </a:prstGeom>
              <a:solidFill>
                <a:srgbClr val="48A1EE"/>
              </a:solidFill>
              <a:ln w="12700">
                <a:solidFill>
                  <a:srgbClr val="48A1EE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" name="Oval 11">
                <a:extLst>
                  <a:ext uri="{FF2B5EF4-FFF2-40B4-BE49-F238E27FC236}">
                    <a16:creationId xmlns:a16="http://schemas.microsoft.com/office/drawing/2014/main" id="{00BE597D-11FB-67E8-6D8B-20A28700FC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8701" y="2936876"/>
                <a:ext cx="2403475" cy="377825"/>
              </a:xfrm>
              <a:prstGeom prst="ellipse">
                <a:avLst/>
              </a:prstGeom>
              <a:pattFill prst="sphere">
                <a:fgClr>
                  <a:srgbClr val="D3EDFE"/>
                </a:fgClr>
                <a:bgClr>
                  <a:schemeClr val="bg1"/>
                </a:bgClr>
              </a:pattFill>
              <a:ln w="6350" cmpd="sng">
                <a:solidFill>
                  <a:srgbClr val="A1D8FD"/>
                </a:solidFill>
                <a:round/>
                <a:headEnd/>
                <a:tailEnd/>
              </a:ln>
              <a:effectLst>
                <a:outerShdw blurRad="190500" dist="38100" dir="5400000" rotWithShape="0">
                  <a:srgbClr val="7BC6FB">
                    <a:alpha val="2000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1400">
                  <a:solidFill>
                    <a:srgbClr val="20303D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29" name="Oval 11">
                <a:extLst>
                  <a:ext uri="{FF2B5EF4-FFF2-40B4-BE49-F238E27FC236}">
                    <a16:creationId xmlns:a16="http://schemas.microsoft.com/office/drawing/2014/main" id="{C2EEC051-A4DA-7E06-F47C-6B860B7F30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8701" y="2931973"/>
                <a:ext cx="2403475" cy="377825"/>
              </a:xfrm>
              <a:prstGeom prst="ellipse">
                <a:avLst/>
              </a:prstGeom>
              <a:solidFill>
                <a:srgbClr val="ABDCFD">
                  <a:alpha val="3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0" name="Freeform 9">
                <a:extLst>
                  <a:ext uri="{FF2B5EF4-FFF2-40B4-BE49-F238E27FC236}">
                    <a16:creationId xmlns:a16="http://schemas.microsoft.com/office/drawing/2014/main" id="{98F95AFE-FFF1-409F-3EF7-A79E169E8F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5839" y="3125788"/>
                <a:ext cx="2489200" cy="363538"/>
              </a:xfrm>
              <a:custGeom>
                <a:avLst/>
                <a:gdLst>
                  <a:gd name="T0" fmla="*/ 1256 w 1894"/>
                  <a:gd name="T1" fmla="*/ 130 h 276"/>
                  <a:gd name="T2" fmla="*/ 947 w 1894"/>
                  <a:gd name="T3" fmla="*/ 130 h 276"/>
                  <a:gd name="T4" fmla="*/ 638 w 1894"/>
                  <a:gd name="T5" fmla="*/ 130 h 276"/>
                  <a:gd name="T6" fmla="*/ 0 w 1894"/>
                  <a:gd name="T7" fmla="*/ 0 h 276"/>
                  <a:gd name="T8" fmla="*/ 61 w 1894"/>
                  <a:gd name="T9" fmla="*/ 131 h 276"/>
                  <a:gd name="T10" fmla="*/ 947 w 1894"/>
                  <a:gd name="T11" fmla="*/ 276 h 276"/>
                  <a:gd name="T12" fmla="*/ 1833 w 1894"/>
                  <a:gd name="T13" fmla="*/ 131 h 276"/>
                  <a:gd name="T14" fmla="*/ 1894 w 1894"/>
                  <a:gd name="T15" fmla="*/ 0 h 276"/>
                  <a:gd name="T16" fmla="*/ 1256 w 1894"/>
                  <a:gd name="T17" fmla="*/ 130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94" h="276">
                    <a:moveTo>
                      <a:pt x="1256" y="130"/>
                    </a:moveTo>
                    <a:cubicBezTo>
                      <a:pt x="947" y="130"/>
                      <a:pt x="947" y="130"/>
                      <a:pt x="947" y="130"/>
                    </a:cubicBezTo>
                    <a:cubicBezTo>
                      <a:pt x="638" y="130"/>
                      <a:pt x="638" y="130"/>
                      <a:pt x="638" y="130"/>
                    </a:cubicBezTo>
                    <a:cubicBezTo>
                      <a:pt x="77" y="101"/>
                      <a:pt x="0" y="0"/>
                      <a:pt x="0" y="0"/>
                    </a:cubicBezTo>
                    <a:cubicBezTo>
                      <a:pt x="61" y="131"/>
                      <a:pt x="61" y="131"/>
                      <a:pt x="61" y="131"/>
                    </a:cubicBezTo>
                    <a:cubicBezTo>
                      <a:pt x="113" y="218"/>
                      <a:pt x="430" y="271"/>
                      <a:pt x="947" y="276"/>
                    </a:cubicBezTo>
                    <a:cubicBezTo>
                      <a:pt x="1464" y="271"/>
                      <a:pt x="1781" y="218"/>
                      <a:pt x="1833" y="131"/>
                    </a:cubicBezTo>
                    <a:cubicBezTo>
                      <a:pt x="1894" y="0"/>
                      <a:pt x="1894" y="0"/>
                      <a:pt x="1894" y="0"/>
                    </a:cubicBezTo>
                    <a:cubicBezTo>
                      <a:pt x="1894" y="0"/>
                      <a:pt x="1817" y="101"/>
                      <a:pt x="1256" y="130"/>
                    </a:cubicBezTo>
                    <a:close/>
                  </a:path>
                </a:pathLst>
              </a:custGeom>
              <a:solidFill>
                <a:srgbClr val="48A1E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1" name="Freeform 12">
                <a:extLst>
                  <a:ext uri="{FF2B5EF4-FFF2-40B4-BE49-F238E27FC236}">
                    <a16:creationId xmlns:a16="http://schemas.microsoft.com/office/drawing/2014/main" id="{63317916-487C-9A55-0B00-41BCD212A5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1076" y="2865438"/>
                <a:ext cx="2500313" cy="469900"/>
              </a:xfrm>
              <a:custGeom>
                <a:avLst/>
                <a:gdLst>
                  <a:gd name="T0" fmla="*/ 951 w 1902"/>
                  <a:gd name="T1" fmla="*/ 0 h 357"/>
                  <a:gd name="T2" fmla="*/ 0 w 1902"/>
                  <a:gd name="T3" fmla="*/ 179 h 357"/>
                  <a:gd name="T4" fmla="*/ 951 w 1902"/>
                  <a:gd name="T5" fmla="*/ 357 h 357"/>
                  <a:gd name="T6" fmla="*/ 1902 w 1902"/>
                  <a:gd name="T7" fmla="*/ 179 h 357"/>
                  <a:gd name="T8" fmla="*/ 951 w 1902"/>
                  <a:gd name="T9" fmla="*/ 0 h 357"/>
                  <a:gd name="T10" fmla="*/ 951 w 1902"/>
                  <a:gd name="T11" fmla="*/ 323 h 357"/>
                  <a:gd name="T12" fmla="*/ 37 w 1902"/>
                  <a:gd name="T13" fmla="*/ 179 h 357"/>
                  <a:gd name="T14" fmla="*/ 951 w 1902"/>
                  <a:gd name="T15" fmla="*/ 35 h 357"/>
                  <a:gd name="T16" fmla="*/ 1865 w 1902"/>
                  <a:gd name="T17" fmla="*/ 179 h 357"/>
                  <a:gd name="T18" fmla="*/ 951 w 1902"/>
                  <a:gd name="T19" fmla="*/ 323 h 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902" h="357">
                    <a:moveTo>
                      <a:pt x="951" y="0"/>
                    </a:moveTo>
                    <a:cubicBezTo>
                      <a:pt x="425" y="0"/>
                      <a:pt x="0" y="80"/>
                      <a:pt x="0" y="179"/>
                    </a:cubicBezTo>
                    <a:cubicBezTo>
                      <a:pt x="0" y="277"/>
                      <a:pt x="425" y="357"/>
                      <a:pt x="951" y="357"/>
                    </a:cubicBezTo>
                    <a:cubicBezTo>
                      <a:pt x="1476" y="357"/>
                      <a:pt x="1902" y="277"/>
                      <a:pt x="1902" y="179"/>
                    </a:cubicBezTo>
                    <a:cubicBezTo>
                      <a:pt x="1902" y="80"/>
                      <a:pt x="1476" y="0"/>
                      <a:pt x="951" y="0"/>
                    </a:cubicBezTo>
                    <a:close/>
                    <a:moveTo>
                      <a:pt x="951" y="323"/>
                    </a:moveTo>
                    <a:cubicBezTo>
                      <a:pt x="446" y="323"/>
                      <a:pt x="37" y="258"/>
                      <a:pt x="37" y="179"/>
                    </a:cubicBezTo>
                    <a:cubicBezTo>
                      <a:pt x="37" y="99"/>
                      <a:pt x="446" y="35"/>
                      <a:pt x="951" y="35"/>
                    </a:cubicBezTo>
                    <a:cubicBezTo>
                      <a:pt x="1456" y="35"/>
                      <a:pt x="1865" y="99"/>
                      <a:pt x="1865" y="179"/>
                    </a:cubicBezTo>
                    <a:cubicBezTo>
                      <a:pt x="1865" y="258"/>
                      <a:pt x="1456" y="323"/>
                      <a:pt x="951" y="323"/>
                    </a:cubicBezTo>
                    <a:close/>
                  </a:path>
                </a:pathLst>
              </a:custGeom>
              <a:solidFill>
                <a:srgbClr val="7ECAF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D0F11276-446E-0267-4E2D-21471FC3E90D}"/>
                </a:ext>
              </a:extLst>
            </p:cNvPr>
            <p:cNvGrpSpPr/>
            <p:nvPr/>
          </p:nvGrpSpPr>
          <p:grpSpPr>
            <a:xfrm>
              <a:off x="1408114" y="3997326"/>
              <a:ext cx="1646238" cy="615950"/>
              <a:chOff x="1408114" y="3997326"/>
              <a:chExt cx="1646238" cy="615950"/>
            </a:xfrm>
          </p:grpSpPr>
          <p:sp>
            <p:nvSpPr>
              <p:cNvPr id="58" name="Oval 14">
                <a:extLst>
                  <a:ext uri="{FF2B5EF4-FFF2-40B4-BE49-F238E27FC236}">
                    <a16:creationId xmlns:a16="http://schemas.microsoft.com/office/drawing/2014/main" id="{BD2093D9-9C3E-7E6A-A10D-5705EDBD1C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1451" y="4044951"/>
                <a:ext cx="1579563" cy="369888"/>
              </a:xfrm>
              <a:prstGeom prst="ellipse">
                <a:avLst/>
              </a:prstGeom>
              <a:solidFill>
                <a:srgbClr val="48A1EE"/>
              </a:solidFill>
              <a:ln w="12700">
                <a:solidFill>
                  <a:srgbClr val="48A1EE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Oval 15">
                <a:extLst>
                  <a:ext uri="{FF2B5EF4-FFF2-40B4-BE49-F238E27FC236}">
                    <a16:creationId xmlns:a16="http://schemas.microsoft.com/office/drawing/2014/main" id="{CD93CF1A-70C1-AD5C-E00A-449372647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1451" y="4067176"/>
                <a:ext cx="1579563" cy="369888"/>
              </a:xfrm>
              <a:prstGeom prst="ellipse">
                <a:avLst/>
              </a:prstGeom>
              <a:pattFill prst="sphere">
                <a:fgClr>
                  <a:srgbClr val="D3EDFE"/>
                </a:fgClr>
                <a:bgClr>
                  <a:schemeClr val="bg1"/>
                </a:bgClr>
              </a:pattFill>
              <a:ln w="6350" cmpd="sng">
                <a:solidFill>
                  <a:srgbClr val="A1D8FD"/>
                </a:solidFill>
                <a:round/>
                <a:headEnd/>
                <a:tailEnd/>
              </a:ln>
              <a:effectLst>
                <a:outerShdw blurRad="190500" dist="38100" dir="5400000" rotWithShape="0">
                  <a:srgbClr val="7BC6FB">
                    <a:alpha val="2000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1400">
                  <a:solidFill>
                    <a:srgbClr val="20303D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0" name="Oval 15">
                <a:extLst>
                  <a:ext uri="{FF2B5EF4-FFF2-40B4-BE49-F238E27FC236}">
                    <a16:creationId xmlns:a16="http://schemas.microsoft.com/office/drawing/2014/main" id="{0893EF8F-EE84-F692-089D-A5242CF0B3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1451" y="4064794"/>
                <a:ext cx="1579563" cy="369888"/>
              </a:xfrm>
              <a:prstGeom prst="ellipse">
                <a:avLst/>
              </a:prstGeom>
              <a:solidFill>
                <a:srgbClr val="ABDCFD">
                  <a:alpha val="3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" name="Freeform 13">
                <a:extLst>
                  <a:ext uri="{FF2B5EF4-FFF2-40B4-BE49-F238E27FC236}">
                    <a16:creationId xmlns:a16="http://schemas.microsoft.com/office/drawing/2014/main" id="{E1DCEC0C-C319-0D17-8A89-7F22C47B5C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9701" y="4249738"/>
                <a:ext cx="1638300" cy="363538"/>
              </a:xfrm>
              <a:custGeom>
                <a:avLst/>
                <a:gdLst>
                  <a:gd name="T0" fmla="*/ 827 w 1247"/>
                  <a:gd name="T1" fmla="*/ 130 h 276"/>
                  <a:gd name="T2" fmla="*/ 624 w 1247"/>
                  <a:gd name="T3" fmla="*/ 130 h 276"/>
                  <a:gd name="T4" fmla="*/ 420 w 1247"/>
                  <a:gd name="T5" fmla="*/ 130 h 276"/>
                  <a:gd name="T6" fmla="*/ 0 w 1247"/>
                  <a:gd name="T7" fmla="*/ 0 h 276"/>
                  <a:gd name="T8" fmla="*/ 40 w 1247"/>
                  <a:gd name="T9" fmla="*/ 131 h 276"/>
                  <a:gd name="T10" fmla="*/ 624 w 1247"/>
                  <a:gd name="T11" fmla="*/ 276 h 276"/>
                  <a:gd name="T12" fmla="*/ 1207 w 1247"/>
                  <a:gd name="T13" fmla="*/ 131 h 276"/>
                  <a:gd name="T14" fmla="*/ 1247 w 1247"/>
                  <a:gd name="T15" fmla="*/ 0 h 276"/>
                  <a:gd name="T16" fmla="*/ 827 w 1247"/>
                  <a:gd name="T17" fmla="*/ 130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47" h="276">
                    <a:moveTo>
                      <a:pt x="827" y="130"/>
                    </a:moveTo>
                    <a:cubicBezTo>
                      <a:pt x="624" y="130"/>
                      <a:pt x="624" y="130"/>
                      <a:pt x="624" y="130"/>
                    </a:cubicBezTo>
                    <a:cubicBezTo>
                      <a:pt x="420" y="130"/>
                      <a:pt x="420" y="130"/>
                      <a:pt x="420" y="130"/>
                    </a:cubicBezTo>
                    <a:cubicBezTo>
                      <a:pt x="51" y="101"/>
                      <a:pt x="0" y="0"/>
                      <a:pt x="0" y="0"/>
                    </a:cubicBezTo>
                    <a:cubicBezTo>
                      <a:pt x="40" y="131"/>
                      <a:pt x="40" y="131"/>
                      <a:pt x="40" y="131"/>
                    </a:cubicBezTo>
                    <a:cubicBezTo>
                      <a:pt x="75" y="218"/>
                      <a:pt x="283" y="271"/>
                      <a:pt x="624" y="276"/>
                    </a:cubicBezTo>
                    <a:cubicBezTo>
                      <a:pt x="964" y="271"/>
                      <a:pt x="1172" y="218"/>
                      <a:pt x="1207" y="131"/>
                    </a:cubicBezTo>
                    <a:cubicBezTo>
                      <a:pt x="1247" y="0"/>
                      <a:pt x="1247" y="0"/>
                      <a:pt x="1247" y="0"/>
                    </a:cubicBezTo>
                    <a:cubicBezTo>
                      <a:pt x="1247" y="0"/>
                      <a:pt x="1196" y="101"/>
                      <a:pt x="827" y="130"/>
                    </a:cubicBezTo>
                    <a:close/>
                  </a:path>
                </a:pathLst>
              </a:custGeom>
              <a:solidFill>
                <a:srgbClr val="48A1E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" name="Freeform 16">
                <a:extLst>
                  <a:ext uri="{FF2B5EF4-FFF2-40B4-BE49-F238E27FC236}">
                    <a16:creationId xmlns:a16="http://schemas.microsoft.com/office/drawing/2014/main" id="{D2ED62F9-2344-E080-0592-9D45A7041B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08114" y="3997326"/>
                <a:ext cx="1646238" cy="458788"/>
              </a:xfrm>
              <a:custGeom>
                <a:avLst/>
                <a:gdLst>
                  <a:gd name="T0" fmla="*/ 626 w 1252"/>
                  <a:gd name="T1" fmla="*/ 0 h 349"/>
                  <a:gd name="T2" fmla="*/ 0 w 1252"/>
                  <a:gd name="T3" fmla="*/ 175 h 349"/>
                  <a:gd name="T4" fmla="*/ 626 w 1252"/>
                  <a:gd name="T5" fmla="*/ 349 h 349"/>
                  <a:gd name="T6" fmla="*/ 1252 w 1252"/>
                  <a:gd name="T7" fmla="*/ 175 h 349"/>
                  <a:gd name="T8" fmla="*/ 626 w 1252"/>
                  <a:gd name="T9" fmla="*/ 0 h 349"/>
                  <a:gd name="T10" fmla="*/ 626 w 1252"/>
                  <a:gd name="T11" fmla="*/ 315 h 349"/>
                  <a:gd name="T12" fmla="*/ 25 w 1252"/>
                  <a:gd name="T13" fmla="*/ 175 h 349"/>
                  <a:gd name="T14" fmla="*/ 626 w 1252"/>
                  <a:gd name="T15" fmla="*/ 34 h 349"/>
                  <a:gd name="T16" fmla="*/ 1227 w 1252"/>
                  <a:gd name="T17" fmla="*/ 175 h 349"/>
                  <a:gd name="T18" fmla="*/ 626 w 1252"/>
                  <a:gd name="T19" fmla="*/ 315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52" h="349">
                    <a:moveTo>
                      <a:pt x="626" y="0"/>
                    </a:moveTo>
                    <a:cubicBezTo>
                      <a:pt x="280" y="0"/>
                      <a:pt x="0" y="78"/>
                      <a:pt x="0" y="175"/>
                    </a:cubicBezTo>
                    <a:cubicBezTo>
                      <a:pt x="0" y="271"/>
                      <a:pt x="280" y="349"/>
                      <a:pt x="626" y="349"/>
                    </a:cubicBezTo>
                    <a:cubicBezTo>
                      <a:pt x="972" y="349"/>
                      <a:pt x="1252" y="271"/>
                      <a:pt x="1252" y="175"/>
                    </a:cubicBezTo>
                    <a:cubicBezTo>
                      <a:pt x="1252" y="78"/>
                      <a:pt x="972" y="0"/>
                      <a:pt x="626" y="0"/>
                    </a:cubicBezTo>
                    <a:close/>
                    <a:moveTo>
                      <a:pt x="626" y="315"/>
                    </a:moveTo>
                    <a:cubicBezTo>
                      <a:pt x="294" y="315"/>
                      <a:pt x="25" y="252"/>
                      <a:pt x="25" y="175"/>
                    </a:cubicBezTo>
                    <a:cubicBezTo>
                      <a:pt x="25" y="97"/>
                      <a:pt x="294" y="34"/>
                      <a:pt x="626" y="34"/>
                    </a:cubicBezTo>
                    <a:cubicBezTo>
                      <a:pt x="958" y="34"/>
                      <a:pt x="1227" y="97"/>
                      <a:pt x="1227" y="175"/>
                    </a:cubicBezTo>
                    <a:cubicBezTo>
                      <a:pt x="1227" y="252"/>
                      <a:pt x="958" y="315"/>
                      <a:pt x="626" y="315"/>
                    </a:cubicBezTo>
                    <a:close/>
                  </a:path>
                </a:pathLst>
              </a:custGeom>
              <a:solidFill>
                <a:srgbClr val="7ECAF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2C6C2443-5FF6-A30F-F981-DD7A69C5AF94}"/>
                </a:ext>
              </a:extLst>
            </p:cNvPr>
            <p:cNvGrpSpPr/>
            <p:nvPr/>
          </p:nvGrpSpPr>
          <p:grpSpPr>
            <a:xfrm>
              <a:off x="609601" y="1706563"/>
              <a:ext cx="3241675" cy="666750"/>
              <a:chOff x="609601" y="1706563"/>
              <a:chExt cx="3241675" cy="666750"/>
            </a:xfrm>
          </p:grpSpPr>
          <p:sp>
            <p:nvSpPr>
              <p:cNvPr id="53" name="Oval 6">
                <a:extLst>
                  <a:ext uri="{FF2B5EF4-FFF2-40B4-BE49-F238E27FC236}">
                    <a16:creationId xmlns:a16="http://schemas.microsoft.com/office/drawing/2014/main" id="{EEFDF957-C221-F1AA-DA23-375AD7EC29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4689" y="1753236"/>
                <a:ext cx="3113088" cy="401638"/>
              </a:xfrm>
              <a:prstGeom prst="ellipse">
                <a:avLst/>
              </a:prstGeom>
              <a:solidFill>
                <a:srgbClr val="48A1E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" name="Oval 7">
                <a:extLst>
                  <a:ext uri="{FF2B5EF4-FFF2-40B4-BE49-F238E27FC236}">
                    <a16:creationId xmlns:a16="http://schemas.microsoft.com/office/drawing/2014/main" id="{5C923409-D1CD-BEE1-6841-C5D4163FAA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4689" y="1779588"/>
                <a:ext cx="3113088" cy="401638"/>
              </a:xfrm>
              <a:prstGeom prst="ellipse">
                <a:avLst/>
              </a:prstGeom>
              <a:pattFill prst="sphere">
                <a:fgClr>
                  <a:srgbClr val="D3EDFE"/>
                </a:fgClr>
                <a:bgClr>
                  <a:schemeClr val="bg1"/>
                </a:bgClr>
              </a:pattFill>
              <a:ln w="6350" cmpd="sng">
                <a:solidFill>
                  <a:srgbClr val="A1D8FD"/>
                </a:solidFill>
                <a:round/>
                <a:headEnd/>
                <a:tailEnd/>
              </a:ln>
              <a:effectLst>
                <a:outerShdw blurRad="190500" dist="38100" dir="5400000" rotWithShape="0">
                  <a:srgbClr val="7BC6FB">
                    <a:alpha val="2000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1400">
                  <a:solidFill>
                    <a:srgbClr val="20303D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5" name="Oval 7">
                <a:extLst>
                  <a:ext uri="{FF2B5EF4-FFF2-40B4-BE49-F238E27FC236}">
                    <a16:creationId xmlns:a16="http://schemas.microsoft.com/office/drawing/2014/main" id="{4FF3C298-8191-14CC-0185-B394430578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752" y="1781175"/>
                <a:ext cx="3113088" cy="401638"/>
              </a:xfrm>
              <a:prstGeom prst="ellipse">
                <a:avLst/>
              </a:prstGeom>
              <a:solidFill>
                <a:srgbClr val="ABDCFD">
                  <a:alpha val="3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" name="Freeform 5">
                <a:extLst>
                  <a:ext uri="{FF2B5EF4-FFF2-40B4-BE49-F238E27FC236}">
                    <a16:creationId xmlns:a16="http://schemas.microsoft.com/office/drawing/2014/main" id="{6B3560B3-EB59-285E-D013-2E07BDE367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7539" y="1979613"/>
                <a:ext cx="3225800" cy="393700"/>
              </a:xfrm>
              <a:custGeom>
                <a:avLst/>
                <a:gdLst>
                  <a:gd name="T0" fmla="*/ 1628 w 2454"/>
                  <a:gd name="T1" fmla="*/ 142 h 299"/>
                  <a:gd name="T2" fmla="*/ 1227 w 2454"/>
                  <a:gd name="T3" fmla="*/ 142 h 299"/>
                  <a:gd name="T4" fmla="*/ 826 w 2454"/>
                  <a:gd name="T5" fmla="*/ 142 h 299"/>
                  <a:gd name="T6" fmla="*/ 0 w 2454"/>
                  <a:gd name="T7" fmla="*/ 0 h 299"/>
                  <a:gd name="T8" fmla="*/ 79 w 2454"/>
                  <a:gd name="T9" fmla="*/ 142 h 299"/>
                  <a:gd name="T10" fmla="*/ 1227 w 2454"/>
                  <a:gd name="T11" fmla="*/ 299 h 299"/>
                  <a:gd name="T12" fmla="*/ 2375 w 2454"/>
                  <a:gd name="T13" fmla="*/ 142 h 299"/>
                  <a:gd name="T14" fmla="*/ 2454 w 2454"/>
                  <a:gd name="T15" fmla="*/ 0 h 299"/>
                  <a:gd name="T16" fmla="*/ 1628 w 2454"/>
                  <a:gd name="T17" fmla="*/ 142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54" h="299">
                    <a:moveTo>
                      <a:pt x="1628" y="142"/>
                    </a:moveTo>
                    <a:cubicBezTo>
                      <a:pt x="1227" y="142"/>
                      <a:pt x="1227" y="142"/>
                      <a:pt x="1227" y="142"/>
                    </a:cubicBezTo>
                    <a:cubicBezTo>
                      <a:pt x="826" y="142"/>
                      <a:pt x="826" y="142"/>
                      <a:pt x="826" y="142"/>
                    </a:cubicBezTo>
                    <a:cubicBezTo>
                      <a:pt x="100" y="109"/>
                      <a:pt x="0" y="0"/>
                      <a:pt x="0" y="0"/>
                    </a:cubicBezTo>
                    <a:cubicBezTo>
                      <a:pt x="79" y="142"/>
                      <a:pt x="79" y="142"/>
                      <a:pt x="79" y="142"/>
                    </a:cubicBezTo>
                    <a:cubicBezTo>
                      <a:pt x="147" y="237"/>
                      <a:pt x="557" y="294"/>
                      <a:pt x="1227" y="299"/>
                    </a:cubicBezTo>
                    <a:cubicBezTo>
                      <a:pt x="1896" y="294"/>
                      <a:pt x="2307" y="237"/>
                      <a:pt x="2375" y="142"/>
                    </a:cubicBezTo>
                    <a:cubicBezTo>
                      <a:pt x="2454" y="0"/>
                      <a:pt x="2454" y="0"/>
                      <a:pt x="2454" y="0"/>
                    </a:cubicBezTo>
                    <a:cubicBezTo>
                      <a:pt x="2454" y="0"/>
                      <a:pt x="2354" y="109"/>
                      <a:pt x="1628" y="142"/>
                    </a:cubicBezTo>
                    <a:close/>
                  </a:path>
                </a:pathLst>
              </a:custGeom>
              <a:solidFill>
                <a:srgbClr val="48A1E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" name="Freeform 8">
                <a:extLst>
                  <a:ext uri="{FF2B5EF4-FFF2-40B4-BE49-F238E27FC236}">
                    <a16:creationId xmlns:a16="http://schemas.microsoft.com/office/drawing/2014/main" id="{9CBF8C40-F278-7BD8-14FE-E0DD8513998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601" y="1706563"/>
                <a:ext cx="3241675" cy="495300"/>
              </a:xfrm>
              <a:custGeom>
                <a:avLst/>
                <a:gdLst>
                  <a:gd name="T0" fmla="*/ 1233 w 2466"/>
                  <a:gd name="T1" fmla="*/ 0 h 377"/>
                  <a:gd name="T2" fmla="*/ 0 w 2466"/>
                  <a:gd name="T3" fmla="*/ 188 h 377"/>
                  <a:gd name="T4" fmla="*/ 1233 w 2466"/>
                  <a:gd name="T5" fmla="*/ 377 h 377"/>
                  <a:gd name="T6" fmla="*/ 2466 w 2466"/>
                  <a:gd name="T7" fmla="*/ 188 h 377"/>
                  <a:gd name="T8" fmla="*/ 1233 w 2466"/>
                  <a:gd name="T9" fmla="*/ 0 h 377"/>
                  <a:gd name="T10" fmla="*/ 1233 w 2466"/>
                  <a:gd name="T11" fmla="*/ 341 h 377"/>
                  <a:gd name="T12" fmla="*/ 49 w 2466"/>
                  <a:gd name="T13" fmla="*/ 188 h 377"/>
                  <a:gd name="T14" fmla="*/ 1233 w 2466"/>
                  <a:gd name="T15" fmla="*/ 36 h 377"/>
                  <a:gd name="T16" fmla="*/ 2417 w 2466"/>
                  <a:gd name="T17" fmla="*/ 188 h 377"/>
                  <a:gd name="T18" fmla="*/ 1233 w 2466"/>
                  <a:gd name="T19" fmla="*/ 341 h 3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66" h="377">
                    <a:moveTo>
                      <a:pt x="1233" y="0"/>
                    </a:moveTo>
                    <a:cubicBezTo>
                      <a:pt x="552" y="0"/>
                      <a:pt x="0" y="84"/>
                      <a:pt x="0" y="188"/>
                    </a:cubicBezTo>
                    <a:cubicBezTo>
                      <a:pt x="0" y="293"/>
                      <a:pt x="552" y="377"/>
                      <a:pt x="1233" y="377"/>
                    </a:cubicBezTo>
                    <a:cubicBezTo>
                      <a:pt x="1914" y="377"/>
                      <a:pt x="2466" y="293"/>
                      <a:pt x="2466" y="188"/>
                    </a:cubicBezTo>
                    <a:cubicBezTo>
                      <a:pt x="2466" y="84"/>
                      <a:pt x="1914" y="0"/>
                      <a:pt x="1233" y="0"/>
                    </a:cubicBezTo>
                    <a:close/>
                    <a:moveTo>
                      <a:pt x="1233" y="341"/>
                    </a:moveTo>
                    <a:cubicBezTo>
                      <a:pt x="579" y="341"/>
                      <a:pt x="49" y="273"/>
                      <a:pt x="49" y="188"/>
                    </a:cubicBezTo>
                    <a:cubicBezTo>
                      <a:pt x="49" y="104"/>
                      <a:pt x="579" y="36"/>
                      <a:pt x="1233" y="36"/>
                    </a:cubicBezTo>
                    <a:cubicBezTo>
                      <a:pt x="1887" y="36"/>
                      <a:pt x="2417" y="104"/>
                      <a:pt x="2417" y="188"/>
                    </a:cubicBezTo>
                    <a:cubicBezTo>
                      <a:pt x="2417" y="273"/>
                      <a:pt x="1887" y="341"/>
                      <a:pt x="1233" y="341"/>
                    </a:cubicBezTo>
                    <a:close/>
                  </a:path>
                </a:pathLst>
              </a:custGeom>
              <a:solidFill>
                <a:srgbClr val="7ECAF8"/>
              </a:solidFill>
              <a:ln>
                <a:noFill/>
              </a:ln>
              <a:effectLst>
                <a:outerShdw blurRad="190500" dist="38100" dir="5400000" rotWithShape="0">
                  <a:srgbClr val="1ACAF8">
                    <a:alpha val="2000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2E6DDEE6-81DB-964C-6A78-77BEA16151A7}"/>
              </a:ext>
            </a:extLst>
          </p:cNvPr>
          <p:cNvSpPr txBox="1"/>
          <p:nvPr/>
        </p:nvSpPr>
        <p:spPr>
          <a:xfrm>
            <a:off x="1159962" y="1513757"/>
            <a:ext cx="1654619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kumimoji="0" sz="1200" b="1" i="0" u="none" strike="noStrike" kern="0" cap="none" spc="0" normalizeH="0" baseline="0">
                <a:ln>
                  <a:noFill/>
                </a:ln>
                <a:solidFill>
                  <a:srgbClr val="43515C"/>
                </a:solidFill>
                <a:effectLst>
                  <a:outerShdw blurRad="127000" dist="812800" dir="5400000" sy="-20000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cs typeface="Arial"/>
              </a:defRPr>
            </a:lvl1pPr>
          </a:lstStyle>
          <a:p>
            <a:r>
              <a:rPr lang="en-US" sz="1400">
                <a:effectLst>
                  <a:outerShdw blurRad="254000" dist="1270000" dir="5400000" sy="-20000" rotWithShape="0">
                    <a:prstClr val="black">
                      <a:alpha val="20000"/>
                    </a:prstClr>
                  </a:outerShdw>
                </a:effectLst>
              </a:rPr>
              <a:t>Ussuscipittor #1 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D1A4F41E-9131-856E-5590-EF38BB706DDC}"/>
              </a:ext>
            </a:extLst>
          </p:cNvPr>
          <p:cNvSpPr txBox="1"/>
          <p:nvPr/>
        </p:nvSpPr>
        <p:spPr>
          <a:xfrm>
            <a:off x="1180000" y="2727519"/>
            <a:ext cx="1614545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kumimoji="0" sz="1200" b="1" i="0" u="none" strike="noStrike" kern="0" cap="none" spc="0" normalizeH="0" baseline="0">
                <a:ln>
                  <a:noFill/>
                </a:ln>
                <a:solidFill>
                  <a:srgbClr val="43515C"/>
                </a:solidFill>
                <a:effectLst>
                  <a:outerShdw blurRad="127000" dist="812800" dir="5400000" sy="-20000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cs typeface="Arial"/>
              </a:defRPr>
            </a:lvl1pPr>
          </a:lstStyle>
          <a:p>
            <a:r>
              <a:rPr lang="en-US" sz="1400">
                <a:effectLst>
                  <a:outerShdw blurRad="254000" dist="952500" dir="5400000" sy="-20000" rotWithShape="0">
                    <a:prstClr val="black">
                      <a:alpha val="20000"/>
                    </a:prstClr>
                  </a:outerShdw>
                </a:effectLst>
              </a:rPr>
              <a:t>Toregetfelisp #2 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0A8FFC5A-6379-4A79-C93F-654DC14EA7F3}"/>
              </a:ext>
            </a:extLst>
          </p:cNvPr>
          <p:cNvSpPr txBox="1"/>
          <p:nvPr/>
        </p:nvSpPr>
        <p:spPr>
          <a:xfrm>
            <a:off x="1199236" y="3863762"/>
            <a:ext cx="1576072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kumimoji="0" b="1" i="0" u="none" strike="noStrike" kern="0" cap="none" spc="0" normalizeH="0" baseline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Helvetica"/>
                <a:cs typeface="Arial"/>
              </a:defRPr>
            </a:lvl1pPr>
          </a:lstStyle>
          <a:p>
            <a:pPr algn="ctr"/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43515C"/>
                </a:solidFill>
                <a:effectLst>
                  <a:outerShdw blurRad="254000" dist="952500" dir="5400000" sy="-20000" rotWithShape="0">
                    <a:prstClr val="black">
                      <a:alpha val="15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Orttitorvolut #3 </a:t>
            </a:r>
          </a:p>
        </p:txBody>
      </p:sp>
      <p:sp>
        <p:nvSpPr>
          <p:cNvPr id="135" name="Freeform 5">
            <a:extLst>
              <a:ext uri="{FF2B5EF4-FFF2-40B4-BE49-F238E27FC236}">
                <a16:creationId xmlns:a16="http://schemas.microsoft.com/office/drawing/2014/main" id="{8C29D198-7147-EABE-971C-27C93B1F634F}"/>
              </a:ext>
            </a:extLst>
          </p:cNvPr>
          <p:cNvSpPr>
            <a:spLocks/>
          </p:cNvSpPr>
          <p:nvPr/>
        </p:nvSpPr>
        <p:spPr bwMode="auto">
          <a:xfrm>
            <a:off x="2592143" y="922282"/>
            <a:ext cx="8857184" cy="680957"/>
          </a:xfrm>
          <a:custGeom>
            <a:avLst/>
            <a:gdLst>
              <a:gd name="T0" fmla="*/ 5988 w 5988"/>
              <a:gd name="T1" fmla="*/ 0 h 259"/>
              <a:gd name="T2" fmla="*/ 1378 w 5988"/>
              <a:gd name="T3" fmla="*/ 0 h 259"/>
              <a:gd name="T4" fmla="*/ 1088 w 5988"/>
              <a:gd name="T5" fmla="*/ 75 h 259"/>
              <a:gd name="T6" fmla="*/ 888 w 5988"/>
              <a:gd name="T7" fmla="*/ 185 h 259"/>
              <a:gd name="T8" fmla="*/ 599 w 5988"/>
              <a:gd name="T9" fmla="*/ 259 h 259"/>
              <a:gd name="T10" fmla="*/ 0 w 5988"/>
              <a:gd name="T11" fmla="*/ 259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988" h="259">
                <a:moveTo>
                  <a:pt x="5988" y="0"/>
                </a:moveTo>
                <a:cubicBezTo>
                  <a:pt x="1378" y="0"/>
                  <a:pt x="1378" y="0"/>
                  <a:pt x="1378" y="0"/>
                </a:cubicBezTo>
                <a:cubicBezTo>
                  <a:pt x="1276" y="0"/>
                  <a:pt x="1177" y="26"/>
                  <a:pt x="1088" y="75"/>
                </a:cubicBezTo>
                <a:cubicBezTo>
                  <a:pt x="888" y="185"/>
                  <a:pt x="888" y="185"/>
                  <a:pt x="888" y="185"/>
                </a:cubicBezTo>
                <a:cubicBezTo>
                  <a:pt x="799" y="234"/>
                  <a:pt x="700" y="259"/>
                  <a:pt x="599" y="259"/>
                </a:cubicBezTo>
                <a:cubicBezTo>
                  <a:pt x="0" y="259"/>
                  <a:pt x="0" y="259"/>
                  <a:pt x="0" y="259"/>
                </a:cubicBezTo>
              </a:path>
            </a:pathLst>
          </a:custGeom>
          <a:noFill/>
          <a:ln w="19050" cap="rnd">
            <a:gradFill>
              <a:gsLst>
                <a:gs pos="0">
                  <a:srgbClr val="459FED">
                    <a:alpha val="0"/>
                  </a:srgbClr>
                </a:gs>
                <a:gs pos="50000">
                  <a:srgbClr val="459FED"/>
                </a:gs>
                <a:gs pos="100000">
                  <a:srgbClr val="459FED">
                    <a:alpha val="0"/>
                  </a:srgbClr>
                </a:gs>
              </a:gsLst>
              <a:lin ang="0" scaled="0"/>
            </a:gra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6" name="Line 6">
            <a:extLst>
              <a:ext uri="{FF2B5EF4-FFF2-40B4-BE49-F238E27FC236}">
                <a16:creationId xmlns:a16="http://schemas.microsoft.com/office/drawing/2014/main" id="{63D495F5-A5E8-AB77-5B03-2FD4FD6590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2143" y="2726394"/>
            <a:ext cx="8857184" cy="0"/>
          </a:xfrm>
          <a:prstGeom prst="line">
            <a:avLst/>
          </a:prstGeom>
          <a:noFill/>
          <a:ln w="19050" cap="rnd">
            <a:gradFill>
              <a:gsLst>
                <a:gs pos="0">
                  <a:srgbClr val="459FED">
                    <a:alpha val="0"/>
                  </a:srgbClr>
                </a:gs>
                <a:gs pos="50000">
                  <a:srgbClr val="459FED"/>
                </a:gs>
                <a:gs pos="100000">
                  <a:srgbClr val="459FED">
                    <a:alpha val="0"/>
                  </a:srgbClr>
                </a:gs>
              </a:gsLst>
              <a:lin ang="0" scaled="0"/>
            </a:gra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7" name="Freeform 7">
            <a:extLst>
              <a:ext uri="{FF2B5EF4-FFF2-40B4-BE49-F238E27FC236}">
                <a16:creationId xmlns:a16="http://schemas.microsoft.com/office/drawing/2014/main" id="{7F33F59B-BE7E-927E-8DF9-8E9B3B2F6917}"/>
              </a:ext>
            </a:extLst>
          </p:cNvPr>
          <p:cNvSpPr>
            <a:spLocks/>
          </p:cNvSpPr>
          <p:nvPr/>
        </p:nvSpPr>
        <p:spPr bwMode="auto">
          <a:xfrm>
            <a:off x="2592143" y="3802542"/>
            <a:ext cx="8857184" cy="628633"/>
          </a:xfrm>
          <a:custGeom>
            <a:avLst/>
            <a:gdLst>
              <a:gd name="T0" fmla="*/ 5988 w 5988"/>
              <a:gd name="T1" fmla="*/ 232 h 232"/>
              <a:gd name="T2" fmla="*/ 1363 w 5988"/>
              <a:gd name="T3" fmla="*/ 232 h 232"/>
              <a:gd name="T4" fmla="*/ 1098 w 5988"/>
              <a:gd name="T5" fmla="*/ 170 h 232"/>
              <a:gd name="T6" fmla="*/ 878 w 5988"/>
              <a:gd name="T7" fmla="*/ 62 h 232"/>
              <a:gd name="T8" fmla="*/ 613 w 5988"/>
              <a:gd name="T9" fmla="*/ 0 h 232"/>
              <a:gd name="T10" fmla="*/ 0 w 5988"/>
              <a:gd name="T11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988" h="232">
                <a:moveTo>
                  <a:pt x="5988" y="232"/>
                </a:moveTo>
                <a:cubicBezTo>
                  <a:pt x="1363" y="232"/>
                  <a:pt x="1363" y="232"/>
                  <a:pt x="1363" y="232"/>
                </a:cubicBezTo>
                <a:cubicBezTo>
                  <a:pt x="1271" y="232"/>
                  <a:pt x="1180" y="211"/>
                  <a:pt x="1098" y="170"/>
                </a:cubicBezTo>
                <a:cubicBezTo>
                  <a:pt x="878" y="62"/>
                  <a:pt x="878" y="62"/>
                  <a:pt x="878" y="62"/>
                </a:cubicBezTo>
                <a:cubicBezTo>
                  <a:pt x="796" y="21"/>
                  <a:pt x="705" y="0"/>
                  <a:pt x="613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9050" cap="rnd">
            <a:gradFill>
              <a:gsLst>
                <a:gs pos="0">
                  <a:srgbClr val="459FED">
                    <a:alpha val="0"/>
                  </a:srgbClr>
                </a:gs>
                <a:gs pos="50000">
                  <a:srgbClr val="459FED"/>
                </a:gs>
                <a:gs pos="100000">
                  <a:srgbClr val="459FED">
                    <a:alpha val="0"/>
                  </a:srgbClr>
                </a:gs>
              </a:gsLst>
              <a:lin ang="0" scaled="0"/>
            </a:gra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8" name="Freeform 8">
            <a:extLst>
              <a:ext uri="{FF2B5EF4-FFF2-40B4-BE49-F238E27FC236}">
                <a16:creationId xmlns:a16="http://schemas.microsoft.com/office/drawing/2014/main" id="{201CBC55-40BC-9038-468D-33BBAFE87B76}"/>
              </a:ext>
            </a:extLst>
          </p:cNvPr>
          <p:cNvSpPr>
            <a:spLocks/>
          </p:cNvSpPr>
          <p:nvPr/>
        </p:nvSpPr>
        <p:spPr bwMode="auto">
          <a:xfrm>
            <a:off x="2592143" y="4946595"/>
            <a:ext cx="8857184" cy="1148401"/>
          </a:xfrm>
          <a:custGeom>
            <a:avLst/>
            <a:gdLst>
              <a:gd name="T0" fmla="*/ 5988 w 5988"/>
              <a:gd name="T1" fmla="*/ 447 h 447"/>
              <a:gd name="T2" fmla="*/ 1463 w 5988"/>
              <a:gd name="T3" fmla="*/ 447 h 447"/>
              <a:gd name="T4" fmla="*/ 1050 w 5988"/>
              <a:gd name="T5" fmla="*/ 282 h 447"/>
              <a:gd name="T6" fmla="*/ 927 w 5988"/>
              <a:gd name="T7" fmla="*/ 165 h 447"/>
              <a:gd name="T8" fmla="*/ 513 w 5988"/>
              <a:gd name="T9" fmla="*/ 0 h 447"/>
              <a:gd name="T10" fmla="*/ 0 w 5988"/>
              <a:gd name="T11" fmla="*/ 0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988" h="447">
                <a:moveTo>
                  <a:pt x="5988" y="447"/>
                </a:moveTo>
                <a:cubicBezTo>
                  <a:pt x="1463" y="447"/>
                  <a:pt x="1463" y="447"/>
                  <a:pt x="1463" y="447"/>
                </a:cubicBezTo>
                <a:cubicBezTo>
                  <a:pt x="1309" y="447"/>
                  <a:pt x="1161" y="388"/>
                  <a:pt x="1050" y="282"/>
                </a:cubicBezTo>
                <a:cubicBezTo>
                  <a:pt x="927" y="165"/>
                  <a:pt x="927" y="165"/>
                  <a:pt x="927" y="165"/>
                </a:cubicBezTo>
                <a:cubicBezTo>
                  <a:pt x="815" y="59"/>
                  <a:pt x="667" y="0"/>
                  <a:pt x="513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9050" cap="rnd">
            <a:gradFill>
              <a:gsLst>
                <a:gs pos="0">
                  <a:srgbClr val="459FED">
                    <a:alpha val="0"/>
                  </a:srgbClr>
                </a:gs>
                <a:gs pos="50000">
                  <a:srgbClr val="459FED"/>
                </a:gs>
                <a:gs pos="100000">
                  <a:srgbClr val="459FED">
                    <a:alpha val="0"/>
                  </a:srgbClr>
                </a:gs>
              </a:gsLst>
              <a:lin ang="0" scaled="0"/>
            </a:gra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D1CCD18E-F942-DF93-7E66-3DB8289FEDBC}"/>
              </a:ext>
            </a:extLst>
          </p:cNvPr>
          <p:cNvSpPr/>
          <p:nvPr/>
        </p:nvSpPr>
        <p:spPr bwMode="auto">
          <a:xfrm>
            <a:off x="4559974" y="1022918"/>
            <a:ext cx="1637626" cy="254171"/>
          </a:xfrm>
          <a:prstGeom prst="roundRect">
            <a:avLst>
              <a:gd name="adj" fmla="val 24983"/>
            </a:avLst>
          </a:prstGeom>
          <a:gradFill>
            <a:gsLst>
              <a:gs pos="1000">
                <a:srgbClr val="4FB7F6">
                  <a:alpha val="50000"/>
                </a:srgbClr>
              </a:gs>
              <a:gs pos="54000">
                <a:srgbClr val="4FB7F6"/>
              </a:gs>
              <a:gs pos="100000">
                <a:srgbClr val="4FB7F6">
                  <a:alpha val="50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Patcr asu Ltricies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5C11686B-8D99-A009-FDEE-C4D3643CEF50}"/>
              </a:ext>
            </a:extLst>
          </p:cNvPr>
          <p:cNvSpPr/>
          <p:nvPr/>
        </p:nvSpPr>
        <p:spPr bwMode="auto">
          <a:xfrm>
            <a:off x="4559973" y="2799756"/>
            <a:ext cx="3115907" cy="254171"/>
          </a:xfrm>
          <a:prstGeom prst="roundRect">
            <a:avLst>
              <a:gd name="adj" fmla="val 24983"/>
            </a:avLst>
          </a:prstGeom>
          <a:gradFill>
            <a:gsLst>
              <a:gs pos="1000">
                <a:srgbClr val="4FB7F6">
                  <a:alpha val="50000"/>
                </a:srgbClr>
              </a:gs>
              <a:gs pos="54000">
                <a:srgbClr val="4FB7F6"/>
              </a:gs>
              <a:gs pos="100000">
                <a:srgbClr val="4FB7F6">
                  <a:alpha val="50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Ligulasedm Agnadictump/Ortaloremips</a:t>
            </a: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06373809-6A8A-BEA4-0635-B14679543D6B}"/>
              </a:ext>
            </a:extLst>
          </p:cNvPr>
          <p:cNvSpPr/>
          <p:nvPr/>
        </p:nvSpPr>
        <p:spPr bwMode="auto">
          <a:xfrm>
            <a:off x="4559973" y="4690885"/>
            <a:ext cx="2056584" cy="254171"/>
          </a:xfrm>
          <a:prstGeom prst="roundRect">
            <a:avLst>
              <a:gd name="adj" fmla="val 24983"/>
            </a:avLst>
          </a:prstGeom>
          <a:gradFill>
            <a:gsLst>
              <a:gs pos="1000">
                <a:srgbClr val="4FB7F6">
                  <a:alpha val="50000"/>
                </a:srgbClr>
              </a:gs>
              <a:gs pos="54000">
                <a:srgbClr val="4FB7F6"/>
              </a:gs>
              <a:gs pos="100000">
                <a:srgbClr val="4FB7F6">
                  <a:alpha val="50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Umdolorsitamet consect</a:t>
            </a: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03353EE9-0F58-1454-E125-98EC09B7EE25}"/>
              </a:ext>
            </a:extLst>
          </p:cNvPr>
          <p:cNvGrpSpPr/>
          <p:nvPr/>
        </p:nvGrpSpPr>
        <p:grpSpPr>
          <a:xfrm rot="5400000">
            <a:off x="2507069" y="2874986"/>
            <a:ext cx="572088" cy="240388"/>
            <a:chOff x="2371593" y="2882867"/>
            <a:chExt cx="572088" cy="240388"/>
          </a:xfrm>
        </p:grpSpPr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7B0D3C3E-283A-4346-9BAF-2C231876EC38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2608787" y="2779788"/>
              <a:ext cx="0" cy="474388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21000">
                    <a:srgbClr val="66737C">
                      <a:alpha val="0"/>
                    </a:srgbClr>
                  </a:gs>
                  <a:gs pos="100000">
                    <a:srgbClr val="43515C"/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EA8289E0-3B53-C6DF-C788-141CE54FF658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2809411" y="3080821"/>
              <a:ext cx="78345" cy="6523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ED5C74A6-704D-9FB8-CA18-65F0BCAAEE60}"/>
                </a:ext>
              </a:extLst>
            </p:cNvPr>
            <p:cNvCxnSpPr>
              <a:cxnSpLocks/>
            </p:cNvCxnSpPr>
            <p:nvPr/>
          </p:nvCxnSpPr>
          <p:spPr bwMode="auto">
            <a:xfrm rot="16200000" flipV="1">
              <a:off x="2910941" y="2985585"/>
              <a:ext cx="11315" cy="54164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CA5E337F-9C35-9FCD-211F-41D6750EC1E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800330" y="2882867"/>
              <a:ext cx="40705" cy="95818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6B29145D-A9DB-BC15-B04E-FEB8AF735DCC}"/>
              </a:ext>
            </a:extLst>
          </p:cNvPr>
          <p:cNvGrpSpPr/>
          <p:nvPr/>
        </p:nvGrpSpPr>
        <p:grpSpPr>
          <a:xfrm rot="5400000">
            <a:off x="1182207" y="4032823"/>
            <a:ext cx="572088" cy="240388"/>
            <a:chOff x="2371593" y="2882867"/>
            <a:chExt cx="572088" cy="240388"/>
          </a:xfrm>
        </p:grpSpPr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DFA0426-B1B3-E02B-08AC-17CDC2560BFF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2608787" y="2779788"/>
              <a:ext cx="0" cy="474388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21000">
                    <a:srgbClr val="66737C">
                      <a:alpha val="0"/>
                    </a:srgbClr>
                  </a:gs>
                  <a:gs pos="100000">
                    <a:srgbClr val="43515C"/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262CC19B-634E-77D8-8EB0-F858B9CA2204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2809411" y="3080821"/>
              <a:ext cx="78345" cy="6523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4F726C43-EE32-E56C-8F7D-57F9BC06A7B8}"/>
                </a:ext>
              </a:extLst>
            </p:cNvPr>
            <p:cNvCxnSpPr>
              <a:cxnSpLocks/>
            </p:cNvCxnSpPr>
            <p:nvPr/>
          </p:nvCxnSpPr>
          <p:spPr bwMode="auto">
            <a:xfrm rot="16200000" flipV="1">
              <a:off x="2910941" y="2985585"/>
              <a:ext cx="11315" cy="54164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23516C59-0EAC-B511-AE86-DB870815D8F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800330" y="2882867"/>
              <a:ext cx="40705" cy="95818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1C8D7D61-AA5D-8C42-D3B3-CCA0CD521E70}"/>
              </a:ext>
            </a:extLst>
          </p:cNvPr>
          <p:cNvCxnSpPr>
            <a:cxnSpLocks/>
          </p:cNvCxnSpPr>
          <p:nvPr/>
        </p:nvCxnSpPr>
        <p:spPr bwMode="auto">
          <a:xfrm>
            <a:off x="1185699" y="2306633"/>
            <a:ext cx="0" cy="474388"/>
          </a:xfrm>
          <a:prstGeom prst="line">
            <a:avLst/>
          </a:prstGeom>
          <a:noFill/>
          <a:ln w="19050" cap="rnd" cmpd="sng" algn="ctr">
            <a:gradFill>
              <a:gsLst>
                <a:gs pos="21000">
                  <a:srgbClr val="66737C">
                    <a:alpha val="0"/>
                  </a:srgbClr>
                </a:gs>
                <a:gs pos="100000">
                  <a:srgbClr val="43515C"/>
                </a:gs>
              </a:gsLst>
              <a:lin ang="5400000" scaled="1"/>
            </a:gradFill>
            <a:prstDash val="solid"/>
            <a:round/>
            <a:headEnd type="none" w="med" len="med"/>
            <a:tailEnd type="triangle" w="med" len="med"/>
          </a:ln>
          <a:effectLst/>
        </p:spPr>
      </p:cxn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1F54A3C-DA38-5248-64C5-95A1BE0B2171}"/>
              </a:ext>
            </a:extLst>
          </p:cNvPr>
          <p:cNvGrpSpPr/>
          <p:nvPr/>
        </p:nvGrpSpPr>
        <p:grpSpPr>
          <a:xfrm rot="5400000">
            <a:off x="2050654" y="4247713"/>
            <a:ext cx="316764" cy="176703"/>
            <a:chOff x="2551791" y="2926146"/>
            <a:chExt cx="316764" cy="176703"/>
          </a:xfrm>
        </p:grpSpPr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B51EE41C-5864-292E-B29C-C615B5AC66D2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2706881" y="2847971"/>
              <a:ext cx="0" cy="310180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21000">
                    <a:srgbClr val="66737C">
                      <a:alpha val="0"/>
                    </a:srgbClr>
                  </a:gs>
                  <a:gs pos="100000">
                    <a:srgbClr val="66737C"/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4A0F0F99-C8FB-986B-8B1E-AD01E09240EB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2785154" y="3068856"/>
              <a:ext cx="44752" cy="23233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D213DE87-4231-D8B2-4E99-7D7558DA25F4}"/>
                </a:ext>
              </a:extLst>
            </p:cNvPr>
            <p:cNvCxnSpPr>
              <a:cxnSpLocks/>
            </p:cNvCxnSpPr>
            <p:nvPr/>
          </p:nvCxnSpPr>
          <p:spPr bwMode="auto">
            <a:xfrm rot="16200000" flipH="1">
              <a:off x="2835192" y="2931166"/>
              <a:ext cx="38384" cy="28343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5856E68B-D5CD-65CC-4D27-4D24CB8D1AC1}"/>
              </a:ext>
            </a:extLst>
          </p:cNvPr>
          <p:cNvCxnSpPr>
            <a:cxnSpLocks/>
          </p:cNvCxnSpPr>
          <p:nvPr/>
        </p:nvCxnSpPr>
        <p:spPr bwMode="auto">
          <a:xfrm>
            <a:off x="1492626" y="2962147"/>
            <a:ext cx="0" cy="330717"/>
          </a:xfrm>
          <a:prstGeom prst="line">
            <a:avLst/>
          </a:prstGeom>
          <a:noFill/>
          <a:ln w="19050" cap="rnd" cmpd="sng" algn="ctr">
            <a:gradFill>
              <a:gsLst>
                <a:gs pos="21000">
                  <a:srgbClr val="66737C">
                    <a:alpha val="0"/>
                  </a:srgbClr>
                </a:gs>
                <a:gs pos="100000">
                  <a:srgbClr val="43515C"/>
                </a:gs>
              </a:gsLst>
              <a:lin ang="5400000" scaled="1"/>
            </a:gradFill>
            <a:prstDash val="solid"/>
            <a:round/>
            <a:headEnd type="none" w="med" len="med"/>
            <a:tailEnd type="triangle" w="med" len="med"/>
          </a:ln>
          <a:effectLst/>
        </p:spPr>
      </p:cxn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FEC2B938-4EE1-F921-D641-02C429DE4A6E}"/>
              </a:ext>
            </a:extLst>
          </p:cNvPr>
          <p:cNvGrpSpPr/>
          <p:nvPr/>
        </p:nvGrpSpPr>
        <p:grpSpPr>
          <a:xfrm>
            <a:off x="178608" y="5422461"/>
            <a:ext cx="3613150" cy="898525"/>
            <a:chOff x="178608" y="5551484"/>
            <a:chExt cx="3613150" cy="898525"/>
          </a:xfrm>
        </p:grpSpPr>
        <p:sp>
          <p:nvSpPr>
            <p:cNvPr id="159" name="Freeform 5">
              <a:extLst>
                <a:ext uri="{FF2B5EF4-FFF2-40B4-BE49-F238E27FC236}">
                  <a16:creationId xmlns:a16="http://schemas.microsoft.com/office/drawing/2014/main" id="{DA8CA6FE-C84F-0F07-F2B5-2EA4C585A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608" y="5551484"/>
              <a:ext cx="3613150" cy="898525"/>
            </a:xfrm>
            <a:custGeom>
              <a:avLst/>
              <a:gdLst>
                <a:gd name="T0" fmla="*/ 141 w 2010"/>
                <a:gd name="T1" fmla="*/ 498 h 498"/>
                <a:gd name="T2" fmla="*/ 1869 w 2010"/>
                <a:gd name="T3" fmla="*/ 498 h 498"/>
                <a:gd name="T4" fmla="*/ 1941 w 2010"/>
                <a:gd name="T5" fmla="*/ 468 h 498"/>
                <a:gd name="T6" fmla="*/ 1980 w 2010"/>
                <a:gd name="T7" fmla="*/ 429 h 498"/>
                <a:gd name="T8" fmla="*/ 2010 w 2010"/>
                <a:gd name="T9" fmla="*/ 357 h 498"/>
                <a:gd name="T10" fmla="*/ 2010 w 2010"/>
                <a:gd name="T11" fmla="*/ 141 h 498"/>
                <a:gd name="T12" fmla="*/ 1980 w 2010"/>
                <a:gd name="T13" fmla="*/ 69 h 498"/>
                <a:gd name="T14" fmla="*/ 1941 w 2010"/>
                <a:gd name="T15" fmla="*/ 29 h 498"/>
                <a:gd name="T16" fmla="*/ 1869 w 2010"/>
                <a:gd name="T17" fmla="*/ 0 h 498"/>
                <a:gd name="T18" fmla="*/ 141 w 2010"/>
                <a:gd name="T19" fmla="*/ 0 h 498"/>
                <a:gd name="T20" fmla="*/ 69 w 2010"/>
                <a:gd name="T21" fmla="*/ 29 h 498"/>
                <a:gd name="T22" fmla="*/ 30 w 2010"/>
                <a:gd name="T23" fmla="*/ 69 h 498"/>
                <a:gd name="T24" fmla="*/ 0 w 2010"/>
                <a:gd name="T25" fmla="*/ 141 h 498"/>
                <a:gd name="T26" fmla="*/ 0 w 2010"/>
                <a:gd name="T27" fmla="*/ 357 h 498"/>
                <a:gd name="T28" fmla="*/ 30 w 2010"/>
                <a:gd name="T29" fmla="*/ 429 h 498"/>
                <a:gd name="T30" fmla="*/ 69 w 2010"/>
                <a:gd name="T31" fmla="*/ 468 h 498"/>
                <a:gd name="T32" fmla="*/ 141 w 2010"/>
                <a:gd name="T33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10" h="498">
                  <a:moveTo>
                    <a:pt x="141" y="498"/>
                  </a:moveTo>
                  <a:cubicBezTo>
                    <a:pt x="1869" y="498"/>
                    <a:pt x="1869" y="498"/>
                    <a:pt x="1869" y="498"/>
                  </a:cubicBezTo>
                  <a:cubicBezTo>
                    <a:pt x="1896" y="498"/>
                    <a:pt x="1922" y="487"/>
                    <a:pt x="1941" y="468"/>
                  </a:cubicBezTo>
                  <a:cubicBezTo>
                    <a:pt x="1980" y="429"/>
                    <a:pt x="1980" y="429"/>
                    <a:pt x="1980" y="429"/>
                  </a:cubicBezTo>
                  <a:cubicBezTo>
                    <a:pt x="1999" y="410"/>
                    <a:pt x="2010" y="384"/>
                    <a:pt x="2010" y="357"/>
                  </a:cubicBezTo>
                  <a:cubicBezTo>
                    <a:pt x="2010" y="141"/>
                    <a:pt x="2010" y="141"/>
                    <a:pt x="2010" y="141"/>
                  </a:cubicBezTo>
                  <a:cubicBezTo>
                    <a:pt x="2010" y="114"/>
                    <a:pt x="1999" y="88"/>
                    <a:pt x="1980" y="69"/>
                  </a:cubicBezTo>
                  <a:cubicBezTo>
                    <a:pt x="1941" y="29"/>
                    <a:pt x="1941" y="29"/>
                    <a:pt x="1941" y="29"/>
                  </a:cubicBezTo>
                  <a:cubicBezTo>
                    <a:pt x="1922" y="10"/>
                    <a:pt x="1896" y="0"/>
                    <a:pt x="1869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14" y="0"/>
                    <a:pt x="88" y="10"/>
                    <a:pt x="69" y="29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11" y="88"/>
                    <a:pt x="0" y="114"/>
                    <a:pt x="0" y="141"/>
                  </a:cubicBezTo>
                  <a:cubicBezTo>
                    <a:pt x="0" y="357"/>
                    <a:pt x="0" y="357"/>
                    <a:pt x="0" y="357"/>
                  </a:cubicBezTo>
                  <a:cubicBezTo>
                    <a:pt x="0" y="384"/>
                    <a:pt x="11" y="410"/>
                    <a:pt x="30" y="429"/>
                  </a:cubicBezTo>
                  <a:cubicBezTo>
                    <a:pt x="69" y="468"/>
                    <a:pt x="69" y="468"/>
                    <a:pt x="69" y="468"/>
                  </a:cubicBezTo>
                  <a:cubicBezTo>
                    <a:pt x="88" y="487"/>
                    <a:pt x="114" y="498"/>
                    <a:pt x="141" y="498"/>
                  </a:cubicBezTo>
                  <a:close/>
                </a:path>
              </a:pathLst>
            </a:custGeom>
            <a:gradFill>
              <a:gsLst>
                <a:gs pos="0">
                  <a:srgbClr val="FFE39E">
                    <a:alpha val="22000"/>
                  </a:srgbClr>
                </a:gs>
                <a:gs pos="100000">
                  <a:srgbClr val="FED05D">
                    <a:alpha val="64000"/>
                  </a:srgbClr>
                </a:gs>
              </a:gsLst>
              <a:lin ang="2700000" scaled="0"/>
            </a:gradFill>
            <a:ln w="1905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5">
              <a:extLst>
                <a:ext uri="{FF2B5EF4-FFF2-40B4-BE49-F238E27FC236}">
                  <a16:creationId xmlns:a16="http://schemas.microsoft.com/office/drawing/2014/main" id="{A8F094D3-EA23-C907-C784-5BA2557B2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608" y="5551484"/>
              <a:ext cx="3613150" cy="898525"/>
            </a:xfrm>
            <a:custGeom>
              <a:avLst/>
              <a:gdLst>
                <a:gd name="T0" fmla="*/ 141 w 2010"/>
                <a:gd name="T1" fmla="*/ 498 h 498"/>
                <a:gd name="T2" fmla="*/ 1869 w 2010"/>
                <a:gd name="T3" fmla="*/ 498 h 498"/>
                <a:gd name="T4" fmla="*/ 1941 w 2010"/>
                <a:gd name="T5" fmla="*/ 468 h 498"/>
                <a:gd name="T6" fmla="*/ 1980 w 2010"/>
                <a:gd name="T7" fmla="*/ 429 h 498"/>
                <a:gd name="T8" fmla="*/ 2010 w 2010"/>
                <a:gd name="T9" fmla="*/ 357 h 498"/>
                <a:gd name="T10" fmla="*/ 2010 w 2010"/>
                <a:gd name="T11" fmla="*/ 141 h 498"/>
                <a:gd name="T12" fmla="*/ 1980 w 2010"/>
                <a:gd name="T13" fmla="*/ 69 h 498"/>
                <a:gd name="T14" fmla="*/ 1941 w 2010"/>
                <a:gd name="T15" fmla="*/ 29 h 498"/>
                <a:gd name="T16" fmla="*/ 1869 w 2010"/>
                <a:gd name="T17" fmla="*/ 0 h 498"/>
                <a:gd name="T18" fmla="*/ 141 w 2010"/>
                <a:gd name="T19" fmla="*/ 0 h 498"/>
                <a:gd name="T20" fmla="*/ 69 w 2010"/>
                <a:gd name="T21" fmla="*/ 29 h 498"/>
                <a:gd name="T22" fmla="*/ 30 w 2010"/>
                <a:gd name="T23" fmla="*/ 69 h 498"/>
                <a:gd name="T24" fmla="*/ 0 w 2010"/>
                <a:gd name="T25" fmla="*/ 141 h 498"/>
                <a:gd name="T26" fmla="*/ 0 w 2010"/>
                <a:gd name="T27" fmla="*/ 357 h 498"/>
                <a:gd name="T28" fmla="*/ 30 w 2010"/>
                <a:gd name="T29" fmla="*/ 429 h 498"/>
                <a:gd name="T30" fmla="*/ 69 w 2010"/>
                <a:gd name="T31" fmla="*/ 468 h 498"/>
                <a:gd name="T32" fmla="*/ 141 w 2010"/>
                <a:gd name="T33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10" h="498">
                  <a:moveTo>
                    <a:pt x="141" y="498"/>
                  </a:moveTo>
                  <a:cubicBezTo>
                    <a:pt x="1869" y="498"/>
                    <a:pt x="1869" y="498"/>
                    <a:pt x="1869" y="498"/>
                  </a:cubicBezTo>
                  <a:cubicBezTo>
                    <a:pt x="1896" y="498"/>
                    <a:pt x="1922" y="487"/>
                    <a:pt x="1941" y="468"/>
                  </a:cubicBezTo>
                  <a:cubicBezTo>
                    <a:pt x="1980" y="429"/>
                    <a:pt x="1980" y="429"/>
                    <a:pt x="1980" y="429"/>
                  </a:cubicBezTo>
                  <a:cubicBezTo>
                    <a:pt x="1999" y="410"/>
                    <a:pt x="2010" y="384"/>
                    <a:pt x="2010" y="357"/>
                  </a:cubicBezTo>
                  <a:cubicBezTo>
                    <a:pt x="2010" y="141"/>
                    <a:pt x="2010" y="141"/>
                    <a:pt x="2010" y="141"/>
                  </a:cubicBezTo>
                  <a:cubicBezTo>
                    <a:pt x="2010" y="114"/>
                    <a:pt x="1999" y="88"/>
                    <a:pt x="1980" y="69"/>
                  </a:cubicBezTo>
                  <a:cubicBezTo>
                    <a:pt x="1941" y="29"/>
                    <a:pt x="1941" y="29"/>
                    <a:pt x="1941" y="29"/>
                  </a:cubicBezTo>
                  <a:cubicBezTo>
                    <a:pt x="1922" y="10"/>
                    <a:pt x="1896" y="0"/>
                    <a:pt x="1869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14" y="0"/>
                    <a:pt x="88" y="10"/>
                    <a:pt x="69" y="29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11" y="88"/>
                    <a:pt x="0" y="114"/>
                    <a:pt x="0" y="141"/>
                  </a:cubicBezTo>
                  <a:cubicBezTo>
                    <a:pt x="0" y="357"/>
                    <a:pt x="0" y="357"/>
                    <a:pt x="0" y="357"/>
                  </a:cubicBezTo>
                  <a:cubicBezTo>
                    <a:pt x="0" y="384"/>
                    <a:pt x="11" y="410"/>
                    <a:pt x="30" y="429"/>
                  </a:cubicBezTo>
                  <a:cubicBezTo>
                    <a:pt x="69" y="468"/>
                    <a:pt x="69" y="468"/>
                    <a:pt x="69" y="468"/>
                  </a:cubicBezTo>
                  <a:cubicBezTo>
                    <a:pt x="88" y="487"/>
                    <a:pt x="114" y="498"/>
                    <a:pt x="141" y="498"/>
                  </a:cubicBezTo>
                  <a:close/>
                </a:path>
              </a:pathLst>
            </a:custGeom>
            <a:noFill/>
            <a:ln w="19050" cap="flat">
              <a:gradFill>
                <a:gsLst>
                  <a:gs pos="0">
                    <a:srgbClr val="FFE39E">
                      <a:alpha val="50000"/>
                    </a:srgbClr>
                  </a:gs>
                  <a:gs pos="100000">
                    <a:srgbClr val="FFE39E">
                      <a:alpha val="50000"/>
                    </a:srgbClr>
                  </a:gs>
                  <a:gs pos="44000">
                    <a:srgbClr val="FED05D"/>
                  </a:gs>
                </a:gsLst>
                <a:lin ang="5400000" scaled="1"/>
              </a:gra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974602B1-8AB3-6618-B175-4F265B777601}"/>
              </a:ext>
            </a:extLst>
          </p:cNvPr>
          <p:cNvCxnSpPr/>
          <p:nvPr/>
        </p:nvCxnSpPr>
        <p:spPr bwMode="auto">
          <a:xfrm>
            <a:off x="1382991" y="5576449"/>
            <a:ext cx="0" cy="641328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tx1">
                    <a:lumMod val="95000"/>
                    <a:lumOff val="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tx1">
                    <a:lumMod val="95000"/>
                    <a:lumOff val="5000"/>
                    <a:alpha val="0"/>
                  </a:scheme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8C4D95E9-957B-6B5B-840E-515155D09929}"/>
              </a:ext>
            </a:extLst>
          </p:cNvPr>
          <p:cNvCxnSpPr/>
          <p:nvPr/>
        </p:nvCxnSpPr>
        <p:spPr bwMode="auto">
          <a:xfrm>
            <a:off x="2587375" y="5576449"/>
            <a:ext cx="0" cy="641328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tx1">
                    <a:lumMod val="95000"/>
                    <a:lumOff val="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tx1">
                    <a:lumMod val="95000"/>
                    <a:lumOff val="5000"/>
                    <a:alpha val="0"/>
                  </a:scheme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66ED2B79-857C-9D45-79F1-1A7E39DB72A6}"/>
              </a:ext>
            </a:extLst>
          </p:cNvPr>
          <p:cNvSpPr txBox="1"/>
          <p:nvPr/>
        </p:nvSpPr>
        <p:spPr>
          <a:xfrm>
            <a:off x="444851" y="5982794"/>
            <a:ext cx="6623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i="1">
                <a:latin typeface="Arial" panose="020B0604020202020204" pitchFamily="34" charset="0"/>
              </a:rPr>
              <a:t>Etur 01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B7E4A71-D07F-C7BE-599D-586FFC49A739}"/>
              </a:ext>
            </a:extLst>
          </p:cNvPr>
          <p:cNvSpPr txBox="1"/>
          <p:nvPr/>
        </p:nvSpPr>
        <p:spPr>
          <a:xfrm>
            <a:off x="1625452" y="5982794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i="1">
                <a:latin typeface="Arial" panose="020B0604020202020204" pitchFamily="34" charset="0"/>
              </a:rPr>
              <a:t>Adip 02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C3EE7025-8885-D0BA-D1F9-4DC02F70FE34}"/>
              </a:ext>
            </a:extLst>
          </p:cNvPr>
          <p:cNvSpPr txBox="1"/>
          <p:nvPr/>
        </p:nvSpPr>
        <p:spPr>
          <a:xfrm>
            <a:off x="2855429" y="5982794"/>
            <a:ext cx="6142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i="1">
                <a:latin typeface="Arial" panose="020B0604020202020204" pitchFamily="34" charset="0"/>
              </a:rPr>
              <a:t>Isci 03</a:t>
            </a:r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1F13D141-2705-9A75-5540-2DB3EE03F84B}"/>
              </a:ext>
            </a:extLst>
          </p:cNvPr>
          <p:cNvSpPr/>
          <p:nvPr/>
        </p:nvSpPr>
        <p:spPr bwMode="auto">
          <a:xfrm>
            <a:off x="634795" y="5215383"/>
            <a:ext cx="2597078" cy="254171"/>
          </a:xfrm>
          <a:prstGeom prst="roundRect">
            <a:avLst>
              <a:gd name="adj" fmla="val 24983"/>
            </a:avLst>
          </a:prstGeom>
          <a:gradFill>
            <a:gsLst>
              <a:gs pos="1000">
                <a:srgbClr val="FED05D">
                  <a:alpha val="55000"/>
                </a:srgbClr>
              </a:gs>
              <a:gs pos="54000">
                <a:srgbClr val="FED05D"/>
              </a:gs>
              <a:gs pos="100000">
                <a:srgbClr val="FED05D">
                  <a:alpha val="55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Ngelitseddo Eiusm/Odtemporin</a:t>
            </a:r>
          </a:p>
        </p:txBody>
      </p:sp>
      <p:sp>
        <p:nvSpPr>
          <p:cNvPr id="167" name="Freeform 17">
            <a:extLst>
              <a:ext uri="{FF2B5EF4-FFF2-40B4-BE49-F238E27FC236}">
                <a16:creationId xmlns:a16="http://schemas.microsoft.com/office/drawing/2014/main" id="{1080F969-772C-BE2B-7321-2F381270AEB8}"/>
              </a:ext>
            </a:extLst>
          </p:cNvPr>
          <p:cNvSpPr>
            <a:spLocks noEditPoints="1"/>
          </p:cNvSpPr>
          <p:nvPr/>
        </p:nvSpPr>
        <p:spPr bwMode="auto">
          <a:xfrm>
            <a:off x="611457" y="5607158"/>
            <a:ext cx="329146" cy="329146"/>
          </a:xfrm>
          <a:custGeom>
            <a:avLst/>
            <a:gdLst>
              <a:gd name="T0" fmla="*/ 118 w 200"/>
              <a:gd name="T1" fmla="*/ 114 h 200"/>
              <a:gd name="T2" fmla="*/ 86 w 200"/>
              <a:gd name="T3" fmla="*/ 82 h 200"/>
              <a:gd name="T4" fmla="*/ 86 w 200"/>
              <a:gd name="T5" fmla="*/ 118 h 200"/>
              <a:gd name="T6" fmla="*/ 110 w 200"/>
              <a:gd name="T7" fmla="*/ 110 h 200"/>
              <a:gd name="T8" fmla="*/ 186 w 200"/>
              <a:gd name="T9" fmla="*/ 21 h 200"/>
              <a:gd name="T10" fmla="*/ 200 w 200"/>
              <a:gd name="T11" fmla="*/ 34 h 200"/>
              <a:gd name="T12" fmla="*/ 181 w 200"/>
              <a:gd name="T13" fmla="*/ 34 h 200"/>
              <a:gd name="T14" fmla="*/ 186 w 200"/>
              <a:gd name="T15" fmla="*/ 40 h 200"/>
              <a:gd name="T16" fmla="*/ 161 w 200"/>
              <a:gd name="T17" fmla="*/ 32 h 200"/>
              <a:gd name="T18" fmla="*/ 167 w 200"/>
              <a:gd name="T19" fmla="*/ 34 h 200"/>
              <a:gd name="T20" fmla="*/ 161 w 200"/>
              <a:gd name="T21" fmla="*/ 37 h 200"/>
              <a:gd name="T22" fmla="*/ 138 w 200"/>
              <a:gd name="T23" fmla="*/ 96 h 200"/>
              <a:gd name="T24" fmla="*/ 128 w 200"/>
              <a:gd name="T25" fmla="*/ 62 h 200"/>
              <a:gd name="T26" fmla="*/ 154 w 200"/>
              <a:gd name="T27" fmla="*/ 34 h 200"/>
              <a:gd name="T28" fmla="*/ 120 w 200"/>
              <a:gd name="T29" fmla="*/ 34 h 200"/>
              <a:gd name="T30" fmla="*/ 104 w 200"/>
              <a:gd name="T31" fmla="*/ 38 h 200"/>
              <a:gd name="T32" fmla="*/ 86 w 200"/>
              <a:gd name="T33" fmla="*/ 25 h 200"/>
              <a:gd name="T34" fmla="*/ 65 w 200"/>
              <a:gd name="T35" fmla="*/ 62 h 200"/>
              <a:gd name="T36" fmla="*/ 38 w 200"/>
              <a:gd name="T37" fmla="*/ 72 h 200"/>
              <a:gd name="T38" fmla="*/ 34 w 200"/>
              <a:gd name="T39" fmla="*/ 0 h 200"/>
              <a:gd name="T40" fmla="*/ 30 w 200"/>
              <a:gd name="T41" fmla="*/ 76 h 200"/>
              <a:gd name="T42" fmla="*/ 61 w 200"/>
              <a:gd name="T43" fmla="*/ 96 h 200"/>
              <a:gd name="T44" fmla="*/ 11 w 200"/>
              <a:gd name="T45" fmla="*/ 100 h 200"/>
              <a:gd name="T46" fmla="*/ 61 w 200"/>
              <a:gd name="T47" fmla="*/ 104 h 200"/>
              <a:gd name="T48" fmla="*/ 72 w 200"/>
              <a:gd name="T49" fmla="*/ 138 h 200"/>
              <a:gd name="T50" fmla="*/ 46 w 200"/>
              <a:gd name="T51" fmla="*/ 166 h 200"/>
              <a:gd name="T52" fmla="*/ 79 w 200"/>
              <a:gd name="T53" fmla="*/ 166 h 200"/>
              <a:gd name="T54" fmla="*/ 96 w 200"/>
              <a:gd name="T55" fmla="*/ 162 h 200"/>
              <a:gd name="T56" fmla="*/ 113 w 200"/>
              <a:gd name="T57" fmla="*/ 175 h 200"/>
              <a:gd name="T58" fmla="*/ 134 w 200"/>
              <a:gd name="T59" fmla="*/ 138 h 200"/>
              <a:gd name="T60" fmla="*/ 161 w 200"/>
              <a:gd name="T61" fmla="*/ 128 h 200"/>
              <a:gd name="T62" fmla="*/ 165 w 200"/>
              <a:gd name="T63" fmla="*/ 200 h 200"/>
              <a:gd name="T64" fmla="*/ 169 w 200"/>
              <a:gd name="T65" fmla="*/ 124 h 200"/>
              <a:gd name="T66" fmla="*/ 138 w 200"/>
              <a:gd name="T67" fmla="*/ 104 h 200"/>
              <a:gd name="T68" fmla="*/ 188 w 200"/>
              <a:gd name="T69" fmla="*/ 100 h 200"/>
              <a:gd name="T70" fmla="*/ 105 w 200"/>
              <a:gd name="T71" fmla="*/ 25 h 200"/>
              <a:gd name="T72" fmla="*/ 100 w 200"/>
              <a:gd name="T73" fmla="*/ 20 h 200"/>
              <a:gd name="T74" fmla="*/ 34 w 200"/>
              <a:gd name="T75" fmla="*/ 19 h 200"/>
              <a:gd name="T76" fmla="*/ 25 w 200"/>
              <a:gd name="T77" fmla="*/ 105 h 200"/>
              <a:gd name="T78" fmla="*/ 30 w 200"/>
              <a:gd name="T79" fmla="*/ 100 h 200"/>
              <a:gd name="T80" fmla="*/ 94 w 200"/>
              <a:gd name="T81" fmla="*/ 175 h 200"/>
              <a:gd name="T82" fmla="*/ 100 w 200"/>
              <a:gd name="T83" fmla="*/ 181 h 200"/>
              <a:gd name="T84" fmla="*/ 165 w 200"/>
              <a:gd name="T85" fmla="*/ 181 h 200"/>
              <a:gd name="T86" fmla="*/ 130 w 200"/>
              <a:gd name="T87" fmla="*/ 130 h 200"/>
              <a:gd name="T88" fmla="*/ 130 w 200"/>
              <a:gd name="T89" fmla="*/ 70 h 200"/>
              <a:gd name="T90" fmla="*/ 169 w 200"/>
              <a:gd name="T91" fmla="*/ 100 h 200"/>
              <a:gd name="T92" fmla="*/ 175 w 200"/>
              <a:gd name="T93" fmla="*/ 105 h 200"/>
              <a:gd name="T94" fmla="*/ 13 w 200"/>
              <a:gd name="T95" fmla="*/ 179 h 200"/>
              <a:gd name="T96" fmla="*/ 13 w 200"/>
              <a:gd name="T97" fmla="*/ 171 h 200"/>
              <a:gd name="T98" fmla="*/ 18 w 200"/>
              <a:gd name="T99" fmla="*/ 166 h 200"/>
              <a:gd name="T100" fmla="*/ 40 w 200"/>
              <a:gd name="T101" fmla="*/ 166 h 200"/>
              <a:gd name="T102" fmla="*/ 33 w 200"/>
              <a:gd name="T103" fmla="*/ 168 h 200"/>
              <a:gd name="T104" fmla="*/ 36 w 200"/>
              <a:gd name="T105" fmla="*/ 162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00" h="200">
                <a:moveTo>
                  <a:pt x="86" y="118"/>
                </a:moveTo>
                <a:cubicBezTo>
                  <a:pt x="114" y="118"/>
                  <a:pt x="114" y="118"/>
                  <a:pt x="114" y="118"/>
                </a:cubicBezTo>
                <a:cubicBezTo>
                  <a:pt x="116" y="118"/>
                  <a:pt x="118" y="116"/>
                  <a:pt x="118" y="114"/>
                </a:cubicBezTo>
                <a:cubicBezTo>
                  <a:pt x="118" y="86"/>
                  <a:pt x="118" y="86"/>
                  <a:pt x="118" y="86"/>
                </a:cubicBezTo>
                <a:cubicBezTo>
                  <a:pt x="118" y="84"/>
                  <a:pt x="116" y="82"/>
                  <a:pt x="114" y="82"/>
                </a:cubicBezTo>
                <a:cubicBezTo>
                  <a:pt x="86" y="82"/>
                  <a:pt x="86" y="82"/>
                  <a:pt x="86" y="82"/>
                </a:cubicBezTo>
                <a:cubicBezTo>
                  <a:pt x="83" y="82"/>
                  <a:pt x="82" y="84"/>
                  <a:pt x="82" y="86"/>
                </a:cubicBezTo>
                <a:cubicBezTo>
                  <a:pt x="82" y="114"/>
                  <a:pt x="82" y="114"/>
                  <a:pt x="82" y="114"/>
                </a:cubicBezTo>
                <a:cubicBezTo>
                  <a:pt x="82" y="116"/>
                  <a:pt x="83" y="118"/>
                  <a:pt x="86" y="118"/>
                </a:cubicBezTo>
                <a:close/>
                <a:moveTo>
                  <a:pt x="90" y="90"/>
                </a:moveTo>
                <a:cubicBezTo>
                  <a:pt x="110" y="90"/>
                  <a:pt x="110" y="90"/>
                  <a:pt x="110" y="90"/>
                </a:cubicBezTo>
                <a:cubicBezTo>
                  <a:pt x="110" y="110"/>
                  <a:pt x="110" y="110"/>
                  <a:pt x="110" y="110"/>
                </a:cubicBezTo>
                <a:cubicBezTo>
                  <a:pt x="90" y="110"/>
                  <a:pt x="90" y="110"/>
                  <a:pt x="90" y="110"/>
                </a:cubicBezTo>
                <a:lnTo>
                  <a:pt x="90" y="90"/>
                </a:lnTo>
                <a:close/>
                <a:moveTo>
                  <a:pt x="186" y="21"/>
                </a:moveTo>
                <a:cubicBezTo>
                  <a:pt x="179" y="21"/>
                  <a:pt x="173" y="27"/>
                  <a:pt x="173" y="34"/>
                </a:cubicBezTo>
                <a:cubicBezTo>
                  <a:pt x="173" y="42"/>
                  <a:pt x="179" y="48"/>
                  <a:pt x="186" y="48"/>
                </a:cubicBezTo>
                <a:cubicBezTo>
                  <a:pt x="194" y="48"/>
                  <a:pt x="200" y="42"/>
                  <a:pt x="200" y="34"/>
                </a:cubicBezTo>
                <a:cubicBezTo>
                  <a:pt x="200" y="27"/>
                  <a:pt x="194" y="21"/>
                  <a:pt x="186" y="21"/>
                </a:cubicBezTo>
                <a:close/>
                <a:moveTo>
                  <a:pt x="186" y="40"/>
                </a:moveTo>
                <a:cubicBezTo>
                  <a:pt x="183" y="40"/>
                  <a:pt x="181" y="37"/>
                  <a:pt x="181" y="34"/>
                </a:cubicBezTo>
                <a:cubicBezTo>
                  <a:pt x="181" y="31"/>
                  <a:pt x="183" y="29"/>
                  <a:pt x="186" y="29"/>
                </a:cubicBezTo>
                <a:cubicBezTo>
                  <a:pt x="189" y="29"/>
                  <a:pt x="192" y="31"/>
                  <a:pt x="192" y="34"/>
                </a:cubicBezTo>
                <a:cubicBezTo>
                  <a:pt x="192" y="37"/>
                  <a:pt x="189" y="40"/>
                  <a:pt x="186" y="40"/>
                </a:cubicBezTo>
                <a:close/>
                <a:moveTo>
                  <a:pt x="161" y="37"/>
                </a:moveTo>
                <a:cubicBezTo>
                  <a:pt x="160" y="36"/>
                  <a:pt x="160" y="35"/>
                  <a:pt x="160" y="34"/>
                </a:cubicBezTo>
                <a:cubicBezTo>
                  <a:pt x="160" y="33"/>
                  <a:pt x="160" y="32"/>
                  <a:pt x="161" y="32"/>
                </a:cubicBezTo>
                <a:cubicBezTo>
                  <a:pt x="162" y="31"/>
                  <a:pt x="163" y="30"/>
                  <a:pt x="164" y="30"/>
                </a:cubicBezTo>
                <a:cubicBezTo>
                  <a:pt x="165" y="30"/>
                  <a:pt x="166" y="31"/>
                  <a:pt x="166" y="32"/>
                </a:cubicBezTo>
                <a:cubicBezTo>
                  <a:pt x="167" y="32"/>
                  <a:pt x="167" y="33"/>
                  <a:pt x="167" y="34"/>
                </a:cubicBezTo>
                <a:cubicBezTo>
                  <a:pt x="167" y="35"/>
                  <a:pt x="167" y="36"/>
                  <a:pt x="166" y="37"/>
                </a:cubicBezTo>
                <a:cubicBezTo>
                  <a:pt x="166" y="38"/>
                  <a:pt x="165" y="38"/>
                  <a:pt x="164" y="38"/>
                </a:cubicBezTo>
                <a:cubicBezTo>
                  <a:pt x="163" y="38"/>
                  <a:pt x="162" y="38"/>
                  <a:pt x="161" y="37"/>
                </a:cubicBezTo>
                <a:close/>
                <a:moveTo>
                  <a:pt x="175" y="87"/>
                </a:moveTo>
                <a:cubicBezTo>
                  <a:pt x="169" y="87"/>
                  <a:pt x="164" y="91"/>
                  <a:pt x="162" y="96"/>
                </a:cubicBezTo>
                <a:cubicBezTo>
                  <a:pt x="138" y="96"/>
                  <a:pt x="138" y="96"/>
                  <a:pt x="138" y="96"/>
                </a:cubicBezTo>
                <a:cubicBezTo>
                  <a:pt x="138" y="66"/>
                  <a:pt x="138" y="66"/>
                  <a:pt x="138" y="66"/>
                </a:cubicBezTo>
                <a:cubicBezTo>
                  <a:pt x="138" y="63"/>
                  <a:pt x="136" y="62"/>
                  <a:pt x="134" y="62"/>
                </a:cubicBezTo>
                <a:cubicBezTo>
                  <a:pt x="128" y="62"/>
                  <a:pt x="128" y="62"/>
                  <a:pt x="128" y="62"/>
                </a:cubicBezTo>
                <a:cubicBezTo>
                  <a:pt x="128" y="38"/>
                  <a:pt x="128" y="38"/>
                  <a:pt x="128" y="38"/>
                </a:cubicBezTo>
                <a:cubicBezTo>
                  <a:pt x="150" y="38"/>
                  <a:pt x="150" y="38"/>
                  <a:pt x="150" y="38"/>
                </a:cubicBezTo>
                <a:cubicBezTo>
                  <a:pt x="152" y="38"/>
                  <a:pt x="154" y="37"/>
                  <a:pt x="154" y="34"/>
                </a:cubicBezTo>
                <a:cubicBezTo>
                  <a:pt x="154" y="32"/>
                  <a:pt x="152" y="30"/>
                  <a:pt x="150" y="30"/>
                </a:cubicBezTo>
                <a:cubicBezTo>
                  <a:pt x="124" y="30"/>
                  <a:pt x="124" y="30"/>
                  <a:pt x="124" y="30"/>
                </a:cubicBezTo>
                <a:cubicBezTo>
                  <a:pt x="122" y="30"/>
                  <a:pt x="120" y="32"/>
                  <a:pt x="120" y="34"/>
                </a:cubicBezTo>
                <a:cubicBezTo>
                  <a:pt x="120" y="62"/>
                  <a:pt x="120" y="62"/>
                  <a:pt x="120" y="62"/>
                </a:cubicBezTo>
                <a:cubicBezTo>
                  <a:pt x="104" y="62"/>
                  <a:pt x="104" y="62"/>
                  <a:pt x="104" y="62"/>
                </a:cubicBezTo>
                <a:cubicBezTo>
                  <a:pt x="104" y="38"/>
                  <a:pt x="104" y="38"/>
                  <a:pt x="104" y="38"/>
                </a:cubicBezTo>
                <a:cubicBezTo>
                  <a:pt x="109" y="36"/>
                  <a:pt x="113" y="31"/>
                  <a:pt x="113" y="25"/>
                </a:cubicBezTo>
                <a:cubicBezTo>
                  <a:pt x="113" y="18"/>
                  <a:pt x="107" y="12"/>
                  <a:pt x="100" y="12"/>
                </a:cubicBezTo>
                <a:cubicBezTo>
                  <a:pt x="92" y="12"/>
                  <a:pt x="86" y="18"/>
                  <a:pt x="86" y="25"/>
                </a:cubicBezTo>
                <a:cubicBezTo>
                  <a:pt x="86" y="31"/>
                  <a:pt x="90" y="36"/>
                  <a:pt x="96" y="38"/>
                </a:cubicBezTo>
                <a:cubicBezTo>
                  <a:pt x="96" y="62"/>
                  <a:pt x="96" y="62"/>
                  <a:pt x="96" y="62"/>
                </a:cubicBezTo>
                <a:cubicBezTo>
                  <a:pt x="65" y="62"/>
                  <a:pt x="65" y="62"/>
                  <a:pt x="65" y="62"/>
                </a:cubicBezTo>
                <a:cubicBezTo>
                  <a:pt x="63" y="62"/>
                  <a:pt x="61" y="63"/>
                  <a:pt x="61" y="66"/>
                </a:cubicBezTo>
                <a:cubicBezTo>
                  <a:pt x="61" y="72"/>
                  <a:pt x="61" y="72"/>
                  <a:pt x="61" y="72"/>
                </a:cubicBezTo>
                <a:cubicBezTo>
                  <a:pt x="38" y="72"/>
                  <a:pt x="38" y="72"/>
                  <a:pt x="38" y="72"/>
                </a:cubicBezTo>
                <a:cubicBezTo>
                  <a:pt x="38" y="26"/>
                  <a:pt x="38" y="26"/>
                  <a:pt x="38" y="26"/>
                </a:cubicBezTo>
                <a:cubicBezTo>
                  <a:pt x="43" y="24"/>
                  <a:pt x="47" y="19"/>
                  <a:pt x="47" y="13"/>
                </a:cubicBezTo>
                <a:cubicBezTo>
                  <a:pt x="47" y="6"/>
                  <a:pt x="41" y="0"/>
                  <a:pt x="34" y="0"/>
                </a:cubicBezTo>
                <a:cubicBezTo>
                  <a:pt x="27" y="0"/>
                  <a:pt x="21" y="6"/>
                  <a:pt x="21" y="13"/>
                </a:cubicBezTo>
                <a:cubicBezTo>
                  <a:pt x="21" y="19"/>
                  <a:pt x="25" y="24"/>
                  <a:pt x="30" y="26"/>
                </a:cubicBezTo>
                <a:cubicBezTo>
                  <a:pt x="30" y="76"/>
                  <a:pt x="30" y="76"/>
                  <a:pt x="30" y="76"/>
                </a:cubicBezTo>
                <a:cubicBezTo>
                  <a:pt x="30" y="78"/>
                  <a:pt x="32" y="80"/>
                  <a:pt x="34" y="80"/>
                </a:cubicBezTo>
                <a:cubicBezTo>
                  <a:pt x="61" y="80"/>
                  <a:pt x="61" y="80"/>
                  <a:pt x="61" y="80"/>
                </a:cubicBezTo>
                <a:cubicBezTo>
                  <a:pt x="61" y="96"/>
                  <a:pt x="61" y="96"/>
                  <a:pt x="61" y="96"/>
                </a:cubicBezTo>
                <a:cubicBezTo>
                  <a:pt x="37" y="96"/>
                  <a:pt x="37" y="96"/>
                  <a:pt x="37" y="96"/>
                </a:cubicBezTo>
                <a:cubicBezTo>
                  <a:pt x="36" y="91"/>
                  <a:pt x="31" y="87"/>
                  <a:pt x="25" y="87"/>
                </a:cubicBezTo>
                <a:cubicBezTo>
                  <a:pt x="17" y="87"/>
                  <a:pt x="11" y="93"/>
                  <a:pt x="11" y="100"/>
                </a:cubicBezTo>
                <a:cubicBezTo>
                  <a:pt x="11" y="107"/>
                  <a:pt x="17" y="113"/>
                  <a:pt x="25" y="113"/>
                </a:cubicBezTo>
                <a:cubicBezTo>
                  <a:pt x="31" y="113"/>
                  <a:pt x="36" y="109"/>
                  <a:pt x="37" y="104"/>
                </a:cubicBezTo>
                <a:cubicBezTo>
                  <a:pt x="61" y="104"/>
                  <a:pt x="61" y="104"/>
                  <a:pt x="61" y="104"/>
                </a:cubicBezTo>
                <a:cubicBezTo>
                  <a:pt x="61" y="134"/>
                  <a:pt x="61" y="134"/>
                  <a:pt x="61" y="134"/>
                </a:cubicBezTo>
                <a:cubicBezTo>
                  <a:pt x="61" y="137"/>
                  <a:pt x="63" y="138"/>
                  <a:pt x="65" y="138"/>
                </a:cubicBezTo>
                <a:cubicBezTo>
                  <a:pt x="72" y="138"/>
                  <a:pt x="72" y="138"/>
                  <a:pt x="72" y="138"/>
                </a:cubicBezTo>
                <a:cubicBezTo>
                  <a:pt x="72" y="162"/>
                  <a:pt x="72" y="162"/>
                  <a:pt x="72" y="162"/>
                </a:cubicBezTo>
                <a:cubicBezTo>
                  <a:pt x="50" y="162"/>
                  <a:pt x="50" y="162"/>
                  <a:pt x="50" y="162"/>
                </a:cubicBezTo>
                <a:cubicBezTo>
                  <a:pt x="48" y="162"/>
                  <a:pt x="46" y="164"/>
                  <a:pt x="46" y="166"/>
                </a:cubicBezTo>
                <a:cubicBezTo>
                  <a:pt x="46" y="168"/>
                  <a:pt x="48" y="170"/>
                  <a:pt x="50" y="170"/>
                </a:cubicBezTo>
                <a:cubicBezTo>
                  <a:pt x="75" y="170"/>
                  <a:pt x="75" y="170"/>
                  <a:pt x="75" y="170"/>
                </a:cubicBezTo>
                <a:cubicBezTo>
                  <a:pt x="78" y="170"/>
                  <a:pt x="79" y="168"/>
                  <a:pt x="79" y="166"/>
                </a:cubicBezTo>
                <a:cubicBezTo>
                  <a:pt x="79" y="138"/>
                  <a:pt x="79" y="138"/>
                  <a:pt x="79" y="138"/>
                </a:cubicBezTo>
                <a:cubicBezTo>
                  <a:pt x="96" y="138"/>
                  <a:pt x="96" y="138"/>
                  <a:pt x="96" y="138"/>
                </a:cubicBezTo>
                <a:cubicBezTo>
                  <a:pt x="96" y="162"/>
                  <a:pt x="96" y="162"/>
                  <a:pt x="96" y="162"/>
                </a:cubicBezTo>
                <a:cubicBezTo>
                  <a:pt x="90" y="164"/>
                  <a:pt x="86" y="169"/>
                  <a:pt x="86" y="175"/>
                </a:cubicBezTo>
                <a:cubicBezTo>
                  <a:pt x="86" y="182"/>
                  <a:pt x="92" y="188"/>
                  <a:pt x="100" y="188"/>
                </a:cubicBezTo>
                <a:cubicBezTo>
                  <a:pt x="107" y="188"/>
                  <a:pt x="113" y="182"/>
                  <a:pt x="113" y="175"/>
                </a:cubicBezTo>
                <a:cubicBezTo>
                  <a:pt x="113" y="169"/>
                  <a:pt x="109" y="164"/>
                  <a:pt x="104" y="162"/>
                </a:cubicBezTo>
                <a:cubicBezTo>
                  <a:pt x="104" y="138"/>
                  <a:pt x="104" y="138"/>
                  <a:pt x="104" y="138"/>
                </a:cubicBezTo>
                <a:cubicBezTo>
                  <a:pt x="134" y="138"/>
                  <a:pt x="134" y="138"/>
                  <a:pt x="134" y="138"/>
                </a:cubicBezTo>
                <a:cubicBezTo>
                  <a:pt x="136" y="138"/>
                  <a:pt x="138" y="137"/>
                  <a:pt x="138" y="134"/>
                </a:cubicBezTo>
                <a:cubicBezTo>
                  <a:pt x="138" y="128"/>
                  <a:pt x="138" y="128"/>
                  <a:pt x="138" y="128"/>
                </a:cubicBezTo>
                <a:cubicBezTo>
                  <a:pt x="161" y="128"/>
                  <a:pt x="161" y="128"/>
                  <a:pt x="161" y="128"/>
                </a:cubicBezTo>
                <a:cubicBezTo>
                  <a:pt x="161" y="174"/>
                  <a:pt x="161" y="174"/>
                  <a:pt x="161" y="174"/>
                </a:cubicBezTo>
                <a:cubicBezTo>
                  <a:pt x="156" y="176"/>
                  <a:pt x="152" y="181"/>
                  <a:pt x="152" y="187"/>
                </a:cubicBezTo>
                <a:cubicBezTo>
                  <a:pt x="152" y="194"/>
                  <a:pt x="158" y="200"/>
                  <a:pt x="165" y="200"/>
                </a:cubicBezTo>
                <a:cubicBezTo>
                  <a:pt x="173" y="200"/>
                  <a:pt x="179" y="194"/>
                  <a:pt x="179" y="187"/>
                </a:cubicBezTo>
                <a:cubicBezTo>
                  <a:pt x="179" y="181"/>
                  <a:pt x="175" y="176"/>
                  <a:pt x="169" y="174"/>
                </a:cubicBezTo>
                <a:cubicBezTo>
                  <a:pt x="169" y="124"/>
                  <a:pt x="169" y="124"/>
                  <a:pt x="169" y="124"/>
                </a:cubicBezTo>
                <a:cubicBezTo>
                  <a:pt x="169" y="122"/>
                  <a:pt x="167" y="120"/>
                  <a:pt x="165" y="120"/>
                </a:cubicBezTo>
                <a:cubicBezTo>
                  <a:pt x="138" y="120"/>
                  <a:pt x="138" y="120"/>
                  <a:pt x="138" y="120"/>
                </a:cubicBezTo>
                <a:cubicBezTo>
                  <a:pt x="138" y="104"/>
                  <a:pt x="138" y="104"/>
                  <a:pt x="138" y="104"/>
                </a:cubicBezTo>
                <a:cubicBezTo>
                  <a:pt x="162" y="104"/>
                  <a:pt x="162" y="104"/>
                  <a:pt x="162" y="104"/>
                </a:cubicBezTo>
                <a:cubicBezTo>
                  <a:pt x="164" y="109"/>
                  <a:pt x="169" y="113"/>
                  <a:pt x="175" y="113"/>
                </a:cubicBezTo>
                <a:cubicBezTo>
                  <a:pt x="182" y="113"/>
                  <a:pt x="188" y="107"/>
                  <a:pt x="188" y="100"/>
                </a:cubicBezTo>
                <a:cubicBezTo>
                  <a:pt x="188" y="93"/>
                  <a:pt x="182" y="87"/>
                  <a:pt x="175" y="87"/>
                </a:cubicBezTo>
                <a:close/>
                <a:moveTo>
                  <a:pt x="100" y="20"/>
                </a:moveTo>
                <a:cubicBezTo>
                  <a:pt x="103" y="20"/>
                  <a:pt x="105" y="22"/>
                  <a:pt x="105" y="25"/>
                </a:cubicBezTo>
                <a:cubicBezTo>
                  <a:pt x="105" y="28"/>
                  <a:pt x="103" y="30"/>
                  <a:pt x="100" y="30"/>
                </a:cubicBezTo>
                <a:cubicBezTo>
                  <a:pt x="97" y="30"/>
                  <a:pt x="94" y="28"/>
                  <a:pt x="94" y="25"/>
                </a:cubicBezTo>
                <a:cubicBezTo>
                  <a:pt x="94" y="22"/>
                  <a:pt x="97" y="20"/>
                  <a:pt x="100" y="20"/>
                </a:cubicBezTo>
                <a:close/>
                <a:moveTo>
                  <a:pt x="34" y="8"/>
                </a:moveTo>
                <a:cubicBezTo>
                  <a:pt x="37" y="8"/>
                  <a:pt x="40" y="10"/>
                  <a:pt x="40" y="13"/>
                </a:cubicBezTo>
                <a:cubicBezTo>
                  <a:pt x="40" y="16"/>
                  <a:pt x="37" y="19"/>
                  <a:pt x="34" y="19"/>
                </a:cubicBezTo>
                <a:cubicBezTo>
                  <a:pt x="31" y="19"/>
                  <a:pt x="29" y="16"/>
                  <a:pt x="29" y="13"/>
                </a:cubicBezTo>
                <a:cubicBezTo>
                  <a:pt x="29" y="10"/>
                  <a:pt x="31" y="8"/>
                  <a:pt x="34" y="8"/>
                </a:cubicBezTo>
                <a:close/>
                <a:moveTo>
                  <a:pt x="25" y="105"/>
                </a:moveTo>
                <a:cubicBezTo>
                  <a:pt x="22" y="105"/>
                  <a:pt x="19" y="103"/>
                  <a:pt x="19" y="100"/>
                </a:cubicBezTo>
                <a:cubicBezTo>
                  <a:pt x="19" y="97"/>
                  <a:pt x="22" y="95"/>
                  <a:pt x="25" y="95"/>
                </a:cubicBezTo>
                <a:cubicBezTo>
                  <a:pt x="28" y="95"/>
                  <a:pt x="30" y="97"/>
                  <a:pt x="30" y="100"/>
                </a:cubicBezTo>
                <a:cubicBezTo>
                  <a:pt x="30" y="103"/>
                  <a:pt x="28" y="105"/>
                  <a:pt x="25" y="105"/>
                </a:cubicBezTo>
                <a:close/>
                <a:moveTo>
                  <a:pt x="100" y="181"/>
                </a:moveTo>
                <a:cubicBezTo>
                  <a:pt x="97" y="181"/>
                  <a:pt x="94" y="178"/>
                  <a:pt x="94" y="175"/>
                </a:cubicBezTo>
                <a:cubicBezTo>
                  <a:pt x="94" y="172"/>
                  <a:pt x="97" y="170"/>
                  <a:pt x="100" y="170"/>
                </a:cubicBezTo>
                <a:cubicBezTo>
                  <a:pt x="103" y="170"/>
                  <a:pt x="105" y="172"/>
                  <a:pt x="105" y="175"/>
                </a:cubicBezTo>
                <a:cubicBezTo>
                  <a:pt x="105" y="178"/>
                  <a:pt x="103" y="181"/>
                  <a:pt x="100" y="181"/>
                </a:cubicBezTo>
                <a:close/>
                <a:moveTo>
                  <a:pt x="165" y="192"/>
                </a:moveTo>
                <a:cubicBezTo>
                  <a:pt x="162" y="192"/>
                  <a:pt x="160" y="190"/>
                  <a:pt x="160" y="187"/>
                </a:cubicBezTo>
                <a:cubicBezTo>
                  <a:pt x="160" y="184"/>
                  <a:pt x="162" y="181"/>
                  <a:pt x="165" y="181"/>
                </a:cubicBezTo>
                <a:cubicBezTo>
                  <a:pt x="168" y="181"/>
                  <a:pt x="171" y="184"/>
                  <a:pt x="171" y="187"/>
                </a:cubicBezTo>
                <a:cubicBezTo>
                  <a:pt x="171" y="190"/>
                  <a:pt x="168" y="192"/>
                  <a:pt x="165" y="192"/>
                </a:cubicBezTo>
                <a:close/>
                <a:moveTo>
                  <a:pt x="130" y="130"/>
                </a:moveTo>
                <a:cubicBezTo>
                  <a:pt x="69" y="130"/>
                  <a:pt x="69" y="130"/>
                  <a:pt x="69" y="130"/>
                </a:cubicBezTo>
                <a:cubicBezTo>
                  <a:pt x="69" y="70"/>
                  <a:pt x="69" y="70"/>
                  <a:pt x="69" y="70"/>
                </a:cubicBezTo>
                <a:cubicBezTo>
                  <a:pt x="130" y="70"/>
                  <a:pt x="130" y="70"/>
                  <a:pt x="130" y="70"/>
                </a:cubicBezTo>
                <a:lnTo>
                  <a:pt x="130" y="130"/>
                </a:lnTo>
                <a:close/>
                <a:moveTo>
                  <a:pt x="175" y="105"/>
                </a:moveTo>
                <a:cubicBezTo>
                  <a:pt x="172" y="105"/>
                  <a:pt x="169" y="103"/>
                  <a:pt x="169" y="100"/>
                </a:cubicBezTo>
                <a:cubicBezTo>
                  <a:pt x="169" y="97"/>
                  <a:pt x="172" y="95"/>
                  <a:pt x="175" y="95"/>
                </a:cubicBezTo>
                <a:cubicBezTo>
                  <a:pt x="178" y="95"/>
                  <a:pt x="180" y="97"/>
                  <a:pt x="180" y="100"/>
                </a:cubicBezTo>
                <a:cubicBezTo>
                  <a:pt x="180" y="103"/>
                  <a:pt x="178" y="105"/>
                  <a:pt x="175" y="105"/>
                </a:cubicBezTo>
                <a:close/>
                <a:moveTo>
                  <a:pt x="13" y="152"/>
                </a:moveTo>
                <a:cubicBezTo>
                  <a:pt x="6" y="152"/>
                  <a:pt x="0" y="158"/>
                  <a:pt x="0" y="166"/>
                </a:cubicBezTo>
                <a:cubicBezTo>
                  <a:pt x="0" y="173"/>
                  <a:pt x="6" y="179"/>
                  <a:pt x="13" y="179"/>
                </a:cubicBezTo>
                <a:cubicBezTo>
                  <a:pt x="20" y="179"/>
                  <a:pt x="26" y="173"/>
                  <a:pt x="26" y="166"/>
                </a:cubicBezTo>
                <a:cubicBezTo>
                  <a:pt x="26" y="158"/>
                  <a:pt x="20" y="152"/>
                  <a:pt x="13" y="152"/>
                </a:cubicBezTo>
                <a:close/>
                <a:moveTo>
                  <a:pt x="13" y="171"/>
                </a:moveTo>
                <a:cubicBezTo>
                  <a:pt x="10" y="171"/>
                  <a:pt x="7" y="169"/>
                  <a:pt x="7" y="166"/>
                </a:cubicBezTo>
                <a:cubicBezTo>
                  <a:pt x="7" y="163"/>
                  <a:pt x="10" y="160"/>
                  <a:pt x="13" y="160"/>
                </a:cubicBezTo>
                <a:cubicBezTo>
                  <a:pt x="16" y="160"/>
                  <a:pt x="18" y="163"/>
                  <a:pt x="18" y="166"/>
                </a:cubicBezTo>
                <a:cubicBezTo>
                  <a:pt x="18" y="169"/>
                  <a:pt x="16" y="171"/>
                  <a:pt x="13" y="171"/>
                </a:cubicBezTo>
                <a:close/>
                <a:moveTo>
                  <a:pt x="39" y="163"/>
                </a:moveTo>
                <a:cubicBezTo>
                  <a:pt x="39" y="164"/>
                  <a:pt x="40" y="165"/>
                  <a:pt x="40" y="166"/>
                </a:cubicBezTo>
                <a:cubicBezTo>
                  <a:pt x="40" y="167"/>
                  <a:pt x="39" y="168"/>
                  <a:pt x="39" y="168"/>
                </a:cubicBezTo>
                <a:cubicBezTo>
                  <a:pt x="38" y="169"/>
                  <a:pt x="37" y="170"/>
                  <a:pt x="36" y="170"/>
                </a:cubicBezTo>
                <a:cubicBezTo>
                  <a:pt x="35" y="170"/>
                  <a:pt x="34" y="169"/>
                  <a:pt x="33" y="168"/>
                </a:cubicBezTo>
                <a:cubicBezTo>
                  <a:pt x="32" y="168"/>
                  <a:pt x="32" y="167"/>
                  <a:pt x="32" y="166"/>
                </a:cubicBezTo>
                <a:cubicBezTo>
                  <a:pt x="32" y="165"/>
                  <a:pt x="32" y="164"/>
                  <a:pt x="33" y="163"/>
                </a:cubicBezTo>
                <a:cubicBezTo>
                  <a:pt x="34" y="162"/>
                  <a:pt x="35" y="162"/>
                  <a:pt x="36" y="162"/>
                </a:cubicBezTo>
                <a:cubicBezTo>
                  <a:pt x="37" y="162"/>
                  <a:pt x="38" y="162"/>
                  <a:pt x="39" y="16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" name="Freeform 21">
            <a:extLst>
              <a:ext uri="{FF2B5EF4-FFF2-40B4-BE49-F238E27FC236}">
                <a16:creationId xmlns:a16="http://schemas.microsoft.com/office/drawing/2014/main" id="{D9A2EAAF-A25F-629E-DE43-AB2B9893597F}"/>
              </a:ext>
            </a:extLst>
          </p:cNvPr>
          <p:cNvSpPr>
            <a:spLocks noEditPoints="1"/>
          </p:cNvSpPr>
          <p:nvPr/>
        </p:nvSpPr>
        <p:spPr bwMode="auto">
          <a:xfrm>
            <a:off x="1845283" y="5610806"/>
            <a:ext cx="279800" cy="321851"/>
          </a:xfrm>
          <a:custGeom>
            <a:avLst/>
            <a:gdLst>
              <a:gd name="T0" fmla="*/ 45 w 200"/>
              <a:gd name="T1" fmla="*/ 26 h 230"/>
              <a:gd name="T2" fmla="*/ 51 w 200"/>
              <a:gd name="T3" fmla="*/ 33 h 230"/>
              <a:gd name="T4" fmla="*/ 138 w 200"/>
              <a:gd name="T5" fmla="*/ 202 h 230"/>
              <a:gd name="T6" fmla="*/ 135 w 200"/>
              <a:gd name="T7" fmla="*/ 209 h 230"/>
              <a:gd name="T8" fmla="*/ 143 w 200"/>
              <a:gd name="T9" fmla="*/ 206 h 230"/>
              <a:gd name="T10" fmla="*/ 143 w 200"/>
              <a:gd name="T11" fmla="*/ 153 h 230"/>
              <a:gd name="T12" fmla="*/ 134 w 200"/>
              <a:gd name="T13" fmla="*/ 189 h 230"/>
              <a:gd name="T14" fmla="*/ 138 w 200"/>
              <a:gd name="T15" fmla="*/ 123 h 230"/>
              <a:gd name="T16" fmla="*/ 144 w 200"/>
              <a:gd name="T17" fmla="*/ 138 h 230"/>
              <a:gd name="T18" fmla="*/ 138 w 200"/>
              <a:gd name="T19" fmla="*/ 145 h 230"/>
              <a:gd name="T20" fmla="*/ 195 w 200"/>
              <a:gd name="T21" fmla="*/ 230 h 230"/>
              <a:gd name="T22" fmla="*/ 4 w 200"/>
              <a:gd name="T23" fmla="*/ 221 h 230"/>
              <a:gd name="T24" fmla="*/ 81 w 200"/>
              <a:gd name="T25" fmla="*/ 205 h 230"/>
              <a:gd name="T26" fmla="*/ 26 w 200"/>
              <a:gd name="T27" fmla="*/ 151 h 230"/>
              <a:gd name="T28" fmla="*/ 0 w 200"/>
              <a:gd name="T29" fmla="*/ 145 h 230"/>
              <a:gd name="T30" fmla="*/ 32 w 200"/>
              <a:gd name="T31" fmla="*/ 40 h 230"/>
              <a:gd name="T32" fmla="*/ 38 w 200"/>
              <a:gd name="T33" fmla="*/ 48 h 230"/>
              <a:gd name="T34" fmla="*/ 10 w 200"/>
              <a:gd name="T35" fmla="*/ 142 h 230"/>
              <a:gd name="T36" fmla="*/ 35 w 200"/>
              <a:gd name="T37" fmla="*/ 179 h 230"/>
              <a:gd name="T38" fmla="*/ 98 w 200"/>
              <a:gd name="T39" fmla="*/ 214 h 230"/>
              <a:gd name="T40" fmla="*/ 114 w 200"/>
              <a:gd name="T41" fmla="*/ 184 h 230"/>
              <a:gd name="T42" fmla="*/ 85 w 200"/>
              <a:gd name="T43" fmla="*/ 164 h 230"/>
              <a:gd name="T44" fmla="*/ 113 w 200"/>
              <a:gd name="T45" fmla="*/ 171 h 230"/>
              <a:gd name="T46" fmla="*/ 123 w 200"/>
              <a:gd name="T47" fmla="*/ 221 h 230"/>
              <a:gd name="T48" fmla="*/ 173 w 200"/>
              <a:gd name="T49" fmla="*/ 151 h 230"/>
              <a:gd name="T50" fmla="*/ 150 w 200"/>
              <a:gd name="T51" fmla="*/ 81 h 230"/>
              <a:gd name="T52" fmla="*/ 179 w 200"/>
              <a:gd name="T53" fmla="*/ 101 h 230"/>
              <a:gd name="T54" fmla="*/ 151 w 200"/>
              <a:gd name="T55" fmla="*/ 94 h 230"/>
              <a:gd name="T56" fmla="*/ 141 w 200"/>
              <a:gd name="T57" fmla="*/ 16 h 230"/>
              <a:gd name="T58" fmla="*/ 133 w 200"/>
              <a:gd name="T59" fmla="*/ 65 h 230"/>
              <a:gd name="T60" fmla="*/ 114 w 200"/>
              <a:gd name="T61" fmla="*/ 50 h 230"/>
              <a:gd name="T62" fmla="*/ 94 w 200"/>
              <a:gd name="T63" fmla="*/ 11 h 230"/>
              <a:gd name="T64" fmla="*/ 84 w 200"/>
              <a:gd name="T65" fmla="*/ 94 h 230"/>
              <a:gd name="T66" fmla="*/ 56 w 200"/>
              <a:gd name="T67" fmla="*/ 101 h 230"/>
              <a:gd name="T68" fmla="*/ 85 w 200"/>
              <a:gd name="T69" fmla="*/ 81 h 230"/>
              <a:gd name="T70" fmla="*/ 56 w 200"/>
              <a:gd name="T71" fmla="*/ 22 h 230"/>
              <a:gd name="T72" fmla="*/ 172 w 200"/>
              <a:gd name="T73" fmla="*/ 26 h 230"/>
              <a:gd name="T74" fmla="*/ 174 w 200"/>
              <a:gd name="T75" fmla="*/ 177 h 230"/>
              <a:gd name="T76" fmla="*/ 200 w 200"/>
              <a:gd name="T77" fmla="*/ 225 h 230"/>
              <a:gd name="T78" fmla="*/ 65 w 200"/>
              <a:gd name="T79" fmla="*/ 101 h 230"/>
              <a:gd name="T80" fmla="*/ 124 w 200"/>
              <a:gd name="T81" fmla="*/ 65 h 230"/>
              <a:gd name="T82" fmla="*/ 118 w 200"/>
              <a:gd name="T83" fmla="*/ 71 h 230"/>
              <a:gd name="T84" fmla="*/ 158 w 200"/>
              <a:gd name="T85" fmla="*/ 101 h 230"/>
              <a:gd name="T86" fmla="*/ 164 w 200"/>
              <a:gd name="T87" fmla="*/ 95 h 230"/>
              <a:gd name="T88" fmla="*/ 100 w 200"/>
              <a:gd name="T89" fmla="*/ 158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00" h="230">
                <a:moveTo>
                  <a:pt x="44" y="33"/>
                </a:moveTo>
                <a:cubicBezTo>
                  <a:pt x="43" y="31"/>
                  <a:pt x="43" y="28"/>
                  <a:pt x="44" y="26"/>
                </a:cubicBezTo>
                <a:cubicBezTo>
                  <a:pt x="45" y="26"/>
                  <a:pt x="45" y="26"/>
                  <a:pt x="45" y="26"/>
                </a:cubicBezTo>
                <a:cubicBezTo>
                  <a:pt x="46" y="24"/>
                  <a:pt x="49" y="24"/>
                  <a:pt x="51" y="26"/>
                </a:cubicBezTo>
                <a:cubicBezTo>
                  <a:pt x="53" y="28"/>
                  <a:pt x="53" y="31"/>
                  <a:pt x="51" y="32"/>
                </a:cubicBezTo>
                <a:cubicBezTo>
                  <a:pt x="51" y="33"/>
                  <a:pt x="51" y="33"/>
                  <a:pt x="51" y="33"/>
                </a:cubicBezTo>
                <a:cubicBezTo>
                  <a:pt x="50" y="33"/>
                  <a:pt x="49" y="34"/>
                  <a:pt x="47" y="34"/>
                </a:cubicBezTo>
                <a:cubicBezTo>
                  <a:pt x="46" y="34"/>
                  <a:pt x="45" y="33"/>
                  <a:pt x="44" y="33"/>
                </a:cubicBezTo>
                <a:close/>
                <a:moveTo>
                  <a:pt x="138" y="202"/>
                </a:moveTo>
                <a:cubicBezTo>
                  <a:pt x="137" y="202"/>
                  <a:pt x="136" y="202"/>
                  <a:pt x="135" y="203"/>
                </a:cubicBezTo>
                <a:cubicBezTo>
                  <a:pt x="134" y="204"/>
                  <a:pt x="134" y="205"/>
                  <a:pt x="134" y="206"/>
                </a:cubicBezTo>
                <a:cubicBezTo>
                  <a:pt x="134" y="207"/>
                  <a:pt x="134" y="209"/>
                  <a:pt x="135" y="209"/>
                </a:cubicBezTo>
                <a:cubicBezTo>
                  <a:pt x="136" y="210"/>
                  <a:pt x="137" y="211"/>
                  <a:pt x="138" y="211"/>
                </a:cubicBezTo>
                <a:cubicBezTo>
                  <a:pt x="139" y="211"/>
                  <a:pt x="140" y="210"/>
                  <a:pt x="141" y="209"/>
                </a:cubicBezTo>
                <a:cubicBezTo>
                  <a:pt x="142" y="209"/>
                  <a:pt x="143" y="207"/>
                  <a:pt x="143" y="206"/>
                </a:cubicBezTo>
                <a:cubicBezTo>
                  <a:pt x="143" y="205"/>
                  <a:pt x="142" y="204"/>
                  <a:pt x="141" y="203"/>
                </a:cubicBezTo>
                <a:cubicBezTo>
                  <a:pt x="140" y="202"/>
                  <a:pt x="139" y="202"/>
                  <a:pt x="138" y="202"/>
                </a:cubicBezTo>
                <a:close/>
                <a:moveTo>
                  <a:pt x="143" y="153"/>
                </a:moveTo>
                <a:cubicBezTo>
                  <a:pt x="143" y="189"/>
                  <a:pt x="143" y="189"/>
                  <a:pt x="143" y="189"/>
                </a:cubicBezTo>
                <a:cubicBezTo>
                  <a:pt x="143" y="191"/>
                  <a:pt x="141" y="193"/>
                  <a:pt x="138" y="193"/>
                </a:cubicBezTo>
                <a:cubicBezTo>
                  <a:pt x="136" y="193"/>
                  <a:pt x="134" y="191"/>
                  <a:pt x="134" y="189"/>
                </a:cubicBezTo>
                <a:cubicBezTo>
                  <a:pt x="134" y="153"/>
                  <a:pt x="134" y="153"/>
                  <a:pt x="134" y="153"/>
                </a:cubicBezTo>
                <a:cubicBezTo>
                  <a:pt x="127" y="151"/>
                  <a:pt x="123" y="145"/>
                  <a:pt x="123" y="138"/>
                </a:cubicBezTo>
                <a:cubicBezTo>
                  <a:pt x="123" y="130"/>
                  <a:pt x="130" y="123"/>
                  <a:pt x="138" y="123"/>
                </a:cubicBezTo>
                <a:cubicBezTo>
                  <a:pt x="146" y="123"/>
                  <a:pt x="153" y="130"/>
                  <a:pt x="153" y="138"/>
                </a:cubicBezTo>
                <a:cubicBezTo>
                  <a:pt x="153" y="145"/>
                  <a:pt x="149" y="151"/>
                  <a:pt x="143" y="153"/>
                </a:cubicBezTo>
                <a:close/>
                <a:moveTo>
                  <a:pt x="144" y="138"/>
                </a:moveTo>
                <a:cubicBezTo>
                  <a:pt x="144" y="135"/>
                  <a:pt x="142" y="132"/>
                  <a:pt x="138" y="132"/>
                </a:cubicBezTo>
                <a:cubicBezTo>
                  <a:pt x="135" y="132"/>
                  <a:pt x="132" y="135"/>
                  <a:pt x="132" y="138"/>
                </a:cubicBezTo>
                <a:cubicBezTo>
                  <a:pt x="132" y="142"/>
                  <a:pt x="135" y="145"/>
                  <a:pt x="138" y="145"/>
                </a:cubicBezTo>
                <a:cubicBezTo>
                  <a:pt x="142" y="145"/>
                  <a:pt x="144" y="142"/>
                  <a:pt x="144" y="138"/>
                </a:cubicBezTo>
                <a:close/>
                <a:moveTo>
                  <a:pt x="200" y="225"/>
                </a:moveTo>
                <a:cubicBezTo>
                  <a:pt x="200" y="228"/>
                  <a:pt x="198" y="230"/>
                  <a:pt x="195" y="230"/>
                </a:cubicBezTo>
                <a:cubicBezTo>
                  <a:pt x="4" y="230"/>
                  <a:pt x="4" y="230"/>
                  <a:pt x="4" y="230"/>
                </a:cubicBezTo>
                <a:cubicBezTo>
                  <a:pt x="2" y="230"/>
                  <a:pt x="0" y="228"/>
                  <a:pt x="0" y="225"/>
                </a:cubicBezTo>
                <a:cubicBezTo>
                  <a:pt x="0" y="223"/>
                  <a:pt x="2" y="221"/>
                  <a:pt x="4" y="221"/>
                </a:cubicBezTo>
                <a:cubicBezTo>
                  <a:pt x="89" y="221"/>
                  <a:pt x="89" y="221"/>
                  <a:pt x="89" y="221"/>
                </a:cubicBezTo>
                <a:cubicBezTo>
                  <a:pt x="89" y="214"/>
                  <a:pt x="89" y="214"/>
                  <a:pt x="89" y="214"/>
                </a:cubicBezTo>
                <a:cubicBezTo>
                  <a:pt x="89" y="209"/>
                  <a:pt x="85" y="205"/>
                  <a:pt x="81" y="205"/>
                </a:cubicBezTo>
                <a:cubicBezTo>
                  <a:pt x="52" y="205"/>
                  <a:pt x="52" y="205"/>
                  <a:pt x="52" y="205"/>
                </a:cubicBezTo>
                <a:cubicBezTo>
                  <a:pt x="38" y="205"/>
                  <a:pt x="26" y="194"/>
                  <a:pt x="26" y="179"/>
                </a:cubicBezTo>
                <a:cubicBezTo>
                  <a:pt x="26" y="151"/>
                  <a:pt x="26" y="151"/>
                  <a:pt x="26" y="151"/>
                </a:cubicBezTo>
                <a:cubicBezTo>
                  <a:pt x="4" y="151"/>
                  <a:pt x="4" y="151"/>
                  <a:pt x="4" y="151"/>
                </a:cubicBezTo>
                <a:cubicBezTo>
                  <a:pt x="3" y="151"/>
                  <a:pt x="2" y="150"/>
                  <a:pt x="1" y="149"/>
                </a:cubicBezTo>
                <a:cubicBezTo>
                  <a:pt x="0" y="148"/>
                  <a:pt x="0" y="147"/>
                  <a:pt x="0" y="145"/>
                </a:cubicBezTo>
                <a:cubicBezTo>
                  <a:pt x="16" y="92"/>
                  <a:pt x="16" y="92"/>
                  <a:pt x="16" y="92"/>
                </a:cubicBezTo>
                <a:cubicBezTo>
                  <a:pt x="16" y="75"/>
                  <a:pt x="21" y="58"/>
                  <a:pt x="30" y="44"/>
                </a:cubicBezTo>
                <a:cubicBezTo>
                  <a:pt x="31" y="43"/>
                  <a:pt x="32" y="41"/>
                  <a:pt x="32" y="40"/>
                </a:cubicBezTo>
                <a:cubicBezTo>
                  <a:pt x="34" y="38"/>
                  <a:pt x="37" y="38"/>
                  <a:pt x="39" y="39"/>
                </a:cubicBezTo>
                <a:cubicBezTo>
                  <a:pt x="41" y="40"/>
                  <a:pt x="41" y="43"/>
                  <a:pt x="40" y="45"/>
                </a:cubicBezTo>
                <a:cubicBezTo>
                  <a:pt x="39" y="46"/>
                  <a:pt x="38" y="47"/>
                  <a:pt x="38" y="48"/>
                </a:cubicBezTo>
                <a:cubicBezTo>
                  <a:pt x="30" y="62"/>
                  <a:pt x="25" y="77"/>
                  <a:pt x="25" y="92"/>
                </a:cubicBezTo>
                <a:cubicBezTo>
                  <a:pt x="25" y="93"/>
                  <a:pt x="25" y="93"/>
                  <a:pt x="25" y="94"/>
                </a:cubicBezTo>
                <a:cubicBezTo>
                  <a:pt x="10" y="142"/>
                  <a:pt x="10" y="142"/>
                  <a:pt x="10" y="142"/>
                </a:cubicBezTo>
                <a:cubicBezTo>
                  <a:pt x="30" y="142"/>
                  <a:pt x="30" y="142"/>
                  <a:pt x="30" y="142"/>
                </a:cubicBezTo>
                <a:cubicBezTo>
                  <a:pt x="33" y="142"/>
                  <a:pt x="35" y="144"/>
                  <a:pt x="35" y="147"/>
                </a:cubicBezTo>
                <a:cubicBezTo>
                  <a:pt x="35" y="179"/>
                  <a:pt x="35" y="179"/>
                  <a:pt x="35" y="179"/>
                </a:cubicBezTo>
                <a:cubicBezTo>
                  <a:pt x="35" y="189"/>
                  <a:pt x="43" y="196"/>
                  <a:pt x="52" y="196"/>
                </a:cubicBezTo>
                <a:cubicBezTo>
                  <a:pt x="81" y="196"/>
                  <a:pt x="81" y="196"/>
                  <a:pt x="81" y="196"/>
                </a:cubicBezTo>
                <a:cubicBezTo>
                  <a:pt x="90" y="196"/>
                  <a:pt x="98" y="204"/>
                  <a:pt x="98" y="214"/>
                </a:cubicBezTo>
                <a:cubicBezTo>
                  <a:pt x="98" y="221"/>
                  <a:pt x="98" y="221"/>
                  <a:pt x="98" y="221"/>
                </a:cubicBezTo>
                <a:cubicBezTo>
                  <a:pt x="114" y="221"/>
                  <a:pt x="114" y="221"/>
                  <a:pt x="114" y="221"/>
                </a:cubicBezTo>
                <a:cubicBezTo>
                  <a:pt x="114" y="184"/>
                  <a:pt x="114" y="184"/>
                  <a:pt x="114" y="184"/>
                </a:cubicBezTo>
                <a:cubicBezTo>
                  <a:pt x="107" y="177"/>
                  <a:pt x="107" y="177"/>
                  <a:pt x="107" y="177"/>
                </a:cubicBezTo>
                <a:cubicBezTo>
                  <a:pt x="105" y="178"/>
                  <a:pt x="102" y="179"/>
                  <a:pt x="100" y="179"/>
                </a:cubicBezTo>
                <a:cubicBezTo>
                  <a:pt x="91" y="179"/>
                  <a:pt x="85" y="172"/>
                  <a:pt x="85" y="164"/>
                </a:cubicBezTo>
                <a:cubicBezTo>
                  <a:pt x="85" y="155"/>
                  <a:pt x="91" y="149"/>
                  <a:pt x="100" y="149"/>
                </a:cubicBezTo>
                <a:cubicBezTo>
                  <a:pt x="108" y="149"/>
                  <a:pt x="115" y="155"/>
                  <a:pt x="115" y="164"/>
                </a:cubicBezTo>
                <a:cubicBezTo>
                  <a:pt x="115" y="166"/>
                  <a:pt x="114" y="169"/>
                  <a:pt x="113" y="171"/>
                </a:cubicBezTo>
                <a:cubicBezTo>
                  <a:pt x="121" y="179"/>
                  <a:pt x="121" y="179"/>
                  <a:pt x="121" y="179"/>
                </a:cubicBezTo>
                <a:cubicBezTo>
                  <a:pt x="122" y="180"/>
                  <a:pt x="123" y="181"/>
                  <a:pt x="123" y="182"/>
                </a:cubicBezTo>
                <a:cubicBezTo>
                  <a:pt x="123" y="221"/>
                  <a:pt x="123" y="221"/>
                  <a:pt x="123" y="221"/>
                </a:cubicBezTo>
                <a:cubicBezTo>
                  <a:pt x="165" y="221"/>
                  <a:pt x="165" y="221"/>
                  <a:pt x="165" y="221"/>
                </a:cubicBezTo>
                <a:cubicBezTo>
                  <a:pt x="165" y="177"/>
                  <a:pt x="165" y="177"/>
                  <a:pt x="165" y="177"/>
                </a:cubicBezTo>
                <a:cubicBezTo>
                  <a:pt x="165" y="167"/>
                  <a:pt x="168" y="159"/>
                  <a:pt x="173" y="151"/>
                </a:cubicBezTo>
                <a:cubicBezTo>
                  <a:pt x="184" y="135"/>
                  <a:pt x="191" y="111"/>
                  <a:pt x="191" y="91"/>
                </a:cubicBezTo>
                <a:cubicBezTo>
                  <a:pt x="190" y="61"/>
                  <a:pt x="174" y="35"/>
                  <a:pt x="150" y="21"/>
                </a:cubicBezTo>
                <a:cubicBezTo>
                  <a:pt x="150" y="81"/>
                  <a:pt x="150" y="81"/>
                  <a:pt x="150" y="81"/>
                </a:cubicBezTo>
                <a:cubicBezTo>
                  <a:pt x="157" y="88"/>
                  <a:pt x="157" y="88"/>
                  <a:pt x="157" y="88"/>
                </a:cubicBezTo>
                <a:cubicBezTo>
                  <a:pt x="159" y="87"/>
                  <a:pt x="162" y="86"/>
                  <a:pt x="164" y="86"/>
                </a:cubicBezTo>
                <a:cubicBezTo>
                  <a:pt x="173" y="86"/>
                  <a:pt x="179" y="93"/>
                  <a:pt x="179" y="101"/>
                </a:cubicBezTo>
                <a:cubicBezTo>
                  <a:pt x="179" y="110"/>
                  <a:pt x="173" y="116"/>
                  <a:pt x="164" y="116"/>
                </a:cubicBezTo>
                <a:cubicBezTo>
                  <a:pt x="156" y="116"/>
                  <a:pt x="149" y="110"/>
                  <a:pt x="149" y="101"/>
                </a:cubicBezTo>
                <a:cubicBezTo>
                  <a:pt x="149" y="99"/>
                  <a:pt x="150" y="96"/>
                  <a:pt x="151" y="94"/>
                </a:cubicBezTo>
                <a:cubicBezTo>
                  <a:pt x="143" y="86"/>
                  <a:pt x="143" y="86"/>
                  <a:pt x="143" y="86"/>
                </a:cubicBezTo>
                <a:cubicBezTo>
                  <a:pt x="142" y="85"/>
                  <a:pt x="141" y="84"/>
                  <a:pt x="141" y="83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36" y="14"/>
                  <a:pt x="129" y="12"/>
                  <a:pt x="123" y="11"/>
                </a:cubicBezTo>
                <a:cubicBezTo>
                  <a:pt x="123" y="50"/>
                  <a:pt x="123" y="50"/>
                  <a:pt x="123" y="50"/>
                </a:cubicBezTo>
                <a:cubicBezTo>
                  <a:pt x="129" y="52"/>
                  <a:pt x="133" y="58"/>
                  <a:pt x="133" y="65"/>
                </a:cubicBezTo>
                <a:cubicBezTo>
                  <a:pt x="133" y="73"/>
                  <a:pt x="127" y="80"/>
                  <a:pt x="118" y="80"/>
                </a:cubicBezTo>
                <a:cubicBezTo>
                  <a:pt x="110" y="80"/>
                  <a:pt x="103" y="73"/>
                  <a:pt x="103" y="65"/>
                </a:cubicBezTo>
                <a:cubicBezTo>
                  <a:pt x="103" y="58"/>
                  <a:pt x="108" y="52"/>
                  <a:pt x="114" y="50"/>
                </a:cubicBezTo>
                <a:cubicBezTo>
                  <a:pt x="114" y="10"/>
                  <a:pt x="114" y="10"/>
                  <a:pt x="114" y="10"/>
                </a:cubicBezTo>
                <a:cubicBezTo>
                  <a:pt x="111" y="9"/>
                  <a:pt x="109" y="9"/>
                  <a:pt x="107" y="9"/>
                </a:cubicBezTo>
                <a:cubicBezTo>
                  <a:pt x="102" y="10"/>
                  <a:pt x="98" y="10"/>
                  <a:pt x="94" y="11"/>
                </a:cubicBezTo>
                <a:cubicBezTo>
                  <a:pt x="94" y="83"/>
                  <a:pt x="94" y="83"/>
                  <a:pt x="94" y="83"/>
                </a:cubicBezTo>
                <a:cubicBezTo>
                  <a:pt x="94" y="84"/>
                  <a:pt x="93" y="85"/>
                  <a:pt x="92" y="86"/>
                </a:cubicBezTo>
                <a:cubicBezTo>
                  <a:pt x="84" y="94"/>
                  <a:pt x="84" y="94"/>
                  <a:pt x="84" y="94"/>
                </a:cubicBezTo>
                <a:cubicBezTo>
                  <a:pt x="85" y="96"/>
                  <a:pt x="86" y="99"/>
                  <a:pt x="86" y="101"/>
                </a:cubicBezTo>
                <a:cubicBezTo>
                  <a:pt x="86" y="110"/>
                  <a:pt x="79" y="116"/>
                  <a:pt x="71" y="116"/>
                </a:cubicBezTo>
                <a:cubicBezTo>
                  <a:pt x="62" y="116"/>
                  <a:pt x="56" y="110"/>
                  <a:pt x="56" y="101"/>
                </a:cubicBezTo>
                <a:cubicBezTo>
                  <a:pt x="56" y="93"/>
                  <a:pt x="62" y="86"/>
                  <a:pt x="71" y="86"/>
                </a:cubicBezTo>
                <a:cubicBezTo>
                  <a:pt x="73" y="86"/>
                  <a:pt x="76" y="87"/>
                  <a:pt x="78" y="88"/>
                </a:cubicBezTo>
                <a:cubicBezTo>
                  <a:pt x="85" y="81"/>
                  <a:pt x="85" y="81"/>
                  <a:pt x="85" y="81"/>
                </a:cubicBezTo>
                <a:cubicBezTo>
                  <a:pt x="85" y="13"/>
                  <a:pt x="85" y="13"/>
                  <a:pt x="85" y="13"/>
                </a:cubicBezTo>
                <a:cubicBezTo>
                  <a:pt x="77" y="15"/>
                  <a:pt x="69" y="19"/>
                  <a:pt x="62" y="23"/>
                </a:cubicBezTo>
                <a:cubicBezTo>
                  <a:pt x="60" y="25"/>
                  <a:pt x="57" y="24"/>
                  <a:pt x="56" y="22"/>
                </a:cubicBezTo>
                <a:cubicBezTo>
                  <a:pt x="54" y="20"/>
                  <a:pt x="55" y="17"/>
                  <a:pt x="57" y="16"/>
                </a:cubicBezTo>
                <a:cubicBezTo>
                  <a:pt x="72" y="6"/>
                  <a:pt x="89" y="1"/>
                  <a:pt x="107" y="1"/>
                </a:cubicBezTo>
                <a:cubicBezTo>
                  <a:pt x="131" y="0"/>
                  <a:pt x="154" y="9"/>
                  <a:pt x="172" y="26"/>
                </a:cubicBezTo>
                <a:cubicBezTo>
                  <a:pt x="189" y="43"/>
                  <a:pt x="199" y="66"/>
                  <a:pt x="200" y="91"/>
                </a:cubicBezTo>
                <a:cubicBezTo>
                  <a:pt x="200" y="113"/>
                  <a:pt x="193" y="138"/>
                  <a:pt x="180" y="156"/>
                </a:cubicBezTo>
                <a:cubicBezTo>
                  <a:pt x="176" y="162"/>
                  <a:pt x="174" y="169"/>
                  <a:pt x="174" y="177"/>
                </a:cubicBezTo>
                <a:cubicBezTo>
                  <a:pt x="174" y="221"/>
                  <a:pt x="174" y="221"/>
                  <a:pt x="174" y="221"/>
                </a:cubicBezTo>
                <a:cubicBezTo>
                  <a:pt x="195" y="221"/>
                  <a:pt x="195" y="221"/>
                  <a:pt x="195" y="221"/>
                </a:cubicBezTo>
                <a:cubicBezTo>
                  <a:pt x="198" y="221"/>
                  <a:pt x="200" y="223"/>
                  <a:pt x="200" y="225"/>
                </a:cubicBezTo>
                <a:close/>
                <a:moveTo>
                  <a:pt x="77" y="101"/>
                </a:moveTo>
                <a:cubicBezTo>
                  <a:pt x="77" y="98"/>
                  <a:pt x="74" y="95"/>
                  <a:pt x="71" y="95"/>
                </a:cubicBezTo>
                <a:cubicBezTo>
                  <a:pt x="67" y="95"/>
                  <a:pt x="65" y="98"/>
                  <a:pt x="65" y="101"/>
                </a:cubicBezTo>
                <a:cubicBezTo>
                  <a:pt x="65" y="105"/>
                  <a:pt x="67" y="107"/>
                  <a:pt x="71" y="107"/>
                </a:cubicBezTo>
                <a:cubicBezTo>
                  <a:pt x="74" y="107"/>
                  <a:pt x="77" y="105"/>
                  <a:pt x="77" y="101"/>
                </a:cubicBezTo>
                <a:close/>
                <a:moveTo>
                  <a:pt x="124" y="65"/>
                </a:moveTo>
                <a:cubicBezTo>
                  <a:pt x="124" y="62"/>
                  <a:pt x="122" y="59"/>
                  <a:pt x="118" y="59"/>
                </a:cubicBezTo>
                <a:cubicBezTo>
                  <a:pt x="115" y="59"/>
                  <a:pt x="112" y="62"/>
                  <a:pt x="112" y="65"/>
                </a:cubicBezTo>
                <a:cubicBezTo>
                  <a:pt x="112" y="68"/>
                  <a:pt x="115" y="71"/>
                  <a:pt x="118" y="71"/>
                </a:cubicBezTo>
                <a:cubicBezTo>
                  <a:pt x="122" y="71"/>
                  <a:pt x="124" y="68"/>
                  <a:pt x="124" y="65"/>
                </a:cubicBezTo>
                <a:close/>
                <a:moveTo>
                  <a:pt x="164" y="95"/>
                </a:moveTo>
                <a:cubicBezTo>
                  <a:pt x="161" y="95"/>
                  <a:pt x="158" y="98"/>
                  <a:pt x="158" y="101"/>
                </a:cubicBezTo>
                <a:cubicBezTo>
                  <a:pt x="158" y="105"/>
                  <a:pt x="161" y="107"/>
                  <a:pt x="164" y="107"/>
                </a:cubicBezTo>
                <a:cubicBezTo>
                  <a:pt x="168" y="107"/>
                  <a:pt x="171" y="105"/>
                  <a:pt x="171" y="101"/>
                </a:cubicBezTo>
                <a:cubicBezTo>
                  <a:pt x="171" y="98"/>
                  <a:pt x="168" y="95"/>
                  <a:pt x="164" y="95"/>
                </a:cubicBezTo>
                <a:close/>
                <a:moveTo>
                  <a:pt x="100" y="170"/>
                </a:moveTo>
                <a:cubicBezTo>
                  <a:pt x="103" y="170"/>
                  <a:pt x="106" y="167"/>
                  <a:pt x="106" y="164"/>
                </a:cubicBezTo>
                <a:cubicBezTo>
                  <a:pt x="106" y="160"/>
                  <a:pt x="103" y="158"/>
                  <a:pt x="100" y="158"/>
                </a:cubicBezTo>
                <a:cubicBezTo>
                  <a:pt x="96" y="158"/>
                  <a:pt x="94" y="160"/>
                  <a:pt x="94" y="164"/>
                </a:cubicBezTo>
                <a:cubicBezTo>
                  <a:pt x="94" y="167"/>
                  <a:pt x="96" y="170"/>
                  <a:pt x="100" y="17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" name="Freeform 25">
            <a:extLst>
              <a:ext uri="{FF2B5EF4-FFF2-40B4-BE49-F238E27FC236}">
                <a16:creationId xmlns:a16="http://schemas.microsoft.com/office/drawing/2014/main" id="{5108C7C8-AA65-FAE2-9A34-52E1F3472293}"/>
              </a:ext>
            </a:extLst>
          </p:cNvPr>
          <p:cNvSpPr>
            <a:spLocks noEditPoints="1"/>
          </p:cNvSpPr>
          <p:nvPr/>
        </p:nvSpPr>
        <p:spPr bwMode="auto">
          <a:xfrm>
            <a:off x="3006424" y="5586760"/>
            <a:ext cx="369524" cy="369942"/>
          </a:xfrm>
          <a:custGeom>
            <a:avLst/>
            <a:gdLst>
              <a:gd name="T0" fmla="*/ 657 w 1486"/>
              <a:gd name="T1" fmla="*/ 1487 h 1488"/>
              <a:gd name="T2" fmla="*/ 590 w 1486"/>
              <a:gd name="T3" fmla="*/ 1307 h 1488"/>
              <a:gd name="T4" fmla="*/ 618 w 1486"/>
              <a:gd name="T5" fmla="*/ 1034 h 1488"/>
              <a:gd name="T6" fmla="*/ 624 w 1486"/>
              <a:gd name="T7" fmla="*/ 650 h 1488"/>
              <a:gd name="T8" fmla="*/ 767 w 1486"/>
              <a:gd name="T9" fmla="*/ 778 h 1488"/>
              <a:gd name="T10" fmla="*/ 919 w 1486"/>
              <a:gd name="T11" fmla="*/ 848 h 1488"/>
              <a:gd name="T12" fmla="*/ 1054 w 1486"/>
              <a:gd name="T13" fmla="*/ 953 h 1488"/>
              <a:gd name="T14" fmla="*/ 959 w 1486"/>
              <a:gd name="T15" fmla="*/ 1362 h 1488"/>
              <a:gd name="T16" fmla="*/ 911 w 1486"/>
              <a:gd name="T17" fmla="*/ 1476 h 1488"/>
              <a:gd name="T18" fmla="*/ 1007 w 1486"/>
              <a:gd name="T19" fmla="*/ 1164 h 1488"/>
              <a:gd name="T20" fmla="*/ 959 w 1486"/>
              <a:gd name="T21" fmla="*/ 962 h 1488"/>
              <a:gd name="T22" fmla="*/ 911 w 1486"/>
              <a:gd name="T23" fmla="*/ 950 h 1488"/>
              <a:gd name="T24" fmla="*/ 863 w 1486"/>
              <a:gd name="T25" fmla="*/ 916 h 1488"/>
              <a:gd name="T26" fmla="*/ 815 w 1486"/>
              <a:gd name="T27" fmla="*/ 901 h 1488"/>
              <a:gd name="T28" fmla="*/ 768 w 1486"/>
              <a:gd name="T29" fmla="*/ 866 h 1488"/>
              <a:gd name="T30" fmla="*/ 720 w 1486"/>
              <a:gd name="T31" fmla="*/ 991 h 1488"/>
              <a:gd name="T32" fmla="*/ 695 w 1486"/>
              <a:gd name="T33" fmla="*/ 624 h 1488"/>
              <a:gd name="T34" fmla="*/ 671 w 1486"/>
              <a:gd name="T35" fmla="*/ 1095 h 1488"/>
              <a:gd name="T36" fmla="*/ 585 w 1486"/>
              <a:gd name="T37" fmla="*/ 1069 h 1488"/>
              <a:gd name="T38" fmla="*/ 624 w 1486"/>
              <a:gd name="T39" fmla="*/ 1271 h 1488"/>
              <a:gd name="T40" fmla="*/ 705 w 1486"/>
              <a:gd name="T41" fmla="*/ 1488 h 1488"/>
              <a:gd name="T42" fmla="*/ 892 w 1486"/>
              <a:gd name="T43" fmla="*/ 679 h 1488"/>
              <a:gd name="T44" fmla="*/ 902 w 1486"/>
              <a:gd name="T45" fmla="*/ 532 h 1488"/>
              <a:gd name="T46" fmla="*/ 929 w 1486"/>
              <a:gd name="T47" fmla="*/ 437 h 1488"/>
              <a:gd name="T48" fmla="*/ 794 w 1486"/>
              <a:gd name="T49" fmla="*/ 353 h 1488"/>
              <a:gd name="T50" fmla="*/ 729 w 1486"/>
              <a:gd name="T51" fmla="*/ 288 h 1488"/>
              <a:gd name="T52" fmla="*/ 590 w 1486"/>
              <a:gd name="T53" fmla="*/ 357 h 1488"/>
              <a:gd name="T54" fmla="*/ 498 w 1486"/>
              <a:gd name="T55" fmla="*/ 378 h 1488"/>
              <a:gd name="T56" fmla="*/ 489 w 1486"/>
              <a:gd name="T57" fmla="*/ 527 h 1488"/>
              <a:gd name="T58" fmla="*/ 461 w 1486"/>
              <a:gd name="T59" fmla="*/ 617 h 1488"/>
              <a:gd name="T60" fmla="*/ 570 w 1486"/>
              <a:gd name="T61" fmla="*/ 680 h 1488"/>
              <a:gd name="T62" fmla="*/ 505 w 1486"/>
              <a:gd name="T63" fmla="*/ 598 h 1488"/>
              <a:gd name="T64" fmla="*/ 505 w 1486"/>
              <a:gd name="T65" fmla="*/ 458 h 1488"/>
              <a:gd name="T66" fmla="*/ 636 w 1486"/>
              <a:gd name="T67" fmla="*/ 387 h 1488"/>
              <a:gd name="T68" fmla="*/ 728 w 1486"/>
              <a:gd name="T69" fmla="*/ 337 h 1488"/>
              <a:gd name="T70" fmla="*/ 854 w 1486"/>
              <a:gd name="T71" fmla="*/ 405 h 1488"/>
              <a:gd name="T72" fmla="*/ 854 w 1486"/>
              <a:gd name="T73" fmla="*/ 558 h 1488"/>
              <a:gd name="T74" fmla="*/ 855 w 1486"/>
              <a:gd name="T75" fmla="*/ 649 h 1488"/>
              <a:gd name="T76" fmla="*/ 1486 w 1486"/>
              <a:gd name="T77" fmla="*/ 121 h 1488"/>
              <a:gd name="T78" fmla="*/ 1366 w 1486"/>
              <a:gd name="T79" fmla="*/ 240 h 1488"/>
              <a:gd name="T80" fmla="*/ 1295 w 1486"/>
              <a:gd name="T81" fmla="*/ 120 h 1488"/>
              <a:gd name="T82" fmla="*/ 1367 w 1486"/>
              <a:gd name="T83" fmla="*/ 192 h 1488"/>
              <a:gd name="T84" fmla="*/ 1 w 1486"/>
              <a:gd name="T85" fmla="*/ 862 h 1488"/>
              <a:gd name="T86" fmla="*/ 122 w 1486"/>
              <a:gd name="T87" fmla="*/ 936 h 1488"/>
              <a:gd name="T88" fmla="*/ 192 w 1486"/>
              <a:gd name="T89" fmla="*/ 864 h 1488"/>
              <a:gd name="T90" fmla="*/ 241 w 1486"/>
              <a:gd name="T91" fmla="*/ 0 h 1488"/>
              <a:gd name="T92" fmla="*/ 336 w 1486"/>
              <a:gd name="T93" fmla="*/ 97 h 1488"/>
              <a:gd name="T94" fmla="*/ 240 w 1486"/>
              <a:gd name="T95" fmla="*/ 48 h 1488"/>
              <a:gd name="T96" fmla="*/ 1199 w 1486"/>
              <a:gd name="T97" fmla="*/ 769 h 1488"/>
              <a:gd name="T98" fmla="*/ 1294 w 1486"/>
              <a:gd name="T99" fmla="*/ 672 h 1488"/>
              <a:gd name="T100" fmla="*/ 1295 w 1486"/>
              <a:gd name="T101" fmla="*/ 720 h 1488"/>
              <a:gd name="T102" fmla="*/ 1247 w 1486"/>
              <a:gd name="T103" fmla="*/ 768 h 1488"/>
              <a:gd name="T104" fmla="*/ 1236 w 1486"/>
              <a:gd name="T105" fmla="*/ 236 h 1488"/>
              <a:gd name="T106" fmla="*/ 759 w 1486"/>
              <a:gd name="T107" fmla="*/ 441 h 1488"/>
              <a:gd name="T108" fmla="*/ 629 w 1486"/>
              <a:gd name="T109" fmla="*/ 542 h 1488"/>
              <a:gd name="T110" fmla="*/ 756 w 1486"/>
              <a:gd name="T111" fmla="*/ 528 h 1488"/>
              <a:gd name="T112" fmla="*/ 759 w 1486"/>
              <a:gd name="T113" fmla="*/ 441 h 1488"/>
              <a:gd name="T114" fmla="*/ 1150 w 1486"/>
              <a:gd name="T115" fmla="*/ 716 h 1488"/>
              <a:gd name="T116" fmla="*/ 252 w 1486"/>
              <a:gd name="T117" fmla="*/ 747 h 1488"/>
              <a:gd name="T118" fmla="*/ 420 w 1486"/>
              <a:gd name="T119" fmla="*/ 651 h 1488"/>
              <a:gd name="T120" fmla="*/ 359 w 1486"/>
              <a:gd name="T121" fmla="*/ 200 h 1488"/>
              <a:gd name="T122" fmla="*/ 386 w 1486"/>
              <a:gd name="T123" fmla="*/ 160 h 1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486" h="1488">
                <a:moveTo>
                  <a:pt x="705" y="1488"/>
                </a:moveTo>
                <a:cubicBezTo>
                  <a:pt x="690" y="1488"/>
                  <a:pt x="678" y="1488"/>
                  <a:pt x="665" y="1488"/>
                </a:cubicBezTo>
                <a:cubicBezTo>
                  <a:pt x="663" y="1488"/>
                  <a:pt x="661" y="1488"/>
                  <a:pt x="657" y="1487"/>
                </a:cubicBezTo>
                <a:cubicBezTo>
                  <a:pt x="657" y="1451"/>
                  <a:pt x="656" y="1416"/>
                  <a:pt x="657" y="1380"/>
                </a:cubicBezTo>
                <a:cubicBezTo>
                  <a:pt x="657" y="1370"/>
                  <a:pt x="654" y="1364"/>
                  <a:pt x="645" y="1359"/>
                </a:cubicBezTo>
                <a:cubicBezTo>
                  <a:pt x="623" y="1346"/>
                  <a:pt x="605" y="1329"/>
                  <a:pt x="590" y="1307"/>
                </a:cubicBezTo>
                <a:cubicBezTo>
                  <a:pt x="555" y="1253"/>
                  <a:pt x="519" y="1200"/>
                  <a:pt x="483" y="1147"/>
                </a:cubicBezTo>
                <a:cubicBezTo>
                  <a:pt x="457" y="1108"/>
                  <a:pt x="464" y="1057"/>
                  <a:pt x="499" y="1027"/>
                </a:cubicBezTo>
                <a:cubicBezTo>
                  <a:pt x="535" y="998"/>
                  <a:pt x="585" y="1001"/>
                  <a:pt x="618" y="1034"/>
                </a:cubicBezTo>
                <a:cubicBezTo>
                  <a:pt x="619" y="1035"/>
                  <a:pt x="620" y="1036"/>
                  <a:pt x="624" y="1038"/>
                </a:cubicBezTo>
                <a:cubicBezTo>
                  <a:pt x="624" y="1031"/>
                  <a:pt x="624" y="1026"/>
                  <a:pt x="624" y="1021"/>
                </a:cubicBezTo>
                <a:cubicBezTo>
                  <a:pt x="624" y="897"/>
                  <a:pt x="624" y="774"/>
                  <a:pt x="624" y="650"/>
                </a:cubicBezTo>
                <a:cubicBezTo>
                  <a:pt x="624" y="600"/>
                  <a:pt x="669" y="565"/>
                  <a:pt x="716" y="579"/>
                </a:cubicBezTo>
                <a:cubicBezTo>
                  <a:pt x="746" y="588"/>
                  <a:pt x="767" y="615"/>
                  <a:pt x="767" y="648"/>
                </a:cubicBezTo>
                <a:cubicBezTo>
                  <a:pt x="768" y="691"/>
                  <a:pt x="767" y="735"/>
                  <a:pt x="767" y="778"/>
                </a:cubicBezTo>
                <a:cubicBezTo>
                  <a:pt x="767" y="783"/>
                  <a:pt x="767" y="789"/>
                  <a:pt x="767" y="794"/>
                </a:cubicBezTo>
                <a:cubicBezTo>
                  <a:pt x="821" y="790"/>
                  <a:pt x="839" y="799"/>
                  <a:pt x="862" y="844"/>
                </a:cubicBezTo>
                <a:cubicBezTo>
                  <a:pt x="881" y="838"/>
                  <a:pt x="900" y="838"/>
                  <a:pt x="919" y="848"/>
                </a:cubicBezTo>
                <a:cubicBezTo>
                  <a:pt x="937" y="857"/>
                  <a:pt x="949" y="872"/>
                  <a:pt x="956" y="892"/>
                </a:cubicBezTo>
                <a:cubicBezTo>
                  <a:pt x="960" y="891"/>
                  <a:pt x="964" y="891"/>
                  <a:pt x="968" y="890"/>
                </a:cubicBezTo>
                <a:cubicBezTo>
                  <a:pt x="1010" y="881"/>
                  <a:pt x="1053" y="910"/>
                  <a:pt x="1054" y="953"/>
                </a:cubicBezTo>
                <a:cubicBezTo>
                  <a:pt x="1055" y="1033"/>
                  <a:pt x="1056" y="1114"/>
                  <a:pt x="1052" y="1194"/>
                </a:cubicBezTo>
                <a:cubicBezTo>
                  <a:pt x="1048" y="1255"/>
                  <a:pt x="1017" y="1304"/>
                  <a:pt x="969" y="1341"/>
                </a:cubicBezTo>
                <a:cubicBezTo>
                  <a:pt x="961" y="1347"/>
                  <a:pt x="959" y="1353"/>
                  <a:pt x="959" y="1362"/>
                </a:cubicBezTo>
                <a:cubicBezTo>
                  <a:pt x="959" y="1404"/>
                  <a:pt x="959" y="1445"/>
                  <a:pt x="959" y="1487"/>
                </a:cubicBezTo>
                <a:cubicBezTo>
                  <a:pt x="943" y="1487"/>
                  <a:pt x="928" y="1487"/>
                  <a:pt x="912" y="1487"/>
                </a:cubicBezTo>
                <a:cubicBezTo>
                  <a:pt x="912" y="1484"/>
                  <a:pt x="911" y="1480"/>
                  <a:pt x="911" y="1476"/>
                </a:cubicBezTo>
                <a:cubicBezTo>
                  <a:pt x="911" y="1432"/>
                  <a:pt x="912" y="1387"/>
                  <a:pt x="911" y="1343"/>
                </a:cubicBezTo>
                <a:cubicBezTo>
                  <a:pt x="911" y="1329"/>
                  <a:pt x="916" y="1319"/>
                  <a:pt x="928" y="1312"/>
                </a:cubicBezTo>
                <a:cubicBezTo>
                  <a:pt x="980" y="1277"/>
                  <a:pt x="1006" y="1227"/>
                  <a:pt x="1007" y="1164"/>
                </a:cubicBezTo>
                <a:cubicBezTo>
                  <a:pt x="1007" y="1097"/>
                  <a:pt x="1007" y="1031"/>
                  <a:pt x="1007" y="964"/>
                </a:cubicBezTo>
                <a:cubicBezTo>
                  <a:pt x="1007" y="946"/>
                  <a:pt x="996" y="935"/>
                  <a:pt x="981" y="936"/>
                </a:cubicBezTo>
                <a:cubicBezTo>
                  <a:pt x="968" y="937"/>
                  <a:pt x="960" y="947"/>
                  <a:pt x="959" y="962"/>
                </a:cubicBezTo>
                <a:cubicBezTo>
                  <a:pt x="959" y="977"/>
                  <a:pt x="959" y="991"/>
                  <a:pt x="959" y="1007"/>
                </a:cubicBezTo>
                <a:cubicBezTo>
                  <a:pt x="943" y="1007"/>
                  <a:pt x="928" y="1007"/>
                  <a:pt x="911" y="1007"/>
                </a:cubicBezTo>
                <a:cubicBezTo>
                  <a:pt x="911" y="988"/>
                  <a:pt x="911" y="969"/>
                  <a:pt x="911" y="950"/>
                </a:cubicBezTo>
                <a:cubicBezTo>
                  <a:pt x="911" y="939"/>
                  <a:pt x="911" y="928"/>
                  <a:pt x="911" y="917"/>
                </a:cubicBezTo>
                <a:cubicBezTo>
                  <a:pt x="911" y="899"/>
                  <a:pt x="902" y="888"/>
                  <a:pt x="887" y="888"/>
                </a:cubicBezTo>
                <a:cubicBezTo>
                  <a:pt x="873" y="888"/>
                  <a:pt x="863" y="899"/>
                  <a:pt x="863" y="916"/>
                </a:cubicBezTo>
                <a:cubicBezTo>
                  <a:pt x="863" y="946"/>
                  <a:pt x="863" y="976"/>
                  <a:pt x="863" y="1007"/>
                </a:cubicBezTo>
                <a:cubicBezTo>
                  <a:pt x="847" y="1007"/>
                  <a:pt x="832" y="1007"/>
                  <a:pt x="815" y="1007"/>
                </a:cubicBezTo>
                <a:cubicBezTo>
                  <a:pt x="815" y="971"/>
                  <a:pt x="815" y="936"/>
                  <a:pt x="815" y="901"/>
                </a:cubicBezTo>
                <a:cubicBezTo>
                  <a:pt x="815" y="889"/>
                  <a:pt x="816" y="878"/>
                  <a:pt x="815" y="866"/>
                </a:cubicBezTo>
                <a:cubicBezTo>
                  <a:pt x="815" y="851"/>
                  <a:pt x="806" y="841"/>
                  <a:pt x="792" y="840"/>
                </a:cubicBezTo>
                <a:cubicBezTo>
                  <a:pt x="778" y="840"/>
                  <a:pt x="768" y="850"/>
                  <a:pt x="768" y="866"/>
                </a:cubicBezTo>
                <a:cubicBezTo>
                  <a:pt x="767" y="913"/>
                  <a:pt x="767" y="959"/>
                  <a:pt x="767" y="1007"/>
                </a:cubicBezTo>
                <a:cubicBezTo>
                  <a:pt x="752" y="1007"/>
                  <a:pt x="737" y="1007"/>
                  <a:pt x="720" y="1007"/>
                </a:cubicBezTo>
                <a:cubicBezTo>
                  <a:pt x="720" y="1002"/>
                  <a:pt x="720" y="996"/>
                  <a:pt x="720" y="991"/>
                </a:cubicBezTo>
                <a:cubicBezTo>
                  <a:pt x="720" y="881"/>
                  <a:pt x="720" y="770"/>
                  <a:pt x="720" y="660"/>
                </a:cubicBezTo>
                <a:cubicBezTo>
                  <a:pt x="720" y="655"/>
                  <a:pt x="720" y="651"/>
                  <a:pt x="719" y="646"/>
                </a:cubicBezTo>
                <a:cubicBezTo>
                  <a:pt x="718" y="633"/>
                  <a:pt x="708" y="624"/>
                  <a:pt x="695" y="624"/>
                </a:cubicBezTo>
                <a:cubicBezTo>
                  <a:pt x="683" y="624"/>
                  <a:pt x="673" y="633"/>
                  <a:pt x="672" y="647"/>
                </a:cubicBezTo>
                <a:cubicBezTo>
                  <a:pt x="671" y="651"/>
                  <a:pt x="672" y="656"/>
                  <a:pt x="672" y="660"/>
                </a:cubicBezTo>
                <a:cubicBezTo>
                  <a:pt x="672" y="805"/>
                  <a:pt x="672" y="950"/>
                  <a:pt x="671" y="1095"/>
                </a:cubicBezTo>
                <a:cubicBezTo>
                  <a:pt x="671" y="1103"/>
                  <a:pt x="671" y="1111"/>
                  <a:pt x="667" y="1117"/>
                </a:cubicBezTo>
                <a:cubicBezTo>
                  <a:pt x="659" y="1131"/>
                  <a:pt x="641" y="1132"/>
                  <a:pt x="629" y="1119"/>
                </a:cubicBezTo>
                <a:cubicBezTo>
                  <a:pt x="614" y="1103"/>
                  <a:pt x="600" y="1086"/>
                  <a:pt x="585" y="1069"/>
                </a:cubicBezTo>
                <a:cubicBezTo>
                  <a:pt x="570" y="1052"/>
                  <a:pt x="548" y="1049"/>
                  <a:pt x="531" y="1062"/>
                </a:cubicBezTo>
                <a:cubicBezTo>
                  <a:pt x="513" y="1076"/>
                  <a:pt x="509" y="1099"/>
                  <a:pt x="522" y="1119"/>
                </a:cubicBezTo>
                <a:cubicBezTo>
                  <a:pt x="556" y="1169"/>
                  <a:pt x="591" y="1219"/>
                  <a:pt x="624" y="1271"/>
                </a:cubicBezTo>
                <a:cubicBezTo>
                  <a:pt x="640" y="1296"/>
                  <a:pt x="661" y="1315"/>
                  <a:pt x="688" y="1329"/>
                </a:cubicBezTo>
                <a:cubicBezTo>
                  <a:pt x="695" y="1333"/>
                  <a:pt x="704" y="1343"/>
                  <a:pt x="704" y="1350"/>
                </a:cubicBezTo>
                <a:cubicBezTo>
                  <a:pt x="705" y="1395"/>
                  <a:pt x="705" y="1441"/>
                  <a:pt x="705" y="1488"/>
                </a:cubicBezTo>
                <a:close/>
                <a:moveTo>
                  <a:pt x="821" y="668"/>
                </a:moveTo>
                <a:cubicBezTo>
                  <a:pt x="821" y="689"/>
                  <a:pt x="828" y="697"/>
                  <a:pt x="849" y="699"/>
                </a:cubicBezTo>
                <a:cubicBezTo>
                  <a:pt x="867" y="700"/>
                  <a:pt x="882" y="694"/>
                  <a:pt x="892" y="679"/>
                </a:cubicBezTo>
                <a:cubicBezTo>
                  <a:pt x="906" y="659"/>
                  <a:pt x="918" y="638"/>
                  <a:pt x="930" y="616"/>
                </a:cubicBezTo>
                <a:cubicBezTo>
                  <a:pt x="940" y="597"/>
                  <a:pt x="935" y="573"/>
                  <a:pt x="917" y="562"/>
                </a:cubicBezTo>
                <a:cubicBezTo>
                  <a:pt x="904" y="554"/>
                  <a:pt x="900" y="546"/>
                  <a:pt x="902" y="532"/>
                </a:cubicBezTo>
                <a:cubicBezTo>
                  <a:pt x="903" y="528"/>
                  <a:pt x="903" y="523"/>
                  <a:pt x="902" y="518"/>
                </a:cubicBezTo>
                <a:cubicBezTo>
                  <a:pt x="901" y="508"/>
                  <a:pt x="904" y="502"/>
                  <a:pt x="913" y="497"/>
                </a:cubicBezTo>
                <a:cubicBezTo>
                  <a:pt x="935" y="484"/>
                  <a:pt x="941" y="459"/>
                  <a:pt x="929" y="437"/>
                </a:cubicBezTo>
                <a:cubicBezTo>
                  <a:pt x="918" y="417"/>
                  <a:pt x="906" y="398"/>
                  <a:pt x="894" y="378"/>
                </a:cubicBezTo>
                <a:cubicBezTo>
                  <a:pt x="882" y="361"/>
                  <a:pt x="861" y="350"/>
                  <a:pt x="845" y="359"/>
                </a:cubicBezTo>
                <a:cubicBezTo>
                  <a:pt x="824" y="369"/>
                  <a:pt x="810" y="364"/>
                  <a:pt x="794" y="353"/>
                </a:cubicBezTo>
                <a:cubicBezTo>
                  <a:pt x="792" y="351"/>
                  <a:pt x="790" y="350"/>
                  <a:pt x="787" y="349"/>
                </a:cubicBezTo>
                <a:cubicBezTo>
                  <a:pt x="779" y="347"/>
                  <a:pt x="776" y="342"/>
                  <a:pt x="776" y="333"/>
                </a:cubicBezTo>
                <a:cubicBezTo>
                  <a:pt x="775" y="306"/>
                  <a:pt x="756" y="288"/>
                  <a:pt x="729" y="288"/>
                </a:cubicBezTo>
                <a:cubicBezTo>
                  <a:pt x="706" y="288"/>
                  <a:pt x="684" y="288"/>
                  <a:pt x="661" y="288"/>
                </a:cubicBezTo>
                <a:cubicBezTo>
                  <a:pt x="640" y="288"/>
                  <a:pt x="620" y="301"/>
                  <a:pt x="618" y="321"/>
                </a:cubicBezTo>
                <a:cubicBezTo>
                  <a:pt x="616" y="341"/>
                  <a:pt x="607" y="351"/>
                  <a:pt x="590" y="357"/>
                </a:cubicBezTo>
                <a:cubicBezTo>
                  <a:pt x="588" y="358"/>
                  <a:pt x="585" y="359"/>
                  <a:pt x="584" y="361"/>
                </a:cubicBezTo>
                <a:cubicBezTo>
                  <a:pt x="576" y="369"/>
                  <a:pt x="569" y="368"/>
                  <a:pt x="559" y="363"/>
                </a:cubicBezTo>
                <a:cubicBezTo>
                  <a:pt x="536" y="351"/>
                  <a:pt x="512" y="357"/>
                  <a:pt x="498" y="378"/>
                </a:cubicBezTo>
                <a:cubicBezTo>
                  <a:pt x="485" y="397"/>
                  <a:pt x="473" y="418"/>
                  <a:pt x="462" y="438"/>
                </a:cubicBezTo>
                <a:cubicBezTo>
                  <a:pt x="451" y="458"/>
                  <a:pt x="455" y="482"/>
                  <a:pt x="473" y="493"/>
                </a:cubicBezTo>
                <a:cubicBezTo>
                  <a:pt x="487" y="502"/>
                  <a:pt x="491" y="512"/>
                  <a:pt x="489" y="527"/>
                </a:cubicBezTo>
                <a:cubicBezTo>
                  <a:pt x="488" y="531"/>
                  <a:pt x="488" y="535"/>
                  <a:pt x="489" y="539"/>
                </a:cubicBezTo>
                <a:cubicBezTo>
                  <a:pt x="491" y="549"/>
                  <a:pt x="487" y="554"/>
                  <a:pt x="478" y="559"/>
                </a:cubicBezTo>
                <a:cubicBezTo>
                  <a:pt x="457" y="571"/>
                  <a:pt x="450" y="595"/>
                  <a:pt x="461" y="617"/>
                </a:cubicBezTo>
                <a:cubicBezTo>
                  <a:pt x="473" y="638"/>
                  <a:pt x="485" y="659"/>
                  <a:pt x="498" y="679"/>
                </a:cubicBezTo>
                <a:cubicBezTo>
                  <a:pt x="513" y="701"/>
                  <a:pt x="541" y="706"/>
                  <a:pt x="563" y="691"/>
                </a:cubicBezTo>
                <a:cubicBezTo>
                  <a:pt x="566" y="689"/>
                  <a:pt x="569" y="684"/>
                  <a:pt x="570" y="680"/>
                </a:cubicBezTo>
                <a:cubicBezTo>
                  <a:pt x="570" y="667"/>
                  <a:pt x="570" y="654"/>
                  <a:pt x="570" y="638"/>
                </a:cubicBezTo>
                <a:cubicBezTo>
                  <a:pt x="558" y="642"/>
                  <a:pt x="547" y="645"/>
                  <a:pt x="536" y="649"/>
                </a:cubicBezTo>
                <a:cubicBezTo>
                  <a:pt x="526" y="632"/>
                  <a:pt x="516" y="616"/>
                  <a:pt x="505" y="598"/>
                </a:cubicBezTo>
                <a:cubicBezTo>
                  <a:pt x="534" y="586"/>
                  <a:pt x="541" y="564"/>
                  <a:pt x="537" y="536"/>
                </a:cubicBezTo>
                <a:cubicBezTo>
                  <a:pt x="536" y="531"/>
                  <a:pt x="536" y="525"/>
                  <a:pt x="537" y="520"/>
                </a:cubicBezTo>
                <a:cubicBezTo>
                  <a:pt x="541" y="492"/>
                  <a:pt x="534" y="470"/>
                  <a:pt x="505" y="458"/>
                </a:cubicBezTo>
                <a:cubicBezTo>
                  <a:pt x="516" y="440"/>
                  <a:pt x="526" y="423"/>
                  <a:pt x="537" y="405"/>
                </a:cubicBezTo>
                <a:cubicBezTo>
                  <a:pt x="564" y="424"/>
                  <a:pt x="587" y="418"/>
                  <a:pt x="610" y="401"/>
                </a:cubicBezTo>
                <a:cubicBezTo>
                  <a:pt x="618" y="395"/>
                  <a:pt x="628" y="393"/>
                  <a:pt x="636" y="387"/>
                </a:cubicBezTo>
                <a:cubicBezTo>
                  <a:pt x="645" y="380"/>
                  <a:pt x="654" y="371"/>
                  <a:pt x="660" y="361"/>
                </a:cubicBezTo>
                <a:cubicBezTo>
                  <a:pt x="664" y="355"/>
                  <a:pt x="663" y="345"/>
                  <a:pt x="664" y="337"/>
                </a:cubicBezTo>
                <a:cubicBezTo>
                  <a:pt x="686" y="337"/>
                  <a:pt x="706" y="337"/>
                  <a:pt x="728" y="337"/>
                </a:cubicBezTo>
                <a:cubicBezTo>
                  <a:pt x="725" y="368"/>
                  <a:pt x="742" y="384"/>
                  <a:pt x="768" y="393"/>
                </a:cubicBezTo>
                <a:cubicBezTo>
                  <a:pt x="772" y="395"/>
                  <a:pt x="776" y="397"/>
                  <a:pt x="780" y="400"/>
                </a:cubicBezTo>
                <a:cubicBezTo>
                  <a:pt x="803" y="418"/>
                  <a:pt x="827" y="425"/>
                  <a:pt x="854" y="405"/>
                </a:cubicBezTo>
                <a:cubicBezTo>
                  <a:pt x="865" y="423"/>
                  <a:pt x="875" y="440"/>
                  <a:pt x="886" y="458"/>
                </a:cubicBezTo>
                <a:cubicBezTo>
                  <a:pt x="868" y="466"/>
                  <a:pt x="854" y="478"/>
                  <a:pt x="854" y="498"/>
                </a:cubicBezTo>
                <a:cubicBezTo>
                  <a:pt x="853" y="518"/>
                  <a:pt x="852" y="538"/>
                  <a:pt x="854" y="558"/>
                </a:cubicBezTo>
                <a:cubicBezTo>
                  <a:pt x="855" y="568"/>
                  <a:pt x="862" y="578"/>
                  <a:pt x="868" y="587"/>
                </a:cubicBezTo>
                <a:cubicBezTo>
                  <a:pt x="872" y="592"/>
                  <a:pt x="879" y="595"/>
                  <a:pt x="885" y="599"/>
                </a:cubicBezTo>
                <a:cubicBezTo>
                  <a:pt x="874" y="617"/>
                  <a:pt x="864" y="633"/>
                  <a:pt x="855" y="649"/>
                </a:cubicBezTo>
                <a:cubicBezTo>
                  <a:pt x="843" y="645"/>
                  <a:pt x="833" y="642"/>
                  <a:pt x="821" y="637"/>
                </a:cubicBezTo>
                <a:cubicBezTo>
                  <a:pt x="821" y="650"/>
                  <a:pt x="821" y="659"/>
                  <a:pt x="821" y="668"/>
                </a:cubicBezTo>
                <a:close/>
                <a:moveTo>
                  <a:pt x="1486" y="121"/>
                </a:moveTo>
                <a:cubicBezTo>
                  <a:pt x="1486" y="54"/>
                  <a:pt x="1432" y="0"/>
                  <a:pt x="1366" y="0"/>
                </a:cubicBezTo>
                <a:cubicBezTo>
                  <a:pt x="1300" y="0"/>
                  <a:pt x="1247" y="54"/>
                  <a:pt x="1247" y="120"/>
                </a:cubicBezTo>
                <a:cubicBezTo>
                  <a:pt x="1246" y="186"/>
                  <a:pt x="1300" y="240"/>
                  <a:pt x="1366" y="240"/>
                </a:cubicBezTo>
                <a:cubicBezTo>
                  <a:pt x="1432" y="240"/>
                  <a:pt x="1486" y="187"/>
                  <a:pt x="1486" y="121"/>
                </a:cubicBezTo>
                <a:close/>
                <a:moveTo>
                  <a:pt x="1367" y="192"/>
                </a:moveTo>
                <a:cubicBezTo>
                  <a:pt x="1328" y="192"/>
                  <a:pt x="1295" y="160"/>
                  <a:pt x="1295" y="120"/>
                </a:cubicBezTo>
                <a:cubicBezTo>
                  <a:pt x="1294" y="81"/>
                  <a:pt x="1326" y="49"/>
                  <a:pt x="1365" y="48"/>
                </a:cubicBezTo>
                <a:cubicBezTo>
                  <a:pt x="1405" y="48"/>
                  <a:pt x="1438" y="80"/>
                  <a:pt x="1438" y="120"/>
                </a:cubicBezTo>
                <a:cubicBezTo>
                  <a:pt x="1438" y="159"/>
                  <a:pt x="1406" y="192"/>
                  <a:pt x="1367" y="192"/>
                </a:cubicBezTo>
                <a:close/>
                <a:moveTo>
                  <a:pt x="240" y="866"/>
                </a:moveTo>
                <a:cubicBezTo>
                  <a:pt x="241" y="800"/>
                  <a:pt x="189" y="745"/>
                  <a:pt x="123" y="744"/>
                </a:cubicBezTo>
                <a:cubicBezTo>
                  <a:pt x="56" y="743"/>
                  <a:pt x="1" y="796"/>
                  <a:pt x="1" y="862"/>
                </a:cubicBezTo>
                <a:cubicBezTo>
                  <a:pt x="0" y="929"/>
                  <a:pt x="53" y="983"/>
                  <a:pt x="119" y="984"/>
                </a:cubicBezTo>
                <a:cubicBezTo>
                  <a:pt x="185" y="985"/>
                  <a:pt x="239" y="932"/>
                  <a:pt x="240" y="866"/>
                </a:cubicBezTo>
                <a:close/>
                <a:moveTo>
                  <a:pt x="122" y="936"/>
                </a:moveTo>
                <a:cubicBezTo>
                  <a:pt x="82" y="936"/>
                  <a:pt x="49" y="904"/>
                  <a:pt x="49" y="864"/>
                </a:cubicBezTo>
                <a:cubicBezTo>
                  <a:pt x="49" y="825"/>
                  <a:pt x="81" y="792"/>
                  <a:pt x="119" y="792"/>
                </a:cubicBezTo>
                <a:cubicBezTo>
                  <a:pt x="159" y="792"/>
                  <a:pt x="192" y="824"/>
                  <a:pt x="192" y="864"/>
                </a:cubicBezTo>
                <a:cubicBezTo>
                  <a:pt x="193" y="903"/>
                  <a:pt x="161" y="935"/>
                  <a:pt x="122" y="936"/>
                </a:cubicBezTo>
                <a:close/>
                <a:moveTo>
                  <a:pt x="336" y="97"/>
                </a:moveTo>
                <a:cubicBezTo>
                  <a:pt x="337" y="44"/>
                  <a:pt x="294" y="1"/>
                  <a:pt x="241" y="0"/>
                </a:cubicBezTo>
                <a:cubicBezTo>
                  <a:pt x="188" y="0"/>
                  <a:pt x="145" y="42"/>
                  <a:pt x="145" y="95"/>
                </a:cubicBezTo>
                <a:cubicBezTo>
                  <a:pt x="144" y="148"/>
                  <a:pt x="187" y="192"/>
                  <a:pt x="240" y="192"/>
                </a:cubicBezTo>
                <a:cubicBezTo>
                  <a:pt x="293" y="192"/>
                  <a:pt x="336" y="149"/>
                  <a:pt x="336" y="97"/>
                </a:cubicBezTo>
                <a:close/>
                <a:moveTo>
                  <a:pt x="241" y="144"/>
                </a:moveTo>
                <a:cubicBezTo>
                  <a:pt x="215" y="144"/>
                  <a:pt x="193" y="123"/>
                  <a:pt x="193" y="97"/>
                </a:cubicBezTo>
                <a:cubicBezTo>
                  <a:pt x="192" y="71"/>
                  <a:pt x="214" y="48"/>
                  <a:pt x="240" y="48"/>
                </a:cubicBezTo>
                <a:cubicBezTo>
                  <a:pt x="266" y="48"/>
                  <a:pt x="288" y="69"/>
                  <a:pt x="288" y="95"/>
                </a:cubicBezTo>
                <a:cubicBezTo>
                  <a:pt x="289" y="121"/>
                  <a:pt x="267" y="144"/>
                  <a:pt x="241" y="144"/>
                </a:cubicBezTo>
                <a:close/>
                <a:moveTo>
                  <a:pt x="1199" y="769"/>
                </a:moveTo>
                <a:cubicBezTo>
                  <a:pt x="1199" y="821"/>
                  <a:pt x="1242" y="864"/>
                  <a:pt x="1294" y="864"/>
                </a:cubicBezTo>
                <a:cubicBezTo>
                  <a:pt x="1347" y="864"/>
                  <a:pt x="1390" y="821"/>
                  <a:pt x="1390" y="768"/>
                </a:cubicBezTo>
                <a:cubicBezTo>
                  <a:pt x="1390" y="715"/>
                  <a:pt x="1347" y="672"/>
                  <a:pt x="1294" y="672"/>
                </a:cubicBezTo>
                <a:cubicBezTo>
                  <a:pt x="1241" y="672"/>
                  <a:pt x="1198" y="716"/>
                  <a:pt x="1199" y="769"/>
                </a:cubicBezTo>
                <a:close/>
                <a:moveTo>
                  <a:pt x="1247" y="768"/>
                </a:moveTo>
                <a:cubicBezTo>
                  <a:pt x="1247" y="741"/>
                  <a:pt x="1269" y="720"/>
                  <a:pt x="1295" y="720"/>
                </a:cubicBezTo>
                <a:cubicBezTo>
                  <a:pt x="1322" y="721"/>
                  <a:pt x="1343" y="742"/>
                  <a:pt x="1342" y="769"/>
                </a:cubicBezTo>
                <a:cubicBezTo>
                  <a:pt x="1342" y="795"/>
                  <a:pt x="1320" y="816"/>
                  <a:pt x="1294" y="816"/>
                </a:cubicBezTo>
                <a:cubicBezTo>
                  <a:pt x="1268" y="816"/>
                  <a:pt x="1247" y="794"/>
                  <a:pt x="1247" y="768"/>
                </a:cubicBezTo>
                <a:close/>
                <a:moveTo>
                  <a:pt x="947" y="364"/>
                </a:moveTo>
                <a:cubicBezTo>
                  <a:pt x="956" y="378"/>
                  <a:pt x="964" y="391"/>
                  <a:pt x="973" y="404"/>
                </a:cubicBezTo>
                <a:cubicBezTo>
                  <a:pt x="1061" y="348"/>
                  <a:pt x="1148" y="292"/>
                  <a:pt x="1236" y="236"/>
                </a:cubicBezTo>
                <a:cubicBezTo>
                  <a:pt x="1227" y="222"/>
                  <a:pt x="1219" y="210"/>
                  <a:pt x="1210" y="196"/>
                </a:cubicBezTo>
                <a:cubicBezTo>
                  <a:pt x="1122" y="252"/>
                  <a:pt x="1034" y="308"/>
                  <a:pt x="947" y="364"/>
                </a:cubicBezTo>
                <a:close/>
                <a:moveTo>
                  <a:pt x="759" y="441"/>
                </a:moveTo>
                <a:cubicBezTo>
                  <a:pt x="716" y="409"/>
                  <a:pt x="656" y="414"/>
                  <a:pt x="619" y="452"/>
                </a:cubicBezTo>
                <a:cubicBezTo>
                  <a:pt x="587" y="485"/>
                  <a:pt x="578" y="541"/>
                  <a:pt x="598" y="567"/>
                </a:cubicBezTo>
                <a:cubicBezTo>
                  <a:pt x="608" y="559"/>
                  <a:pt x="619" y="551"/>
                  <a:pt x="629" y="542"/>
                </a:cubicBezTo>
                <a:cubicBezTo>
                  <a:pt x="632" y="539"/>
                  <a:pt x="635" y="533"/>
                  <a:pt x="636" y="529"/>
                </a:cubicBezTo>
                <a:cubicBezTo>
                  <a:pt x="637" y="493"/>
                  <a:pt x="661" y="467"/>
                  <a:pt x="695" y="467"/>
                </a:cubicBezTo>
                <a:cubicBezTo>
                  <a:pt x="729" y="467"/>
                  <a:pt x="754" y="492"/>
                  <a:pt x="756" y="528"/>
                </a:cubicBezTo>
                <a:cubicBezTo>
                  <a:pt x="756" y="532"/>
                  <a:pt x="757" y="538"/>
                  <a:pt x="760" y="540"/>
                </a:cubicBezTo>
                <a:cubicBezTo>
                  <a:pt x="771" y="550"/>
                  <a:pt x="783" y="558"/>
                  <a:pt x="794" y="568"/>
                </a:cubicBezTo>
                <a:cubicBezTo>
                  <a:pt x="812" y="537"/>
                  <a:pt x="806" y="475"/>
                  <a:pt x="759" y="441"/>
                </a:cubicBezTo>
                <a:close/>
                <a:moveTo>
                  <a:pt x="1008" y="568"/>
                </a:moveTo>
                <a:cubicBezTo>
                  <a:pt x="999" y="582"/>
                  <a:pt x="991" y="595"/>
                  <a:pt x="982" y="608"/>
                </a:cubicBezTo>
                <a:cubicBezTo>
                  <a:pt x="1038" y="645"/>
                  <a:pt x="1094" y="680"/>
                  <a:pt x="1150" y="716"/>
                </a:cubicBezTo>
                <a:cubicBezTo>
                  <a:pt x="1159" y="703"/>
                  <a:pt x="1167" y="690"/>
                  <a:pt x="1176" y="676"/>
                </a:cubicBezTo>
                <a:cubicBezTo>
                  <a:pt x="1120" y="640"/>
                  <a:pt x="1065" y="605"/>
                  <a:pt x="1008" y="568"/>
                </a:cubicBezTo>
                <a:close/>
                <a:moveTo>
                  <a:pt x="252" y="747"/>
                </a:moveTo>
                <a:cubicBezTo>
                  <a:pt x="261" y="762"/>
                  <a:pt x="269" y="775"/>
                  <a:pt x="277" y="789"/>
                </a:cubicBezTo>
                <a:cubicBezTo>
                  <a:pt x="333" y="756"/>
                  <a:pt x="388" y="724"/>
                  <a:pt x="444" y="693"/>
                </a:cubicBezTo>
                <a:cubicBezTo>
                  <a:pt x="435" y="678"/>
                  <a:pt x="428" y="665"/>
                  <a:pt x="420" y="651"/>
                </a:cubicBezTo>
                <a:cubicBezTo>
                  <a:pt x="363" y="684"/>
                  <a:pt x="308" y="715"/>
                  <a:pt x="252" y="747"/>
                </a:cubicBezTo>
                <a:close/>
                <a:moveTo>
                  <a:pt x="386" y="160"/>
                </a:moveTo>
                <a:cubicBezTo>
                  <a:pt x="376" y="174"/>
                  <a:pt x="368" y="187"/>
                  <a:pt x="359" y="200"/>
                </a:cubicBezTo>
                <a:cubicBezTo>
                  <a:pt x="411" y="236"/>
                  <a:pt x="462" y="271"/>
                  <a:pt x="514" y="308"/>
                </a:cubicBezTo>
                <a:cubicBezTo>
                  <a:pt x="523" y="294"/>
                  <a:pt x="532" y="282"/>
                  <a:pt x="541" y="268"/>
                </a:cubicBezTo>
                <a:cubicBezTo>
                  <a:pt x="489" y="232"/>
                  <a:pt x="438" y="196"/>
                  <a:pt x="386" y="16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D2541EF6-DFA6-1895-5EEB-B3F0B10EC9EA}"/>
              </a:ext>
            </a:extLst>
          </p:cNvPr>
          <p:cNvSpPr/>
          <p:nvPr/>
        </p:nvSpPr>
        <p:spPr bwMode="auto">
          <a:xfrm>
            <a:off x="3738108" y="1632579"/>
            <a:ext cx="745454" cy="745454"/>
          </a:xfrm>
          <a:prstGeom prst="ellipse">
            <a:avLst/>
          </a:prstGeom>
          <a:gradFill>
            <a:gsLst>
              <a:gs pos="1000">
                <a:srgbClr val="B2E0FA"/>
              </a:gs>
              <a:gs pos="100000">
                <a:srgbClr val="4FB7F6"/>
              </a:gs>
            </a:gsLst>
            <a:lin ang="270000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DB023BF1-966B-629D-C5D3-42319190A1C7}"/>
              </a:ext>
            </a:extLst>
          </p:cNvPr>
          <p:cNvSpPr/>
          <p:nvPr/>
        </p:nvSpPr>
        <p:spPr bwMode="auto">
          <a:xfrm>
            <a:off x="3753539" y="3115707"/>
            <a:ext cx="745454" cy="745454"/>
          </a:xfrm>
          <a:prstGeom prst="ellipse">
            <a:avLst/>
          </a:prstGeom>
          <a:gradFill>
            <a:gsLst>
              <a:gs pos="1000">
                <a:srgbClr val="B2E0FA"/>
              </a:gs>
              <a:gs pos="100000">
                <a:srgbClr val="4FB7F6"/>
              </a:gs>
            </a:gsLst>
            <a:lin ang="270000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US"/>
          </a:p>
        </p:txBody>
      </p:sp>
      <p:pic>
        <p:nvPicPr>
          <p:cNvPr id="172" name="Graphic 171">
            <a:extLst>
              <a:ext uri="{FF2B5EF4-FFF2-40B4-BE49-F238E27FC236}">
                <a16:creationId xmlns:a16="http://schemas.microsoft.com/office/drawing/2014/main" id="{BC1C03E5-3433-4F3F-67D2-1FD9756A83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30734" y="1825205"/>
            <a:ext cx="360202" cy="360202"/>
          </a:xfrm>
          <a:prstGeom prst="rect">
            <a:avLst/>
          </a:prstGeom>
        </p:spPr>
      </p:pic>
      <p:pic>
        <p:nvPicPr>
          <p:cNvPr id="177" name="Graphic 176">
            <a:extLst>
              <a:ext uri="{FF2B5EF4-FFF2-40B4-BE49-F238E27FC236}">
                <a16:creationId xmlns:a16="http://schemas.microsoft.com/office/drawing/2014/main" id="{BBB18502-27E6-9B28-9507-53C9CE240A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57269" y="3319437"/>
            <a:ext cx="337995" cy="337995"/>
          </a:xfrm>
          <a:prstGeom prst="rect">
            <a:avLst/>
          </a:prstGeom>
        </p:spPr>
      </p:pic>
      <p:pic>
        <p:nvPicPr>
          <p:cNvPr id="178" name="Graphic 177">
            <a:extLst>
              <a:ext uri="{FF2B5EF4-FFF2-40B4-BE49-F238E27FC236}">
                <a16:creationId xmlns:a16="http://schemas.microsoft.com/office/drawing/2014/main" id="{10EF3DDF-4B5F-BA3C-0400-6BCEF95D6E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43451" y="4661154"/>
            <a:ext cx="365630" cy="365630"/>
          </a:xfrm>
          <a:prstGeom prst="rect">
            <a:avLst/>
          </a:prstGeom>
        </p:spPr>
      </p:pic>
      <p:sp>
        <p:nvSpPr>
          <p:cNvPr id="5" name="Illustrative">
            <a:extLst>
              <a:ext uri="{FF2B5EF4-FFF2-40B4-BE49-F238E27FC236}">
                <a16:creationId xmlns:a16="http://schemas.microsoft.com/office/drawing/2014/main" id="{BC22F6C6-1CA5-622F-3D2B-0D41CDAF276D}"/>
              </a:ext>
            </a:extLst>
          </p:cNvPr>
          <p:cNvSpPr/>
          <p:nvPr/>
        </p:nvSpPr>
        <p:spPr>
          <a:xfrm rot="5400000">
            <a:off x="-145650" y="301327"/>
            <a:ext cx="503952" cy="212651"/>
          </a:xfrm>
          <a:prstGeom prst="snip2SameRect">
            <a:avLst>
              <a:gd name="adj1" fmla="val 23860"/>
              <a:gd name="adj2" fmla="val 0"/>
            </a:avLst>
          </a:prstGeom>
          <a:solidFill>
            <a:srgbClr val="81C1E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DA7BBCD-FCD0-44BC-8043-98DDDB393A6A}"/>
              </a:ext>
            </a:extLst>
          </p:cNvPr>
          <p:cNvSpPr/>
          <p:nvPr/>
        </p:nvSpPr>
        <p:spPr>
          <a:xfrm>
            <a:off x="10812415" y="617537"/>
            <a:ext cx="1304382" cy="238877"/>
          </a:xfrm>
          <a:prstGeom prst="roundRect">
            <a:avLst>
              <a:gd name="adj" fmla="val 50000"/>
            </a:avLst>
          </a:prstGeom>
          <a:solidFill>
            <a:srgbClr val="FFE39E"/>
          </a:solidFill>
          <a:ln w="6350" cmpd="sng">
            <a:solidFill>
              <a:srgbClr val="FFD26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algn="t" rotWithShape="0">
                    <a:srgbClr val="DA9C00">
                      <a:alpha val="3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IDIDUNTUTLAB</a:t>
            </a:r>
          </a:p>
        </p:txBody>
      </p:sp>
    </p:spTree>
    <p:extLst>
      <p:ext uri="{BB962C8B-B14F-4D97-AF65-F5344CB8AC3E}">
        <p14:creationId xmlns:p14="http://schemas.microsoft.com/office/powerpoint/2010/main" val="2528902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508FA-B643-E596-54CD-BDB5CF5D3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5034B09-6ECC-82BC-EDD6-75C31C39C1C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06" imgH="608" progId="TCLayout.ActiveDocument.1">
                  <p:embed/>
                </p:oleObj>
              </mc:Choice>
              <mc:Fallback>
                <p:oleObj name="think-cell Slide" r:id="rId3" imgW="606" imgH="60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5034B09-6ECC-82BC-EDD6-75C31C39C1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" name="Rectangle: Rounded Corners 1030">
            <a:extLst>
              <a:ext uri="{FF2B5EF4-FFF2-40B4-BE49-F238E27FC236}">
                <a16:creationId xmlns:a16="http://schemas.microsoft.com/office/drawing/2014/main" id="{676AF055-33F6-779C-9DD4-F13AB2DDD7A1}"/>
              </a:ext>
            </a:extLst>
          </p:cNvPr>
          <p:cNvSpPr/>
          <p:nvPr/>
        </p:nvSpPr>
        <p:spPr>
          <a:xfrm>
            <a:off x="147918" y="1075765"/>
            <a:ext cx="11896164" cy="5521231"/>
          </a:xfrm>
          <a:prstGeom prst="roundRect">
            <a:avLst>
              <a:gd name="adj" fmla="val 1166"/>
            </a:avLst>
          </a:prstGeom>
          <a:pattFill prst="pct5">
            <a:fgClr>
              <a:srgbClr val="20303D"/>
            </a:fgClr>
            <a:bgClr>
              <a:srgbClr val="43515C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F04971DF-BBDE-74D2-8D54-49A544E92C2F}"/>
              </a:ext>
            </a:extLst>
          </p:cNvPr>
          <p:cNvSpPr/>
          <p:nvPr/>
        </p:nvSpPr>
        <p:spPr>
          <a:xfrm>
            <a:off x="147918" y="1075765"/>
            <a:ext cx="11896164" cy="5521231"/>
          </a:xfrm>
          <a:prstGeom prst="rect">
            <a:avLst/>
          </a:prstGeom>
          <a:gradFill>
            <a:gsLst>
              <a:gs pos="5000">
                <a:srgbClr val="43515C">
                  <a:alpha val="50000"/>
                </a:srgbClr>
              </a:gs>
              <a:gs pos="100000">
                <a:srgbClr val="43515C">
                  <a:alpha val="50000"/>
                </a:srgbClr>
              </a:gs>
              <a:gs pos="50000">
                <a:srgbClr val="66737C">
                  <a:alpha val="5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00" name="Rectangle: Rounded Corners 4799">
            <a:extLst>
              <a:ext uri="{FF2B5EF4-FFF2-40B4-BE49-F238E27FC236}">
                <a16:creationId xmlns:a16="http://schemas.microsoft.com/office/drawing/2014/main" id="{04DA70CC-2D04-66EF-88BA-EF31E9568BED}"/>
              </a:ext>
            </a:extLst>
          </p:cNvPr>
          <p:cNvSpPr/>
          <p:nvPr/>
        </p:nvSpPr>
        <p:spPr>
          <a:xfrm flipH="1">
            <a:off x="1213945" y="1503068"/>
            <a:ext cx="10703991" cy="1470929"/>
          </a:xfrm>
          <a:prstGeom prst="roundRect">
            <a:avLst>
              <a:gd name="adj" fmla="val 3771"/>
            </a:avLst>
          </a:prstGeom>
          <a:gradFill flip="none" rotWithShape="1">
            <a:gsLst>
              <a:gs pos="0">
                <a:schemeClr val="tx2">
                  <a:lumMod val="50000"/>
                  <a:alpha val="54000"/>
                </a:schemeClr>
              </a:gs>
              <a:gs pos="100000">
                <a:schemeClr val="tx2">
                  <a:lumMod val="50000"/>
                  <a:alpha val="0"/>
                </a:schemeClr>
              </a:gs>
            </a:gsLst>
            <a:lin ang="0" scaled="1"/>
            <a:tileRect/>
          </a:gradFill>
          <a:ln w="3175">
            <a:gradFill flip="none" rotWithShape="1">
              <a:gsLst>
                <a:gs pos="62073">
                  <a:srgbClr val="F2F2F2">
                    <a:alpha val="0"/>
                  </a:srgbClr>
                </a:gs>
                <a:gs pos="0">
                  <a:schemeClr val="bg1">
                    <a:lumMod val="95000"/>
                    <a:alpha val="61000"/>
                  </a:schemeClr>
                </a:gs>
                <a:gs pos="99000">
                  <a:schemeClr val="bg1">
                    <a:lumMod val="95000"/>
                    <a:alpha val="39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01" name="Rectangle: Rounded Corners 4800">
            <a:extLst>
              <a:ext uri="{FF2B5EF4-FFF2-40B4-BE49-F238E27FC236}">
                <a16:creationId xmlns:a16="http://schemas.microsoft.com/office/drawing/2014/main" id="{B9EB813D-75EC-E733-AC15-EE337A876E0E}"/>
              </a:ext>
            </a:extLst>
          </p:cNvPr>
          <p:cNvSpPr/>
          <p:nvPr/>
        </p:nvSpPr>
        <p:spPr>
          <a:xfrm flipH="1">
            <a:off x="1213945" y="3031900"/>
            <a:ext cx="10703991" cy="1470929"/>
          </a:xfrm>
          <a:prstGeom prst="roundRect">
            <a:avLst>
              <a:gd name="adj" fmla="val 3771"/>
            </a:avLst>
          </a:prstGeom>
          <a:gradFill flip="none" rotWithShape="1">
            <a:gsLst>
              <a:gs pos="0">
                <a:schemeClr val="tx2">
                  <a:lumMod val="50000"/>
                  <a:alpha val="54000"/>
                </a:schemeClr>
              </a:gs>
              <a:gs pos="100000">
                <a:schemeClr val="tx2">
                  <a:lumMod val="50000"/>
                  <a:alpha val="0"/>
                </a:schemeClr>
              </a:gs>
            </a:gsLst>
            <a:lin ang="0" scaled="1"/>
            <a:tileRect/>
          </a:gradFill>
          <a:ln w="3175">
            <a:gradFill flip="none" rotWithShape="1">
              <a:gsLst>
                <a:gs pos="62073">
                  <a:srgbClr val="F2F2F2">
                    <a:alpha val="0"/>
                  </a:srgbClr>
                </a:gs>
                <a:gs pos="0">
                  <a:schemeClr val="bg1">
                    <a:lumMod val="95000"/>
                    <a:alpha val="61000"/>
                  </a:schemeClr>
                </a:gs>
                <a:gs pos="99000">
                  <a:schemeClr val="bg1">
                    <a:lumMod val="95000"/>
                    <a:alpha val="39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02" name="Rectangle: Rounded Corners 4801">
            <a:extLst>
              <a:ext uri="{FF2B5EF4-FFF2-40B4-BE49-F238E27FC236}">
                <a16:creationId xmlns:a16="http://schemas.microsoft.com/office/drawing/2014/main" id="{14BE1801-1E08-54CF-C4BD-62AF363DFDCD}"/>
              </a:ext>
            </a:extLst>
          </p:cNvPr>
          <p:cNvSpPr/>
          <p:nvPr/>
        </p:nvSpPr>
        <p:spPr>
          <a:xfrm flipH="1">
            <a:off x="1213945" y="4560731"/>
            <a:ext cx="10703991" cy="1470929"/>
          </a:xfrm>
          <a:prstGeom prst="roundRect">
            <a:avLst>
              <a:gd name="adj" fmla="val 3771"/>
            </a:avLst>
          </a:prstGeom>
          <a:gradFill flip="none" rotWithShape="1">
            <a:gsLst>
              <a:gs pos="0">
                <a:schemeClr val="tx2">
                  <a:lumMod val="50000"/>
                  <a:alpha val="54000"/>
                </a:schemeClr>
              </a:gs>
              <a:gs pos="100000">
                <a:schemeClr val="tx2">
                  <a:lumMod val="50000"/>
                  <a:alpha val="0"/>
                </a:schemeClr>
              </a:gs>
            </a:gsLst>
            <a:lin ang="0" scaled="1"/>
            <a:tileRect/>
          </a:gradFill>
          <a:ln w="3175">
            <a:gradFill flip="none" rotWithShape="1">
              <a:gsLst>
                <a:gs pos="62073">
                  <a:srgbClr val="F2F2F2">
                    <a:alpha val="0"/>
                  </a:srgbClr>
                </a:gs>
                <a:gs pos="0">
                  <a:schemeClr val="bg1">
                    <a:lumMod val="95000"/>
                    <a:alpha val="61000"/>
                  </a:schemeClr>
                </a:gs>
                <a:gs pos="99000">
                  <a:schemeClr val="bg1">
                    <a:lumMod val="95000"/>
                    <a:alpha val="39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DB40F-7480-DF66-05F4-801F92A71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sz="1800">
                <a:ea typeface="Calibri" panose="020F0502020204030204" pitchFamily="34" charset="0"/>
              </a:rPr>
              <a:t>Oreetdol Orem </a:t>
            </a:r>
            <a:r>
              <a:rPr lang="en-US" sz="1800" b="0"/>
              <a:t>ag naaliq uautenima dmini mveniamquisno strudexerc itation</a:t>
            </a:r>
            <a:r>
              <a:rPr lang="en-US" b="0"/>
              <a:t> </a:t>
            </a:r>
            <a:r>
              <a:rPr lang="en-US" sz="1800" b="0"/>
              <a:t>ullamcol aboris nisi ut aliqu ipexeacomm, odoconse quatduisaut/eiruredolori, nreprehen deritinvolup tat</a:t>
            </a:r>
            <a:r>
              <a:rPr lang="en-US" b="0"/>
              <a:t>.</a:t>
            </a:r>
            <a:endParaRPr lang="en-US"/>
          </a:p>
        </p:txBody>
      </p:sp>
      <p:sp>
        <p:nvSpPr>
          <p:cNvPr id="1036" name="Rectangle: Rounded Corners 1035">
            <a:extLst>
              <a:ext uri="{FF2B5EF4-FFF2-40B4-BE49-F238E27FC236}">
                <a16:creationId xmlns:a16="http://schemas.microsoft.com/office/drawing/2014/main" id="{0E076121-D4A8-7DE9-6E37-878D77F10D1E}"/>
              </a:ext>
            </a:extLst>
          </p:cNvPr>
          <p:cNvSpPr/>
          <p:nvPr/>
        </p:nvSpPr>
        <p:spPr>
          <a:xfrm>
            <a:off x="1426045" y="1168733"/>
            <a:ext cx="2801460" cy="261223"/>
          </a:xfrm>
          <a:prstGeom prst="roundRect">
            <a:avLst>
              <a:gd name="adj" fmla="val 16156"/>
            </a:avLst>
          </a:prstGeom>
          <a:solidFill>
            <a:srgbClr val="4FB7F6"/>
          </a:solidFill>
          <a:ln w="635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459FED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Eveli Tessec Illumdolo Reeuf</a:t>
            </a:r>
          </a:p>
        </p:txBody>
      </p:sp>
      <p:sp>
        <p:nvSpPr>
          <p:cNvPr id="1040" name="Rectangle: Rounded Corners 1039">
            <a:extLst>
              <a:ext uri="{FF2B5EF4-FFF2-40B4-BE49-F238E27FC236}">
                <a16:creationId xmlns:a16="http://schemas.microsoft.com/office/drawing/2014/main" id="{4F0C2F9D-9CA7-9917-52AC-0F3FE8BFBDF8}"/>
              </a:ext>
            </a:extLst>
          </p:cNvPr>
          <p:cNvSpPr/>
          <p:nvPr/>
        </p:nvSpPr>
        <p:spPr>
          <a:xfrm>
            <a:off x="1525995" y="6089561"/>
            <a:ext cx="2801460" cy="349662"/>
          </a:xfrm>
          <a:prstGeom prst="roundRect">
            <a:avLst>
              <a:gd name="adj" fmla="val 16156"/>
            </a:avLst>
          </a:prstGeom>
          <a:gradFill flip="none" rotWithShape="1">
            <a:gsLst>
              <a:gs pos="0">
                <a:srgbClr val="FEDD8A"/>
              </a:gs>
              <a:gs pos="100000">
                <a:srgbClr val="FBBE26"/>
              </a:gs>
            </a:gsLst>
            <a:lin ang="16200000" scaled="1"/>
            <a:tileRect/>
          </a:gradFill>
          <a:ln w="6350" cap="flat" cmpd="sng" algn="ctr">
            <a:solidFill>
              <a:schemeClr val="bg1"/>
            </a:solidFill>
            <a:prstDash val="solid"/>
            <a:miter lim="800000"/>
          </a:ln>
          <a:effectLst>
            <a:outerShdw blurRad="190500" dist="38100" dir="5400000" rotWithShape="0">
              <a:srgbClr val="A2ABB0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Ugiatnull Apar Iatur </a:t>
            </a:r>
          </a:p>
        </p:txBody>
      </p: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BC866BA5-875B-2EA6-085A-8C68A5FDB30A}"/>
              </a:ext>
            </a:extLst>
          </p:cNvPr>
          <p:cNvGrpSpPr/>
          <p:nvPr/>
        </p:nvGrpSpPr>
        <p:grpSpPr>
          <a:xfrm>
            <a:off x="2661381" y="1389052"/>
            <a:ext cx="530688" cy="582806"/>
            <a:chOff x="893763" y="4989595"/>
            <a:chExt cx="1163662" cy="1277943"/>
          </a:xfrm>
        </p:grpSpPr>
        <p:sp>
          <p:nvSpPr>
            <p:cNvPr id="1043" name="AutoShape 3">
              <a:extLst>
                <a:ext uri="{FF2B5EF4-FFF2-40B4-BE49-F238E27FC236}">
                  <a16:creationId xmlns:a16="http://schemas.microsoft.com/office/drawing/2014/main" id="{05866DF2-A075-D6F0-1B7D-47E2758A589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893763" y="4991100"/>
              <a:ext cx="1163637" cy="1274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4" name="Oval 5">
              <a:extLst>
                <a:ext uri="{FF2B5EF4-FFF2-40B4-BE49-F238E27FC236}">
                  <a16:creationId xmlns:a16="http://schemas.microsoft.com/office/drawing/2014/main" id="{748FB59A-B0C0-86BE-20D6-B2E55C050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559" y="5946877"/>
              <a:ext cx="285753" cy="114302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5" name="Freeform 6">
              <a:extLst>
                <a:ext uri="{FF2B5EF4-FFF2-40B4-BE49-F238E27FC236}">
                  <a16:creationId xmlns:a16="http://schemas.microsoft.com/office/drawing/2014/main" id="{0D8A577D-EC2F-26A5-596B-67FA3521E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34" y="5945290"/>
              <a:ext cx="287341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6" name="Freeform 7">
              <a:extLst>
                <a:ext uri="{FF2B5EF4-FFF2-40B4-BE49-F238E27FC236}">
                  <a16:creationId xmlns:a16="http://schemas.microsoft.com/office/drawing/2014/main" id="{16557783-652D-D437-FB20-D8AF0CF09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34" y="5956402"/>
              <a:ext cx="63501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7" name="Freeform 8">
              <a:extLst>
                <a:ext uri="{FF2B5EF4-FFF2-40B4-BE49-F238E27FC236}">
                  <a16:creationId xmlns:a16="http://schemas.microsoft.com/office/drawing/2014/main" id="{D97A0526-1173-A3F9-DFD0-5F1F2E43E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5973" y="6015141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8" name="Oval 9">
              <a:extLst>
                <a:ext uri="{FF2B5EF4-FFF2-40B4-BE49-F238E27FC236}">
                  <a16:creationId xmlns:a16="http://schemas.microsoft.com/office/drawing/2014/main" id="{DB8BD554-8041-3742-C097-E5529DB851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8334" y="5921477"/>
              <a:ext cx="28734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9" name="Freeform 10">
              <a:extLst>
                <a:ext uri="{FF2B5EF4-FFF2-40B4-BE49-F238E27FC236}">
                  <a16:creationId xmlns:a16="http://schemas.microsoft.com/office/drawing/2014/main" id="{40DA8FC5-2BCB-1A47-7C2D-6AF48889F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760" y="5953227"/>
              <a:ext cx="90489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4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0" name="Freeform 11">
              <a:extLst>
                <a:ext uri="{FF2B5EF4-FFF2-40B4-BE49-F238E27FC236}">
                  <a16:creationId xmlns:a16="http://schemas.microsoft.com/office/drawing/2014/main" id="{123F162C-1DE7-31F5-3B2B-B94DCFC9E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497" y="5934177"/>
              <a:ext cx="227015" cy="47626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1" name="Freeform 12">
              <a:extLst>
                <a:ext uri="{FF2B5EF4-FFF2-40B4-BE49-F238E27FC236}">
                  <a16:creationId xmlns:a16="http://schemas.microsoft.com/office/drawing/2014/main" id="{F9C9638C-C58A-6E85-71FB-DE15F1D1B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921477"/>
              <a:ext cx="285753" cy="114302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2" name="Freeform 13">
              <a:extLst>
                <a:ext uri="{FF2B5EF4-FFF2-40B4-BE49-F238E27FC236}">
                  <a16:creationId xmlns:a16="http://schemas.microsoft.com/office/drawing/2014/main" id="{33077FDC-01B8-C343-829C-59EF5BCDE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934177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3" name="Freeform 14">
              <a:extLst>
                <a:ext uri="{FF2B5EF4-FFF2-40B4-BE49-F238E27FC236}">
                  <a16:creationId xmlns:a16="http://schemas.microsoft.com/office/drawing/2014/main" id="{F7E88B39-198C-04C0-F233-A05925450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8198" y="5991328"/>
              <a:ext cx="31750" cy="44451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4" name="Oval 15">
              <a:extLst>
                <a:ext uri="{FF2B5EF4-FFF2-40B4-BE49-F238E27FC236}">
                  <a16:creationId xmlns:a16="http://schemas.microsoft.com/office/drawing/2014/main" id="{5A0A2601-6B7A-30F0-3BC2-B149F35EAA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559" y="5897664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5" name="Freeform 16">
              <a:extLst>
                <a:ext uri="{FF2B5EF4-FFF2-40B4-BE49-F238E27FC236}">
                  <a16:creationId xmlns:a16="http://schemas.microsoft.com/office/drawing/2014/main" id="{4DF5E0DB-9880-EAB4-5EB6-651D933ED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85" y="5929414"/>
              <a:ext cx="88901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6" name="Freeform 17">
              <a:extLst>
                <a:ext uri="{FF2B5EF4-FFF2-40B4-BE49-F238E27FC236}">
                  <a16:creationId xmlns:a16="http://schemas.microsoft.com/office/drawing/2014/main" id="{A9C2B73D-CF94-D2DE-2C0A-79A5E3E9C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22" y="5910364"/>
              <a:ext cx="225428" cy="492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7" name="Freeform 18">
              <a:extLst>
                <a:ext uri="{FF2B5EF4-FFF2-40B4-BE49-F238E27FC236}">
                  <a16:creationId xmlns:a16="http://schemas.microsoft.com/office/drawing/2014/main" id="{58C3BFFC-D97F-C6DD-0B76-D0D00957C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46" y="5888139"/>
              <a:ext cx="285753" cy="114302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8" name="Freeform 19">
              <a:extLst>
                <a:ext uri="{FF2B5EF4-FFF2-40B4-BE49-F238E27FC236}">
                  <a16:creationId xmlns:a16="http://schemas.microsoft.com/office/drawing/2014/main" id="{7895C192-17E0-C726-9D67-6C7B76C8F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46" y="5900839"/>
              <a:ext cx="61913" cy="92077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9" name="Freeform 20">
              <a:extLst>
                <a:ext uri="{FF2B5EF4-FFF2-40B4-BE49-F238E27FC236}">
                  <a16:creationId xmlns:a16="http://schemas.microsoft.com/office/drawing/2014/main" id="{0316ED0A-BD6D-23C0-974A-8C4B3F941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086" y="5956402"/>
              <a:ext cx="31750" cy="460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0" name="Oval 21">
              <a:extLst>
                <a:ext uri="{FF2B5EF4-FFF2-40B4-BE49-F238E27FC236}">
                  <a16:creationId xmlns:a16="http://schemas.microsoft.com/office/drawing/2014/main" id="{5924ECFD-A70E-4E04-3FEC-BDF721A9A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9446" y="5864326"/>
              <a:ext cx="285753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1" name="Freeform 22">
              <a:extLst>
                <a:ext uri="{FF2B5EF4-FFF2-40B4-BE49-F238E27FC236}">
                  <a16:creationId xmlns:a16="http://schemas.microsoft.com/office/drawing/2014/main" id="{BFBB6BEC-3FD6-F4D2-10A7-D72A6C3145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873" y="5896076"/>
              <a:ext cx="88901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8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2" name="Freeform 23">
              <a:extLst>
                <a:ext uri="{FF2B5EF4-FFF2-40B4-BE49-F238E27FC236}">
                  <a16:creationId xmlns:a16="http://schemas.microsoft.com/office/drawing/2014/main" id="{6939D724-0C10-4B62-0FEF-9F4B7A99B0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9609" y="5875438"/>
              <a:ext cx="225428" cy="50801"/>
            </a:xfrm>
            <a:custGeom>
              <a:avLst/>
              <a:gdLst>
                <a:gd name="T0" fmla="*/ 97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3" name="Freeform 24">
              <a:extLst>
                <a:ext uri="{FF2B5EF4-FFF2-40B4-BE49-F238E27FC236}">
                  <a16:creationId xmlns:a16="http://schemas.microsoft.com/office/drawing/2014/main" id="{4A79E751-3830-25CC-3B1E-0E1214FD71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972" y="5857976"/>
              <a:ext cx="287341" cy="114302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50 h 99"/>
                <a:gd name="T10" fmla="*/ 124 w 248"/>
                <a:gd name="T11" fmla="*/ 99 h 99"/>
                <a:gd name="T12" fmla="*/ 248 w 248"/>
                <a:gd name="T13" fmla="*/ 50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50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4" name="Freeform 25">
              <a:extLst>
                <a:ext uri="{FF2B5EF4-FFF2-40B4-BE49-F238E27FC236}">
                  <a16:creationId xmlns:a16="http://schemas.microsoft.com/office/drawing/2014/main" id="{CA7A2ABC-C3A8-A98F-DBA9-E7195716E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972" y="5870676"/>
              <a:ext cx="63501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5" name="Freeform 26">
              <a:extLst>
                <a:ext uri="{FF2B5EF4-FFF2-40B4-BE49-F238E27FC236}">
                  <a16:creationId xmlns:a16="http://schemas.microsoft.com/office/drawing/2014/main" id="{D1699D87-A06B-4A46-6005-F7595D97F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611" y="5927827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6" name="Oval 27">
              <a:extLst>
                <a:ext uri="{FF2B5EF4-FFF2-40B4-BE49-F238E27FC236}">
                  <a16:creationId xmlns:a16="http://schemas.microsoft.com/office/drawing/2014/main" id="{EB39F4EB-035D-9CC2-E02F-70CC0D739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8972" y="5835750"/>
              <a:ext cx="28734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7" name="Freeform 28">
              <a:extLst>
                <a:ext uri="{FF2B5EF4-FFF2-40B4-BE49-F238E27FC236}">
                  <a16:creationId xmlns:a16="http://schemas.microsoft.com/office/drawing/2014/main" id="{5361396B-4FC4-6334-F8BF-D3AF0BE46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85" y="5865913"/>
              <a:ext cx="87314" cy="50801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8" name="Freeform 29">
              <a:extLst>
                <a:ext uri="{FF2B5EF4-FFF2-40B4-BE49-F238E27FC236}">
                  <a16:creationId xmlns:a16="http://schemas.microsoft.com/office/drawing/2014/main" id="{89672CF3-1360-6166-8BCA-EF3019963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9134" y="5846863"/>
              <a:ext cx="227015" cy="492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9" name="Freeform 30">
              <a:extLst>
                <a:ext uri="{FF2B5EF4-FFF2-40B4-BE49-F238E27FC236}">
                  <a16:creationId xmlns:a16="http://schemas.microsoft.com/office/drawing/2014/main" id="{E110F27B-D10D-A1FB-4C9C-0D3A97054C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859" y="5824638"/>
              <a:ext cx="287341" cy="114302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49 h 99"/>
                <a:gd name="T10" fmla="*/ 124 w 248"/>
                <a:gd name="T11" fmla="*/ 99 h 99"/>
                <a:gd name="T12" fmla="*/ 248 w 248"/>
                <a:gd name="T13" fmla="*/ 49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0" name="Freeform 31">
              <a:extLst>
                <a:ext uri="{FF2B5EF4-FFF2-40B4-BE49-F238E27FC236}">
                  <a16:creationId xmlns:a16="http://schemas.microsoft.com/office/drawing/2014/main" id="{9075BDFA-0EEC-DB7A-A9BE-C4C4C3F6D7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859" y="5835750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1" name="Freeform 32">
              <a:extLst>
                <a:ext uri="{FF2B5EF4-FFF2-40B4-BE49-F238E27FC236}">
                  <a16:creationId xmlns:a16="http://schemas.microsoft.com/office/drawing/2014/main" id="{DDBBED02-8577-5E39-28D7-74C38BA54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086" y="5894489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2" name="Oval 33">
              <a:extLst>
                <a:ext uri="{FF2B5EF4-FFF2-40B4-BE49-F238E27FC236}">
                  <a16:creationId xmlns:a16="http://schemas.microsoft.com/office/drawing/2014/main" id="{2C59BB6F-B983-1747-0F1E-E0ADB7B5A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859" y="5802412"/>
              <a:ext cx="28734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3" name="Freeform 34">
              <a:extLst>
                <a:ext uri="{FF2B5EF4-FFF2-40B4-BE49-F238E27FC236}">
                  <a16:creationId xmlns:a16="http://schemas.microsoft.com/office/drawing/2014/main" id="{91E4118A-8B77-0C70-136F-831733CAF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873" y="5832575"/>
              <a:ext cx="87314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4" name="Freeform 35">
              <a:extLst>
                <a:ext uri="{FF2B5EF4-FFF2-40B4-BE49-F238E27FC236}">
                  <a16:creationId xmlns:a16="http://schemas.microsoft.com/office/drawing/2014/main" id="{0E3D6F10-E63F-E0C4-F461-CCEDE89AF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022" y="5813525"/>
              <a:ext cx="227015" cy="47626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5" name="Freeform 36">
              <a:extLst>
                <a:ext uri="{FF2B5EF4-FFF2-40B4-BE49-F238E27FC236}">
                  <a16:creationId xmlns:a16="http://schemas.microsoft.com/office/drawing/2014/main" id="{8C0FE711-3B6E-DA31-56DC-F89F558621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34" y="5797650"/>
              <a:ext cx="287341" cy="115889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6" name="Freeform 37">
              <a:extLst>
                <a:ext uri="{FF2B5EF4-FFF2-40B4-BE49-F238E27FC236}">
                  <a16:creationId xmlns:a16="http://schemas.microsoft.com/office/drawing/2014/main" id="{EB99F58D-3DD4-553F-1744-E2BCEA11F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34" y="5810350"/>
              <a:ext cx="63501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7" name="Freeform 38">
              <a:extLst>
                <a:ext uri="{FF2B5EF4-FFF2-40B4-BE49-F238E27FC236}">
                  <a16:creationId xmlns:a16="http://schemas.microsoft.com/office/drawing/2014/main" id="{89298DFB-0B30-0376-1E65-B92DABF1F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7561" y="5867501"/>
              <a:ext cx="31750" cy="460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8" name="Oval 39">
              <a:extLst>
                <a:ext uri="{FF2B5EF4-FFF2-40B4-BE49-F238E27FC236}">
                  <a16:creationId xmlns:a16="http://schemas.microsoft.com/office/drawing/2014/main" id="{0987EBAB-C268-8CAA-F6A3-B4BB5639E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8334" y="5775424"/>
              <a:ext cx="28734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9" name="Freeform 40">
              <a:extLst>
                <a:ext uri="{FF2B5EF4-FFF2-40B4-BE49-F238E27FC236}">
                  <a16:creationId xmlns:a16="http://schemas.microsoft.com/office/drawing/2014/main" id="{01DA8D34-1351-F861-EF04-7A285335E4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760" y="5805587"/>
              <a:ext cx="90489" cy="50801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0" name="Freeform 41">
              <a:extLst>
                <a:ext uri="{FF2B5EF4-FFF2-40B4-BE49-F238E27FC236}">
                  <a16:creationId xmlns:a16="http://schemas.microsoft.com/office/drawing/2014/main" id="{EFC3976F-83DE-8671-7E3D-86FCCC9886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497" y="5786537"/>
              <a:ext cx="227015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1" name="Freeform 42">
              <a:extLst>
                <a:ext uri="{FF2B5EF4-FFF2-40B4-BE49-F238E27FC236}">
                  <a16:creationId xmlns:a16="http://schemas.microsoft.com/office/drawing/2014/main" id="{9F88829D-1143-7E49-2F67-2D196091F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775424"/>
              <a:ext cx="285753" cy="112714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2" name="Freeform 43">
              <a:extLst>
                <a:ext uri="{FF2B5EF4-FFF2-40B4-BE49-F238E27FC236}">
                  <a16:creationId xmlns:a16="http://schemas.microsoft.com/office/drawing/2014/main" id="{F65012CD-A25F-D734-4660-48F4804D1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786537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3" name="Freeform 44">
              <a:extLst>
                <a:ext uri="{FF2B5EF4-FFF2-40B4-BE49-F238E27FC236}">
                  <a16:creationId xmlns:a16="http://schemas.microsoft.com/office/drawing/2014/main" id="{660E1EEA-AEE3-28EA-328E-32D2EAA80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8198" y="5845275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4" name="Oval 45">
              <a:extLst>
                <a:ext uri="{FF2B5EF4-FFF2-40B4-BE49-F238E27FC236}">
                  <a16:creationId xmlns:a16="http://schemas.microsoft.com/office/drawing/2014/main" id="{0F0F0FA4-2ECF-A624-38E7-6DC523057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559" y="5750024"/>
              <a:ext cx="285753" cy="115889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5" name="Freeform 46">
              <a:extLst>
                <a:ext uri="{FF2B5EF4-FFF2-40B4-BE49-F238E27FC236}">
                  <a16:creationId xmlns:a16="http://schemas.microsoft.com/office/drawing/2014/main" id="{3BA7AF01-77BD-C3AA-CA7E-E9E67E18E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85" y="5781774"/>
              <a:ext cx="88901" cy="50801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6" name="Freeform 47">
              <a:extLst>
                <a:ext uri="{FF2B5EF4-FFF2-40B4-BE49-F238E27FC236}">
                  <a16:creationId xmlns:a16="http://schemas.microsoft.com/office/drawing/2014/main" id="{511672F8-04E5-EDCB-241F-A0FC8C0B6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22" y="5762724"/>
              <a:ext cx="225428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7" name="Freeform 48">
              <a:extLst>
                <a:ext uri="{FF2B5EF4-FFF2-40B4-BE49-F238E27FC236}">
                  <a16:creationId xmlns:a16="http://schemas.microsoft.com/office/drawing/2014/main" id="{D3909B0F-0D5C-6397-C9DE-106F9DC74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46" y="5742086"/>
              <a:ext cx="285753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8" name="Freeform 49">
              <a:extLst>
                <a:ext uri="{FF2B5EF4-FFF2-40B4-BE49-F238E27FC236}">
                  <a16:creationId xmlns:a16="http://schemas.microsoft.com/office/drawing/2014/main" id="{5E4337D2-53BF-CF8F-23A8-7874BD30F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46" y="5753199"/>
              <a:ext cx="61913" cy="92077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9" name="Freeform 50">
              <a:extLst>
                <a:ext uri="{FF2B5EF4-FFF2-40B4-BE49-F238E27FC236}">
                  <a16:creationId xmlns:a16="http://schemas.microsoft.com/office/drawing/2014/main" id="{F3986FF9-13A2-A3D7-5957-EF90339DA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086" y="5810350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0" name="Oval 51">
              <a:extLst>
                <a:ext uri="{FF2B5EF4-FFF2-40B4-BE49-F238E27FC236}">
                  <a16:creationId xmlns:a16="http://schemas.microsoft.com/office/drawing/2014/main" id="{2CABDFA7-25F5-B1D8-038E-4DD830087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9446" y="5716686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1" name="Freeform 52">
              <a:extLst>
                <a:ext uri="{FF2B5EF4-FFF2-40B4-BE49-F238E27FC236}">
                  <a16:creationId xmlns:a16="http://schemas.microsoft.com/office/drawing/2014/main" id="{C84B6834-6454-DF38-F56A-725D65BF4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873" y="5748436"/>
              <a:ext cx="88901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2" name="Freeform 53">
              <a:extLst>
                <a:ext uri="{FF2B5EF4-FFF2-40B4-BE49-F238E27FC236}">
                  <a16:creationId xmlns:a16="http://schemas.microsoft.com/office/drawing/2014/main" id="{653C8A5B-013E-D945-B3C7-93CB7794B8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9609" y="5729386"/>
              <a:ext cx="225428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5" y="23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3" name="Freeform 54">
              <a:extLst>
                <a:ext uri="{FF2B5EF4-FFF2-40B4-BE49-F238E27FC236}">
                  <a16:creationId xmlns:a16="http://schemas.microsoft.com/office/drawing/2014/main" id="{D9A0327C-4B7C-0650-D0A1-FE0BB6B79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711923"/>
              <a:ext cx="285753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4" name="Freeform 55">
              <a:extLst>
                <a:ext uri="{FF2B5EF4-FFF2-40B4-BE49-F238E27FC236}">
                  <a16:creationId xmlns:a16="http://schemas.microsoft.com/office/drawing/2014/main" id="{F4E232CE-E911-E5EB-F468-92298F453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723036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5" name="Freeform 56">
              <a:extLst>
                <a:ext uri="{FF2B5EF4-FFF2-40B4-BE49-F238E27FC236}">
                  <a16:creationId xmlns:a16="http://schemas.microsoft.com/office/drawing/2014/main" id="{4A5E308F-71B1-F771-B2B5-1F398F0DF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611" y="5780187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6" name="Oval 57">
              <a:extLst>
                <a:ext uri="{FF2B5EF4-FFF2-40B4-BE49-F238E27FC236}">
                  <a16:creationId xmlns:a16="http://schemas.microsoft.com/office/drawing/2014/main" id="{31B88337-472C-93C4-1542-0E8AFC0F9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559" y="5688110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7" name="Freeform 58">
              <a:extLst>
                <a:ext uri="{FF2B5EF4-FFF2-40B4-BE49-F238E27FC236}">
                  <a16:creationId xmlns:a16="http://schemas.microsoft.com/office/drawing/2014/main" id="{9DDE4E22-5B60-D5D8-AA96-EC7250512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85" y="5719861"/>
              <a:ext cx="88901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8" name="Freeform 59">
              <a:extLst>
                <a:ext uri="{FF2B5EF4-FFF2-40B4-BE49-F238E27FC236}">
                  <a16:creationId xmlns:a16="http://schemas.microsoft.com/office/drawing/2014/main" id="{A0E02218-24B5-C16C-392E-9537C00824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22" y="5699223"/>
              <a:ext cx="225428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9" name="Freeform 60">
              <a:extLst>
                <a:ext uri="{FF2B5EF4-FFF2-40B4-BE49-F238E27FC236}">
                  <a16:creationId xmlns:a16="http://schemas.microsoft.com/office/drawing/2014/main" id="{F7935BAE-5663-C22A-D19E-CCBECD643A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46" y="5676998"/>
              <a:ext cx="285753" cy="115889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0" name="Freeform 61">
              <a:extLst>
                <a:ext uri="{FF2B5EF4-FFF2-40B4-BE49-F238E27FC236}">
                  <a16:creationId xmlns:a16="http://schemas.microsoft.com/office/drawing/2014/main" id="{C3B37554-2D6C-0CBA-778D-C17790BC5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46" y="5689698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1" name="Freeform 62">
              <a:extLst>
                <a:ext uri="{FF2B5EF4-FFF2-40B4-BE49-F238E27FC236}">
                  <a16:creationId xmlns:a16="http://schemas.microsoft.com/office/drawing/2014/main" id="{08CDFFC2-FC1D-8D70-6C06-623588836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086" y="5746849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2" name="Oval 63">
              <a:extLst>
                <a:ext uri="{FF2B5EF4-FFF2-40B4-BE49-F238E27FC236}">
                  <a16:creationId xmlns:a16="http://schemas.microsoft.com/office/drawing/2014/main" id="{8ED3FC41-CE92-31AA-36D8-3937964F8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9446" y="5654772"/>
              <a:ext cx="285753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3" name="Freeform 64">
              <a:extLst>
                <a:ext uri="{FF2B5EF4-FFF2-40B4-BE49-F238E27FC236}">
                  <a16:creationId xmlns:a16="http://schemas.microsoft.com/office/drawing/2014/main" id="{886A903A-E58D-8F31-F781-87C5DCF6E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873" y="5686523"/>
              <a:ext cx="88901" cy="47626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2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4" name="Freeform 65">
              <a:extLst>
                <a:ext uri="{FF2B5EF4-FFF2-40B4-BE49-F238E27FC236}">
                  <a16:creationId xmlns:a16="http://schemas.microsoft.com/office/drawing/2014/main" id="{46932371-8CBA-F888-A86B-4CC35BD99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9609" y="5665885"/>
              <a:ext cx="225428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5" name="Freeform 66">
              <a:extLst>
                <a:ext uri="{FF2B5EF4-FFF2-40B4-BE49-F238E27FC236}">
                  <a16:creationId xmlns:a16="http://schemas.microsoft.com/office/drawing/2014/main" id="{57E7C020-0E80-BB24-991B-F676D6937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1509" y="5648422"/>
              <a:ext cx="285753" cy="114302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6" name="Freeform 67">
              <a:extLst>
                <a:ext uri="{FF2B5EF4-FFF2-40B4-BE49-F238E27FC236}">
                  <a16:creationId xmlns:a16="http://schemas.microsoft.com/office/drawing/2014/main" id="{AC7EF9D8-E8C5-D49C-D04F-5F0809D1A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1509" y="5661122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7" name="Freeform 68">
              <a:extLst>
                <a:ext uri="{FF2B5EF4-FFF2-40B4-BE49-F238E27FC236}">
                  <a16:creationId xmlns:a16="http://schemas.microsoft.com/office/drawing/2014/main" id="{5AE62F4E-5C6B-BB7D-9DC3-22701E123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9148" y="5718273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8" name="Oval 69">
              <a:extLst>
                <a:ext uri="{FF2B5EF4-FFF2-40B4-BE49-F238E27FC236}">
                  <a16:creationId xmlns:a16="http://schemas.microsoft.com/office/drawing/2014/main" id="{AB157375-C1F2-31BA-1351-B17491405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1509" y="5624609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9" name="Freeform 70">
              <a:extLst>
                <a:ext uri="{FF2B5EF4-FFF2-40B4-BE49-F238E27FC236}">
                  <a16:creationId xmlns:a16="http://schemas.microsoft.com/office/drawing/2014/main" id="{CFAF5561-C0ED-3CC2-CB52-0F3486144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935" y="5656360"/>
              <a:ext cx="88901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8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1"/>
                    <a:pt x="60" y="40"/>
                    <a:pt x="56" y="38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0" name="Freeform 71">
              <a:extLst>
                <a:ext uri="{FF2B5EF4-FFF2-40B4-BE49-F238E27FC236}">
                  <a16:creationId xmlns:a16="http://schemas.microsoft.com/office/drawing/2014/main" id="{7A75D944-9C0F-5290-DAF0-F109BAC54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672" y="5637309"/>
              <a:ext cx="225428" cy="492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1" name="Freeform 72">
              <a:extLst>
                <a:ext uri="{FF2B5EF4-FFF2-40B4-BE49-F238E27FC236}">
                  <a16:creationId xmlns:a16="http://schemas.microsoft.com/office/drawing/2014/main" id="{0034280E-BB12-3BAE-CA9C-E804A56061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2147" y="5624609"/>
              <a:ext cx="285753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2" name="Freeform 73">
              <a:extLst>
                <a:ext uri="{FF2B5EF4-FFF2-40B4-BE49-F238E27FC236}">
                  <a16:creationId xmlns:a16="http://schemas.microsoft.com/office/drawing/2014/main" id="{91E9A6A8-8492-62D5-E4F2-A143D64DE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2147" y="5635722"/>
              <a:ext cx="61913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3" name="Freeform 74">
              <a:extLst>
                <a:ext uri="{FF2B5EF4-FFF2-40B4-BE49-F238E27FC236}">
                  <a16:creationId xmlns:a16="http://schemas.microsoft.com/office/drawing/2014/main" id="{B2F46FB4-A223-3A41-4929-159D132F0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786" y="5694460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4" name="Oval 75">
              <a:extLst>
                <a:ext uri="{FF2B5EF4-FFF2-40B4-BE49-F238E27FC236}">
                  <a16:creationId xmlns:a16="http://schemas.microsoft.com/office/drawing/2014/main" id="{9DC50902-8382-830A-C8EE-3AF96150C4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2147" y="5600796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5" name="Freeform 76">
              <a:extLst>
                <a:ext uri="{FF2B5EF4-FFF2-40B4-BE49-F238E27FC236}">
                  <a16:creationId xmlns:a16="http://schemas.microsoft.com/office/drawing/2014/main" id="{0AB366B7-5DA5-27FF-C406-3613C0E93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0573" y="5632547"/>
              <a:ext cx="88901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6" name="Freeform 77">
              <a:extLst>
                <a:ext uri="{FF2B5EF4-FFF2-40B4-BE49-F238E27FC236}">
                  <a16:creationId xmlns:a16="http://schemas.microsoft.com/office/drawing/2014/main" id="{540309E0-8328-8A5D-59F1-F9D66ED1D3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309" y="5613496"/>
              <a:ext cx="225428" cy="47626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7" name="Freeform 78">
              <a:extLst>
                <a:ext uri="{FF2B5EF4-FFF2-40B4-BE49-F238E27FC236}">
                  <a16:creationId xmlns:a16="http://schemas.microsoft.com/office/drawing/2014/main" id="{600254EB-9895-E2C3-6452-255E0E52E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34" y="5591271"/>
              <a:ext cx="287341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8" name="Freeform 79">
              <a:extLst>
                <a:ext uri="{FF2B5EF4-FFF2-40B4-BE49-F238E27FC236}">
                  <a16:creationId xmlns:a16="http://schemas.microsoft.com/office/drawing/2014/main" id="{47E8D223-1206-3188-785F-4E8196161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34" y="5602384"/>
              <a:ext cx="63501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9" name="Freeform 80">
              <a:extLst>
                <a:ext uri="{FF2B5EF4-FFF2-40B4-BE49-F238E27FC236}">
                  <a16:creationId xmlns:a16="http://schemas.microsoft.com/office/drawing/2014/main" id="{170478EF-DF53-E17F-4F67-BD5621C1D8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8673" y="5661122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0" name="Oval 81">
              <a:extLst>
                <a:ext uri="{FF2B5EF4-FFF2-40B4-BE49-F238E27FC236}">
                  <a16:creationId xmlns:a16="http://schemas.microsoft.com/office/drawing/2014/main" id="{8B5BB0B7-692B-5045-FDFA-37E567F13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1034" y="5567458"/>
              <a:ext cx="28734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1" name="Freeform 82">
              <a:extLst>
                <a:ext uri="{FF2B5EF4-FFF2-40B4-BE49-F238E27FC236}">
                  <a16:creationId xmlns:a16="http://schemas.microsoft.com/office/drawing/2014/main" id="{7CC6CA30-6683-E33C-94A0-1D81D442FF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460" y="5599209"/>
              <a:ext cx="90489" cy="49213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2" name="Freeform 83">
              <a:extLst>
                <a:ext uri="{FF2B5EF4-FFF2-40B4-BE49-F238E27FC236}">
                  <a16:creationId xmlns:a16="http://schemas.microsoft.com/office/drawing/2014/main" id="{22275365-0F99-59D8-AEDC-CF41686BF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1197" y="5578571"/>
              <a:ext cx="22701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3" name="Freeform 84">
              <a:extLst>
                <a:ext uri="{FF2B5EF4-FFF2-40B4-BE49-F238E27FC236}">
                  <a16:creationId xmlns:a16="http://schemas.microsoft.com/office/drawing/2014/main" id="{BA53A3BC-868D-D962-797C-C7D82B2EC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562696"/>
              <a:ext cx="287341" cy="112714"/>
            </a:xfrm>
            <a:custGeom>
              <a:avLst/>
              <a:gdLst>
                <a:gd name="T0" fmla="*/ 236 w 248"/>
                <a:gd name="T1" fmla="*/ 29 h 98"/>
                <a:gd name="T2" fmla="*/ 124 w 248"/>
                <a:gd name="T3" fmla="*/ 0 h 98"/>
                <a:gd name="T4" fmla="*/ 12 w 248"/>
                <a:gd name="T5" fmla="*/ 29 h 98"/>
                <a:gd name="T6" fmla="*/ 0 w 248"/>
                <a:gd name="T7" fmla="*/ 29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9 h 98"/>
                <a:gd name="T16" fmla="*/ 236 w 248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4" name="Freeform 85">
              <a:extLst>
                <a:ext uri="{FF2B5EF4-FFF2-40B4-BE49-F238E27FC236}">
                  <a16:creationId xmlns:a16="http://schemas.microsoft.com/office/drawing/2014/main" id="{D3000386-7467-72E2-0B7D-39DBC3A021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573808"/>
              <a:ext cx="63501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5" name="Freeform 86">
              <a:extLst>
                <a:ext uri="{FF2B5EF4-FFF2-40B4-BE49-F238E27FC236}">
                  <a16:creationId xmlns:a16="http://schemas.microsoft.com/office/drawing/2014/main" id="{5C81B5AE-B2A2-7196-DB1C-506209A37F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786" y="5630959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6" name="Oval 87">
              <a:extLst>
                <a:ext uri="{FF2B5EF4-FFF2-40B4-BE49-F238E27FC236}">
                  <a16:creationId xmlns:a16="http://schemas.microsoft.com/office/drawing/2014/main" id="{C7A60E24-2B1E-912F-CD59-44CDACA47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559" y="5537295"/>
              <a:ext cx="28734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7" name="Freeform 88">
              <a:extLst>
                <a:ext uri="{FF2B5EF4-FFF2-40B4-BE49-F238E27FC236}">
                  <a16:creationId xmlns:a16="http://schemas.microsoft.com/office/drawing/2014/main" id="{85648B7F-8F4D-9203-E6B3-835FDDFC7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0573" y="5570633"/>
              <a:ext cx="87314" cy="47626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8" name="Freeform 89">
              <a:extLst>
                <a:ext uri="{FF2B5EF4-FFF2-40B4-BE49-F238E27FC236}">
                  <a16:creationId xmlns:a16="http://schemas.microsoft.com/office/drawing/2014/main" id="{E97F1AC5-418D-14EA-AA69-6DA13F2A02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22" y="5549995"/>
              <a:ext cx="227015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9" name="Freeform 90">
              <a:extLst>
                <a:ext uri="{FF2B5EF4-FFF2-40B4-BE49-F238E27FC236}">
                  <a16:creationId xmlns:a16="http://schemas.microsoft.com/office/drawing/2014/main" id="{F8E537CF-DD13-DB0E-B8A8-678865F27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34" y="5527770"/>
              <a:ext cx="287341" cy="114302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0" name="Freeform 91">
              <a:extLst>
                <a:ext uri="{FF2B5EF4-FFF2-40B4-BE49-F238E27FC236}">
                  <a16:creationId xmlns:a16="http://schemas.microsoft.com/office/drawing/2014/main" id="{6F2769BD-A7E4-8BDA-C60E-67AE433DD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34" y="5540470"/>
              <a:ext cx="63501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1" name="Freeform 92">
              <a:extLst>
                <a:ext uri="{FF2B5EF4-FFF2-40B4-BE49-F238E27FC236}">
                  <a16:creationId xmlns:a16="http://schemas.microsoft.com/office/drawing/2014/main" id="{B8F2AC28-2BD6-E000-6AB7-5B11AA0E1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8673" y="5597621"/>
              <a:ext cx="33338" cy="44451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2" name="Oval 93">
              <a:extLst>
                <a:ext uri="{FF2B5EF4-FFF2-40B4-BE49-F238E27FC236}">
                  <a16:creationId xmlns:a16="http://schemas.microsoft.com/office/drawing/2014/main" id="{0853F654-00A4-87C5-1C11-E26FD2054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1034" y="5503957"/>
              <a:ext cx="28734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3" name="Freeform 94">
              <a:extLst>
                <a:ext uri="{FF2B5EF4-FFF2-40B4-BE49-F238E27FC236}">
                  <a16:creationId xmlns:a16="http://schemas.microsoft.com/office/drawing/2014/main" id="{CDA2FB8A-B8DB-B528-E31A-22A91C323D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460" y="5535708"/>
              <a:ext cx="88901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9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4" name="Freeform 95">
              <a:extLst>
                <a:ext uri="{FF2B5EF4-FFF2-40B4-BE49-F238E27FC236}">
                  <a16:creationId xmlns:a16="http://schemas.microsoft.com/office/drawing/2014/main" id="{B466637D-D850-4BAA-D3A1-9DB0B7697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1197" y="5516657"/>
              <a:ext cx="227015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8 h 42"/>
                <a:gd name="T6" fmla="*/ 98 w 196"/>
                <a:gd name="T7" fmla="*/ 0 h 42"/>
                <a:gd name="T8" fmla="*/ 0 w 196"/>
                <a:gd name="T9" fmla="*/ 38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39"/>
                    <a:pt x="196" y="38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39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5" name="Freeform 96">
              <a:extLst>
                <a:ext uri="{FF2B5EF4-FFF2-40B4-BE49-F238E27FC236}">
                  <a16:creationId xmlns:a16="http://schemas.microsoft.com/office/drawing/2014/main" id="{7103F84C-7674-420B-30B9-F05222C364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6746" y="5500782"/>
              <a:ext cx="285753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6" name="Freeform 97">
              <a:extLst>
                <a:ext uri="{FF2B5EF4-FFF2-40B4-BE49-F238E27FC236}">
                  <a16:creationId xmlns:a16="http://schemas.microsoft.com/office/drawing/2014/main" id="{3B416B0A-C434-F45A-E73B-7F08D43AFA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6746" y="5511895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7" name="Freeform 98">
              <a:extLst>
                <a:ext uri="{FF2B5EF4-FFF2-40B4-BE49-F238E27FC236}">
                  <a16:creationId xmlns:a16="http://schemas.microsoft.com/office/drawing/2014/main" id="{F14367BA-0F7B-12FE-3A41-0067E897D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385" y="5570633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8" name="Oval 99">
              <a:extLst>
                <a:ext uri="{FF2B5EF4-FFF2-40B4-BE49-F238E27FC236}">
                  <a16:creationId xmlns:a16="http://schemas.microsoft.com/office/drawing/2014/main" id="{76D732A0-645C-E443-D074-A664C71DA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6746" y="5476969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9" name="Freeform 100">
              <a:extLst>
                <a:ext uri="{FF2B5EF4-FFF2-40B4-BE49-F238E27FC236}">
                  <a16:creationId xmlns:a16="http://schemas.microsoft.com/office/drawing/2014/main" id="{CA36C1C8-55ED-303D-4FF2-82B226B24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760" y="5508720"/>
              <a:ext cx="87314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0" name="Freeform 101">
              <a:extLst>
                <a:ext uri="{FF2B5EF4-FFF2-40B4-BE49-F238E27FC236}">
                  <a16:creationId xmlns:a16="http://schemas.microsoft.com/office/drawing/2014/main" id="{DADA795D-B520-808B-BF68-9A77F9A09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6909" y="5489669"/>
              <a:ext cx="225428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1" name="Freeform 102">
              <a:extLst>
                <a:ext uri="{FF2B5EF4-FFF2-40B4-BE49-F238E27FC236}">
                  <a16:creationId xmlns:a16="http://schemas.microsoft.com/office/drawing/2014/main" id="{A17F1DF9-DD09-E507-8480-8741292680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7384" y="5476969"/>
              <a:ext cx="287341" cy="114302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2" name="Freeform 103">
              <a:extLst>
                <a:ext uri="{FF2B5EF4-FFF2-40B4-BE49-F238E27FC236}">
                  <a16:creationId xmlns:a16="http://schemas.microsoft.com/office/drawing/2014/main" id="{7A7DCF74-4196-1630-22D6-B0B7383B40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7384" y="5489669"/>
              <a:ext cx="63501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3" name="Freeform 104">
              <a:extLst>
                <a:ext uri="{FF2B5EF4-FFF2-40B4-BE49-F238E27FC236}">
                  <a16:creationId xmlns:a16="http://schemas.microsoft.com/office/drawing/2014/main" id="{DAD0DB25-26C5-7393-D1FA-313E8BF8F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023" y="5546820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4" name="Oval 105">
              <a:extLst>
                <a:ext uri="{FF2B5EF4-FFF2-40B4-BE49-F238E27FC236}">
                  <a16:creationId xmlns:a16="http://schemas.microsoft.com/office/drawing/2014/main" id="{A97AC7B0-61AC-D5D3-E942-E7361E0E6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7384" y="5453156"/>
              <a:ext cx="28734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5" name="Freeform 106">
              <a:extLst>
                <a:ext uri="{FF2B5EF4-FFF2-40B4-BE49-F238E27FC236}">
                  <a16:creationId xmlns:a16="http://schemas.microsoft.com/office/drawing/2014/main" id="{035C0312-799E-8FE5-25F3-DD27FCEF4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7398" y="5484907"/>
              <a:ext cx="87314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1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6" name="Freeform 107">
              <a:extLst>
                <a:ext uri="{FF2B5EF4-FFF2-40B4-BE49-F238E27FC236}">
                  <a16:creationId xmlns:a16="http://schemas.microsoft.com/office/drawing/2014/main" id="{919FE2BC-C656-55F8-AFC5-E197CC246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7547" y="5465856"/>
              <a:ext cx="227015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8 h 42"/>
                <a:gd name="T6" fmla="*/ 98 w 196"/>
                <a:gd name="T7" fmla="*/ 0 h 42"/>
                <a:gd name="T8" fmla="*/ 0 w 196"/>
                <a:gd name="T9" fmla="*/ 38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8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7" name="Freeform 108">
              <a:extLst>
                <a:ext uri="{FF2B5EF4-FFF2-40B4-BE49-F238E27FC236}">
                  <a16:creationId xmlns:a16="http://schemas.microsoft.com/office/drawing/2014/main" id="{FC93D13E-4B33-7533-6C93-00F7256492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859" y="5443631"/>
              <a:ext cx="285753" cy="114302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8" name="Freeform 109">
              <a:extLst>
                <a:ext uri="{FF2B5EF4-FFF2-40B4-BE49-F238E27FC236}">
                  <a16:creationId xmlns:a16="http://schemas.microsoft.com/office/drawing/2014/main" id="{69B08E8C-C21B-880E-F99F-BF71DD4825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859" y="5454744"/>
              <a:ext cx="63501" cy="93664"/>
            </a:xfrm>
            <a:custGeom>
              <a:avLst/>
              <a:gdLst>
                <a:gd name="T0" fmla="*/ 0 w 55"/>
                <a:gd name="T1" fmla="*/ 19 h 81"/>
                <a:gd name="T2" fmla="*/ 0 w 55"/>
                <a:gd name="T3" fmla="*/ 40 h 81"/>
                <a:gd name="T4" fmla="*/ 55 w 55"/>
                <a:gd name="T5" fmla="*/ 81 h 81"/>
                <a:gd name="T6" fmla="*/ 55 w 55"/>
                <a:gd name="T7" fmla="*/ 0 h 81"/>
                <a:gd name="T8" fmla="*/ 50 w 55"/>
                <a:gd name="T9" fmla="*/ 0 h 81"/>
                <a:gd name="T10" fmla="*/ 12 w 55"/>
                <a:gd name="T11" fmla="*/ 19 h 81"/>
                <a:gd name="T12" fmla="*/ 0 w 55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1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9" name="Freeform 110">
              <a:extLst>
                <a:ext uri="{FF2B5EF4-FFF2-40B4-BE49-F238E27FC236}">
                  <a16:creationId xmlns:a16="http://schemas.microsoft.com/office/drawing/2014/main" id="{E4F9CB96-EFCD-8AF6-BCD6-89E2E96ED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5498" y="5511895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0" name="Oval 111">
              <a:extLst>
                <a:ext uri="{FF2B5EF4-FFF2-40B4-BE49-F238E27FC236}">
                  <a16:creationId xmlns:a16="http://schemas.microsoft.com/office/drawing/2014/main" id="{A795C31F-C7C6-3F2D-C444-B1ED182ACF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859" y="5419818"/>
              <a:ext cx="285753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1" name="Freeform 112">
              <a:extLst>
                <a:ext uri="{FF2B5EF4-FFF2-40B4-BE49-F238E27FC236}">
                  <a16:creationId xmlns:a16="http://schemas.microsoft.com/office/drawing/2014/main" id="{B0FE2E89-DFBD-8E98-082D-6060501BB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6285" y="5451569"/>
              <a:ext cx="88901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39"/>
                    <a:pt x="56" y="37"/>
                  </a:cubicBezTo>
                  <a:cubicBezTo>
                    <a:pt x="49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2" name="Freeform 113">
              <a:extLst>
                <a:ext uri="{FF2B5EF4-FFF2-40B4-BE49-F238E27FC236}">
                  <a16:creationId xmlns:a16="http://schemas.microsoft.com/office/drawing/2014/main" id="{B3CBB417-0516-DD97-AF46-95D92FFB6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022" y="5430931"/>
              <a:ext cx="225428" cy="50801"/>
            </a:xfrm>
            <a:custGeom>
              <a:avLst/>
              <a:gdLst>
                <a:gd name="T0" fmla="*/ 98 w 196"/>
                <a:gd name="T1" fmla="*/ 7 h 43"/>
                <a:gd name="T2" fmla="*/ 195 w 196"/>
                <a:gd name="T3" fmla="*/ 43 h 43"/>
                <a:gd name="T4" fmla="*/ 196 w 196"/>
                <a:gd name="T5" fmla="*/ 39 h 43"/>
                <a:gd name="T6" fmla="*/ 98 w 196"/>
                <a:gd name="T7" fmla="*/ 0 h 43"/>
                <a:gd name="T8" fmla="*/ 0 w 196"/>
                <a:gd name="T9" fmla="*/ 39 h 43"/>
                <a:gd name="T10" fmla="*/ 1 w 196"/>
                <a:gd name="T11" fmla="*/ 43 h 43"/>
                <a:gd name="T12" fmla="*/ 98 w 196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3" name="Freeform 114">
              <a:extLst>
                <a:ext uri="{FF2B5EF4-FFF2-40B4-BE49-F238E27FC236}">
                  <a16:creationId xmlns:a16="http://schemas.microsoft.com/office/drawing/2014/main" id="{599F80F0-3AA8-7E6D-5B9C-8FF4704C0E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7384" y="5413468"/>
              <a:ext cx="285753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4" name="Freeform 115">
              <a:extLst>
                <a:ext uri="{FF2B5EF4-FFF2-40B4-BE49-F238E27FC236}">
                  <a16:creationId xmlns:a16="http://schemas.microsoft.com/office/drawing/2014/main" id="{80644089-A0FD-D4BF-766D-1DEEA66E2B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7384" y="5424581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5" name="Freeform 116">
              <a:extLst>
                <a:ext uri="{FF2B5EF4-FFF2-40B4-BE49-F238E27FC236}">
                  <a16:creationId xmlns:a16="http://schemas.microsoft.com/office/drawing/2014/main" id="{3CDAE829-3E3B-5412-2A4A-39ADE9D58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023" y="5483319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6" name="Oval 117">
              <a:extLst>
                <a:ext uri="{FF2B5EF4-FFF2-40B4-BE49-F238E27FC236}">
                  <a16:creationId xmlns:a16="http://schemas.microsoft.com/office/drawing/2014/main" id="{C75C96E4-206D-9C81-A547-2B1FB5CE4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7384" y="5391243"/>
              <a:ext cx="285753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7" name="Freeform 118">
              <a:extLst>
                <a:ext uri="{FF2B5EF4-FFF2-40B4-BE49-F238E27FC236}">
                  <a16:creationId xmlns:a16="http://schemas.microsoft.com/office/drawing/2014/main" id="{ABEB7C57-38A2-EC11-3AB6-8567962A7F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5810" y="5421406"/>
              <a:ext cx="88901" cy="50801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8" name="Freeform 119">
              <a:extLst>
                <a:ext uri="{FF2B5EF4-FFF2-40B4-BE49-F238E27FC236}">
                  <a16:creationId xmlns:a16="http://schemas.microsoft.com/office/drawing/2014/main" id="{AD90AE5F-206A-4652-6DB5-5F5A887C1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7547" y="5402355"/>
              <a:ext cx="225428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9" name="Freeform 120">
              <a:extLst>
                <a:ext uri="{FF2B5EF4-FFF2-40B4-BE49-F238E27FC236}">
                  <a16:creationId xmlns:a16="http://schemas.microsoft.com/office/drawing/2014/main" id="{6D142C23-7C08-08E9-63DE-3874019A4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859" y="5380130"/>
              <a:ext cx="285753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0" name="Freeform 121">
              <a:extLst>
                <a:ext uri="{FF2B5EF4-FFF2-40B4-BE49-F238E27FC236}">
                  <a16:creationId xmlns:a16="http://schemas.microsoft.com/office/drawing/2014/main" id="{37E7262F-F202-A1BB-E5C1-CD44CDD11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859" y="5391243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1" name="Freeform 122">
              <a:extLst>
                <a:ext uri="{FF2B5EF4-FFF2-40B4-BE49-F238E27FC236}">
                  <a16:creationId xmlns:a16="http://schemas.microsoft.com/office/drawing/2014/main" id="{C6A59747-784F-383C-ECFF-078EA27C2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5498" y="5449981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2" name="Oval 123">
              <a:extLst>
                <a:ext uri="{FF2B5EF4-FFF2-40B4-BE49-F238E27FC236}">
                  <a16:creationId xmlns:a16="http://schemas.microsoft.com/office/drawing/2014/main" id="{A6EEA30C-FF9F-8B6F-60A2-6E30D04BFE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859" y="5356317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3" name="Freeform 124">
              <a:extLst>
                <a:ext uri="{FF2B5EF4-FFF2-40B4-BE49-F238E27FC236}">
                  <a16:creationId xmlns:a16="http://schemas.microsoft.com/office/drawing/2014/main" id="{F9790803-4C42-07DA-1C36-CB0297109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6285" y="5388068"/>
              <a:ext cx="88901" cy="49213"/>
            </a:xfrm>
            <a:custGeom>
              <a:avLst/>
              <a:gdLst>
                <a:gd name="T0" fmla="*/ 67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9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20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7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7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8" y="25"/>
                    <a:pt x="55" y="23"/>
                  </a:cubicBezTo>
                  <a:cubicBezTo>
                    <a:pt x="47" y="19"/>
                    <a:pt x="25" y="34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4" name="Freeform 125">
              <a:extLst>
                <a:ext uri="{FF2B5EF4-FFF2-40B4-BE49-F238E27FC236}">
                  <a16:creationId xmlns:a16="http://schemas.microsoft.com/office/drawing/2014/main" id="{0716C126-DE3C-805E-C150-11B90050A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022" y="5369017"/>
              <a:ext cx="225428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5" name="Freeform 126">
              <a:extLst>
                <a:ext uri="{FF2B5EF4-FFF2-40B4-BE49-F238E27FC236}">
                  <a16:creationId xmlns:a16="http://schemas.microsoft.com/office/drawing/2014/main" id="{CB3E6A69-BDD2-1011-618E-C5F72F0CC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3096" y="5348379"/>
              <a:ext cx="285753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6" name="Freeform 127">
              <a:extLst>
                <a:ext uri="{FF2B5EF4-FFF2-40B4-BE49-F238E27FC236}">
                  <a16:creationId xmlns:a16="http://schemas.microsoft.com/office/drawing/2014/main" id="{9BB99546-5104-BF45-1359-6214D4CB5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3096" y="5359492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7" name="Freeform 128">
              <a:extLst>
                <a:ext uri="{FF2B5EF4-FFF2-40B4-BE49-F238E27FC236}">
                  <a16:creationId xmlns:a16="http://schemas.microsoft.com/office/drawing/2014/main" id="{6883CD32-6605-33CD-8B12-76C5639C8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0736" y="5416643"/>
              <a:ext cx="31750" cy="460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8" name="Oval 129">
              <a:extLst>
                <a:ext uri="{FF2B5EF4-FFF2-40B4-BE49-F238E27FC236}">
                  <a16:creationId xmlns:a16="http://schemas.microsoft.com/office/drawing/2014/main" id="{2B587039-563F-8EBE-CBE1-20032E24E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3096" y="5324567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9" name="Freeform 130">
              <a:extLst>
                <a:ext uri="{FF2B5EF4-FFF2-40B4-BE49-F238E27FC236}">
                  <a16:creationId xmlns:a16="http://schemas.microsoft.com/office/drawing/2014/main" id="{9791F4E1-392A-BFA5-C36A-57AFAB8C23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1522" y="5356317"/>
              <a:ext cx="88901" cy="49213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0" name="Freeform 131">
              <a:extLst>
                <a:ext uri="{FF2B5EF4-FFF2-40B4-BE49-F238E27FC236}">
                  <a16:creationId xmlns:a16="http://schemas.microsoft.com/office/drawing/2014/main" id="{0987C453-DEAC-B811-E3D4-A531FDD737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3259" y="5335679"/>
              <a:ext cx="225428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1" name="Freeform 132">
              <a:extLst>
                <a:ext uri="{FF2B5EF4-FFF2-40B4-BE49-F238E27FC236}">
                  <a16:creationId xmlns:a16="http://schemas.microsoft.com/office/drawing/2014/main" id="{D2523145-41B9-9C01-EF34-ED779E34E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3734" y="5324567"/>
              <a:ext cx="285753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2" name="Freeform 133">
              <a:extLst>
                <a:ext uri="{FF2B5EF4-FFF2-40B4-BE49-F238E27FC236}">
                  <a16:creationId xmlns:a16="http://schemas.microsoft.com/office/drawing/2014/main" id="{E5E52696-9048-A862-0DCB-D97241951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3734" y="5335679"/>
              <a:ext cx="61913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3" name="Freeform 134">
              <a:extLst>
                <a:ext uri="{FF2B5EF4-FFF2-40B4-BE49-F238E27FC236}">
                  <a16:creationId xmlns:a16="http://schemas.microsoft.com/office/drawing/2014/main" id="{845B8653-7CD4-B19B-0594-9CAB0D171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373" y="5394418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4" name="Oval 135">
              <a:extLst>
                <a:ext uri="{FF2B5EF4-FFF2-40B4-BE49-F238E27FC236}">
                  <a16:creationId xmlns:a16="http://schemas.microsoft.com/office/drawing/2014/main" id="{66D9C36D-6217-7272-CD3B-7A26B6C62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734" y="5300754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5" name="Freeform 136">
              <a:extLst>
                <a:ext uri="{FF2B5EF4-FFF2-40B4-BE49-F238E27FC236}">
                  <a16:creationId xmlns:a16="http://schemas.microsoft.com/office/drawing/2014/main" id="{812F2BE4-529D-3995-90E4-C4941E39A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160" y="5330917"/>
              <a:ext cx="88901" cy="50801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8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1"/>
                    <a:pt x="71" y="41"/>
                    <a:pt x="67" y="43"/>
                  </a:cubicBezTo>
                  <a:cubicBezTo>
                    <a:pt x="63" y="41"/>
                    <a:pt x="61" y="40"/>
                    <a:pt x="57" y="38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8"/>
                    <a:pt x="27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6" name="Freeform 137">
              <a:extLst>
                <a:ext uri="{FF2B5EF4-FFF2-40B4-BE49-F238E27FC236}">
                  <a16:creationId xmlns:a16="http://schemas.microsoft.com/office/drawing/2014/main" id="{EB0CB422-6C76-77D8-057D-3FF551F82D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897" y="5313454"/>
              <a:ext cx="225428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7" name="Freeform 138">
              <a:extLst>
                <a:ext uri="{FF2B5EF4-FFF2-40B4-BE49-F238E27FC236}">
                  <a16:creationId xmlns:a16="http://schemas.microsoft.com/office/drawing/2014/main" id="{A18B074B-72F5-2477-062A-094D3EDFC3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21" y="5291229"/>
              <a:ext cx="285753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8" name="Freeform 139">
              <a:extLst>
                <a:ext uri="{FF2B5EF4-FFF2-40B4-BE49-F238E27FC236}">
                  <a16:creationId xmlns:a16="http://schemas.microsoft.com/office/drawing/2014/main" id="{160F7B4D-01BF-B5F8-160D-49EC1191F0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21" y="5302341"/>
              <a:ext cx="63501" cy="93664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9" name="Freeform 140">
              <a:extLst>
                <a:ext uri="{FF2B5EF4-FFF2-40B4-BE49-F238E27FC236}">
                  <a16:creationId xmlns:a16="http://schemas.microsoft.com/office/drawing/2014/main" id="{38E30CE9-82E5-1473-0E79-42BAF135E5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1848" y="5359492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0" name="Oval 141">
              <a:extLst>
                <a:ext uri="{FF2B5EF4-FFF2-40B4-BE49-F238E27FC236}">
                  <a16:creationId xmlns:a16="http://schemas.microsoft.com/office/drawing/2014/main" id="{59D777ED-E3A8-518F-2F02-7027AC88B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621" y="5267416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1" name="Freeform 142">
              <a:extLst>
                <a:ext uri="{FF2B5EF4-FFF2-40B4-BE49-F238E27FC236}">
                  <a16:creationId xmlns:a16="http://schemas.microsoft.com/office/drawing/2014/main" id="{82A0651C-7425-797E-C224-5DFB7BC2C6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048" y="5297579"/>
              <a:ext cx="88901" cy="50801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2" name="Freeform 143">
              <a:extLst>
                <a:ext uri="{FF2B5EF4-FFF2-40B4-BE49-F238E27FC236}">
                  <a16:creationId xmlns:a16="http://schemas.microsoft.com/office/drawing/2014/main" id="{CB76C9B5-5339-83E0-77F6-22777E064F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2784" y="5278528"/>
              <a:ext cx="225428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0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5" y="23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3" name="Freeform 144">
              <a:extLst>
                <a:ext uri="{FF2B5EF4-FFF2-40B4-BE49-F238E27FC236}">
                  <a16:creationId xmlns:a16="http://schemas.microsoft.com/office/drawing/2014/main" id="{E67AC49A-AD7D-60F2-5D7F-9E38BEEAB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3734" y="5262653"/>
              <a:ext cx="285753" cy="112714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4" name="Freeform 145">
              <a:extLst>
                <a:ext uri="{FF2B5EF4-FFF2-40B4-BE49-F238E27FC236}">
                  <a16:creationId xmlns:a16="http://schemas.microsoft.com/office/drawing/2014/main" id="{55346E0B-17EF-A42C-E79F-1276B7DB3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3734" y="5272178"/>
              <a:ext cx="61913" cy="93664"/>
            </a:xfrm>
            <a:custGeom>
              <a:avLst/>
              <a:gdLst>
                <a:gd name="T0" fmla="*/ 0 w 54"/>
                <a:gd name="T1" fmla="*/ 19 h 81"/>
                <a:gd name="T2" fmla="*/ 0 w 54"/>
                <a:gd name="T3" fmla="*/ 40 h 81"/>
                <a:gd name="T4" fmla="*/ 54 w 54"/>
                <a:gd name="T5" fmla="*/ 81 h 81"/>
                <a:gd name="T6" fmla="*/ 54 w 54"/>
                <a:gd name="T7" fmla="*/ 0 h 81"/>
                <a:gd name="T8" fmla="*/ 49 w 54"/>
                <a:gd name="T9" fmla="*/ 0 h 81"/>
                <a:gd name="T10" fmla="*/ 11 w 54"/>
                <a:gd name="T11" fmla="*/ 19 h 81"/>
                <a:gd name="T12" fmla="*/ 0 w 54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1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5" name="Freeform 146">
              <a:extLst>
                <a:ext uri="{FF2B5EF4-FFF2-40B4-BE49-F238E27FC236}">
                  <a16:creationId xmlns:a16="http://schemas.microsoft.com/office/drawing/2014/main" id="{87C451C7-1E8D-4B65-C5C1-1F7118961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786" y="5330917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6" name="Oval 147">
              <a:extLst>
                <a:ext uri="{FF2B5EF4-FFF2-40B4-BE49-F238E27FC236}">
                  <a16:creationId xmlns:a16="http://schemas.microsoft.com/office/drawing/2014/main" id="{20A5A1E7-7131-8501-37B5-76B228ABB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734" y="5237253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7" name="Freeform 148">
              <a:extLst>
                <a:ext uri="{FF2B5EF4-FFF2-40B4-BE49-F238E27FC236}">
                  <a16:creationId xmlns:a16="http://schemas.microsoft.com/office/drawing/2014/main" id="{164BEFE8-4631-FB88-2335-E91E46458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160" y="5269003"/>
              <a:ext cx="88901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8" name="Freeform 149">
              <a:extLst>
                <a:ext uri="{FF2B5EF4-FFF2-40B4-BE49-F238E27FC236}">
                  <a16:creationId xmlns:a16="http://schemas.microsoft.com/office/drawing/2014/main" id="{2F9E0DB5-809C-FDCC-F587-8181C3B5A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897" y="5249953"/>
              <a:ext cx="225428" cy="49213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9" name="Freeform 150">
              <a:extLst>
                <a:ext uri="{FF2B5EF4-FFF2-40B4-BE49-F238E27FC236}">
                  <a16:creationId xmlns:a16="http://schemas.microsoft.com/office/drawing/2014/main" id="{45CFADC2-995C-26F4-C73B-1D7C342C9B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21" y="5227727"/>
              <a:ext cx="285753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0" name="Freeform 151">
              <a:extLst>
                <a:ext uri="{FF2B5EF4-FFF2-40B4-BE49-F238E27FC236}">
                  <a16:creationId xmlns:a16="http://schemas.microsoft.com/office/drawing/2014/main" id="{50E8DA63-B9C8-794C-5ABA-8BC3F1561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21" y="5238840"/>
              <a:ext cx="63501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1" name="Freeform 152">
              <a:extLst>
                <a:ext uri="{FF2B5EF4-FFF2-40B4-BE49-F238E27FC236}">
                  <a16:creationId xmlns:a16="http://schemas.microsoft.com/office/drawing/2014/main" id="{9EBE9889-76EE-F09D-D436-C9DC276A1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0261" y="5297579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2" name="Oval 153">
              <a:extLst>
                <a:ext uri="{FF2B5EF4-FFF2-40B4-BE49-F238E27FC236}">
                  <a16:creationId xmlns:a16="http://schemas.microsoft.com/office/drawing/2014/main" id="{5B5FA567-D121-42C2-D7A5-1EBE94FB2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621" y="5203915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3" name="Freeform 154">
              <a:extLst>
                <a:ext uri="{FF2B5EF4-FFF2-40B4-BE49-F238E27FC236}">
                  <a16:creationId xmlns:a16="http://schemas.microsoft.com/office/drawing/2014/main" id="{2D2FDC84-E5FB-D888-23EB-16173C7F5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048" y="5235665"/>
              <a:ext cx="88901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2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4" name="Freeform 155">
              <a:extLst>
                <a:ext uri="{FF2B5EF4-FFF2-40B4-BE49-F238E27FC236}">
                  <a16:creationId xmlns:a16="http://schemas.microsoft.com/office/drawing/2014/main" id="{C8B33788-5610-9674-ED82-829E8808EA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2784" y="5215027"/>
              <a:ext cx="225428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5" name="Freeform 156">
              <a:extLst>
                <a:ext uri="{FF2B5EF4-FFF2-40B4-BE49-F238E27FC236}">
                  <a16:creationId xmlns:a16="http://schemas.microsoft.com/office/drawing/2014/main" id="{7F1833E1-1B29-AA91-C93E-274F03555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34" y="5194389"/>
              <a:ext cx="285753" cy="115889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6" name="Freeform 157">
              <a:extLst>
                <a:ext uri="{FF2B5EF4-FFF2-40B4-BE49-F238E27FC236}">
                  <a16:creationId xmlns:a16="http://schemas.microsoft.com/office/drawing/2014/main" id="{F4AA37A5-936B-8025-637B-BD1228BFA4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34" y="5207090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7" name="Freeform 158">
              <a:extLst>
                <a:ext uri="{FF2B5EF4-FFF2-40B4-BE49-F238E27FC236}">
                  <a16:creationId xmlns:a16="http://schemas.microsoft.com/office/drawing/2014/main" id="{4C223B4D-A03F-2298-6FEB-D713E8B99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8673" y="5264241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8" name="Oval 159">
              <a:extLst>
                <a:ext uri="{FF2B5EF4-FFF2-40B4-BE49-F238E27FC236}">
                  <a16:creationId xmlns:a16="http://schemas.microsoft.com/office/drawing/2014/main" id="{E0C6C0E6-052D-70F6-A357-A290F693D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1034" y="5172164"/>
              <a:ext cx="285753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9" name="Freeform 160">
              <a:extLst>
                <a:ext uri="{FF2B5EF4-FFF2-40B4-BE49-F238E27FC236}">
                  <a16:creationId xmlns:a16="http://schemas.microsoft.com/office/drawing/2014/main" id="{8819C430-59BF-1294-FE9D-BA44AAFFA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460" y="5202327"/>
              <a:ext cx="88901" cy="50801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0" name="Freeform 161">
              <a:extLst>
                <a:ext uri="{FF2B5EF4-FFF2-40B4-BE49-F238E27FC236}">
                  <a16:creationId xmlns:a16="http://schemas.microsoft.com/office/drawing/2014/main" id="{2965749F-BF1C-38BD-7863-CA2D57940F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1197" y="5183277"/>
              <a:ext cx="225428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1" name="Freeform 162">
              <a:extLst>
                <a:ext uri="{FF2B5EF4-FFF2-40B4-BE49-F238E27FC236}">
                  <a16:creationId xmlns:a16="http://schemas.microsoft.com/office/drawing/2014/main" id="{C4ED29E5-DCB9-CD65-A3E8-C1638CA49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672" y="5172164"/>
              <a:ext cx="285753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2" name="Freeform 163">
              <a:extLst>
                <a:ext uri="{FF2B5EF4-FFF2-40B4-BE49-F238E27FC236}">
                  <a16:creationId xmlns:a16="http://schemas.microsoft.com/office/drawing/2014/main" id="{EBFC3ECC-E557-E92F-2304-A8E8F4AB0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672" y="5183277"/>
              <a:ext cx="63501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3" name="Freeform 164">
              <a:extLst>
                <a:ext uri="{FF2B5EF4-FFF2-40B4-BE49-F238E27FC236}">
                  <a16:creationId xmlns:a16="http://schemas.microsoft.com/office/drawing/2014/main" id="{7E668966-DCD0-4F17-D719-85F987435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9311" y="5242015"/>
              <a:ext cx="33338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4" name="Oval 165">
              <a:extLst>
                <a:ext uri="{FF2B5EF4-FFF2-40B4-BE49-F238E27FC236}">
                  <a16:creationId xmlns:a16="http://schemas.microsoft.com/office/drawing/2014/main" id="{17EA21C2-45DD-B620-CC8B-6FDF5460D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672" y="5146764"/>
              <a:ext cx="285753" cy="115889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5" name="Freeform 166">
              <a:extLst>
                <a:ext uri="{FF2B5EF4-FFF2-40B4-BE49-F238E27FC236}">
                  <a16:creationId xmlns:a16="http://schemas.microsoft.com/office/drawing/2014/main" id="{82D0D2DA-19E7-21B5-D212-4A86837C5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098" y="5178514"/>
              <a:ext cx="88901" cy="49213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6"/>
                    <a:pt x="55" y="24"/>
                  </a:cubicBezTo>
                  <a:cubicBezTo>
                    <a:pt x="47" y="20"/>
                    <a:pt x="25" y="35"/>
                    <a:pt x="9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4"/>
                    <a:pt x="20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6" name="Freeform 167">
              <a:extLst>
                <a:ext uri="{FF2B5EF4-FFF2-40B4-BE49-F238E27FC236}">
                  <a16:creationId xmlns:a16="http://schemas.microsoft.com/office/drawing/2014/main" id="{8884D92F-AB29-35CD-5478-909103417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1835" y="5159464"/>
              <a:ext cx="225428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7" name="Freeform 168">
              <a:extLst>
                <a:ext uri="{FF2B5EF4-FFF2-40B4-BE49-F238E27FC236}">
                  <a16:creationId xmlns:a16="http://schemas.microsoft.com/office/drawing/2014/main" id="{16C2291E-E3CB-0C47-C3F5-9611768D0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138826"/>
              <a:ext cx="285753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8" name="Freeform 169">
              <a:extLst>
                <a:ext uri="{FF2B5EF4-FFF2-40B4-BE49-F238E27FC236}">
                  <a16:creationId xmlns:a16="http://schemas.microsoft.com/office/drawing/2014/main" id="{06784889-6453-C0E8-E888-1E34E571E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148351"/>
              <a:ext cx="63501" cy="93664"/>
            </a:xfrm>
            <a:custGeom>
              <a:avLst/>
              <a:gdLst>
                <a:gd name="T0" fmla="*/ 0 w 55"/>
                <a:gd name="T1" fmla="*/ 19 h 81"/>
                <a:gd name="T2" fmla="*/ 0 w 55"/>
                <a:gd name="T3" fmla="*/ 40 h 81"/>
                <a:gd name="T4" fmla="*/ 55 w 55"/>
                <a:gd name="T5" fmla="*/ 81 h 81"/>
                <a:gd name="T6" fmla="*/ 55 w 55"/>
                <a:gd name="T7" fmla="*/ 0 h 81"/>
                <a:gd name="T8" fmla="*/ 49 w 55"/>
                <a:gd name="T9" fmla="*/ 0 h 81"/>
                <a:gd name="T10" fmla="*/ 11 w 55"/>
                <a:gd name="T11" fmla="*/ 19 h 81"/>
                <a:gd name="T12" fmla="*/ 0 w 55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1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9" name="Freeform 170">
              <a:extLst>
                <a:ext uri="{FF2B5EF4-FFF2-40B4-BE49-F238E27FC236}">
                  <a16:creationId xmlns:a16="http://schemas.microsoft.com/office/drawing/2014/main" id="{280A7F06-0293-1888-7D36-2D68E9B2F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786" y="5207090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0" name="Oval 171">
              <a:extLst>
                <a:ext uri="{FF2B5EF4-FFF2-40B4-BE49-F238E27FC236}">
                  <a16:creationId xmlns:a16="http://schemas.microsoft.com/office/drawing/2014/main" id="{AF047DBB-D7A3-6B19-9723-3AEDC356C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559" y="5113426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1" name="Freeform 172">
              <a:extLst>
                <a:ext uri="{FF2B5EF4-FFF2-40B4-BE49-F238E27FC236}">
                  <a16:creationId xmlns:a16="http://schemas.microsoft.com/office/drawing/2014/main" id="{7FF25D61-578C-81FD-1F60-FA6A4E23B1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85" y="5145176"/>
              <a:ext cx="88901" cy="49213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2" name="Freeform 173">
              <a:extLst>
                <a:ext uri="{FF2B5EF4-FFF2-40B4-BE49-F238E27FC236}">
                  <a16:creationId xmlns:a16="http://schemas.microsoft.com/office/drawing/2014/main" id="{61922212-8434-E947-789E-276C2EB11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22" y="5126126"/>
              <a:ext cx="227015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3" name="Freeform 174">
              <a:extLst>
                <a:ext uri="{FF2B5EF4-FFF2-40B4-BE49-F238E27FC236}">
                  <a16:creationId xmlns:a16="http://schemas.microsoft.com/office/drawing/2014/main" id="{F3F5E8AF-D596-17FE-4F70-E50FC3B2F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672" y="5108663"/>
              <a:ext cx="285753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4" name="Freeform 175">
              <a:extLst>
                <a:ext uri="{FF2B5EF4-FFF2-40B4-BE49-F238E27FC236}">
                  <a16:creationId xmlns:a16="http://schemas.microsoft.com/office/drawing/2014/main" id="{65058C51-22ED-056B-4B0E-12EE17F57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672" y="5119776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5" name="Freeform 176">
              <a:extLst>
                <a:ext uri="{FF2B5EF4-FFF2-40B4-BE49-F238E27FC236}">
                  <a16:creationId xmlns:a16="http://schemas.microsoft.com/office/drawing/2014/main" id="{B8FD1351-C16E-4C64-00AF-B662B7B9D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9311" y="5176927"/>
              <a:ext cx="31750" cy="460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6" name="Oval 177">
              <a:extLst>
                <a:ext uri="{FF2B5EF4-FFF2-40B4-BE49-F238E27FC236}">
                  <a16:creationId xmlns:a16="http://schemas.microsoft.com/office/drawing/2014/main" id="{6CC8F83D-BC28-D87D-DCA9-8C810B8CE5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672" y="5084850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7" name="Freeform 178">
              <a:extLst>
                <a:ext uri="{FF2B5EF4-FFF2-40B4-BE49-F238E27FC236}">
                  <a16:creationId xmlns:a16="http://schemas.microsoft.com/office/drawing/2014/main" id="{8AC873A8-FD0E-5A45-655C-9B6F72544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098" y="5116601"/>
              <a:ext cx="88901" cy="49213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8" name="Freeform 179">
              <a:extLst>
                <a:ext uri="{FF2B5EF4-FFF2-40B4-BE49-F238E27FC236}">
                  <a16:creationId xmlns:a16="http://schemas.microsoft.com/office/drawing/2014/main" id="{CB910BF2-37D7-39E3-C1E8-BD9ED48E3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1835" y="5095963"/>
              <a:ext cx="225428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9" name="Freeform 180">
              <a:extLst>
                <a:ext uri="{FF2B5EF4-FFF2-40B4-BE49-F238E27FC236}">
                  <a16:creationId xmlns:a16="http://schemas.microsoft.com/office/drawing/2014/main" id="{CF3BE1A8-08D1-0239-5499-248A79398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073737"/>
              <a:ext cx="285753" cy="114302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0" name="Freeform 181">
              <a:extLst>
                <a:ext uri="{FF2B5EF4-FFF2-40B4-BE49-F238E27FC236}">
                  <a16:creationId xmlns:a16="http://schemas.microsoft.com/office/drawing/2014/main" id="{52D7962E-2782-89C3-6F67-5410908420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086438"/>
              <a:ext cx="63501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1" name="Freeform 182">
              <a:extLst>
                <a:ext uri="{FF2B5EF4-FFF2-40B4-BE49-F238E27FC236}">
                  <a16:creationId xmlns:a16="http://schemas.microsoft.com/office/drawing/2014/main" id="{0B2C54E5-7E1A-F8D0-8828-5BBB42279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786" y="5143589"/>
              <a:ext cx="30163" cy="44451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2" name="Oval 183">
              <a:extLst>
                <a:ext uri="{FF2B5EF4-FFF2-40B4-BE49-F238E27FC236}">
                  <a16:creationId xmlns:a16="http://schemas.microsoft.com/office/drawing/2014/main" id="{456911A1-D6A8-FA7E-530C-EBC40A0A6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559" y="5051512"/>
              <a:ext cx="285753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3" name="Freeform 184">
              <a:extLst>
                <a:ext uri="{FF2B5EF4-FFF2-40B4-BE49-F238E27FC236}">
                  <a16:creationId xmlns:a16="http://schemas.microsoft.com/office/drawing/2014/main" id="{FCB62027-8B29-E4BE-AC34-E8E90839B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85" y="5083263"/>
              <a:ext cx="88901" cy="47626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4" name="Freeform 185">
              <a:extLst>
                <a:ext uri="{FF2B5EF4-FFF2-40B4-BE49-F238E27FC236}">
                  <a16:creationId xmlns:a16="http://schemas.microsoft.com/office/drawing/2014/main" id="{037104B6-851C-83C0-B7B2-6AB0FD75BA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22" y="5062625"/>
              <a:ext cx="227015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5" name="Oval 186">
              <a:extLst>
                <a:ext uri="{FF2B5EF4-FFF2-40B4-BE49-F238E27FC236}">
                  <a16:creationId xmlns:a16="http://schemas.microsoft.com/office/drawing/2014/main" id="{4CF60F65-1824-7E6B-C909-9D2DB77ED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364" y="5907189"/>
              <a:ext cx="285753" cy="114302"/>
            </a:xfrm>
            <a:prstGeom prst="ellipse">
              <a:avLst/>
            </a:prstGeom>
            <a:solidFill>
              <a:srgbClr val="DAB7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6" name="Freeform 187">
              <a:extLst>
                <a:ext uri="{FF2B5EF4-FFF2-40B4-BE49-F238E27FC236}">
                  <a16:creationId xmlns:a16="http://schemas.microsoft.com/office/drawing/2014/main" id="{FC15C7A5-3A03-C171-024E-7A47A02A91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264" y="5884964"/>
              <a:ext cx="287341" cy="114302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49 h 99"/>
                <a:gd name="T10" fmla="*/ 124 w 248"/>
                <a:gd name="T11" fmla="*/ 99 h 99"/>
                <a:gd name="T12" fmla="*/ 248 w 248"/>
                <a:gd name="T13" fmla="*/ 49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9"/>
                    <a:pt x="124" y="99"/>
                  </a:cubicBezTo>
                  <a:cubicBezTo>
                    <a:pt x="192" y="99"/>
                    <a:pt x="248" y="76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7" name="Freeform 188">
              <a:extLst>
                <a:ext uri="{FF2B5EF4-FFF2-40B4-BE49-F238E27FC236}">
                  <a16:creationId xmlns:a16="http://schemas.microsoft.com/office/drawing/2014/main" id="{1B767590-CFE3-255B-480A-7B98C8985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264" y="5896076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8" name="Freeform 189">
              <a:extLst>
                <a:ext uri="{FF2B5EF4-FFF2-40B4-BE49-F238E27FC236}">
                  <a16:creationId xmlns:a16="http://schemas.microsoft.com/office/drawing/2014/main" id="{94A3AB9A-E884-5228-C58A-124847FAC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491" y="5954815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9" name="Oval 190">
              <a:extLst>
                <a:ext uri="{FF2B5EF4-FFF2-40B4-BE49-F238E27FC236}">
                  <a16:creationId xmlns:a16="http://schemas.microsoft.com/office/drawing/2014/main" id="{147D9935-F2F7-0015-B58F-FB6C51DCC3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264" y="5861151"/>
              <a:ext cx="28734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0" name="Freeform 191">
              <a:extLst>
                <a:ext uri="{FF2B5EF4-FFF2-40B4-BE49-F238E27FC236}">
                  <a16:creationId xmlns:a16="http://schemas.microsoft.com/office/drawing/2014/main" id="{B1307151-01D8-BBD2-BD6E-78688E410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1278" y="5892901"/>
              <a:ext cx="87314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1" name="Freeform 192">
              <a:extLst>
                <a:ext uri="{FF2B5EF4-FFF2-40B4-BE49-F238E27FC236}">
                  <a16:creationId xmlns:a16="http://schemas.microsoft.com/office/drawing/2014/main" id="{9ED51680-ECFC-AF4A-DEAB-C61FE075F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427" y="5873851"/>
              <a:ext cx="227015" cy="47626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2" name="Freeform 193">
              <a:extLst>
                <a:ext uri="{FF2B5EF4-FFF2-40B4-BE49-F238E27FC236}">
                  <a16:creationId xmlns:a16="http://schemas.microsoft.com/office/drawing/2014/main" id="{51F79A82-D8A9-0BD2-B560-4A43895AE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489" y="5861151"/>
              <a:ext cx="285753" cy="114302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3" name="Freeform 194">
              <a:extLst>
                <a:ext uri="{FF2B5EF4-FFF2-40B4-BE49-F238E27FC236}">
                  <a16:creationId xmlns:a16="http://schemas.microsoft.com/office/drawing/2014/main" id="{361694F3-88CF-4C7B-9D39-30CFA682A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489" y="5873851"/>
              <a:ext cx="61913" cy="92077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4" name="Freeform 195">
              <a:extLst>
                <a:ext uri="{FF2B5EF4-FFF2-40B4-BE49-F238E27FC236}">
                  <a16:creationId xmlns:a16="http://schemas.microsoft.com/office/drawing/2014/main" id="{C7271098-EF68-C875-936D-D4796AA3D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1128" y="5931002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5" name="Oval 196">
              <a:extLst>
                <a:ext uri="{FF2B5EF4-FFF2-40B4-BE49-F238E27FC236}">
                  <a16:creationId xmlns:a16="http://schemas.microsoft.com/office/drawing/2014/main" id="{EED648B6-55D7-FE76-C2F6-48C0D03B0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489" y="5837338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6" name="Freeform 197">
              <a:extLst>
                <a:ext uri="{FF2B5EF4-FFF2-40B4-BE49-F238E27FC236}">
                  <a16:creationId xmlns:a16="http://schemas.microsoft.com/office/drawing/2014/main" id="{61228766-AAEB-C16B-1BE0-AD99BFB8A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1915" y="5869088"/>
              <a:ext cx="88901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0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7" name="Freeform 198">
              <a:extLst>
                <a:ext uri="{FF2B5EF4-FFF2-40B4-BE49-F238E27FC236}">
                  <a16:creationId xmlns:a16="http://schemas.microsoft.com/office/drawing/2014/main" id="{D2A6A6E8-BCD3-E369-EC99-E233817DC9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3652" y="5848450"/>
              <a:ext cx="225428" cy="50801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8" name="Freeform 199">
              <a:extLst>
                <a:ext uri="{FF2B5EF4-FFF2-40B4-BE49-F238E27FC236}">
                  <a16:creationId xmlns:a16="http://schemas.microsoft.com/office/drawing/2014/main" id="{FFBF7CB7-A5BC-674A-F1E4-F9D0753AA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377" y="5827813"/>
              <a:ext cx="287341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9" name="Freeform 200">
              <a:extLst>
                <a:ext uri="{FF2B5EF4-FFF2-40B4-BE49-F238E27FC236}">
                  <a16:creationId xmlns:a16="http://schemas.microsoft.com/office/drawing/2014/main" id="{27EB69DB-5EAB-D88E-3FD4-4A2BBC3B3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377" y="5838925"/>
              <a:ext cx="63501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0" name="Freeform 201">
              <a:extLst>
                <a:ext uri="{FF2B5EF4-FFF2-40B4-BE49-F238E27FC236}">
                  <a16:creationId xmlns:a16="http://schemas.microsoft.com/office/drawing/2014/main" id="{A136C537-F711-D81B-F6DC-20955F976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016" y="5896076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1" name="Oval 202">
              <a:extLst>
                <a:ext uri="{FF2B5EF4-FFF2-40B4-BE49-F238E27FC236}">
                  <a16:creationId xmlns:a16="http://schemas.microsoft.com/office/drawing/2014/main" id="{BA26862F-7A33-05E4-BFEB-99DD1B536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377" y="5804000"/>
              <a:ext cx="28734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2" name="Freeform 203">
              <a:extLst>
                <a:ext uri="{FF2B5EF4-FFF2-40B4-BE49-F238E27FC236}">
                  <a16:creationId xmlns:a16="http://schemas.microsoft.com/office/drawing/2014/main" id="{6DEF3A85-07ED-AEFD-206B-EBF617DD76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0803" y="5835750"/>
              <a:ext cx="90489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3" name="Freeform 204">
              <a:extLst>
                <a:ext uri="{FF2B5EF4-FFF2-40B4-BE49-F238E27FC236}">
                  <a16:creationId xmlns:a16="http://schemas.microsoft.com/office/drawing/2014/main" id="{0AD6737D-FE35-D8CC-53E6-7920F4AAD6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539" y="5815112"/>
              <a:ext cx="22701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44" name="Group 406">
              <a:extLst>
                <a:ext uri="{FF2B5EF4-FFF2-40B4-BE49-F238E27FC236}">
                  <a16:creationId xmlns:a16="http://schemas.microsoft.com/office/drawing/2014/main" id="{06FF188B-7ACD-ABB8-2D0F-DE61095ACE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17622" y="4989595"/>
              <a:ext cx="627073" cy="1049355"/>
              <a:chOff x="704" y="3143"/>
              <a:chExt cx="395" cy="661"/>
            </a:xfrm>
          </p:grpSpPr>
          <p:sp>
            <p:nvSpPr>
              <p:cNvPr id="2446" name="Freeform 206">
                <a:extLst>
                  <a:ext uri="{FF2B5EF4-FFF2-40B4-BE49-F238E27FC236}">
                    <a16:creationId xmlns:a16="http://schemas.microsoft.com/office/drawing/2014/main" id="{1D74AABA-1510-B304-6E56-48D2E6F949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3" y="3652"/>
                <a:ext cx="180" cy="73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2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4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6" y="99"/>
                      <a:pt x="124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7" name="Freeform 207">
                <a:extLst>
                  <a:ext uri="{FF2B5EF4-FFF2-40B4-BE49-F238E27FC236}">
                    <a16:creationId xmlns:a16="http://schemas.microsoft.com/office/drawing/2014/main" id="{048B154A-B990-1013-2B83-6A0B2F124F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3" y="3660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8" name="Freeform 208">
                <a:extLst>
                  <a:ext uri="{FF2B5EF4-FFF2-40B4-BE49-F238E27FC236}">
                    <a16:creationId xmlns:a16="http://schemas.microsoft.com/office/drawing/2014/main" id="{482852C3-BCF1-25C5-19B9-EEE01FB470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7" y="3696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9" name="Oval 209">
                <a:extLst>
                  <a:ext uri="{FF2B5EF4-FFF2-40B4-BE49-F238E27FC236}">
                    <a16:creationId xmlns:a16="http://schemas.microsoft.com/office/drawing/2014/main" id="{90F86C04-F9AC-3DD3-6E98-7C6C13B31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3" y="3638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0" name="Freeform 210">
                <a:extLst>
                  <a:ext uri="{FF2B5EF4-FFF2-40B4-BE49-F238E27FC236}">
                    <a16:creationId xmlns:a16="http://schemas.microsoft.com/office/drawing/2014/main" id="{7DA177F4-A8D5-6AE3-8599-70856EB663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6" y="3657"/>
                <a:ext cx="55" cy="31"/>
              </a:xfrm>
              <a:custGeom>
                <a:avLst/>
                <a:gdLst>
                  <a:gd name="T0" fmla="*/ 66 w 76"/>
                  <a:gd name="T1" fmla="*/ 32 h 42"/>
                  <a:gd name="T2" fmla="*/ 76 w 76"/>
                  <a:gd name="T3" fmla="*/ 38 h 42"/>
                  <a:gd name="T4" fmla="*/ 66 w 76"/>
                  <a:gd name="T5" fmla="*/ 42 h 42"/>
                  <a:gd name="T6" fmla="*/ 56 w 76"/>
                  <a:gd name="T7" fmla="*/ 37 h 42"/>
                  <a:gd name="T8" fmla="*/ 31 w 76"/>
                  <a:gd name="T9" fmla="*/ 41 h 42"/>
                  <a:gd name="T10" fmla="*/ 26 w 76"/>
                  <a:gd name="T11" fmla="*/ 34 h 42"/>
                  <a:gd name="T12" fmla="*/ 52 w 76"/>
                  <a:gd name="T13" fmla="*/ 29 h 42"/>
                  <a:gd name="T14" fmla="*/ 54 w 76"/>
                  <a:gd name="T15" fmla="*/ 23 h 42"/>
                  <a:gd name="T16" fmla="*/ 8 w 76"/>
                  <a:gd name="T17" fmla="*/ 25 h 42"/>
                  <a:gd name="T18" fmla="*/ 9 w 76"/>
                  <a:gd name="T19" fmla="*/ 10 h 42"/>
                  <a:gd name="T20" fmla="*/ 0 w 76"/>
                  <a:gd name="T21" fmla="*/ 4 h 42"/>
                  <a:gd name="T22" fmla="*/ 10 w 76"/>
                  <a:gd name="T23" fmla="*/ 0 h 42"/>
                  <a:gd name="T24" fmla="*/ 19 w 76"/>
                  <a:gd name="T25" fmla="*/ 5 h 42"/>
                  <a:gd name="T26" fmla="*/ 40 w 76"/>
                  <a:gd name="T27" fmla="*/ 0 h 42"/>
                  <a:gd name="T28" fmla="*/ 44 w 76"/>
                  <a:gd name="T29" fmla="*/ 8 h 42"/>
                  <a:gd name="T30" fmla="*/ 23 w 76"/>
                  <a:gd name="T31" fmla="*/ 13 h 42"/>
                  <a:gd name="T32" fmla="*/ 20 w 76"/>
                  <a:gd name="T33" fmla="*/ 18 h 42"/>
                  <a:gd name="T34" fmla="*/ 68 w 76"/>
                  <a:gd name="T35" fmla="*/ 16 h 42"/>
                  <a:gd name="T36" fmla="*/ 66 w 76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2">
                    <a:moveTo>
                      <a:pt x="66" y="32"/>
                    </a:moveTo>
                    <a:cubicBezTo>
                      <a:pt x="70" y="34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2"/>
                    </a:cubicBezTo>
                    <a:cubicBezTo>
                      <a:pt x="62" y="40"/>
                      <a:pt x="60" y="39"/>
                      <a:pt x="56" y="37"/>
                    </a:cubicBezTo>
                    <a:cubicBezTo>
                      <a:pt x="48" y="40"/>
                      <a:pt x="39" y="41"/>
                      <a:pt x="31" y="41"/>
                    </a:cubicBezTo>
                    <a:cubicBezTo>
                      <a:pt x="29" y="38"/>
                      <a:pt x="28" y="37"/>
                      <a:pt x="26" y="34"/>
                    </a:cubicBezTo>
                    <a:cubicBezTo>
                      <a:pt x="36" y="33"/>
                      <a:pt x="46" y="31"/>
                      <a:pt x="52" y="29"/>
                    </a:cubicBezTo>
                    <a:cubicBezTo>
                      <a:pt x="56" y="27"/>
                      <a:pt x="57" y="25"/>
                      <a:pt x="54" y="23"/>
                    </a:cubicBezTo>
                    <a:cubicBezTo>
                      <a:pt x="46" y="19"/>
                      <a:pt x="24" y="34"/>
                      <a:pt x="8" y="25"/>
                    </a:cubicBezTo>
                    <a:cubicBezTo>
                      <a:pt x="0" y="21"/>
                      <a:pt x="1" y="15"/>
                      <a:pt x="9" y="10"/>
                    </a:cubicBezTo>
                    <a:cubicBezTo>
                      <a:pt x="5" y="8"/>
                      <a:pt x="3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3"/>
                      <a:pt x="33" y="1"/>
                      <a:pt x="40" y="0"/>
                    </a:cubicBezTo>
                    <a:cubicBezTo>
                      <a:pt x="42" y="3"/>
                      <a:pt x="43" y="5"/>
                      <a:pt x="44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19" y="15"/>
                      <a:pt x="18" y="17"/>
                      <a:pt x="20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1" name="Freeform 211">
                <a:extLst>
                  <a:ext uri="{FF2B5EF4-FFF2-40B4-BE49-F238E27FC236}">
                    <a16:creationId xmlns:a16="http://schemas.microsoft.com/office/drawing/2014/main" id="{0F844A9C-C79C-8C0C-EB8F-C91581BE40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" y="3645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2" name="Freeform 212">
                <a:extLst>
                  <a:ext uri="{FF2B5EF4-FFF2-40B4-BE49-F238E27FC236}">
                    <a16:creationId xmlns:a16="http://schemas.microsoft.com/office/drawing/2014/main" id="{400C1EAD-1CD7-D2B0-734E-72BDD3BDAB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7" y="3631"/>
                <a:ext cx="180" cy="72"/>
              </a:xfrm>
              <a:custGeom>
                <a:avLst/>
                <a:gdLst>
                  <a:gd name="T0" fmla="*/ 236 w 247"/>
                  <a:gd name="T1" fmla="*/ 29 h 98"/>
                  <a:gd name="T2" fmla="*/ 124 w 247"/>
                  <a:gd name="T3" fmla="*/ 0 h 98"/>
                  <a:gd name="T4" fmla="*/ 12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3" name="Freeform 213">
                <a:extLst>
                  <a:ext uri="{FF2B5EF4-FFF2-40B4-BE49-F238E27FC236}">
                    <a16:creationId xmlns:a16="http://schemas.microsoft.com/office/drawing/2014/main" id="{3944FD77-F2D0-09A2-95BE-B8014A3AAF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7" y="3638"/>
                <a:ext cx="40" cy="59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4" name="Freeform 214">
                <a:extLst>
                  <a:ext uri="{FF2B5EF4-FFF2-40B4-BE49-F238E27FC236}">
                    <a16:creationId xmlns:a16="http://schemas.microsoft.com/office/drawing/2014/main" id="{DC4CF11A-56B8-A6BB-3762-F856AEE926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" y="3675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5" name="Oval 215">
                <a:extLst>
                  <a:ext uri="{FF2B5EF4-FFF2-40B4-BE49-F238E27FC236}">
                    <a16:creationId xmlns:a16="http://schemas.microsoft.com/office/drawing/2014/main" id="{ED490EE2-FEE0-BE9C-F55B-7C1830F61F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7" y="3616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6" name="Freeform 216">
                <a:extLst>
                  <a:ext uri="{FF2B5EF4-FFF2-40B4-BE49-F238E27FC236}">
                    <a16:creationId xmlns:a16="http://schemas.microsoft.com/office/drawing/2014/main" id="{BA6DA068-BCC5-991F-C7B7-A2AF87CC0E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" y="3636"/>
                <a:ext cx="56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9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4 w 76"/>
                  <a:gd name="T29" fmla="*/ 9 h 43"/>
                  <a:gd name="T30" fmla="*/ 23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8"/>
                      <a:pt x="57" y="26"/>
                      <a:pt x="54" y="24"/>
                    </a:cubicBezTo>
                    <a:cubicBezTo>
                      <a:pt x="46" y="20"/>
                      <a:pt x="24" y="35"/>
                      <a:pt x="8" y="26"/>
                    </a:cubicBezTo>
                    <a:cubicBezTo>
                      <a:pt x="0" y="22"/>
                      <a:pt x="1" y="16"/>
                      <a:pt x="9" y="11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4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6"/>
                      <a:pt x="18" y="17"/>
                      <a:pt x="20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7" name="Freeform 217">
                <a:extLst>
                  <a:ext uri="{FF2B5EF4-FFF2-40B4-BE49-F238E27FC236}">
                    <a16:creationId xmlns:a16="http://schemas.microsoft.com/office/drawing/2014/main" id="{4662899E-4478-724D-6510-F5B3164E8C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3624"/>
                <a:ext cx="142" cy="31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8" name="Freeform 218">
                <a:extLst>
                  <a:ext uri="{FF2B5EF4-FFF2-40B4-BE49-F238E27FC236}">
                    <a16:creationId xmlns:a16="http://schemas.microsoft.com/office/drawing/2014/main" id="{F767A771-3CEB-EA0A-B41B-EF69F0C584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4" y="3615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9" name="Freeform 219">
                <a:extLst>
                  <a:ext uri="{FF2B5EF4-FFF2-40B4-BE49-F238E27FC236}">
                    <a16:creationId xmlns:a16="http://schemas.microsoft.com/office/drawing/2014/main" id="{D31B596D-4021-2E21-9B14-C8B00B1D4F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4" y="3622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0" name="Freeform 220">
                <a:extLst>
                  <a:ext uri="{FF2B5EF4-FFF2-40B4-BE49-F238E27FC236}">
                    <a16:creationId xmlns:a16="http://schemas.microsoft.com/office/drawing/2014/main" id="{4542E95F-708F-A58B-5C2C-3D02B9AAF5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7" y="3659"/>
                <a:ext cx="20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8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1" name="Oval 221">
                <a:extLst>
                  <a:ext uri="{FF2B5EF4-FFF2-40B4-BE49-F238E27FC236}">
                    <a16:creationId xmlns:a16="http://schemas.microsoft.com/office/drawing/2014/main" id="{B1A38226-C596-2C69-F543-F41E5FB342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" y="3601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2" name="Freeform 222">
                <a:extLst>
                  <a:ext uri="{FF2B5EF4-FFF2-40B4-BE49-F238E27FC236}">
                    <a16:creationId xmlns:a16="http://schemas.microsoft.com/office/drawing/2014/main" id="{CFAB01F5-C4E0-8416-95D0-F3E79E8999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" y="3620"/>
                <a:ext cx="56" cy="32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1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4"/>
                      <a:pt x="72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1" y="41"/>
                    </a:cubicBezTo>
                    <a:cubicBezTo>
                      <a:pt x="29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3" name="Freeform 223">
                <a:extLst>
                  <a:ext uri="{FF2B5EF4-FFF2-40B4-BE49-F238E27FC236}">
                    <a16:creationId xmlns:a16="http://schemas.microsoft.com/office/drawing/2014/main" id="{3B674C7E-4E3A-8875-4BF0-7DD1DCE72D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3" y="3608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4" name="Freeform 224">
                <a:extLst>
                  <a:ext uri="{FF2B5EF4-FFF2-40B4-BE49-F238E27FC236}">
                    <a16:creationId xmlns:a16="http://schemas.microsoft.com/office/drawing/2014/main" id="{35300E9E-7E8C-4A5E-5F0F-5ACB34ECD5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7" y="3601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5" name="Freeform 225">
                <a:extLst>
                  <a:ext uri="{FF2B5EF4-FFF2-40B4-BE49-F238E27FC236}">
                    <a16:creationId xmlns:a16="http://schemas.microsoft.com/office/drawing/2014/main" id="{CC2A08F6-C02A-A053-7947-301C5BEB16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7" y="3608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6" name="Freeform 226">
                <a:extLst>
                  <a:ext uri="{FF2B5EF4-FFF2-40B4-BE49-F238E27FC236}">
                    <a16:creationId xmlns:a16="http://schemas.microsoft.com/office/drawing/2014/main" id="{77509502-6AAF-D914-B494-F5CBF647F5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3644"/>
                <a:ext cx="21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7" name="Oval 227">
                <a:extLst>
                  <a:ext uri="{FF2B5EF4-FFF2-40B4-BE49-F238E27FC236}">
                    <a16:creationId xmlns:a16="http://schemas.microsoft.com/office/drawing/2014/main" id="{BA07A168-AFAE-EEF0-7979-804B437C33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" y="3585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8" name="Freeform 228">
                <a:extLst>
                  <a:ext uri="{FF2B5EF4-FFF2-40B4-BE49-F238E27FC236}">
                    <a16:creationId xmlns:a16="http://schemas.microsoft.com/office/drawing/2014/main" id="{BD737BB9-BA4B-A1E5-A009-6B301E4DF4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9" y="3605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9" name="Freeform 229">
                <a:extLst>
                  <a:ext uri="{FF2B5EF4-FFF2-40B4-BE49-F238E27FC236}">
                    <a16:creationId xmlns:a16="http://schemas.microsoft.com/office/drawing/2014/main" id="{01345E02-8503-44CE-40EA-5BCB9656AF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6" y="3593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39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39"/>
                      <a:pt x="0" y="41"/>
                      <a:pt x="0" y="42"/>
                    </a:cubicBezTo>
                    <a:cubicBezTo>
                      <a:pt x="5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0" name="Freeform 230">
                <a:extLst>
                  <a:ext uri="{FF2B5EF4-FFF2-40B4-BE49-F238E27FC236}">
                    <a16:creationId xmlns:a16="http://schemas.microsoft.com/office/drawing/2014/main" id="{329EC1BD-FA11-14EE-691D-3D8B200FC6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" y="3579"/>
                <a:ext cx="181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1" name="Freeform 231">
                <a:extLst>
                  <a:ext uri="{FF2B5EF4-FFF2-40B4-BE49-F238E27FC236}">
                    <a16:creationId xmlns:a16="http://schemas.microsoft.com/office/drawing/2014/main" id="{C508E055-FC5E-5B31-6A4F-D239E72A3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" y="3586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2" name="Freeform 232">
                <a:extLst>
                  <a:ext uri="{FF2B5EF4-FFF2-40B4-BE49-F238E27FC236}">
                    <a16:creationId xmlns:a16="http://schemas.microsoft.com/office/drawing/2014/main" id="{F8648B06-D034-9C62-E7F3-D5799A5215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4" y="3622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3" name="Oval 233">
                <a:extLst>
                  <a:ext uri="{FF2B5EF4-FFF2-40B4-BE49-F238E27FC236}">
                    <a16:creationId xmlns:a16="http://schemas.microsoft.com/office/drawing/2014/main" id="{AFDC2C4D-665F-E621-8C1E-BD933C4F4F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0" y="3564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4" name="Freeform 234">
                <a:extLst>
                  <a:ext uri="{FF2B5EF4-FFF2-40B4-BE49-F238E27FC236}">
                    <a16:creationId xmlns:a16="http://schemas.microsoft.com/office/drawing/2014/main" id="{56B452D5-9EE8-058B-CDCF-E293C4751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2" y="3584"/>
                <a:ext cx="57" cy="31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7" y="9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5" name="Freeform 235">
                <a:extLst>
                  <a:ext uri="{FF2B5EF4-FFF2-40B4-BE49-F238E27FC236}">
                    <a16:creationId xmlns:a16="http://schemas.microsoft.com/office/drawing/2014/main" id="{122A7368-550B-A8D2-68F4-E282AF3BBD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3571"/>
                <a:ext cx="143" cy="31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9" y="7"/>
                      <a:pt x="190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6" name="Freeform 236">
                <a:extLst>
                  <a:ext uri="{FF2B5EF4-FFF2-40B4-BE49-F238E27FC236}">
                    <a16:creationId xmlns:a16="http://schemas.microsoft.com/office/drawing/2014/main" id="{B568D39F-3713-20EF-1EC5-8157BBB2DA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7" y="3560"/>
                <a:ext cx="180" cy="73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7" name="Freeform 237">
                <a:extLst>
                  <a:ext uri="{FF2B5EF4-FFF2-40B4-BE49-F238E27FC236}">
                    <a16:creationId xmlns:a16="http://schemas.microsoft.com/office/drawing/2014/main" id="{5CB1EA2A-C9A8-358D-4C57-830DCB393B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7" y="3568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8" name="Freeform 238">
                <a:extLst>
                  <a:ext uri="{FF2B5EF4-FFF2-40B4-BE49-F238E27FC236}">
                    <a16:creationId xmlns:a16="http://schemas.microsoft.com/office/drawing/2014/main" id="{A0AE9C23-8F7C-38A6-C523-90409F4E4B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3604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9" name="Oval 239">
                <a:extLst>
                  <a:ext uri="{FF2B5EF4-FFF2-40B4-BE49-F238E27FC236}">
                    <a16:creationId xmlns:a16="http://schemas.microsoft.com/office/drawing/2014/main" id="{39B8B7D8-03FB-822B-8D66-9400F3AD90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" y="3546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0" name="Freeform 240">
                <a:extLst>
                  <a:ext uri="{FF2B5EF4-FFF2-40B4-BE49-F238E27FC236}">
                    <a16:creationId xmlns:a16="http://schemas.microsoft.com/office/drawing/2014/main" id="{E6FC4607-1949-3581-F2C1-89C60B8336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9" y="3566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0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8"/>
                      <a:pt x="28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0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1" name="Freeform 241">
                <a:extLst>
                  <a:ext uri="{FF2B5EF4-FFF2-40B4-BE49-F238E27FC236}">
                    <a16:creationId xmlns:a16="http://schemas.microsoft.com/office/drawing/2014/main" id="{7392B4F1-64D7-728B-B7B4-BA8229D6D5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6" y="3553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2" name="Freeform 242">
                <a:extLst>
                  <a:ext uri="{FF2B5EF4-FFF2-40B4-BE49-F238E27FC236}">
                    <a16:creationId xmlns:a16="http://schemas.microsoft.com/office/drawing/2014/main" id="{E1900C71-2A07-243A-95FE-7258F6CDB9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" y="3539"/>
                <a:ext cx="181" cy="72"/>
              </a:xfrm>
              <a:custGeom>
                <a:avLst/>
                <a:gdLst>
                  <a:gd name="T0" fmla="*/ 235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5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3" name="Freeform 243">
                <a:extLst>
                  <a:ext uri="{FF2B5EF4-FFF2-40B4-BE49-F238E27FC236}">
                    <a16:creationId xmlns:a16="http://schemas.microsoft.com/office/drawing/2014/main" id="{9A7E0AEF-ADDA-9401-7D0E-BF71CBF42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" y="3547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4" name="Freeform 244">
                <a:extLst>
                  <a:ext uri="{FF2B5EF4-FFF2-40B4-BE49-F238E27FC236}">
                    <a16:creationId xmlns:a16="http://schemas.microsoft.com/office/drawing/2014/main" id="{1A2A2E9B-99C0-8657-983A-B32715899C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" y="3583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5" name="Oval 245">
                <a:extLst>
                  <a:ext uri="{FF2B5EF4-FFF2-40B4-BE49-F238E27FC236}">
                    <a16:creationId xmlns:a16="http://schemas.microsoft.com/office/drawing/2014/main" id="{239D45BA-B30D-7BC6-2712-3756789D0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0" y="3524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6" name="Freeform 246">
                <a:extLst>
                  <a:ext uri="{FF2B5EF4-FFF2-40B4-BE49-F238E27FC236}">
                    <a16:creationId xmlns:a16="http://schemas.microsoft.com/office/drawing/2014/main" id="{4B6CDC03-625C-6592-400A-87E28BF522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2" y="3544"/>
                <a:ext cx="57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9 h 43"/>
                  <a:gd name="T4" fmla="*/ 67 w 77"/>
                  <a:gd name="T5" fmla="*/ 43 h 43"/>
                  <a:gd name="T6" fmla="*/ 56 w 77"/>
                  <a:gd name="T7" fmla="*/ 38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30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0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9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1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8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8"/>
                      <a:pt x="27" y="34"/>
                    </a:cubicBezTo>
                    <a:cubicBezTo>
                      <a:pt x="36" y="34"/>
                      <a:pt x="47" y="32"/>
                      <a:pt x="52" y="30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1" y="16"/>
                      <a:pt x="9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5" y="4"/>
                      <a:pt x="19" y="6"/>
                    </a:cubicBezTo>
                    <a:cubicBezTo>
                      <a:pt x="26" y="3"/>
                      <a:pt x="34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7" name="Freeform 247">
                <a:extLst>
                  <a:ext uri="{FF2B5EF4-FFF2-40B4-BE49-F238E27FC236}">
                    <a16:creationId xmlns:a16="http://schemas.microsoft.com/office/drawing/2014/main" id="{0E691A8D-FB0E-A5D1-2755-CE3603D169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3532"/>
                <a:ext cx="143" cy="31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8" name="Freeform 248">
                <a:extLst>
                  <a:ext uri="{FF2B5EF4-FFF2-40B4-BE49-F238E27FC236}">
                    <a16:creationId xmlns:a16="http://schemas.microsoft.com/office/drawing/2014/main" id="{C3A66944-201E-673D-A4F4-8EB198CE15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8" y="3518"/>
                <a:ext cx="180" cy="72"/>
              </a:xfrm>
              <a:custGeom>
                <a:avLst/>
                <a:gdLst>
                  <a:gd name="T0" fmla="*/ 235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5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8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5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9" name="Freeform 249">
                <a:extLst>
                  <a:ext uri="{FF2B5EF4-FFF2-40B4-BE49-F238E27FC236}">
                    <a16:creationId xmlns:a16="http://schemas.microsoft.com/office/drawing/2014/main" id="{7D8B8EAA-EB84-707D-84E2-DF438B7918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8" y="3525"/>
                <a:ext cx="39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0" name="Freeform 250">
                <a:extLst>
                  <a:ext uri="{FF2B5EF4-FFF2-40B4-BE49-F238E27FC236}">
                    <a16:creationId xmlns:a16="http://schemas.microsoft.com/office/drawing/2014/main" id="{33EB684F-C19E-796B-3CDA-ED8837703D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3562"/>
                <a:ext cx="21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1" name="Oval 251">
                <a:extLst>
                  <a:ext uri="{FF2B5EF4-FFF2-40B4-BE49-F238E27FC236}">
                    <a16:creationId xmlns:a16="http://schemas.microsoft.com/office/drawing/2014/main" id="{2586E2FB-1916-D0EC-C0D4-3C11CFABC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" y="350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2" name="Freeform 252">
                <a:extLst>
                  <a:ext uri="{FF2B5EF4-FFF2-40B4-BE49-F238E27FC236}">
                    <a16:creationId xmlns:a16="http://schemas.microsoft.com/office/drawing/2014/main" id="{9978BD4C-E197-571D-BC7D-592FA8D7CD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" y="3523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6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0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3" y="41"/>
                      <a:pt x="60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1"/>
                    </a:cubicBezTo>
                    <a:cubicBezTo>
                      <a:pt x="5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4"/>
                      <a:pt x="19" y="6"/>
                    </a:cubicBezTo>
                    <a:cubicBezTo>
                      <a:pt x="26" y="3"/>
                      <a:pt x="33" y="1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3" name="Freeform 253">
                <a:extLst>
                  <a:ext uri="{FF2B5EF4-FFF2-40B4-BE49-F238E27FC236}">
                    <a16:creationId xmlns:a16="http://schemas.microsoft.com/office/drawing/2014/main" id="{65579306-871A-6776-C934-888B2CB719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" y="3511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4" name="Freeform 254">
                <a:extLst>
                  <a:ext uri="{FF2B5EF4-FFF2-40B4-BE49-F238E27FC236}">
                    <a16:creationId xmlns:a16="http://schemas.microsoft.com/office/drawing/2014/main" id="{3E08FB05-C6F3-78A2-63F4-F5AC083C2E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503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5" name="Freeform 255">
                <a:extLst>
                  <a:ext uri="{FF2B5EF4-FFF2-40B4-BE49-F238E27FC236}">
                    <a16:creationId xmlns:a16="http://schemas.microsoft.com/office/drawing/2014/main" id="{25A20FA3-8044-01C1-B0AE-7F72B912CE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510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6" name="Freeform 256">
                <a:extLst>
                  <a:ext uri="{FF2B5EF4-FFF2-40B4-BE49-F238E27FC236}">
                    <a16:creationId xmlns:a16="http://schemas.microsoft.com/office/drawing/2014/main" id="{467624D0-5795-8223-6356-053080E34D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3547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7" name="Oval 257">
                <a:extLst>
                  <a:ext uri="{FF2B5EF4-FFF2-40B4-BE49-F238E27FC236}">
                    <a16:creationId xmlns:a16="http://schemas.microsoft.com/office/drawing/2014/main" id="{74637FB9-370F-042A-7635-FEFB38C5C9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" y="3488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8" name="Freeform 258">
                <a:extLst>
                  <a:ext uri="{FF2B5EF4-FFF2-40B4-BE49-F238E27FC236}">
                    <a16:creationId xmlns:a16="http://schemas.microsoft.com/office/drawing/2014/main" id="{6C0F07FE-18A4-DD84-FC7F-4EB7585764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3508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8"/>
                      <a:pt x="28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2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9" name="Freeform 259">
                <a:extLst>
                  <a:ext uri="{FF2B5EF4-FFF2-40B4-BE49-F238E27FC236}">
                    <a16:creationId xmlns:a16="http://schemas.microsoft.com/office/drawing/2014/main" id="{81ABFCD5-21B2-F338-FC84-542A041BC7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" y="3496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0" name="Freeform 260">
                <a:extLst>
                  <a:ext uri="{FF2B5EF4-FFF2-40B4-BE49-F238E27FC236}">
                    <a16:creationId xmlns:a16="http://schemas.microsoft.com/office/drawing/2014/main" id="{DAA74C02-7CF1-EC2A-C0C4-2A9001C3A1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482"/>
                <a:ext cx="180" cy="71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1" name="Freeform 261">
                <a:extLst>
                  <a:ext uri="{FF2B5EF4-FFF2-40B4-BE49-F238E27FC236}">
                    <a16:creationId xmlns:a16="http://schemas.microsoft.com/office/drawing/2014/main" id="{9117B3E2-9607-C20C-9E51-22975D3468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489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2" name="Freeform 262">
                <a:extLst>
                  <a:ext uri="{FF2B5EF4-FFF2-40B4-BE49-F238E27FC236}">
                    <a16:creationId xmlns:a16="http://schemas.microsoft.com/office/drawing/2014/main" id="{50F41E3F-DA34-6E9A-4C4E-C153948527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7" y="3525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3" name="Oval 263">
                <a:extLst>
                  <a:ext uri="{FF2B5EF4-FFF2-40B4-BE49-F238E27FC236}">
                    <a16:creationId xmlns:a16="http://schemas.microsoft.com/office/drawing/2014/main" id="{3CE1A696-B677-2BF6-68AE-7B563DF45E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4" y="3466"/>
                <a:ext cx="180" cy="73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4" name="Freeform 264">
                <a:extLst>
                  <a:ext uri="{FF2B5EF4-FFF2-40B4-BE49-F238E27FC236}">
                    <a16:creationId xmlns:a16="http://schemas.microsoft.com/office/drawing/2014/main" id="{D7D00DE0-1203-D2B6-D15A-5AE971E46E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486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9 h 43"/>
                  <a:gd name="T4" fmla="*/ 67 w 77"/>
                  <a:gd name="T5" fmla="*/ 43 h 43"/>
                  <a:gd name="T6" fmla="*/ 56 w 77"/>
                  <a:gd name="T7" fmla="*/ 38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30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9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3" y="41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8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8"/>
                      <a:pt x="27" y="34"/>
                    </a:cubicBezTo>
                    <a:cubicBezTo>
                      <a:pt x="36" y="34"/>
                      <a:pt x="47" y="32"/>
                      <a:pt x="52" y="30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1" y="16"/>
                      <a:pt x="9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5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8" y="23"/>
                      <a:pt x="52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5" name="Freeform 265">
                <a:extLst>
                  <a:ext uri="{FF2B5EF4-FFF2-40B4-BE49-F238E27FC236}">
                    <a16:creationId xmlns:a16="http://schemas.microsoft.com/office/drawing/2014/main" id="{D9316236-CB97-9FA1-F578-9C5B1A0D02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" y="3474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6" name="Freeform 266">
                <a:extLst>
                  <a:ext uri="{FF2B5EF4-FFF2-40B4-BE49-F238E27FC236}">
                    <a16:creationId xmlns:a16="http://schemas.microsoft.com/office/drawing/2014/main" id="{51412B4D-E301-32A0-2A4E-965DD7B2A6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" y="3463"/>
                <a:ext cx="181" cy="72"/>
              </a:xfrm>
              <a:custGeom>
                <a:avLst/>
                <a:gdLst>
                  <a:gd name="T0" fmla="*/ 236 w 248"/>
                  <a:gd name="T1" fmla="*/ 28 h 98"/>
                  <a:gd name="T2" fmla="*/ 124 w 248"/>
                  <a:gd name="T3" fmla="*/ 0 h 98"/>
                  <a:gd name="T4" fmla="*/ 12 w 248"/>
                  <a:gd name="T5" fmla="*/ 28 h 98"/>
                  <a:gd name="T6" fmla="*/ 0 w 248"/>
                  <a:gd name="T7" fmla="*/ 28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8 h 98"/>
                  <a:gd name="T16" fmla="*/ 236 w 248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8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8"/>
                      <a:pt x="248" y="28"/>
                      <a:pt x="248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7" name="Freeform 267">
                <a:extLst>
                  <a:ext uri="{FF2B5EF4-FFF2-40B4-BE49-F238E27FC236}">
                    <a16:creationId xmlns:a16="http://schemas.microsoft.com/office/drawing/2014/main" id="{00BFC410-C1D1-1409-F6CA-BE498A93AB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" y="3471"/>
                <a:ext cx="40" cy="58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8" name="Freeform 268">
                <a:extLst>
                  <a:ext uri="{FF2B5EF4-FFF2-40B4-BE49-F238E27FC236}">
                    <a16:creationId xmlns:a16="http://schemas.microsoft.com/office/drawing/2014/main" id="{E55FCAFD-426D-03CF-FF6E-5B9F56D991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3507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9" name="Oval 269">
                <a:extLst>
                  <a:ext uri="{FF2B5EF4-FFF2-40B4-BE49-F238E27FC236}">
                    <a16:creationId xmlns:a16="http://schemas.microsoft.com/office/drawing/2014/main" id="{CEE2AA0E-E44D-E223-1A0F-BEE16D7709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0" y="3448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0" name="Freeform 270">
                <a:extLst>
                  <a:ext uri="{FF2B5EF4-FFF2-40B4-BE49-F238E27FC236}">
                    <a16:creationId xmlns:a16="http://schemas.microsoft.com/office/drawing/2014/main" id="{B12830D0-70B6-6451-9168-221ED28BA0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3468"/>
                <a:ext cx="55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9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8"/>
                      <a:pt x="57" y="26"/>
                      <a:pt x="54" y="24"/>
                    </a:cubicBezTo>
                    <a:cubicBezTo>
                      <a:pt x="46" y="20"/>
                      <a:pt x="24" y="35"/>
                      <a:pt x="8" y="26"/>
                    </a:cubicBezTo>
                    <a:cubicBezTo>
                      <a:pt x="0" y="22"/>
                      <a:pt x="1" y="16"/>
                      <a:pt x="9" y="11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6"/>
                      <a:pt x="18" y="17"/>
                      <a:pt x="20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1" name="Freeform 271">
                <a:extLst>
                  <a:ext uri="{FF2B5EF4-FFF2-40B4-BE49-F238E27FC236}">
                    <a16:creationId xmlns:a16="http://schemas.microsoft.com/office/drawing/2014/main" id="{471FFC20-C8A0-BEDA-FA8F-E4CEC41477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9" y="3456"/>
                <a:ext cx="143" cy="31"/>
              </a:xfrm>
              <a:custGeom>
                <a:avLst/>
                <a:gdLst>
                  <a:gd name="T0" fmla="*/ 98 w 196"/>
                  <a:gd name="T1" fmla="*/ 6 h 42"/>
                  <a:gd name="T2" fmla="*/ 195 w 196"/>
                  <a:gd name="T3" fmla="*/ 42 h 42"/>
                  <a:gd name="T4" fmla="*/ 196 w 196"/>
                  <a:gd name="T5" fmla="*/ 38 h 42"/>
                  <a:gd name="T6" fmla="*/ 98 w 196"/>
                  <a:gd name="T7" fmla="*/ 0 h 42"/>
                  <a:gd name="T8" fmla="*/ 0 w 196"/>
                  <a:gd name="T9" fmla="*/ 38 h 42"/>
                  <a:gd name="T10" fmla="*/ 1 w 196"/>
                  <a:gd name="T11" fmla="*/ 42 h 42"/>
                  <a:gd name="T12" fmla="*/ 98 w 196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6" y="40"/>
                      <a:pt x="196" y="38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1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2" name="Freeform 272">
                <a:extLst>
                  <a:ext uri="{FF2B5EF4-FFF2-40B4-BE49-F238E27FC236}">
                    <a16:creationId xmlns:a16="http://schemas.microsoft.com/office/drawing/2014/main" id="{AAF2CB2F-7932-30EA-4C69-955803BF19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442"/>
                <a:ext cx="180" cy="72"/>
              </a:xfrm>
              <a:custGeom>
                <a:avLst/>
                <a:gdLst>
                  <a:gd name="T0" fmla="*/ 236 w 248"/>
                  <a:gd name="T1" fmla="*/ 28 h 98"/>
                  <a:gd name="T2" fmla="*/ 124 w 248"/>
                  <a:gd name="T3" fmla="*/ 0 h 98"/>
                  <a:gd name="T4" fmla="*/ 12 w 248"/>
                  <a:gd name="T5" fmla="*/ 28 h 98"/>
                  <a:gd name="T6" fmla="*/ 0 w 248"/>
                  <a:gd name="T7" fmla="*/ 28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8 h 98"/>
                  <a:gd name="T16" fmla="*/ 236 w 248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8"/>
                    </a:moveTo>
                    <a:cubicBezTo>
                      <a:pt x="217" y="11"/>
                      <a:pt x="174" y="0"/>
                      <a:pt x="124" y="0"/>
                    </a:cubicBezTo>
                    <a:cubicBezTo>
                      <a:pt x="74" y="0"/>
                      <a:pt x="31" y="11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8"/>
                      <a:pt x="248" y="28"/>
                      <a:pt x="248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3" name="Freeform 273">
                <a:extLst>
                  <a:ext uri="{FF2B5EF4-FFF2-40B4-BE49-F238E27FC236}">
                    <a16:creationId xmlns:a16="http://schemas.microsoft.com/office/drawing/2014/main" id="{B1020352-E260-C1A9-8269-3A0C155B9B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449"/>
                <a:ext cx="40" cy="59"/>
              </a:xfrm>
              <a:custGeom>
                <a:avLst/>
                <a:gdLst>
                  <a:gd name="T0" fmla="*/ 0 w 55"/>
                  <a:gd name="T1" fmla="*/ 19 h 81"/>
                  <a:gd name="T2" fmla="*/ 0 w 55"/>
                  <a:gd name="T3" fmla="*/ 40 h 81"/>
                  <a:gd name="T4" fmla="*/ 55 w 55"/>
                  <a:gd name="T5" fmla="*/ 81 h 81"/>
                  <a:gd name="T6" fmla="*/ 55 w 55"/>
                  <a:gd name="T7" fmla="*/ 0 h 81"/>
                  <a:gd name="T8" fmla="*/ 50 w 55"/>
                  <a:gd name="T9" fmla="*/ 0 h 81"/>
                  <a:gd name="T10" fmla="*/ 12 w 55"/>
                  <a:gd name="T11" fmla="*/ 19 h 81"/>
                  <a:gd name="T12" fmla="*/ 0 w 55"/>
                  <a:gd name="T13" fmla="*/ 19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1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5" y="81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2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4" name="Freeform 274">
                <a:extLst>
                  <a:ext uri="{FF2B5EF4-FFF2-40B4-BE49-F238E27FC236}">
                    <a16:creationId xmlns:a16="http://schemas.microsoft.com/office/drawing/2014/main" id="{5A48E8B2-2C26-B349-0000-0DBEF1D3B1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7" y="3485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5" name="Oval 275">
                <a:extLst>
                  <a:ext uri="{FF2B5EF4-FFF2-40B4-BE49-F238E27FC236}">
                    <a16:creationId xmlns:a16="http://schemas.microsoft.com/office/drawing/2014/main" id="{5089FC77-FCE4-BDEE-17FD-687CB650F0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4" y="3427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6" name="Freeform 276">
                <a:extLst>
                  <a:ext uri="{FF2B5EF4-FFF2-40B4-BE49-F238E27FC236}">
                    <a16:creationId xmlns:a16="http://schemas.microsoft.com/office/drawing/2014/main" id="{D55CF4BA-5C47-BAEB-A6C6-0B7EBBD1FE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447"/>
                <a:ext cx="56" cy="31"/>
              </a:xfrm>
              <a:custGeom>
                <a:avLst/>
                <a:gdLst>
                  <a:gd name="T0" fmla="*/ 66 w 76"/>
                  <a:gd name="T1" fmla="*/ 32 h 43"/>
                  <a:gd name="T2" fmla="*/ 76 w 76"/>
                  <a:gd name="T3" fmla="*/ 38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5 h 43"/>
                  <a:gd name="T18" fmla="*/ 9 w 76"/>
                  <a:gd name="T19" fmla="*/ 10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1 w 76"/>
                  <a:gd name="T33" fmla="*/ 18 h 43"/>
                  <a:gd name="T34" fmla="*/ 68 w 76"/>
                  <a:gd name="T35" fmla="*/ 17 h 43"/>
                  <a:gd name="T36" fmla="*/ 66 w 76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2" y="41"/>
                      <a:pt x="60" y="39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5"/>
                    </a:cubicBezTo>
                    <a:cubicBezTo>
                      <a:pt x="0" y="21"/>
                      <a:pt x="1" y="16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3" y="1"/>
                      <a:pt x="40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5"/>
                      <a:pt x="18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7" name="Freeform 277">
                <a:extLst>
                  <a:ext uri="{FF2B5EF4-FFF2-40B4-BE49-F238E27FC236}">
                    <a16:creationId xmlns:a16="http://schemas.microsoft.com/office/drawing/2014/main" id="{F2E15462-3914-5902-4B05-DF2549EB85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" y="3434"/>
                <a:ext cx="143" cy="32"/>
              </a:xfrm>
              <a:custGeom>
                <a:avLst/>
                <a:gdLst>
                  <a:gd name="T0" fmla="*/ 98 w 196"/>
                  <a:gd name="T1" fmla="*/ 7 h 43"/>
                  <a:gd name="T2" fmla="*/ 195 w 196"/>
                  <a:gd name="T3" fmla="*/ 43 h 43"/>
                  <a:gd name="T4" fmla="*/ 196 w 196"/>
                  <a:gd name="T5" fmla="*/ 39 h 43"/>
                  <a:gd name="T6" fmla="*/ 98 w 196"/>
                  <a:gd name="T7" fmla="*/ 0 h 43"/>
                  <a:gd name="T8" fmla="*/ 0 w 196"/>
                  <a:gd name="T9" fmla="*/ 39 h 43"/>
                  <a:gd name="T10" fmla="*/ 1 w 196"/>
                  <a:gd name="T11" fmla="*/ 43 h 43"/>
                  <a:gd name="T12" fmla="*/ 98 w 196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3">
                    <a:moveTo>
                      <a:pt x="98" y="7"/>
                    </a:moveTo>
                    <a:cubicBezTo>
                      <a:pt x="149" y="7"/>
                      <a:pt x="191" y="23"/>
                      <a:pt x="195" y="43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1" y="41"/>
                      <a:pt x="1" y="43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8" name="Freeform 278">
                <a:extLst>
                  <a:ext uri="{FF2B5EF4-FFF2-40B4-BE49-F238E27FC236}">
                    <a16:creationId xmlns:a16="http://schemas.microsoft.com/office/drawing/2014/main" id="{D742EA72-30A8-203D-5092-3FF9FB59C1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9" y="3425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4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9" name="Freeform 279">
                <a:extLst>
                  <a:ext uri="{FF2B5EF4-FFF2-40B4-BE49-F238E27FC236}">
                    <a16:creationId xmlns:a16="http://schemas.microsoft.com/office/drawing/2014/main" id="{316823D9-71DE-27F6-7473-9983E9C4F0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9" y="3432"/>
                <a:ext cx="40" cy="58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1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0" name="Freeform 280">
                <a:extLst>
                  <a:ext uri="{FF2B5EF4-FFF2-40B4-BE49-F238E27FC236}">
                    <a16:creationId xmlns:a16="http://schemas.microsoft.com/office/drawing/2014/main" id="{AA24C974-C0F4-6790-9FE2-277C230124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2" y="3468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1" name="Oval 281">
                <a:extLst>
                  <a:ext uri="{FF2B5EF4-FFF2-40B4-BE49-F238E27FC236}">
                    <a16:creationId xmlns:a16="http://schemas.microsoft.com/office/drawing/2014/main" id="{A0071752-5966-034A-975F-42C4D7CEB5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3409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2" name="Freeform 282">
                <a:extLst>
                  <a:ext uri="{FF2B5EF4-FFF2-40B4-BE49-F238E27FC236}">
                    <a16:creationId xmlns:a16="http://schemas.microsoft.com/office/drawing/2014/main" id="{6EE04E95-04AA-D725-F240-94640E897C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1" y="3429"/>
                <a:ext cx="56" cy="32"/>
              </a:xfrm>
              <a:custGeom>
                <a:avLst/>
                <a:gdLst>
                  <a:gd name="T0" fmla="*/ 67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9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20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7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3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8" y="25"/>
                      <a:pt x="55" y="24"/>
                    </a:cubicBezTo>
                    <a:cubicBezTo>
                      <a:pt x="47" y="19"/>
                      <a:pt x="25" y="35"/>
                      <a:pt x="9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20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3" y="4"/>
                      <a:pt x="43" y="5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5" y="28"/>
                      <a:pt x="67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3" name="Freeform 283">
                <a:extLst>
                  <a:ext uri="{FF2B5EF4-FFF2-40B4-BE49-F238E27FC236}">
                    <a16:creationId xmlns:a16="http://schemas.microsoft.com/office/drawing/2014/main" id="{09423FED-607D-FE66-F873-C393D847AD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8" y="3417"/>
                <a:ext cx="142" cy="31"/>
              </a:xfrm>
              <a:custGeom>
                <a:avLst/>
                <a:gdLst>
                  <a:gd name="T0" fmla="*/ 98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8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8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8" y="7"/>
                    </a:moveTo>
                    <a:cubicBezTo>
                      <a:pt x="149" y="7"/>
                      <a:pt x="191" y="23"/>
                      <a:pt x="195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4" name="Freeform 284">
                <a:extLst>
                  <a:ext uri="{FF2B5EF4-FFF2-40B4-BE49-F238E27FC236}">
                    <a16:creationId xmlns:a16="http://schemas.microsoft.com/office/drawing/2014/main" id="{C3F31B09-3ACF-001C-424C-1061C380FC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" y="3409"/>
                <a:ext cx="180" cy="73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2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4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6" y="99"/>
                      <a:pt x="124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5" name="Freeform 285">
                <a:extLst>
                  <a:ext uri="{FF2B5EF4-FFF2-40B4-BE49-F238E27FC236}">
                    <a16:creationId xmlns:a16="http://schemas.microsoft.com/office/drawing/2014/main" id="{5B3B9593-CA1D-D84B-0ED2-A132D06B66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" y="3417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6" name="Freeform 286">
                <a:extLst>
                  <a:ext uri="{FF2B5EF4-FFF2-40B4-BE49-F238E27FC236}">
                    <a16:creationId xmlns:a16="http://schemas.microsoft.com/office/drawing/2014/main" id="{B8BC5D9B-4702-B627-793D-65C0DA38A0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6" y="3453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7" name="Oval 287">
                <a:extLst>
                  <a:ext uri="{FF2B5EF4-FFF2-40B4-BE49-F238E27FC236}">
                    <a16:creationId xmlns:a16="http://schemas.microsoft.com/office/drawing/2014/main" id="{ABDE5324-9817-92A4-5F24-51DC90BFDE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395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8" name="Freeform 288">
                <a:extLst>
                  <a:ext uri="{FF2B5EF4-FFF2-40B4-BE49-F238E27FC236}">
                    <a16:creationId xmlns:a16="http://schemas.microsoft.com/office/drawing/2014/main" id="{1564773B-D096-0AB2-ADE0-280C6E9295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" y="3415"/>
                <a:ext cx="55" cy="30"/>
              </a:xfrm>
              <a:custGeom>
                <a:avLst/>
                <a:gdLst>
                  <a:gd name="T0" fmla="*/ 66 w 76"/>
                  <a:gd name="T1" fmla="*/ 32 h 42"/>
                  <a:gd name="T2" fmla="*/ 76 w 76"/>
                  <a:gd name="T3" fmla="*/ 38 h 42"/>
                  <a:gd name="T4" fmla="*/ 66 w 76"/>
                  <a:gd name="T5" fmla="*/ 42 h 42"/>
                  <a:gd name="T6" fmla="*/ 56 w 76"/>
                  <a:gd name="T7" fmla="*/ 37 h 42"/>
                  <a:gd name="T8" fmla="*/ 31 w 76"/>
                  <a:gd name="T9" fmla="*/ 41 h 42"/>
                  <a:gd name="T10" fmla="*/ 26 w 76"/>
                  <a:gd name="T11" fmla="*/ 34 h 42"/>
                  <a:gd name="T12" fmla="*/ 52 w 76"/>
                  <a:gd name="T13" fmla="*/ 29 h 42"/>
                  <a:gd name="T14" fmla="*/ 54 w 76"/>
                  <a:gd name="T15" fmla="*/ 23 h 42"/>
                  <a:gd name="T16" fmla="*/ 8 w 76"/>
                  <a:gd name="T17" fmla="*/ 25 h 42"/>
                  <a:gd name="T18" fmla="*/ 9 w 76"/>
                  <a:gd name="T19" fmla="*/ 10 h 42"/>
                  <a:gd name="T20" fmla="*/ 0 w 76"/>
                  <a:gd name="T21" fmla="*/ 4 h 42"/>
                  <a:gd name="T22" fmla="*/ 9 w 76"/>
                  <a:gd name="T23" fmla="*/ 0 h 42"/>
                  <a:gd name="T24" fmla="*/ 19 w 76"/>
                  <a:gd name="T25" fmla="*/ 5 h 42"/>
                  <a:gd name="T26" fmla="*/ 40 w 76"/>
                  <a:gd name="T27" fmla="*/ 0 h 42"/>
                  <a:gd name="T28" fmla="*/ 44 w 76"/>
                  <a:gd name="T29" fmla="*/ 8 h 42"/>
                  <a:gd name="T30" fmla="*/ 23 w 76"/>
                  <a:gd name="T31" fmla="*/ 13 h 42"/>
                  <a:gd name="T32" fmla="*/ 20 w 76"/>
                  <a:gd name="T33" fmla="*/ 18 h 42"/>
                  <a:gd name="T34" fmla="*/ 68 w 76"/>
                  <a:gd name="T35" fmla="*/ 16 h 42"/>
                  <a:gd name="T36" fmla="*/ 66 w 76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2">
                    <a:moveTo>
                      <a:pt x="66" y="32"/>
                    </a:moveTo>
                    <a:cubicBezTo>
                      <a:pt x="70" y="34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2"/>
                    </a:cubicBezTo>
                    <a:cubicBezTo>
                      <a:pt x="62" y="40"/>
                      <a:pt x="60" y="39"/>
                      <a:pt x="56" y="37"/>
                    </a:cubicBezTo>
                    <a:cubicBezTo>
                      <a:pt x="48" y="40"/>
                      <a:pt x="39" y="41"/>
                      <a:pt x="31" y="41"/>
                    </a:cubicBezTo>
                    <a:cubicBezTo>
                      <a:pt x="29" y="38"/>
                      <a:pt x="28" y="37"/>
                      <a:pt x="26" y="34"/>
                    </a:cubicBezTo>
                    <a:cubicBezTo>
                      <a:pt x="35" y="33"/>
                      <a:pt x="46" y="31"/>
                      <a:pt x="52" y="29"/>
                    </a:cubicBezTo>
                    <a:cubicBezTo>
                      <a:pt x="56" y="27"/>
                      <a:pt x="57" y="25"/>
                      <a:pt x="54" y="23"/>
                    </a:cubicBezTo>
                    <a:cubicBezTo>
                      <a:pt x="46" y="19"/>
                      <a:pt x="24" y="34"/>
                      <a:pt x="8" y="25"/>
                    </a:cubicBezTo>
                    <a:cubicBezTo>
                      <a:pt x="0" y="21"/>
                      <a:pt x="1" y="15"/>
                      <a:pt x="9" y="10"/>
                    </a:cubicBezTo>
                    <a:cubicBezTo>
                      <a:pt x="5" y="8"/>
                      <a:pt x="3" y="7"/>
                      <a:pt x="0" y="4"/>
                    </a:cubicBezTo>
                    <a:cubicBezTo>
                      <a:pt x="4" y="2"/>
                      <a:pt x="5" y="2"/>
                      <a:pt x="9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5" y="3"/>
                      <a:pt x="33" y="1"/>
                      <a:pt x="40" y="0"/>
                    </a:cubicBezTo>
                    <a:cubicBezTo>
                      <a:pt x="42" y="3"/>
                      <a:pt x="43" y="5"/>
                      <a:pt x="44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19" y="15"/>
                      <a:pt x="18" y="16"/>
                      <a:pt x="20" y="18"/>
                    </a:cubicBezTo>
                    <a:cubicBezTo>
                      <a:pt x="28" y="22"/>
                      <a:pt x="51" y="6"/>
                      <a:pt x="68" y="16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9" name="Freeform 289">
                <a:extLst>
                  <a:ext uri="{FF2B5EF4-FFF2-40B4-BE49-F238E27FC236}">
                    <a16:creationId xmlns:a16="http://schemas.microsoft.com/office/drawing/2014/main" id="{292616C1-9EE1-38DD-C889-26FB427447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" y="3402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0" name="Freeform 290">
                <a:extLst>
                  <a:ext uri="{FF2B5EF4-FFF2-40B4-BE49-F238E27FC236}">
                    <a16:creationId xmlns:a16="http://schemas.microsoft.com/office/drawing/2014/main" id="{819B5239-2652-BED2-59A9-BDEAC387E9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3388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2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1" name="Freeform 291">
                <a:extLst>
                  <a:ext uri="{FF2B5EF4-FFF2-40B4-BE49-F238E27FC236}">
                    <a16:creationId xmlns:a16="http://schemas.microsoft.com/office/drawing/2014/main" id="{EFD134ED-9BF4-9272-D90E-8E9D885F4E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3396"/>
                <a:ext cx="40" cy="58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2" name="Freeform 292">
                <a:extLst>
                  <a:ext uri="{FF2B5EF4-FFF2-40B4-BE49-F238E27FC236}">
                    <a16:creationId xmlns:a16="http://schemas.microsoft.com/office/drawing/2014/main" id="{0C20C2A9-6B9E-CAEE-2996-E22F24C965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9" y="3432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3" name="Oval 293">
                <a:extLst>
                  <a:ext uri="{FF2B5EF4-FFF2-40B4-BE49-F238E27FC236}">
                    <a16:creationId xmlns:a16="http://schemas.microsoft.com/office/drawing/2014/main" id="{99DDD10A-0A87-A9B3-F8C8-8E6D32798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" y="337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4" name="Freeform 294">
                <a:extLst>
                  <a:ext uri="{FF2B5EF4-FFF2-40B4-BE49-F238E27FC236}">
                    <a16:creationId xmlns:a16="http://schemas.microsoft.com/office/drawing/2014/main" id="{9758DFC8-3514-22ED-364A-19D982991E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" y="3393"/>
                <a:ext cx="56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8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9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4 w 76"/>
                  <a:gd name="T29" fmla="*/ 9 h 43"/>
                  <a:gd name="T30" fmla="*/ 23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5" y="34"/>
                      <a:pt x="46" y="32"/>
                      <a:pt x="52" y="29"/>
                    </a:cubicBezTo>
                    <a:cubicBezTo>
                      <a:pt x="56" y="28"/>
                      <a:pt x="57" y="26"/>
                      <a:pt x="54" y="24"/>
                    </a:cubicBezTo>
                    <a:cubicBezTo>
                      <a:pt x="46" y="20"/>
                      <a:pt x="24" y="35"/>
                      <a:pt x="8" y="26"/>
                    </a:cubicBezTo>
                    <a:cubicBezTo>
                      <a:pt x="0" y="22"/>
                      <a:pt x="1" y="16"/>
                      <a:pt x="9" y="11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9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5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4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6"/>
                      <a:pt x="18" y="17"/>
                      <a:pt x="20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5" name="Freeform 295">
                <a:extLst>
                  <a:ext uri="{FF2B5EF4-FFF2-40B4-BE49-F238E27FC236}">
                    <a16:creationId xmlns:a16="http://schemas.microsoft.com/office/drawing/2014/main" id="{20F4FE8D-115B-462E-9877-B04FE55BA5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3381"/>
                <a:ext cx="142" cy="31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8 w 195"/>
                  <a:gd name="T7" fmla="*/ 0 h 42"/>
                  <a:gd name="T8" fmla="*/ 0 w 195"/>
                  <a:gd name="T9" fmla="*/ 38 h 42"/>
                  <a:gd name="T10" fmla="*/ 1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6" name="Freeform 296">
                <a:extLst>
                  <a:ext uri="{FF2B5EF4-FFF2-40B4-BE49-F238E27FC236}">
                    <a16:creationId xmlns:a16="http://schemas.microsoft.com/office/drawing/2014/main" id="{65DF6FA5-0BB3-FE81-F2A2-4C5F9CC45C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" y="3370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4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7" name="Freeform 297">
                <a:extLst>
                  <a:ext uri="{FF2B5EF4-FFF2-40B4-BE49-F238E27FC236}">
                    <a16:creationId xmlns:a16="http://schemas.microsoft.com/office/drawing/2014/main" id="{B901CC5B-E7C1-713B-2C8D-B6998060CA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" y="3377"/>
                <a:ext cx="40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8" name="Freeform 298">
                <a:extLst>
                  <a:ext uri="{FF2B5EF4-FFF2-40B4-BE49-F238E27FC236}">
                    <a16:creationId xmlns:a16="http://schemas.microsoft.com/office/drawing/2014/main" id="{ED766503-D704-5129-26FF-283CC4DB1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6" y="3413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9" name="Oval 299">
                <a:extLst>
                  <a:ext uri="{FF2B5EF4-FFF2-40B4-BE49-F238E27FC236}">
                    <a16:creationId xmlns:a16="http://schemas.microsoft.com/office/drawing/2014/main" id="{31CA61EE-FFDC-2B70-8C2F-9B1D2B2EA9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355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0" name="Freeform 300">
                <a:extLst>
                  <a:ext uri="{FF2B5EF4-FFF2-40B4-BE49-F238E27FC236}">
                    <a16:creationId xmlns:a16="http://schemas.microsoft.com/office/drawing/2014/main" id="{103FDCF9-7C41-1A61-E246-1503D1123C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4" y="3374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1" name="Freeform 301">
                <a:extLst>
                  <a:ext uri="{FF2B5EF4-FFF2-40B4-BE49-F238E27FC236}">
                    <a16:creationId xmlns:a16="http://schemas.microsoft.com/office/drawing/2014/main" id="{A2B4B84D-C310-0208-8670-FBDD1E54DE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" y="3362"/>
                <a:ext cx="142" cy="31"/>
              </a:xfrm>
              <a:custGeom>
                <a:avLst/>
                <a:gdLst>
                  <a:gd name="T0" fmla="*/ 98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8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8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8" y="7"/>
                    </a:moveTo>
                    <a:cubicBezTo>
                      <a:pt x="149" y="7"/>
                      <a:pt x="190" y="23"/>
                      <a:pt x="195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5" y="23"/>
                      <a:pt x="46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2" name="Freeform 302">
                <a:extLst>
                  <a:ext uri="{FF2B5EF4-FFF2-40B4-BE49-F238E27FC236}">
                    <a16:creationId xmlns:a16="http://schemas.microsoft.com/office/drawing/2014/main" id="{22C7BF96-29B4-C83F-ACE4-9AA0F5634B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3348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4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3" name="Freeform 303">
                <a:extLst>
                  <a:ext uri="{FF2B5EF4-FFF2-40B4-BE49-F238E27FC236}">
                    <a16:creationId xmlns:a16="http://schemas.microsoft.com/office/drawing/2014/main" id="{7FD5AF29-DCE6-459D-3398-F6A5052E73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3355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4" name="Freeform 304">
                <a:extLst>
                  <a:ext uri="{FF2B5EF4-FFF2-40B4-BE49-F238E27FC236}">
                    <a16:creationId xmlns:a16="http://schemas.microsoft.com/office/drawing/2014/main" id="{39A99EEF-B336-87A8-84CB-B186F7FF53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9" y="3392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5" name="Oval 305">
                <a:extLst>
                  <a:ext uri="{FF2B5EF4-FFF2-40B4-BE49-F238E27FC236}">
                    <a16:creationId xmlns:a16="http://schemas.microsoft.com/office/drawing/2014/main" id="{C16CDD71-D356-40BA-1EE5-D3B3BA6DA8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" y="3334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6" name="Freeform 306">
                <a:extLst>
                  <a:ext uri="{FF2B5EF4-FFF2-40B4-BE49-F238E27FC236}">
                    <a16:creationId xmlns:a16="http://schemas.microsoft.com/office/drawing/2014/main" id="{1CDAB78F-E3F0-26D1-A2D0-A511885C3B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" y="3353"/>
                <a:ext cx="56" cy="32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7" y="9"/>
                      <a:pt x="28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7" name="Freeform 307">
                <a:extLst>
                  <a:ext uri="{FF2B5EF4-FFF2-40B4-BE49-F238E27FC236}">
                    <a16:creationId xmlns:a16="http://schemas.microsoft.com/office/drawing/2014/main" id="{397E1E1C-EE1B-6389-A3EC-6B842C500A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3341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0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3"/>
                      <a:pt x="46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8" name="Freeform 308">
                <a:extLst>
                  <a:ext uri="{FF2B5EF4-FFF2-40B4-BE49-F238E27FC236}">
                    <a16:creationId xmlns:a16="http://schemas.microsoft.com/office/drawing/2014/main" id="{080F9F48-78B8-3FB4-3471-3CA1088032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8" y="3327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9" name="Freeform 309">
                <a:extLst>
                  <a:ext uri="{FF2B5EF4-FFF2-40B4-BE49-F238E27FC236}">
                    <a16:creationId xmlns:a16="http://schemas.microsoft.com/office/drawing/2014/main" id="{9D41D880-C81F-E953-D8A0-CDC9169CB8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8" y="3334"/>
                <a:ext cx="39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0" name="Freeform 310">
                <a:extLst>
                  <a:ext uri="{FF2B5EF4-FFF2-40B4-BE49-F238E27FC236}">
                    <a16:creationId xmlns:a16="http://schemas.microsoft.com/office/drawing/2014/main" id="{6B6C9DB4-FF71-716E-BF2E-50E2C4AA97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1" y="3370"/>
                <a:ext cx="20" cy="29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8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1" name="Oval 311">
                <a:extLst>
                  <a:ext uri="{FF2B5EF4-FFF2-40B4-BE49-F238E27FC236}">
                    <a16:creationId xmlns:a16="http://schemas.microsoft.com/office/drawing/2014/main" id="{967C508B-6DE9-6F69-9FC7-091E9AD8D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" y="3312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2" name="Freeform 312">
                <a:extLst>
                  <a:ext uri="{FF2B5EF4-FFF2-40B4-BE49-F238E27FC236}">
                    <a16:creationId xmlns:a16="http://schemas.microsoft.com/office/drawing/2014/main" id="{3E0022A8-0D82-D8D7-484F-9D51B08002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" y="3331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8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3" name="Freeform 313">
                <a:extLst>
                  <a:ext uri="{FF2B5EF4-FFF2-40B4-BE49-F238E27FC236}">
                    <a16:creationId xmlns:a16="http://schemas.microsoft.com/office/drawing/2014/main" id="{A053A1CD-AFAE-B289-3CB1-8A9F4F8FE2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" y="3319"/>
                <a:ext cx="142" cy="31"/>
              </a:xfrm>
              <a:custGeom>
                <a:avLst/>
                <a:gdLst>
                  <a:gd name="T0" fmla="*/ 97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5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4" name="Freeform 314">
                <a:extLst>
                  <a:ext uri="{FF2B5EF4-FFF2-40B4-BE49-F238E27FC236}">
                    <a16:creationId xmlns:a16="http://schemas.microsoft.com/office/drawing/2014/main" id="{C5326908-F72C-80E0-DA9A-3284FD3ADF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312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5" name="Freeform 315">
                <a:extLst>
                  <a:ext uri="{FF2B5EF4-FFF2-40B4-BE49-F238E27FC236}">
                    <a16:creationId xmlns:a16="http://schemas.microsoft.com/office/drawing/2014/main" id="{B1B645BB-0511-7A96-88FD-A3E41F2E7B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319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6" name="Freeform 316">
                <a:extLst>
                  <a:ext uri="{FF2B5EF4-FFF2-40B4-BE49-F238E27FC236}">
                    <a16:creationId xmlns:a16="http://schemas.microsoft.com/office/drawing/2014/main" id="{3D959E97-7D79-4827-11F4-D6B10A5A35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4" y="3355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7" name="Oval 317">
                <a:extLst>
                  <a:ext uri="{FF2B5EF4-FFF2-40B4-BE49-F238E27FC236}">
                    <a16:creationId xmlns:a16="http://schemas.microsoft.com/office/drawing/2014/main" id="{2A814D9C-5D73-A0EA-EF71-44D340748C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" y="3297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8" name="Freeform 318">
                <a:extLst>
                  <a:ext uri="{FF2B5EF4-FFF2-40B4-BE49-F238E27FC236}">
                    <a16:creationId xmlns:a16="http://schemas.microsoft.com/office/drawing/2014/main" id="{ED21D8D9-1509-FE1F-826D-EF357ED3F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3317"/>
                <a:ext cx="56" cy="30"/>
              </a:xfrm>
              <a:custGeom>
                <a:avLst/>
                <a:gdLst>
                  <a:gd name="T0" fmla="*/ 66 w 77"/>
                  <a:gd name="T1" fmla="*/ 32 h 42"/>
                  <a:gd name="T2" fmla="*/ 77 w 77"/>
                  <a:gd name="T3" fmla="*/ 38 h 42"/>
                  <a:gd name="T4" fmla="*/ 67 w 77"/>
                  <a:gd name="T5" fmla="*/ 42 h 42"/>
                  <a:gd name="T6" fmla="*/ 57 w 77"/>
                  <a:gd name="T7" fmla="*/ 37 h 42"/>
                  <a:gd name="T8" fmla="*/ 32 w 77"/>
                  <a:gd name="T9" fmla="*/ 41 h 42"/>
                  <a:gd name="T10" fmla="*/ 27 w 77"/>
                  <a:gd name="T11" fmla="*/ 34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10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9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1" y="34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2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9" name="Freeform 319">
                <a:extLst>
                  <a:ext uri="{FF2B5EF4-FFF2-40B4-BE49-F238E27FC236}">
                    <a16:creationId xmlns:a16="http://schemas.microsoft.com/office/drawing/2014/main" id="{C7C8E060-801F-D09E-A30F-AF21D8F92F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" y="3304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9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0" name="Freeform 320">
                <a:extLst>
                  <a:ext uri="{FF2B5EF4-FFF2-40B4-BE49-F238E27FC236}">
                    <a16:creationId xmlns:a16="http://schemas.microsoft.com/office/drawing/2014/main" id="{630D3440-4B61-D756-6B4B-68C14F6144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291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1" name="Freeform 321">
                <a:extLst>
                  <a:ext uri="{FF2B5EF4-FFF2-40B4-BE49-F238E27FC236}">
                    <a16:creationId xmlns:a16="http://schemas.microsoft.com/office/drawing/2014/main" id="{C1E6661D-95A1-C99A-449E-828863EB4D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298"/>
                <a:ext cx="40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2" name="Freeform 322">
                <a:extLst>
                  <a:ext uri="{FF2B5EF4-FFF2-40B4-BE49-F238E27FC236}">
                    <a16:creationId xmlns:a16="http://schemas.microsoft.com/office/drawing/2014/main" id="{7F94169B-2A44-9439-5885-C4A8B0BEB5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8" y="3334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3" name="Oval 323">
                <a:extLst>
                  <a:ext uri="{FF2B5EF4-FFF2-40B4-BE49-F238E27FC236}">
                    <a16:creationId xmlns:a16="http://schemas.microsoft.com/office/drawing/2014/main" id="{F0BA415B-1343-2B39-3944-211CF11E20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4" y="3275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4" name="Freeform 324">
                <a:extLst>
                  <a:ext uri="{FF2B5EF4-FFF2-40B4-BE49-F238E27FC236}">
                    <a16:creationId xmlns:a16="http://schemas.microsoft.com/office/drawing/2014/main" id="{80B562CC-531E-4D55-73BF-CDB961AD9C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295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9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9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6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5" name="Freeform 325">
                <a:extLst>
                  <a:ext uri="{FF2B5EF4-FFF2-40B4-BE49-F238E27FC236}">
                    <a16:creationId xmlns:a16="http://schemas.microsoft.com/office/drawing/2014/main" id="{798377C2-A9BC-296E-8480-5E0D0DC36B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" y="3283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6" name="Freeform 326">
                <a:extLst>
                  <a:ext uri="{FF2B5EF4-FFF2-40B4-BE49-F238E27FC236}">
                    <a16:creationId xmlns:a16="http://schemas.microsoft.com/office/drawing/2014/main" id="{2B8BE896-27A6-4934-1789-13AEAF171B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272"/>
                <a:ext cx="180" cy="72"/>
              </a:xfrm>
              <a:custGeom>
                <a:avLst/>
                <a:gdLst>
                  <a:gd name="T0" fmla="*/ 235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5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0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5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7" name="Freeform 327">
                <a:extLst>
                  <a:ext uri="{FF2B5EF4-FFF2-40B4-BE49-F238E27FC236}">
                    <a16:creationId xmlns:a16="http://schemas.microsoft.com/office/drawing/2014/main" id="{68F8BA73-EB67-54BE-872D-799AF371EA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280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8" name="Freeform 328">
                <a:extLst>
                  <a:ext uri="{FF2B5EF4-FFF2-40B4-BE49-F238E27FC236}">
                    <a16:creationId xmlns:a16="http://schemas.microsoft.com/office/drawing/2014/main" id="{04EAA3ED-9D51-3B29-5309-1BE721AEA1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3316"/>
                <a:ext cx="21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9" name="Oval 329">
                <a:extLst>
                  <a:ext uri="{FF2B5EF4-FFF2-40B4-BE49-F238E27FC236}">
                    <a16:creationId xmlns:a16="http://schemas.microsoft.com/office/drawing/2014/main" id="{3AB26D4C-B820-DFC2-937B-07E4AB5AB8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" y="3257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0" name="Freeform 330">
                <a:extLst>
                  <a:ext uri="{FF2B5EF4-FFF2-40B4-BE49-F238E27FC236}">
                    <a16:creationId xmlns:a16="http://schemas.microsoft.com/office/drawing/2014/main" id="{9FBDDC86-174A-A217-35E6-C1FC6579B6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3277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0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4" y="1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1" name="Freeform 331">
                <a:extLst>
                  <a:ext uri="{FF2B5EF4-FFF2-40B4-BE49-F238E27FC236}">
                    <a16:creationId xmlns:a16="http://schemas.microsoft.com/office/drawing/2014/main" id="{F4888E2F-2C3A-9299-CB8F-F2B883AE33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" y="3265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39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8"/>
                    </a:cubicBezTo>
                    <a:cubicBezTo>
                      <a:pt x="0" y="39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2" name="Freeform 332">
                <a:extLst>
                  <a:ext uri="{FF2B5EF4-FFF2-40B4-BE49-F238E27FC236}">
                    <a16:creationId xmlns:a16="http://schemas.microsoft.com/office/drawing/2014/main" id="{074B583E-0B8F-2919-E891-B06240D66B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250"/>
                <a:ext cx="180" cy="73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3" name="Freeform 333">
                <a:extLst>
                  <a:ext uri="{FF2B5EF4-FFF2-40B4-BE49-F238E27FC236}">
                    <a16:creationId xmlns:a16="http://schemas.microsoft.com/office/drawing/2014/main" id="{583B63EB-A37C-B750-D6FB-DECFBA4E5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258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4" name="Freeform 334">
                <a:extLst>
                  <a:ext uri="{FF2B5EF4-FFF2-40B4-BE49-F238E27FC236}">
                    <a16:creationId xmlns:a16="http://schemas.microsoft.com/office/drawing/2014/main" id="{D599CBF3-AC4C-A69C-66AC-2566BFFFDC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7" y="3294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5" name="Oval 335">
                <a:extLst>
                  <a:ext uri="{FF2B5EF4-FFF2-40B4-BE49-F238E27FC236}">
                    <a16:creationId xmlns:a16="http://schemas.microsoft.com/office/drawing/2014/main" id="{5FF134F4-E9DF-A6ED-4C87-E01BA847D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4" y="3236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6" name="Freeform 336">
                <a:extLst>
                  <a:ext uri="{FF2B5EF4-FFF2-40B4-BE49-F238E27FC236}">
                    <a16:creationId xmlns:a16="http://schemas.microsoft.com/office/drawing/2014/main" id="{33460F7A-B270-394C-6A5F-9DBAC8D70A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256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0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0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9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7" name="Freeform 337">
                <a:extLst>
                  <a:ext uri="{FF2B5EF4-FFF2-40B4-BE49-F238E27FC236}">
                    <a16:creationId xmlns:a16="http://schemas.microsoft.com/office/drawing/2014/main" id="{AA95A473-3944-1032-D862-414F0B1AC3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" y="3243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8" name="Freeform 338">
                <a:extLst>
                  <a:ext uri="{FF2B5EF4-FFF2-40B4-BE49-F238E27FC236}">
                    <a16:creationId xmlns:a16="http://schemas.microsoft.com/office/drawing/2014/main" id="{E8828ABC-3F9F-A53A-0809-42CAAA84E5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4" y="3234"/>
                <a:ext cx="181" cy="72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9" name="Freeform 339">
                <a:extLst>
                  <a:ext uri="{FF2B5EF4-FFF2-40B4-BE49-F238E27FC236}">
                    <a16:creationId xmlns:a16="http://schemas.microsoft.com/office/drawing/2014/main" id="{8507EB92-DC5C-E07D-79B5-45B721FB76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4" y="3242"/>
                <a:ext cx="40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0" name="Freeform 340">
                <a:extLst>
                  <a:ext uri="{FF2B5EF4-FFF2-40B4-BE49-F238E27FC236}">
                    <a16:creationId xmlns:a16="http://schemas.microsoft.com/office/drawing/2014/main" id="{2C00C17F-FA10-0FF9-0DCF-E726B610AF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8" y="3277"/>
                <a:ext cx="19" cy="29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8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1" name="Oval 341">
                <a:extLst>
                  <a:ext uri="{FF2B5EF4-FFF2-40B4-BE49-F238E27FC236}">
                    <a16:creationId xmlns:a16="http://schemas.microsoft.com/office/drawing/2014/main" id="{B6CD6F68-DFD0-29F8-3E44-B121C973EE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4" y="3219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2" name="Freeform 342">
                <a:extLst>
                  <a:ext uri="{FF2B5EF4-FFF2-40B4-BE49-F238E27FC236}">
                    <a16:creationId xmlns:a16="http://schemas.microsoft.com/office/drawing/2014/main" id="{E68BAD96-B6E0-96D8-0249-68A0100441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" y="3239"/>
                <a:ext cx="57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8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3" name="Freeform 343">
                <a:extLst>
                  <a:ext uri="{FF2B5EF4-FFF2-40B4-BE49-F238E27FC236}">
                    <a16:creationId xmlns:a16="http://schemas.microsoft.com/office/drawing/2014/main" id="{D001B15C-4A01-DC99-9480-E163F15FAE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" y="3226"/>
                <a:ext cx="143" cy="32"/>
              </a:xfrm>
              <a:custGeom>
                <a:avLst/>
                <a:gdLst>
                  <a:gd name="T0" fmla="*/ 97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5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4" name="Freeform 344">
                <a:extLst>
                  <a:ext uri="{FF2B5EF4-FFF2-40B4-BE49-F238E27FC236}">
                    <a16:creationId xmlns:a16="http://schemas.microsoft.com/office/drawing/2014/main" id="{4F4D33EB-E46B-4D20-E2EC-FD8D5E576E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219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5" name="Freeform 345">
                <a:extLst>
                  <a:ext uri="{FF2B5EF4-FFF2-40B4-BE49-F238E27FC236}">
                    <a16:creationId xmlns:a16="http://schemas.microsoft.com/office/drawing/2014/main" id="{F6F24BD1-1B9B-1BA6-73A3-B29069A45B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226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6" name="Freeform 346">
                <a:extLst>
                  <a:ext uri="{FF2B5EF4-FFF2-40B4-BE49-F238E27FC236}">
                    <a16:creationId xmlns:a16="http://schemas.microsoft.com/office/drawing/2014/main" id="{0B175AB5-907D-92F6-FE23-A2AEC6C2E7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1" y="3263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7" name="Oval 347">
                <a:extLst>
                  <a:ext uri="{FF2B5EF4-FFF2-40B4-BE49-F238E27FC236}">
                    <a16:creationId xmlns:a16="http://schemas.microsoft.com/office/drawing/2014/main" id="{FD844888-56ED-87A7-9FBD-88B9A3ED0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3205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8" name="Freeform 348">
                <a:extLst>
                  <a:ext uri="{FF2B5EF4-FFF2-40B4-BE49-F238E27FC236}">
                    <a16:creationId xmlns:a16="http://schemas.microsoft.com/office/drawing/2014/main" id="{97157B82-DE97-9A33-57A6-42D474733B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3224"/>
                <a:ext cx="56" cy="31"/>
              </a:xfrm>
              <a:custGeom>
                <a:avLst/>
                <a:gdLst>
                  <a:gd name="T0" fmla="*/ 66 w 77"/>
                  <a:gd name="T1" fmla="*/ 32 h 42"/>
                  <a:gd name="T2" fmla="*/ 77 w 77"/>
                  <a:gd name="T3" fmla="*/ 38 h 42"/>
                  <a:gd name="T4" fmla="*/ 67 w 77"/>
                  <a:gd name="T5" fmla="*/ 42 h 42"/>
                  <a:gd name="T6" fmla="*/ 57 w 77"/>
                  <a:gd name="T7" fmla="*/ 37 h 42"/>
                  <a:gd name="T8" fmla="*/ 32 w 77"/>
                  <a:gd name="T9" fmla="*/ 41 h 42"/>
                  <a:gd name="T10" fmla="*/ 27 w 77"/>
                  <a:gd name="T11" fmla="*/ 34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10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9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1" y="34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2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9" name="Freeform 349">
                <a:extLst>
                  <a:ext uri="{FF2B5EF4-FFF2-40B4-BE49-F238E27FC236}">
                    <a16:creationId xmlns:a16="http://schemas.microsoft.com/office/drawing/2014/main" id="{B277CF6B-F396-8304-B192-15AA1C3283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212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9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0" name="Freeform 350">
                <a:extLst>
                  <a:ext uri="{FF2B5EF4-FFF2-40B4-BE49-F238E27FC236}">
                    <a16:creationId xmlns:a16="http://schemas.microsoft.com/office/drawing/2014/main" id="{787DA177-401E-5CE3-3475-913AC71D22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1" y="3198"/>
                <a:ext cx="180" cy="71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1" name="Freeform 351">
                <a:extLst>
                  <a:ext uri="{FF2B5EF4-FFF2-40B4-BE49-F238E27FC236}">
                    <a16:creationId xmlns:a16="http://schemas.microsoft.com/office/drawing/2014/main" id="{396E1154-3347-BB73-3ED8-83A91BE2F0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1" y="3205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2" name="Freeform 352">
                <a:extLst>
                  <a:ext uri="{FF2B5EF4-FFF2-40B4-BE49-F238E27FC236}">
                    <a16:creationId xmlns:a16="http://schemas.microsoft.com/office/drawing/2014/main" id="{378F1BA0-F93C-B256-9302-A56F6558DF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4" y="3242"/>
                <a:ext cx="21" cy="27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3" name="Oval 353">
                <a:extLst>
                  <a:ext uri="{FF2B5EF4-FFF2-40B4-BE49-F238E27FC236}">
                    <a16:creationId xmlns:a16="http://schemas.microsoft.com/office/drawing/2014/main" id="{04F27A94-EB7E-C813-1057-3C636ECD38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1" y="318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4" name="Freeform 354">
                <a:extLst>
                  <a:ext uri="{FF2B5EF4-FFF2-40B4-BE49-F238E27FC236}">
                    <a16:creationId xmlns:a16="http://schemas.microsoft.com/office/drawing/2014/main" id="{1F57D507-B3A2-FF80-B27E-FA9787077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" y="3202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9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9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6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5" name="Freeform 355">
                <a:extLst>
                  <a:ext uri="{FF2B5EF4-FFF2-40B4-BE49-F238E27FC236}">
                    <a16:creationId xmlns:a16="http://schemas.microsoft.com/office/drawing/2014/main" id="{B8F39A18-34A2-AC01-8F9A-5A117EB1DA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" y="3191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6" name="Freeform 356">
                <a:extLst>
                  <a:ext uri="{FF2B5EF4-FFF2-40B4-BE49-F238E27FC236}">
                    <a16:creationId xmlns:a16="http://schemas.microsoft.com/office/drawing/2014/main" id="{39245D0F-0F6B-F8BC-507C-D5775E263F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180"/>
                <a:ext cx="180" cy="71"/>
              </a:xfrm>
              <a:custGeom>
                <a:avLst/>
                <a:gdLst>
                  <a:gd name="T0" fmla="*/ 235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5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0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5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7" name="Freeform 357">
                <a:extLst>
                  <a:ext uri="{FF2B5EF4-FFF2-40B4-BE49-F238E27FC236}">
                    <a16:creationId xmlns:a16="http://schemas.microsoft.com/office/drawing/2014/main" id="{96803662-50D2-BEE3-6C13-9A36A1ABD7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187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8" name="Freeform 358">
                <a:extLst>
                  <a:ext uri="{FF2B5EF4-FFF2-40B4-BE49-F238E27FC236}">
                    <a16:creationId xmlns:a16="http://schemas.microsoft.com/office/drawing/2014/main" id="{4B975921-A756-8ED9-54EE-443E90606E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0" y="3223"/>
                <a:ext cx="21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9" name="Oval 359">
                <a:extLst>
                  <a:ext uri="{FF2B5EF4-FFF2-40B4-BE49-F238E27FC236}">
                    <a16:creationId xmlns:a16="http://schemas.microsoft.com/office/drawing/2014/main" id="{301E4CD6-2138-2A91-A09C-CBABF9DC0B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3164"/>
                <a:ext cx="180" cy="73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0" name="Freeform 360">
                <a:extLst>
                  <a:ext uri="{FF2B5EF4-FFF2-40B4-BE49-F238E27FC236}">
                    <a16:creationId xmlns:a16="http://schemas.microsoft.com/office/drawing/2014/main" id="{709C4FCD-EB1C-69E8-0D03-BB4DBC08C8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3184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0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4" y="1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1" name="Freeform 361">
                <a:extLst>
                  <a:ext uri="{FF2B5EF4-FFF2-40B4-BE49-F238E27FC236}">
                    <a16:creationId xmlns:a16="http://schemas.microsoft.com/office/drawing/2014/main" id="{58441FE9-DBA3-5998-44C7-C9760EDBA2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172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39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8"/>
                    </a:cubicBezTo>
                    <a:cubicBezTo>
                      <a:pt x="0" y="39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2" name="Freeform 362">
                <a:extLst>
                  <a:ext uri="{FF2B5EF4-FFF2-40B4-BE49-F238E27FC236}">
                    <a16:creationId xmlns:a16="http://schemas.microsoft.com/office/drawing/2014/main" id="{10F3C47E-FB55-AEB2-10AE-6D9F237F07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1" y="3158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3" name="Freeform 363">
                <a:extLst>
                  <a:ext uri="{FF2B5EF4-FFF2-40B4-BE49-F238E27FC236}">
                    <a16:creationId xmlns:a16="http://schemas.microsoft.com/office/drawing/2014/main" id="{2C728B56-55EB-36ED-9D37-09049D8B38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1" y="3165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4" name="Freeform 364">
                <a:extLst>
                  <a:ext uri="{FF2B5EF4-FFF2-40B4-BE49-F238E27FC236}">
                    <a16:creationId xmlns:a16="http://schemas.microsoft.com/office/drawing/2014/main" id="{9CD88F3E-31AA-CE21-24FA-301605111F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4" y="3202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5" name="Oval 365">
                <a:extLst>
                  <a:ext uri="{FF2B5EF4-FFF2-40B4-BE49-F238E27FC236}">
                    <a16:creationId xmlns:a16="http://schemas.microsoft.com/office/drawing/2014/main" id="{09405350-E390-5663-ED99-3C907A4B61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1" y="314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6" name="Freeform 366">
                <a:extLst>
                  <a:ext uri="{FF2B5EF4-FFF2-40B4-BE49-F238E27FC236}">
                    <a16:creationId xmlns:a16="http://schemas.microsoft.com/office/drawing/2014/main" id="{00174BDB-1F0B-C897-F97C-9415920BB9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" y="3163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9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1" y="7"/>
                      <a:pt x="68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7" name="Freeform 367">
                <a:extLst>
                  <a:ext uri="{FF2B5EF4-FFF2-40B4-BE49-F238E27FC236}">
                    <a16:creationId xmlns:a16="http://schemas.microsoft.com/office/drawing/2014/main" id="{D62C3067-EBA2-2083-55C1-BE62204263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" y="3151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8" name="Oval 368">
                <a:extLst>
                  <a:ext uri="{FF2B5EF4-FFF2-40B4-BE49-F238E27FC236}">
                    <a16:creationId xmlns:a16="http://schemas.microsoft.com/office/drawing/2014/main" id="{AFC4BD5E-2EF6-F76E-3433-93EEF2E67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3733"/>
                <a:ext cx="181" cy="71"/>
              </a:xfrm>
              <a:prstGeom prst="ellipse">
                <a:avLst/>
              </a:prstGeom>
              <a:solidFill>
                <a:srgbClr val="DAB7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9" name="Freeform 369">
                <a:extLst>
                  <a:ext uri="{FF2B5EF4-FFF2-40B4-BE49-F238E27FC236}">
                    <a16:creationId xmlns:a16="http://schemas.microsoft.com/office/drawing/2014/main" id="{B2EB5EBE-2427-674D-1314-BEACC83BF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9" y="3719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0" name="Freeform 370">
                <a:extLst>
                  <a:ext uri="{FF2B5EF4-FFF2-40B4-BE49-F238E27FC236}">
                    <a16:creationId xmlns:a16="http://schemas.microsoft.com/office/drawing/2014/main" id="{D88A970B-E72A-1B8D-4CFD-7CD8407975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9" y="3726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1" name="Freeform 371">
                <a:extLst>
                  <a:ext uri="{FF2B5EF4-FFF2-40B4-BE49-F238E27FC236}">
                    <a16:creationId xmlns:a16="http://schemas.microsoft.com/office/drawing/2014/main" id="{1DF17420-2964-E600-11EB-0CD3DCB453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" y="3762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7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2" name="Oval 372">
                <a:extLst>
                  <a:ext uri="{FF2B5EF4-FFF2-40B4-BE49-F238E27FC236}">
                    <a16:creationId xmlns:a16="http://schemas.microsoft.com/office/drawing/2014/main" id="{B224C7FC-BF50-2A41-45EF-93DD443B6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703"/>
                <a:ext cx="180" cy="73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3" name="Freeform 373">
                <a:extLst>
                  <a:ext uri="{FF2B5EF4-FFF2-40B4-BE49-F238E27FC236}">
                    <a16:creationId xmlns:a16="http://schemas.microsoft.com/office/drawing/2014/main" id="{1CE11037-7182-EC2C-00C5-4082E5B724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1" y="3723"/>
                <a:ext cx="56" cy="31"/>
              </a:xfrm>
              <a:custGeom>
                <a:avLst/>
                <a:gdLst>
                  <a:gd name="T0" fmla="*/ 67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7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3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4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3" y="4"/>
                      <a:pt x="43" y="6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7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4" name="Freeform 374">
                <a:extLst>
                  <a:ext uri="{FF2B5EF4-FFF2-40B4-BE49-F238E27FC236}">
                    <a16:creationId xmlns:a16="http://schemas.microsoft.com/office/drawing/2014/main" id="{743A62E2-9883-4457-7CA5-4986D1EE4E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8" y="3711"/>
                <a:ext cx="142" cy="31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8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5" name="Freeform 375">
                <a:extLst>
                  <a:ext uri="{FF2B5EF4-FFF2-40B4-BE49-F238E27FC236}">
                    <a16:creationId xmlns:a16="http://schemas.microsoft.com/office/drawing/2014/main" id="{2A25BB58-55ED-B8B0-527B-E849515C2C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2" y="3703"/>
                <a:ext cx="180" cy="73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4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6" name="Freeform 376">
                <a:extLst>
                  <a:ext uri="{FF2B5EF4-FFF2-40B4-BE49-F238E27FC236}">
                    <a16:creationId xmlns:a16="http://schemas.microsoft.com/office/drawing/2014/main" id="{CCA699BF-1272-92C6-0B8A-6CA950F057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2" y="3711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40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1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7" name="Freeform 377">
                <a:extLst>
                  <a:ext uri="{FF2B5EF4-FFF2-40B4-BE49-F238E27FC236}">
                    <a16:creationId xmlns:a16="http://schemas.microsoft.com/office/drawing/2014/main" id="{B98DA41B-9B72-BB9A-AE14-95D435E563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6" y="3747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8" name="Oval 378">
                <a:extLst>
                  <a:ext uri="{FF2B5EF4-FFF2-40B4-BE49-F238E27FC236}">
                    <a16:creationId xmlns:a16="http://schemas.microsoft.com/office/drawing/2014/main" id="{C90F26CF-AAF1-39BE-D4F1-2B90A9EA67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2" y="3689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9" name="Freeform 379">
                <a:extLst>
                  <a:ext uri="{FF2B5EF4-FFF2-40B4-BE49-F238E27FC236}">
                    <a16:creationId xmlns:a16="http://schemas.microsoft.com/office/drawing/2014/main" id="{0A0F9BEB-A730-1EB5-297B-B9BE38F1AC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4" y="3709"/>
                <a:ext cx="56" cy="31"/>
              </a:xfrm>
              <a:custGeom>
                <a:avLst/>
                <a:gdLst>
                  <a:gd name="T0" fmla="*/ 67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9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20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9 w 77"/>
                  <a:gd name="T35" fmla="*/ 16 h 43"/>
                  <a:gd name="T36" fmla="*/ 67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2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8" y="25"/>
                      <a:pt x="55" y="24"/>
                    </a:cubicBezTo>
                    <a:cubicBezTo>
                      <a:pt x="47" y="19"/>
                      <a:pt x="25" y="35"/>
                      <a:pt x="9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20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3" y="4"/>
                      <a:pt x="44" y="5"/>
                      <a:pt x="45" y="8"/>
                    </a:cubicBezTo>
                    <a:cubicBezTo>
                      <a:pt x="37" y="9"/>
                      <a:pt x="28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7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0" name="Freeform 380">
                <a:extLst>
                  <a:ext uri="{FF2B5EF4-FFF2-40B4-BE49-F238E27FC236}">
                    <a16:creationId xmlns:a16="http://schemas.microsoft.com/office/drawing/2014/main" id="{96B5F367-9260-F9FB-C529-F71E390B14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1" y="3696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1" name="Freeform 381">
                <a:extLst>
                  <a:ext uri="{FF2B5EF4-FFF2-40B4-BE49-F238E27FC236}">
                    <a16:creationId xmlns:a16="http://schemas.microsoft.com/office/drawing/2014/main" id="{3BD04787-0FF0-5051-B02E-23886DD01B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" y="3682"/>
                <a:ext cx="180" cy="72"/>
              </a:xfrm>
              <a:custGeom>
                <a:avLst/>
                <a:gdLst>
                  <a:gd name="T0" fmla="*/ 236 w 247"/>
                  <a:gd name="T1" fmla="*/ 29 h 98"/>
                  <a:gd name="T2" fmla="*/ 124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2" name="Freeform 382">
                <a:extLst>
                  <a:ext uri="{FF2B5EF4-FFF2-40B4-BE49-F238E27FC236}">
                    <a16:creationId xmlns:a16="http://schemas.microsoft.com/office/drawing/2014/main" id="{2972869D-3505-2409-B1BF-275E88A64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" y="3690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1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3" name="Freeform 383">
                <a:extLst>
                  <a:ext uri="{FF2B5EF4-FFF2-40B4-BE49-F238E27FC236}">
                    <a16:creationId xmlns:a16="http://schemas.microsoft.com/office/drawing/2014/main" id="{96F598C1-B86C-FC8C-C1D7-417F8AD6B7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9" y="3726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4" name="Oval 384">
                <a:extLst>
                  <a:ext uri="{FF2B5EF4-FFF2-40B4-BE49-F238E27FC236}">
                    <a16:creationId xmlns:a16="http://schemas.microsoft.com/office/drawing/2014/main" id="{B8A28287-81B2-ED22-51BD-2B5198E47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6" y="3667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5" name="Freeform 385">
                <a:extLst>
                  <a:ext uri="{FF2B5EF4-FFF2-40B4-BE49-F238E27FC236}">
                    <a16:creationId xmlns:a16="http://schemas.microsoft.com/office/drawing/2014/main" id="{470A340D-C0FA-3C71-AB1C-4EB6A5BBF8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8" y="3687"/>
                <a:ext cx="56" cy="31"/>
              </a:xfrm>
              <a:custGeom>
                <a:avLst/>
                <a:gdLst>
                  <a:gd name="T0" fmla="*/ 67 w 77"/>
                  <a:gd name="T1" fmla="*/ 32 h 42"/>
                  <a:gd name="T2" fmla="*/ 77 w 77"/>
                  <a:gd name="T3" fmla="*/ 38 h 42"/>
                  <a:gd name="T4" fmla="*/ 67 w 77"/>
                  <a:gd name="T5" fmla="*/ 42 h 42"/>
                  <a:gd name="T6" fmla="*/ 57 w 77"/>
                  <a:gd name="T7" fmla="*/ 37 h 42"/>
                  <a:gd name="T8" fmla="*/ 32 w 77"/>
                  <a:gd name="T9" fmla="*/ 41 h 42"/>
                  <a:gd name="T10" fmla="*/ 27 w 77"/>
                  <a:gd name="T11" fmla="*/ 33 h 42"/>
                  <a:gd name="T12" fmla="*/ 52 w 77"/>
                  <a:gd name="T13" fmla="*/ 29 h 42"/>
                  <a:gd name="T14" fmla="*/ 55 w 77"/>
                  <a:gd name="T15" fmla="*/ 23 h 42"/>
                  <a:gd name="T16" fmla="*/ 9 w 77"/>
                  <a:gd name="T17" fmla="*/ 25 h 42"/>
                  <a:gd name="T18" fmla="*/ 10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20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9 w 77"/>
                  <a:gd name="T35" fmla="*/ 16 h 42"/>
                  <a:gd name="T36" fmla="*/ 67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7" y="32"/>
                    </a:moveTo>
                    <a:cubicBezTo>
                      <a:pt x="71" y="34"/>
                      <a:pt x="73" y="35"/>
                      <a:pt x="77" y="38"/>
                    </a:cubicBezTo>
                    <a:cubicBezTo>
                      <a:pt x="73" y="40"/>
                      <a:pt x="71" y="40"/>
                      <a:pt x="67" y="42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39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3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8" y="25"/>
                      <a:pt x="55" y="23"/>
                    </a:cubicBezTo>
                    <a:cubicBezTo>
                      <a:pt x="47" y="19"/>
                      <a:pt x="25" y="34"/>
                      <a:pt x="9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6"/>
                      <a:pt x="0" y="4"/>
                    </a:cubicBezTo>
                    <a:cubicBezTo>
                      <a:pt x="4" y="2"/>
                      <a:pt x="6" y="1"/>
                      <a:pt x="10" y="0"/>
                    </a:cubicBezTo>
                    <a:cubicBezTo>
                      <a:pt x="14" y="2"/>
                      <a:pt x="16" y="3"/>
                      <a:pt x="20" y="5"/>
                    </a:cubicBezTo>
                    <a:cubicBezTo>
                      <a:pt x="26" y="2"/>
                      <a:pt x="34" y="1"/>
                      <a:pt x="41" y="0"/>
                    </a:cubicBezTo>
                    <a:cubicBezTo>
                      <a:pt x="43" y="3"/>
                      <a:pt x="44" y="5"/>
                      <a:pt x="45" y="8"/>
                    </a:cubicBezTo>
                    <a:cubicBezTo>
                      <a:pt x="37" y="9"/>
                      <a:pt x="28" y="11"/>
                      <a:pt x="23" y="13"/>
                    </a:cubicBezTo>
                    <a:cubicBezTo>
                      <a:pt x="20" y="15"/>
                      <a:pt x="19" y="16"/>
                      <a:pt x="21" y="18"/>
                    </a:cubicBezTo>
                    <a:cubicBezTo>
                      <a:pt x="29" y="22"/>
                      <a:pt x="52" y="6"/>
                      <a:pt x="69" y="16"/>
                    </a:cubicBezTo>
                    <a:cubicBezTo>
                      <a:pt x="77" y="21"/>
                      <a:pt x="75" y="27"/>
                      <a:pt x="67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6" name="Freeform 386">
                <a:extLst>
                  <a:ext uri="{FF2B5EF4-FFF2-40B4-BE49-F238E27FC236}">
                    <a16:creationId xmlns:a16="http://schemas.microsoft.com/office/drawing/2014/main" id="{35AC14D8-A088-3DE7-C330-19C61363C8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5" y="3675"/>
                <a:ext cx="142" cy="31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7" name="Freeform 387">
                <a:extLst>
                  <a:ext uri="{FF2B5EF4-FFF2-40B4-BE49-F238E27FC236}">
                    <a16:creationId xmlns:a16="http://schemas.microsoft.com/office/drawing/2014/main" id="{9A7DAA3E-7345-E775-9BAE-7365BC132D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2" y="3664"/>
                <a:ext cx="180" cy="72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8" name="Freeform 388">
                <a:extLst>
                  <a:ext uri="{FF2B5EF4-FFF2-40B4-BE49-F238E27FC236}">
                    <a16:creationId xmlns:a16="http://schemas.microsoft.com/office/drawing/2014/main" id="{21BDE229-310B-A656-E9F0-55E17C4F3D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2" y="3671"/>
                <a:ext cx="40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9" name="Freeform 389">
                <a:extLst>
                  <a:ext uri="{FF2B5EF4-FFF2-40B4-BE49-F238E27FC236}">
                    <a16:creationId xmlns:a16="http://schemas.microsoft.com/office/drawing/2014/main" id="{122164EE-670D-DF81-5798-F6E34B6C4B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6" y="3708"/>
                <a:ext cx="19" cy="28"/>
              </a:xfrm>
              <a:custGeom>
                <a:avLst/>
                <a:gdLst>
                  <a:gd name="T0" fmla="*/ 27 w 27"/>
                  <a:gd name="T1" fmla="*/ 37 h 38"/>
                  <a:gd name="T2" fmla="*/ 27 w 27"/>
                  <a:gd name="T3" fmla="*/ 0 h 38"/>
                  <a:gd name="T4" fmla="*/ 0 w 27"/>
                  <a:gd name="T5" fmla="*/ 0 h 38"/>
                  <a:gd name="T6" fmla="*/ 0 w 27"/>
                  <a:gd name="T7" fmla="*/ 38 h 38"/>
                  <a:gd name="T8" fmla="*/ 27 w 27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8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0" name="Oval 390">
                <a:extLst>
                  <a:ext uri="{FF2B5EF4-FFF2-40B4-BE49-F238E27FC236}">
                    <a16:creationId xmlns:a16="http://schemas.microsoft.com/office/drawing/2014/main" id="{8403FAEF-A7C4-2EDC-B949-34DBC0D283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2" y="3649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1" name="Freeform 391">
                <a:extLst>
                  <a:ext uri="{FF2B5EF4-FFF2-40B4-BE49-F238E27FC236}">
                    <a16:creationId xmlns:a16="http://schemas.microsoft.com/office/drawing/2014/main" id="{F5D03A2E-6407-B97D-0B50-1EE0EE8DB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4" y="3668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9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3" y="36"/>
                      <a:pt x="77" y="39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6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2" name="Freeform 392">
                <a:extLst>
                  <a:ext uri="{FF2B5EF4-FFF2-40B4-BE49-F238E27FC236}">
                    <a16:creationId xmlns:a16="http://schemas.microsoft.com/office/drawing/2014/main" id="{65CC68DF-8145-1303-F80E-4B40B57BF9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1" y="3657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3" name="Freeform 393">
                <a:extLst>
                  <a:ext uri="{FF2B5EF4-FFF2-40B4-BE49-F238E27FC236}">
                    <a16:creationId xmlns:a16="http://schemas.microsoft.com/office/drawing/2014/main" id="{F4293E40-E433-BB4E-8665-4240A503BE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" y="3643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4" name="Freeform 394">
                <a:extLst>
                  <a:ext uri="{FF2B5EF4-FFF2-40B4-BE49-F238E27FC236}">
                    <a16:creationId xmlns:a16="http://schemas.microsoft.com/office/drawing/2014/main" id="{01269B3E-7463-AE6C-4333-4D6EB16E9F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" y="3650"/>
                <a:ext cx="39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5" name="Freeform 395">
                <a:extLst>
                  <a:ext uri="{FF2B5EF4-FFF2-40B4-BE49-F238E27FC236}">
                    <a16:creationId xmlns:a16="http://schemas.microsoft.com/office/drawing/2014/main" id="{8C8A3D0A-0FEF-94C1-D0FA-F817D94DCC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9" y="3686"/>
                <a:ext cx="20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6" name="Oval 396">
                <a:extLst>
                  <a:ext uri="{FF2B5EF4-FFF2-40B4-BE49-F238E27FC236}">
                    <a16:creationId xmlns:a16="http://schemas.microsoft.com/office/drawing/2014/main" id="{B984799F-E162-19C4-2793-35A6055940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6" y="3628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7" name="Freeform 397">
                <a:extLst>
                  <a:ext uri="{FF2B5EF4-FFF2-40B4-BE49-F238E27FC236}">
                    <a16:creationId xmlns:a16="http://schemas.microsoft.com/office/drawing/2014/main" id="{6A5FF003-FF75-26EC-5AC3-E85EA9058E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8" y="3647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4" y="27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8" name="Freeform 398">
                <a:extLst>
                  <a:ext uri="{FF2B5EF4-FFF2-40B4-BE49-F238E27FC236}">
                    <a16:creationId xmlns:a16="http://schemas.microsoft.com/office/drawing/2014/main" id="{37B528B3-B419-1833-D5CF-45B1237398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5" y="3635"/>
                <a:ext cx="142" cy="31"/>
              </a:xfrm>
              <a:custGeom>
                <a:avLst/>
                <a:gdLst>
                  <a:gd name="T0" fmla="*/ 97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5" y="43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9" name="Freeform 399">
                <a:extLst>
                  <a:ext uri="{FF2B5EF4-FFF2-40B4-BE49-F238E27FC236}">
                    <a16:creationId xmlns:a16="http://schemas.microsoft.com/office/drawing/2014/main" id="{F26F0C28-569C-D7FA-44DE-84915A07A3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6" y="3626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40" name="Freeform 400">
                <a:extLst>
                  <a:ext uri="{FF2B5EF4-FFF2-40B4-BE49-F238E27FC236}">
                    <a16:creationId xmlns:a16="http://schemas.microsoft.com/office/drawing/2014/main" id="{58C93372-232F-ABF9-8E52-75F88E91E4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6" y="3633"/>
                <a:ext cx="39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41" name="Freeform 401">
                <a:extLst>
                  <a:ext uri="{FF2B5EF4-FFF2-40B4-BE49-F238E27FC236}">
                    <a16:creationId xmlns:a16="http://schemas.microsoft.com/office/drawing/2014/main" id="{A5D42043-3716-9388-CB51-6F9A2F4100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9" y="3670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7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42" name="Oval 402">
                <a:extLst>
                  <a:ext uri="{FF2B5EF4-FFF2-40B4-BE49-F238E27FC236}">
                    <a16:creationId xmlns:a16="http://schemas.microsoft.com/office/drawing/2014/main" id="{6E8477A0-74F3-02D1-B021-635397437F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6" y="361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43" name="Freeform 403">
                <a:extLst>
                  <a:ext uri="{FF2B5EF4-FFF2-40B4-BE49-F238E27FC236}">
                    <a16:creationId xmlns:a16="http://schemas.microsoft.com/office/drawing/2014/main" id="{0FAC9741-8777-5E25-2988-006C41EF47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8" y="3630"/>
                <a:ext cx="56" cy="32"/>
              </a:xfrm>
              <a:custGeom>
                <a:avLst/>
                <a:gdLst>
                  <a:gd name="T0" fmla="*/ 67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7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3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4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3" y="4"/>
                      <a:pt x="43" y="6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7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44" name="Freeform 404">
                <a:extLst>
                  <a:ext uri="{FF2B5EF4-FFF2-40B4-BE49-F238E27FC236}">
                    <a16:creationId xmlns:a16="http://schemas.microsoft.com/office/drawing/2014/main" id="{08C6EEA9-22DB-37D3-9D60-C1BF9F6029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3619"/>
                <a:ext cx="142" cy="30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8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45" name="Freeform 405">
                <a:extLst>
                  <a:ext uri="{FF2B5EF4-FFF2-40B4-BE49-F238E27FC236}">
                    <a16:creationId xmlns:a16="http://schemas.microsoft.com/office/drawing/2014/main" id="{DC0BBBDF-D5E3-5512-CB9A-3055F4C911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9" y="3611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4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245" name="Freeform 407">
              <a:extLst>
                <a:ext uri="{FF2B5EF4-FFF2-40B4-BE49-F238E27FC236}">
                  <a16:creationId xmlns:a16="http://schemas.microsoft.com/office/drawing/2014/main" id="{977EB705-A378-3B68-E808-8CE7E90BB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920" y="5743676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6" name="Freeform 408">
              <a:extLst>
                <a:ext uri="{FF2B5EF4-FFF2-40B4-BE49-F238E27FC236}">
                  <a16:creationId xmlns:a16="http://schemas.microsoft.com/office/drawing/2014/main" id="{62328E2C-60FF-CD44-C1D2-DA4214646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558" y="5802414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7" name="Oval 409">
              <a:extLst>
                <a:ext uri="{FF2B5EF4-FFF2-40B4-BE49-F238E27FC236}">
                  <a16:creationId xmlns:a16="http://schemas.microsoft.com/office/drawing/2014/main" id="{C8EBA498-619C-33C3-4F70-992F4E027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8920" y="5708750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8" name="Freeform 410">
              <a:extLst>
                <a:ext uri="{FF2B5EF4-FFF2-40B4-BE49-F238E27FC236}">
                  <a16:creationId xmlns:a16="http://schemas.microsoft.com/office/drawing/2014/main" id="{5037AEDF-D423-A524-67C5-22823CD4F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346" y="5740501"/>
              <a:ext cx="88900" cy="49213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4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9" name="Freeform 411">
              <a:extLst>
                <a:ext uri="{FF2B5EF4-FFF2-40B4-BE49-F238E27FC236}">
                  <a16:creationId xmlns:a16="http://schemas.microsoft.com/office/drawing/2014/main" id="{924626A5-9103-836E-DB8B-67A2AA90C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083" y="5719863"/>
              <a:ext cx="225426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0" name="Freeform 412">
              <a:extLst>
                <a:ext uri="{FF2B5EF4-FFF2-40B4-BE49-F238E27FC236}">
                  <a16:creationId xmlns:a16="http://schemas.microsoft.com/office/drawing/2014/main" id="{3F3DC441-3BD9-67CA-B7D5-4A3DED19B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8" y="5699225"/>
              <a:ext cx="287339" cy="112714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1" name="Freeform 413">
              <a:extLst>
                <a:ext uri="{FF2B5EF4-FFF2-40B4-BE49-F238E27FC236}">
                  <a16:creationId xmlns:a16="http://schemas.microsoft.com/office/drawing/2014/main" id="{5A44739C-EEDA-015F-8F96-93DA3409A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8" y="5710338"/>
              <a:ext cx="65088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2" name="Freeform 414">
              <a:extLst>
                <a:ext uri="{FF2B5EF4-FFF2-40B4-BE49-F238E27FC236}">
                  <a16:creationId xmlns:a16="http://schemas.microsoft.com/office/drawing/2014/main" id="{BC3E526B-311E-1434-BCB3-EDA353943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033" y="5767489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3" name="Oval 415">
              <a:extLst>
                <a:ext uri="{FF2B5EF4-FFF2-40B4-BE49-F238E27FC236}">
                  <a16:creationId xmlns:a16="http://schemas.microsoft.com/office/drawing/2014/main" id="{5817EECC-E7D7-17CC-8EE4-F366CCB100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8" y="5673825"/>
              <a:ext cx="287339" cy="11589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4" name="Freeform 416">
              <a:extLst>
                <a:ext uri="{FF2B5EF4-FFF2-40B4-BE49-F238E27FC236}">
                  <a16:creationId xmlns:a16="http://schemas.microsoft.com/office/drawing/2014/main" id="{E11A04CF-2CF2-318C-0DDE-45D6876CB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233" y="5707163"/>
              <a:ext cx="90488" cy="47626"/>
            </a:xfrm>
            <a:custGeom>
              <a:avLst/>
              <a:gdLst>
                <a:gd name="T0" fmla="*/ 67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9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20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7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7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0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8" y="25"/>
                    <a:pt x="55" y="23"/>
                  </a:cubicBezTo>
                  <a:cubicBezTo>
                    <a:pt x="47" y="19"/>
                    <a:pt x="25" y="34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3" y="3"/>
                    <a:pt x="44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5" name="Freeform 417">
              <a:extLst>
                <a:ext uri="{FF2B5EF4-FFF2-40B4-BE49-F238E27FC236}">
                  <a16:creationId xmlns:a16="http://schemas.microsoft.com/office/drawing/2014/main" id="{DBEDE702-0864-FABA-3D90-D5EE392CC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7970" y="5686525"/>
              <a:ext cx="227013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6" name="Freeform 418">
              <a:extLst>
                <a:ext uri="{FF2B5EF4-FFF2-40B4-BE49-F238E27FC236}">
                  <a16:creationId xmlns:a16="http://schemas.microsoft.com/office/drawing/2014/main" id="{0CA25A3F-BE0D-3C4B-C858-7379CA019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920" y="5669062"/>
              <a:ext cx="285751" cy="114302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7" name="Freeform 419">
              <a:extLst>
                <a:ext uri="{FF2B5EF4-FFF2-40B4-BE49-F238E27FC236}">
                  <a16:creationId xmlns:a16="http://schemas.microsoft.com/office/drawing/2014/main" id="{3B33FC58-8BE8-4672-15E8-FF029A8E38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920" y="5681762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8" name="Freeform 420">
              <a:extLst>
                <a:ext uri="{FF2B5EF4-FFF2-40B4-BE49-F238E27FC236}">
                  <a16:creationId xmlns:a16="http://schemas.microsoft.com/office/drawing/2014/main" id="{5444ED54-35BD-7C9E-C906-CFE3DF16A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558" y="5738913"/>
              <a:ext cx="31750" cy="44451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9" name="Oval 421">
              <a:extLst>
                <a:ext uri="{FF2B5EF4-FFF2-40B4-BE49-F238E27FC236}">
                  <a16:creationId xmlns:a16="http://schemas.microsoft.com/office/drawing/2014/main" id="{305083BF-AE27-4B27-8DCB-77D23F65E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8920" y="5645249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0" name="Freeform 422">
              <a:extLst>
                <a:ext uri="{FF2B5EF4-FFF2-40B4-BE49-F238E27FC236}">
                  <a16:creationId xmlns:a16="http://schemas.microsoft.com/office/drawing/2014/main" id="{6C1808CA-8E50-EAA2-DE14-D5B2E18FB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346" y="5677000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1" name="Freeform 423">
              <a:extLst>
                <a:ext uri="{FF2B5EF4-FFF2-40B4-BE49-F238E27FC236}">
                  <a16:creationId xmlns:a16="http://schemas.microsoft.com/office/drawing/2014/main" id="{A68F409C-6ACD-AAFE-6AC3-1AC3FADCF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083" y="5657949"/>
              <a:ext cx="225426" cy="49213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2" name="Freeform 424">
              <a:extLst>
                <a:ext uri="{FF2B5EF4-FFF2-40B4-BE49-F238E27FC236}">
                  <a16:creationId xmlns:a16="http://schemas.microsoft.com/office/drawing/2014/main" id="{0A950E7E-1AD1-29C0-D125-9987038AE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8" y="5635724"/>
              <a:ext cx="287339" cy="114302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3" name="Freeform 425">
              <a:extLst>
                <a:ext uri="{FF2B5EF4-FFF2-40B4-BE49-F238E27FC236}">
                  <a16:creationId xmlns:a16="http://schemas.microsoft.com/office/drawing/2014/main" id="{60A67B14-7D70-BB76-CB57-48A6BBCC5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8" y="5648424"/>
              <a:ext cx="63500" cy="92077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4" name="Freeform 426">
              <a:extLst>
                <a:ext uri="{FF2B5EF4-FFF2-40B4-BE49-F238E27FC236}">
                  <a16:creationId xmlns:a16="http://schemas.microsoft.com/office/drawing/2014/main" id="{7FA144FD-FF45-7F4F-DBB4-176CD0796B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033" y="5703988"/>
              <a:ext cx="30163" cy="460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5" name="Oval 427">
              <a:extLst>
                <a:ext uri="{FF2B5EF4-FFF2-40B4-BE49-F238E27FC236}">
                  <a16:creationId xmlns:a16="http://schemas.microsoft.com/office/drawing/2014/main" id="{A4A8370F-766C-1A10-C989-B57252FC7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8" y="5611911"/>
              <a:ext cx="287339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6" name="Freeform 428">
              <a:extLst>
                <a:ext uri="{FF2B5EF4-FFF2-40B4-BE49-F238E27FC236}">
                  <a16:creationId xmlns:a16="http://schemas.microsoft.com/office/drawing/2014/main" id="{3B555B42-A935-8D17-DDA6-E5881B9406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233" y="5643662"/>
              <a:ext cx="90488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7" name="Freeform 429">
              <a:extLst>
                <a:ext uri="{FF2B5EF4-FFF2-40B4-BE49-F238E27FC236}">
                  <a16:creationId xmlns:a16="http://schemas.microsoft.com/office/drawing/2014/main" id="{BD2C5906-CA79-5E7F-6E58-0DF4929531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7970" y="5623024"/>
              <a:ext cx="227013" cy="50801"/>
            </a:xfrm>
            <a:custGeom>
              <a:avLst/>
              <a:gdLst>
                <a:gd name="T0" fmla="*/ 97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8" name="Freeform 430">
              <a:extLst>
                <a:ext uri="{FF2B5EF4-FFF2-40B4-BE49-F238E27FC236}">
                  <a16:creationId xmlns:a16="http://schemas.microsoft.com/office/drawing/2014/main" id="{52CBE95B-D967-9AD4-3CF8-1BFEE6A2F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645" y="5605561"/>
              <a:ext cx="287339" cy="112714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9" name="Freeform 431">
              <a:extLst>
                <a:ext uri="{FF2B5EF4-FFF2-40B4-BE49-F238E27FC236}">
                  <a16:creationId xmlns:a16="http://schemas.microsoft.com/office/drawing/2014/main" id="{296FFF4B-3009-F1C7-5D4C-10A777D34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645" y="5616674"/>
              <a:ext cx="65088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0" name="Freeform 432">
              <a:extLst>
                <a:ext uri="{FF2B5EF4-FFF2-40B4-BE49-F238E27FC236}">
                  <a16:creationId xmlns:a16="http://schemas.microsoft.com/office/drawing/2014/main" id="{F6F11328-0540-5179-2E84-17C60F3DE5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6871" y="5673825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1" name="Oval 433">
              <a:extLst>
                <a:ext uri="{FF2B5EF4-FFF2-40B4-BE49-F238E27FC236}">
                  <a16:creationId xmlns:a16="http://schemas.microsoft.com/office/drawing/2014/main" id="{5650AA4C-6602-B745-A687-339570740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7645" y="5580160"/>
              <a:ext cx="287339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2" name="Freeform 434">
              <a:extLst>
                <a:ext uri="{FF2B5EF4-FFF2-40B4-BE49-F238E27FC236}">
                  <a16:creationId xmlns:a16="http://schemas.microsoft.com/office/drawing/2014/main" id="{7C1CA3BA-3625-52DD-A1EF-CA2B6EBD3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658" y="5611911"/>
              <a:ext cx="88900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1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3" name="Freeform 435">
              <a:extLst>
                <a:ext uri="{FF2B5EF4-FFF2-40B4-BE49-F238E27FC236}">
                  <a16:creationId xmlns:a16="http://schemas.microsoft.com/office/drawing/2014/main" id="{71397897-E3B3-E774-D44C-A9981411BA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8" y="5592861"/>
              <a:ext cx="227013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8 h 42"/>
                <a:gd name="T6" fmla="*/ 98 w 196"/>
                <a:gd name="T7" fmla="*/ 0 h 42"/>
                <a:gd name="T8" fmla="*/ 0 w 196"/>
                <a:gd name="T9" fmla="*/ 38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8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4" name="Freeform 436">
              <a:extLst>
                <a:ext uri="{FF2B5EF4-FFF2-40B4-BE49-F238E27FC236}">
                  <a16:creationId xmlns:a16="http://schemas.microsoft.com/office/drawing/2014/main" id="{3A16B3D4-C163-678B-C9B9-610943670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870" y="5580160"/>
              <a:ext cx="285751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5" name="Freeform 437">
              <a:extLst>
                <a:ext uri="{FF2B5EF4-FFF2-40B4-BE49-F238E27FC236}">
                  <a16:creationId xmlns:a16="http://schemas.microsoft.com/office/drawing/2014/main" id="{08D577F5-31AC-77CD-3220-FF5712017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870" y="5592861"/>
              <a:ext cx="63500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6" name="Freeform 438">
              <a:extLst>
                <a:ext uri="{FF2B5EF4-FFF2-40B4-BE49-F238E27FC236}">
                  <a16:creationId xmlns:a16="http://schemas.microsoft.com/office/drawing/2014/main" id="{0457CE7B-72E0-7581-F87F-3644530FE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7508" y="5650012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7" name="Oval 439">
              <a:extLst>
                <a:ext uri="{FF2B5EF4-FFF2-40B4-BE49-F238E27FC236}">
                  <a16:creationId xmlns:a16="http://schemas.microsoft.com/office/drawing/2014/main" id="{2AF764B6-0CEF-7852-B46D-8F972FE77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9870" y="5557935"/>
              <a:ext cx="28575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8" name="Freeform 440">
              <a:extLst>
                <a:ext uri="{FF2B5EF4-FFF2-40B4-BE49-F238E27FC236}">
                  <a16:creationId xmlns:a16="http://schemas.microsoft.com/office/drawing/2014/main" id="{A17F8B36-1CFD-F8F8-7CDE-8B38BE9CE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296" y="5588098"/>
              <a:ext cx="88900" cy="50801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9" name="Freeform 441">
              <a:extLst>
                <a:ext uri="{FF2B5EF4-FFF2-40B4-BE49-F238E27FC236}">
                  <a16:creationId xmlns:a16="http://schemas.microsoft.com/office/drawing/2014/main" id="{28ACB2D0-0610-B139-826C-4B33C8850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033" y="5569048"/>
              <a:ext cx="225426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0" name="Freeform 442">
              <a:extLst>
                <a:ext uri="{FF2B5EF4-FFF2-40B4-BE49-F238E27FC236}">
                  <a16:creationId xmlns:a16="http://schemas.microsoft.com/office/drawing/2014/main" id="{B15D5160-9EE3-5AB9-767E-089D6C32B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345" y="5546822"/>
              <a:ext cx="285751" cy="114302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1" name="Freeform 443">
              <a:extLst>
                <a:ext uri="{FF2B5EF4-FFF2-40B4-BE49-F238E27FC236}">
                  <a16:creationId xmlns:a16="http://schemas.microsoft.com/office/drawing/2014/main" id="{26A4C718-514F-A9DF-62AC-A7A244B7A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345" y="5557935"/>
              <a:ext cx="61913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2" name="Freeform 444">
              <a:extLst>
                <a:ext uri="{FF2B5EF4-FFF2-40B4-BE49-F238E27FC236}">
                  <a16:creationId xmlns:a16="http://schemas.microsoft.com/office/drawing/2014/main" id="{95C8EC0A-7F0E-CE2A-04B0-704A32322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396" y="5616674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3" name="Oval 445">
              <a:extLst>
                <a:ext uri="{FF2B5EF4-FFF2-40B4-BE49-F238E27FC236}">
                  <a16:creationId xmlns:a16="http://schemas.microsoft.com/office/drawing/2014/main" id="{902BFAA4-129E-77C0-101D-0140AF9C3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0345" y="5523009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4" name="Freeform 446">
              <a:extLst>
                <a:ext uri="{FF2B5EF4-FFF2-40B4-BE49-F238E27FC236}">
                  <a16:creationId xmlns:a16="http://schemas.microsoft.com/office/drawing/2014/main" id="{A89F6A2C-F53E-35DD-B059-2D0FA49CE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771" y="5554760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6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0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5" name="Freeform 447">
              <a:extLst>
                <a:ext uri="{FF2B5EF4-FFF2-40B4-BE49-F238E27FC236}">
                  <a16:creationId xmlns:a16="http://schemas.microsoft.com/office/drawing/2014/main" id="{82C8D67D-17C4-7BA8-2A0A-7A9D3D136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0508" y="5535710"/>
              <a:ext cx="225426" cy="47626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6" name="Freeform 448">
              <a:extLst>
                <a:ext uri="{FF2B5EF4-FFF2-40B4-BE49-F238E27FC236}">
                  <a16:creationId xmlns:a16="http://schemas.microsoft.com/office/drawing/2014/main" id="{7F2A35CE-90AB-757A-942F-AF4E4C05B2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870" y="5518247"/>
              <a:ext cx="285751" cy="112714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7" name="Freeform 449">
              <a:extLst>
                <a:ext uri="{FF2B5EF4-FFF2-40B4-BE49-F238E27FC236}">
                  <a16:creationId xmlns:a16="http://schemas.microsoft.com/office/drawing/2014/main" id="{7EFD4C76-D65F-7221-DACC-AD696F4A1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870" y="5529360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8" name="Freeform 450">
              <a:extLst>
                <a:ext uri="{FF2B5EF4-FFF2-40B4-BE49-F238E27FC236}">
                  <a16:creationId xmlns:a16="http://schemas.microsoft.com/office/drawing/2014/main" id="{A8FCE8D5-BB3F-38B6-3DEF-98C2F0485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7508" y="5588098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9" name="Oval 451">
              <a:extLst>
                <a:ext uri="{FF2B5EF4-FFF2-40B4-BE49-F238E27FC236}">
                  <a16:creationId xmlns:a16="http://schemas.microsoft.com/office/drawing/2014/main" id="{7B8ED10C-F491-1FD6-BC2B-990C6D615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9870" y="5494434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0" name="Freeform 452">
              <a:extLst>
                <a:ext uri="{FF2B5EF4-FFF2-40B4-BE49-F238E27FC236}">
                  <a16:creationId xmlns:a16="http://schemas.microsoft.com/office/drawing/2014/main" id="{7802BD72-CD65-A73E-5468-6964E8A32F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296" y="5524597"/>
              <a:ext cx="88900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5" y="2"/>
                    <a:pt x="9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5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1" name="Freeform 453">
              <a:extLst>
                <a:ext uri="{FF2B5EF4-FFF2-40B4-BE49-F238E27FC236}">
                  <a16:creationId xmlns:a16="http://schemas.microsoft.com/office/drawing/2014/main" id="{7F17697A-AA80-6259-DA6B-F4BF1BC942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033" y="5507134"/>
              <a:ext cx="225426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2" name="Freeform 454">
              <a:extLst>
                <a:ext uri="{FF2B5EF4-FFF2-40B4-BE49-F238E27FC236}">
                  <a16:creationId xmlns:a16="http://schemas.microsoft.com/office/drawing/2014/main" id="{BBA7701F-AF10-3AF5-B99B-C77422EB56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8758" y="5484909"/>
              <a:ext cx="285751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3" name="Freeform 455">
              <a:extLst>
                <a:ext uri="{FF2B5EF4-FFF2-40B4-BE49-F238E27FC236}">
                  <a16:creationId xmlns:a16="http://schemas.microsoft.com/office/drawing/2014/main" id="{B4D1D83F-0643-3DD7-C0C5-4005CECCA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8758" y="5496022"/>
              <a:ext cx="63500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4" name="Freeform 456">
              <a:extLst>
                <a:ext uri="{FF2B5EF4-FFF2-40B4-BE49-F238E27FC236}">
                  <a16:creationId xmlns:a16="http://schemas.microsoft.com/office/drawing/2014/main" id="{D348B45B-06A3-3960-4D8A-E9D7A72C1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396" y="5553172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5" name="Oval 457">
              <a:extLst>
                <a:ext uri="{FF2B5EF4-FFF2-40B4-BE49-F238E27FC236}">
                  <a16:creationId xmlns:a16="http://schemas.microsoft.com/office/drawing/2014/main" id="{18F6358E-78C8-BAFC-2AB9-9B113D1AA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758" y="5459508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6" name="Freeform 458">
              <a:extLst>
                <a:ext uri="{FF2B5EF4-FFF2-40B4-BE49-F238E27FC236}">
                  <a16:creationId xmlns:a16="http://schemas.microsoft.com/office/drawing/2014/main" id="{7F29C7C2-CAE0-7ADC-DB49-153D5AC64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771" y="5491259"/>
              <a:ext cx="87313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39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5" y="3"/>
                    <a:pt x="33" y="1"/>
                    <a:pt x="40" y="1"/>
                  </a:cubicBezTo>
                  <a:cubicBezTo>
                    <a:pt x="42" y="4"/>
                    <a:pt x="43" y="5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7" name="Freeform 459">
              <a:extLst>
                <a:ext uri="{FF2B5EF4-FFF2-40B4-BE49-F238E27FC236}">
                  <a16:creationId xmlns:a16="http://schemas.microsoft.com/office/drawing/2014/main" id="{F0064588-BFB0-4016-A737-B19518632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920" y="5472209"/>
              <a:ext cx="225426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8" name="Freeform 460">
              <a:extLst>
                <a:ext uri="{FF2B5EF4-FFF2-40B4-BE49-F238E27FC236}">
                  <a16:creationId xmlns:a16="http://schemas.microsoft.com/office/drawing/2014/main" id="{345ABFEB-02D2-541E-89FD-2FAB07D23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633" y="5457921"/>
              <a:ext cx="287339" cy="112714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9" name="Freeform 461">
              <a:extLst>
                <a:ext uri="{FF2B5EF4-FFF2-40B4-BE49-F238E27FC236}">
                  <a16:creationId xmlns:a16="http://schemas.microsoft.com/office/drawing/2014/main" id="{339A4E63-CD69-0ED5-C65E-0360969CE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633" y="5469034"/>
              <a:ext cx="63500" cy="93664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0" name="Freeform 462">
              <a:extLst>
                <a:ext uri="{FF2B5EF4-FFF2-40B4-BE49-F238E27FC236}">
                  <a16:creationId xmlns:a16="http://schemas.microsoft.com/office/drawing/2014/main" id="{81584657-B973-9898-B027-F84487D18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3858" y="5527772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1" name="Oval 463">
              <a:extLst>
                <a:ext uri="{FF2B5EF4-FFF2-40B4-BE49-F238E27FC236}">
                  <a16:creationId xmlns:a16="http://schemas.microsoft.com/office/drawing/2014/main" id="{9AF39320-4B01-3305-79E3-9F5933108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633" y="5434108"/>
              <a:ext cx="287339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2" name="Freeform 464">
              <a:extLst>
                <a:ext uri="{FF2B5EF4-FFF2-40B4-BE49-F238E27FC236}">
                  <a16:creationId xmlns:a16="http://schemas.microsoft.com/office/drawing/2014/main" id="{378F510E-61B7-48F1-A540-9207D54A6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646" y="5464271"/>
              <a:ext cx="87313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1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3" name="Freeform 465">
              <a:extLst>
                <a:ext uri="{FF2B5EF4-FFF2-40B4-BE49-F238E27FC236}">
                  <a16:creationId xmlns:a16="http://schemas.microsoft.com/office/drawing/2014/main" id="{26B5515C-ED19-DF08-001F-CBF5959B72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4795" y="5446808"/>
              <a:ext cx="227013" cy="47626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8 h 42"/>
                <a:gd name="T6" fmla="*/ 98 w 196"/>
                <a:gd name="T7" fmla="*/ 0 h 42"/>
                <a:gd name="T8" fmla="*/ 0 w 196"/>
                <a:gd name="T9" fmla="*/ 38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8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4" name="Freeform 466">
              <a:extLst>
                <a:ext uri="{FF2B5EF4-FFF2-40B4-BE49-F238E27FC236}">
                  <a16:creationId xmlns:a16="http://schemas.microsoft.com/office/drawing/2014/main" id="{6AB437C7-9EF6-AA36-AAE4-7B990985B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6858" y="5434108"/>
              <a:ext cx="285751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5" name="Freeform 467">
              <a:extLst>
                <a:ext uri="{FF2B5EF4-FFF2-40B4-BE49-F238E27FC236}">
                  <a16:creationId xmlns:a16="http://schemas.microsoft.com/office/drawing/2014/main" id="{B6AA13AA-A3F0-E590-1128-975A087FB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6858" y="5445221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6" name="Freeform 468">
              <a:extLst>
                <a:ext uri="{FF2B5EF4-FFF2-40B4-BE49-F238E27FC236}">
                  <a16:creationId xmlns:a16="http://schemas.microsoft.com/office/drawing/2014/main" id="{B7F57F58-11C2-6C37-3DCF-1F91AC30A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496" y="5502372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7" name="Oval 469">
              <a:extLst>
                <a:ext uri="{FF2B5EF4-FFF2-40B4-BE49-F238E27FC236}">
                  <a16:creationId xmlns:a16="http://schemas.microsoft.com/office/drawing/2014/main" id="{777D1580-7807-85DF-3C2E-904E6C3E6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6858" y="5410295"/>
              <a:ext cx="28575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8" name="Freeform 470">
              <a:extLst>
                <a:ext uri="{FF2B5EF4-FFF2-40B4-BE49-F238E27FC236}">
                  <a16:creationId xmlns:a16="http://schemas.microsoft.com/office/drawing/2014/main" id="{FF9DB399-DF09-8EA3-DE72-085F317036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283" y="5442046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9" name="Freeform 471">
              <a:extLst>
                <a:ext uri="{FF2B5EF4-FFF2-40B4-BE49-F238E27FC236}">
                  <a16:creationId xmlns:a16="http://schemas.microsoft.com/office/drawing/2014/main" id="{ED14467B-62F5-C10F-F97A-6F7FBBF54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7020" y="5421408"/>
              <a:ext cx="225426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0" name="Freeform 472">
              <a:extLst>
                <a:ext uri="{FF2B5EF4-FFF2-40B4-BE49-F238E27FC236}">
                  <a16:creationId xmlns:a16="http://schemas.microsoft.com/office/drawing/2014/main" id="{9C26B94F-8968-C12D-1CD9-0C97EE840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333" y="5399182"/>
              <a:ext cx="285751" cy="114302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1" name="Freeform 473">
              <a:extLst>
                <a:ext uri="{FF2B5EF4-FFF2-40B4-BE49-F238E27FC236}">
                  <a16:creationId xmlns:a16="http://schemas.microsoft.com/office/drawing/2014/main" id="{41416A3E-0359-F2E9-9CD7-704F3D08F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333" y="5411883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2" name="Freeform 474">
              <a:extLst>
                <a:ext uri="{FF2B5EF4-FFF2-40B4-BE49-F238E27FC236}">
                  <a16:creationId xmlns:a16="http://schemas.microsoft.com/office/drawing/2014/main" id="{DEDBDFB8-5DD2-9088-6661-F4F52CEE1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383" y="5469034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3" name="Oval 475">
              <a:extLst>
                <a:ext uri="{FF2B5EF4-FFF2-40B4-BE49-F238E27FC236}">
                  <a16:creationId xmlns:a16="http://schemas.microsoft.com/office/drawing/2014/main" id="{A6B790CC-607D-238C-3695-422C98478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333" y="5375369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4" name="Freeform 476">
              <a:extLst>
                <a:ext uri="{FF2B5EF4-FFF2-40B4-BE49-F238E27FC236}">
                  <a16:creationId xmlns:a16="http://schemas.microsoft.com/office/drawing/2014/main" id="{C79D9C5B-969F-9DDE-FEE1-64C52BA6C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71" y="5408707"/>
              <a:ext cx="90488" cy="47626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6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0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5" name="Freeform 477">
              <a:extLst>
                <a:ext uri="{FF2B5EF4-FFF2-40B4-BE49-F238E27FC236}">
                  <a16:creationId xmlns:a16="http://schemas.microsoft.com/office/drawing/2014/main" id="{A831370C-6F9A-F38B-826C-A58126FD9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908" y="5388070"/>
              <a:ext cx="227013" cy="492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6" name="Freeform 478">
              <a:extLst>
                <a:ext uri="{FF2B5EF4-FFF2-40B4-BE49-F238E27FC236}">
                  <a16:creationId xmlns:a16="http://schemas.microsoft.com/office/drawing/2014/main" id="{2ABE2F6B-E557-1B03-C64B-A9B05E65B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270" y="5370607"/>
              <a:ext cx="285751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7" name="Freeform 479">
              <a:extLst>
                <a:ext uri="{FF2B5EF4-FFF2-40B4-BE49-F238E27FC236}">
                  <a16:creationId xmlns:a16="http://schemas.microsoft.com/office/drawing/2014/main" id="{CD83CD33-6B4B-528B-37CF-C5DA47E19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270" y="5383307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8" name="Freeform 480">
              <a:extLst>
                <a:ext uri="{FF2B5EF4-FFF2-40B4-BE49-F238E27FC236}">
                  <a16:creationId xmlns:a16="http://schemas.microsoft.com/office/drawing/2014/main" id="{6BDAB7B8-52CC-9EF0-8024-A7E161CB2B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496" y="5440458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9" name="Oval 481">
              <a:extLst>
                <a:ext uri="{FF2B5EF4-FFF2-40B4-BE49-F238E27FC236}">
                  <a16:creationId xmlns:a16="http://schemas.microsoft.com/office/drawing/2014/main" id="{970DB149-3486-8780-B7F0-9FF5585BA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270" y="5346794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0" name="Freeform 482">
              <a:extLst>
                <a:ext uri="{FF2B5EF4-FFF2-40B4-BE49-F238E27FC236}">
                  <a16:creationId xmlns:a16="http://schemas.microsoft.com/office/drawing/2014/main" id="{952B2B6F-EC16-1369-0722-90D25DFFF7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283" y="5378544"/>
              <a:ext cx="87313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5" y="2"/>
                    <a:pt x="9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5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1" name="Freeform 483">
              <a:extLst>
                <a:ext uri="{FF2B5EF4-FFF2-40B4-BE49-F238E27FC236}">
                  <a16:creationId xmlns:a16="http://schemas.microsoft.com/office/drawing/2014/main" id="{D31B6C49-3E25-EF11-3BF7-122A5259C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5433" y="5359494"/>
              <a:ext cx="227013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2" name="Freeform 484">
              <a:extLst>
                <a:ext uri="{FF2B5EF4-FFF2-40B4-BE49-F238E27FC236}">
                  <a16:creationId xmlns:a16="http://schemas.microsoft.com/office/drawing/2014/main" id="{114A926B-B1B3-8E06-164C-410268DA3B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5745" y="5337269"/>
              <a:ext cx="285751" cy="114302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3" name="Freeform 485">
              <a:extLst>
                <a:ext uri="{FF2B5EF4-FFF2-40B4-BE49-F238E27FC236}">
                  <a16:creationId xmlns:a16="http://schemas.microsoft.com/office/drawing/2014/main" id="{539DB623-110D-4E39-0F95-17A119B44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5745" y="5348381"/>
              <a:ext cx="63500" cy="93664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4" name="Freeform 486">
              <a:extLst>
                <a:ext uri="{FF2B5EF4-FFF2-40B4-BE49-F238E27FC236}">
                  <a16:creationId xmlns:a16="http://schemas.microsoft.com/office/drawing/2014/main" id="{FD003B6A-45BC-1136-3E4A-C9F975711C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383" y="5405532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5" name="Oval 487">
              <a:extLst>
                <a:ext uri="{FF2B5EF4-FFF2-40B4-BE49-F238E27FC236}">
                  <a16:creationId xmlns:a16="http://schemas.microsoft.com/office/drawing/2014/main" id="{7E0E9864-5976-C95D-233C-003D8AF83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5" y="5313456"/>
              <a:ext cx="28575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6" name="Freeform 488">
              <a:extLst>
                <a:ext uri="{FF2B5EF4-FFF2-40B4-BE49-F238E27FC236}">
                  <a16:creationId xmlns:a16="http://schemas.microsoft.com/office/drawing/2014/main" id="{C02EC45A-389C-D93C-1AB2-7185F991F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71" y="5343619"/>
              <a:ext cx="88900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39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5" y="3"/>
                    <a:pt x="33" y="1"/>
                    <a:pt x="40" y="1"/>
                  </a:cubicBezTo>
                  <a:cubicBezTo>
                    <a:pt x="42" y="4"/>
                    <a:pt x="43" y="5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7" name="Freeform 489">
              <a:extLst>
                <a:ext uri="{FF2B5EF4-FFF2-40B4-BE49-F238E27FC236}">
                  <a16:creationId xmlns:a16="http://schemas.microsoft.com/office/drawing/2014/main" id="{3C0518C9-C179-C431-4EB6-40D3F1C53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908" y="5324569"/>
              <a:ext cx="225426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8" name="Freeform 490">
              <a:extLst>
                <a:ext uri="{FF2B5EF4-FFF2-40B4-BE49-F238E27FC236}">
                  <a16:creationId xmlns:a16="http://schemas.microsoft.com/office/drawing/2014/main" id="{E4CAAD7F-58A2-DCAA-F032-D1AEBE8F2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5108" y="5295993"/>
              <a:ext cx="287339" cy="112714"/>
            </a:xfrm>
            <a:custGeom>
              <a:avLst/>
              <a:gdLst>
                <a:gd name="T0" fmla="*/ 236 w 248"/>
                <a:gd name="T1" fmla="*/ 29 h 98"/>
                <a:gd name="T2" fmla="*/ 124 w 248"/>
                <a:gd name="T3" fmla="*/ 0 h 98"/>
                <a:gd name="T4" fmla="*/ 12 w 248"/>
                <a:gd name="T5" fmla="*/ 29 h 98"/>
                <a:gd name="T6" fmla="*/ 0 w 248"/>
                <a:gd name="T7" fmla="*/ 29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9 h 98"/>
                <a:gd name="T16" fmla="*/ 236 w 248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9" name="Freeform 491">
              <a:extLst>
                <a:ext uri="{FF2B5EF4-FFF2-40B4-BE49-F238E27FC236}">
                  <a16:creationId xmlns:a16="http://schemas.microsoft.com/office/drawing/2014/main" id="{1E60F60F-F776-8038-B787-C1DF2CD306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5108" y="5307106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0" name="Freeform 492">
              <a:extLst>
                <a:ext uri="{FF2B5EF4-FFF2-40B4-BE49-F238E27FC236}">
                  <a16:creationId xmlns:a16="http://schemas.microsoft.com/office/drawing/2014/main" id="{8C1C261A-F87D-38EF-50A6-49980BD36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746" y="5365844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1" name="Oval 493">
              <a:extLst>
                <a:ext uri="{FF2B5EF4-FFF2-40B4-BE49-F238E27FC236}">
                  <a16:creationId xmlns:a16="http://schemas.microsoft.com/office/drawing/2014/main" id="{DF6AF796-2F4F-C923-D94E-166B7965B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5108" y="5270593"/>
              <a:ext cx="287339" cy="11589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2" name="Freeform 494">
              <a:extLst>
                <a:ext uri="{FF2B5EF4-FFF2-40B4-BE49-F238E27FC236}">
                  <a16:creationId xmlns:a16="http://schemas.microsoft.com/office/drawing/2014/main" id="{AAD226A0-1E2B-2D82-49AF-9C5572998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533" y="5302343"/>
              <a:ext cx="88900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3" name="Freeform 495">
              <a:extLst>
                <a:ext uri="{FF2B5EF4-FFF2-40B4-BE49-F238E27FC236}">
                  <a16:creationId xmlns:a16="http://schemas.microsoft.com/office/drawing/2014/main" id="{6436E2CA-81E0-F932-3654-1E927422BE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270" y="5284880"/>
              <a:ext cx="227013" cy="47626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4" name="Freeform 496">
              <a:extLst>
                <a:ext uri="{FF2B5EF4-FFF2-40B4-BE49-F238E27FC236}">
                  <a16:creationId xmlns:a16="http://schemas.microsoft.com/office/drawing/2014/main" id="{AFCE898D-C38B-723B-7794-8AEB4AE56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333" y="5270593"/>
              <a:ext cx="285751" cy="115890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5" name="Freeform 497">
              <a:extLst>
                <a:ext uri="{FF2B5EF4-FFF2-40B4-BE49-F238E27FC236}">
                  <a16:creationId xmlns:a16="http://schemas.microsoft.com/office/drawing/2014/main" id="{F86A7427-A7A0-7AA0-A4CC-5B6786DDB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333" y="5283293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6" name="Freeform 498">
              <a:extLst>
                <a:ext uri="{FF2B5EF4-FFF2-40B4-BE49-F238E27FC236}">
                  <a16:creationId xmlns:a16="http://schemas.microsoft.com/office/drawing/2014/main" id="{B25743D2-C372-EF13-6AE8-311DBA140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383" y="5340444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7" name="Oval 499">
              <a:extLst>
                <a:ext uri="{FF2B5EF4-FFF2-40B4-BE49-F238E27FC236}">
                  <a16:creationId xmlns:a16="http://schemas.microsoft.com/office/drawing/2014/main" id="{13FB2E6A-6A02-4FCC-9730-7BC0E1468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333" y="5248367"/>
              <a:ext cx="28575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8" name="Freeform 500">
              <a:extLst>
                <a:ext uri="{FF2B5EF4-FFF2-40B4-BE49-F238E27FC236}">
                  <a16:creationId xmlns:a16="http://schemas.microsoft.com/office/drawing/2014/main" id="{2467CA04-3FF8-BD39-1628-B0F3649F2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71" y="5280118"/>
              <a:ext cx="90488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9" name="Freeform 501">
              <a:extLst>
                <a:ext uri="{FF2B5EF4-FFF2-40B4-BE49-F238E27FC236}">
                  <a16:creationId xmlns:a16="http://schemas.microsoft.com/office/drawing/2014/main" id="{09128441-AE9D-2523-5594-C07559FB2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908" y="5259480"/>
              <a:ext cx="227013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0" name="Freeform 502">
              <a:extLst>
                <a:ext uri="{FF2B5EF4-FFF2-40B4-BE49-F238E27FC236}">
                  <a16:creationId xmlns:a16="http://schemas.microsoft.com/office/drawing/2014/main" id="{49E0566B-46A4-3340-7A5D-4F351D5FC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6220" y="5237255"/>
              <a:ext cx="285751" cy="115890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1" name="Freeform 503">
              <a:extLst>
                <a:ext uri="{FF2B5EF4-FFF2-40B4-BE49-F238E27FC236}">
                  <a16:creationId xmlns:a16="http://schemas.microsoft.com/office/drawing/2014/main" id="{FED9EE89-716E-7CCD-705D-BD2D1742E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6220" y="5249955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2" name="Freeform 504">
              <a:extLst>
                <a:ext uri="{FF2B5EF4-FFF2-40B4-BE49-F238E27FC236}">
                  <a16:creationId xmlns:a16="http://schemas.microsoft.com/office/drawing/2014/main" id="{E43DD691-B555-B82A-25A1-3390230B6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3858" y="5307106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3" name="Oval 505">
              <a:extLst>
                <a:ext uri="{FF2B5EF4-FFF2-40B4-BE49-F238E27FC236}">
                  <a16:creationId xmlns:a16="http://schemas.microsoft.com/office/drawing/2014/main" id="{BEB9891E-AC2E-99B2-F9E4-40D7E4340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6220" y="5215029"/>
              <a:ext cx="28575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4" name="Freeform 506">
              <a:extLst>
                <a:ext uri="{FF2B5EF4-FFF2-40B4-BE49-F238E27FC236}">
                  <a16:creationId xmlns:a16="http://schemas.microsoft.com/office/drawing/2014/main" id="{2BDE0F19-E743-1A52-7922-5510DF1D54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646" y="5245192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6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0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5" name="Freeform 507">
              <a:extLst>
                <a:ext uri="{FF2B5EF4-FFF2-40B4-BE49-F238E27FC236}">
                  <a16:creationId xmlns:a16="http://schemas.microsoft.com/office/drawing/2014/main" id="{55DD528D-385B-E7B3-C902-1B8FF5776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6383" y="5226142"/>
              <a:ext cx="225426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6" name="Freeform 508">
              <a:extLst>
                <a:ext uri="{FF2B5EF4-FFF2-40B4-BE49-F238E27FC236}">
                  <a16:creationId xmlns:a16="http://schemas.microsoft.com/office/drawing/2014/main" id="{E9B5172D-0D95-51CA-A26F-F9DF66C4D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5745" y="5208679"/>
              <a:ext cx="285751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7" name="Freeform 509">
              <a:extLst>
                <a:ext uri="{FF2B5EF4-FFF2-40B4-BE49-F238E27FC236}">
                  <a16:creationId xmlns:a16="http://schemas.microsoft.com/office/drawing/2014/main" id="{9BB698F7-7472-B97B-2219-599EAA232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5745" y="5219792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8" name="Freeform 510">
              <a:extLst>
                <a:ext uri="{FF2B5EF4-FFF2-40B4-BE49-F238E27FC236}">
                  <a16:creationId xmlns:a16="http://schemas.microsoft.com/office/drawing/2014/main" id="{BE2F801C-D98D-74C0-1F66-B9180252F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383" y="5278530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9" name="Oval 511">
              <a:extLst>
                <a:ext uri="{FF2B5EF4-FFF2-40B4-BE49-F238E27FC236}">
                  <a16:creationId xmlns:a16="http://schemas.microsoft.com/office/drawing/2014/main" id="{C352A171-1C6D-E838-9852-77DBF5882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5" y="5184866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0" name="Freeform 512">
              <a:extLst>
                <a:ext uri="{FF2B5EF4-FFF2-40B4-BE49-F238E27FC236}">
                  <a16:creationId xmlns:a16="http://schemas.microsoft.com/office/drawing/2014/main" id="{5227E61A-3936-66C8-5A49-396C0082FC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71" y="5215029"/>
              <a:ext cx="88900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8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30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9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1"/>
                    <a:pt x="70" y="41"/>
                    <a:pt x="66" y="43"/>
                  </a:cubicBezTo>
                  <a:cubicBezTo>
                    <a:pt x="62" y="41"/>
                    <a:pt x="60" y="40"/>
                    <a:pt x="56" y="38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8"/>
                    <a:pt x="26" y="34"/>
                  </a:cubicBezTo>
                  <a:cubicBezTo>
                    <a:pt x="35" y="34"/>
                    <a:pt x="46" y="32"/>
                    <a:pt x="52" y="30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5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1" name="Freeform 513">
              <a:extLst>
                <a:ext uri="{FF2B5EF4-FFF2-40B4-BE49-F238E27FC236}">
                  <a16:creationId xmlns:a16="http://schemas.microsoft.com/office/drawing/2014/main" id="{E57DDC71-A1EA-9D79-7289-89B11F74E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908" y="5197566"/>
              <a:ext cx="225426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2" name="Freeform 514">
              <a:extLst>
                <a:ext uri="{FF2B5EF4-FFF2-40B4-BE49-F238E27FC236}">
                  <a16:creationId xmlns:a16="http://schemas.microsoft.com/office/drawing/2014/main" id="{187D6106-3DF4-474F-DEFD-96ADF6E5BF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633" y="5175341"/>
              <a:ext cx="285751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3" name="Freeform 515">
              <a:extLst>
                <a:ext uri="{FF2B5EF4-FFF2-40B4-BE49-F238E27FC236}">
                  <a16:creationId xmlns:a16="http://schemas.microsoft.com/office/drawing/2014/main" id="{B4B8E125-BE26-9E23-51AE-AA1C2AB14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633" y="5186454"/>
              <a:ext cx="63500" cy="93664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4" name="Freeform 516">
              <a:extLst>
                <a:ext uri="{FF2B5EF4-FFF2-40B4-BE49-F238E27FC236}">
                  <a16:creationId xmlns:a16="http://schemas.microsoft.com/office/drawing/2014/main" id="{EA3C0335-0A37-33F8-6776-F5472F952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3858" y="5243605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5" name="Oval 517">
              <a:extLst>
                <a:ext uri="{FF2B5EF4-FFF2-40B4-BE49-F238E27FC236}">
                  <a16:creationId xmlns:a16="http://schemas.microsoft.com/office/drawing/2014/main" id="{8CB55C7F-CFE5-7EF8-1D3B-371FD3CCB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633" y="5151528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6" name="Freeform 518">
              <a:extLst>
                <a:ext uri="{FF2B5EF4-FFF2-40B4-BE49-F238E27FC236}">
                  <a16:creationId xmlns:a16="http://schemas.microsoft.com/office/drawing/2014/main" id="{1A23F4D4-AE40-F8EE-7BC7-42AE7AE06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646" y="5181691"/>
              <a:ext cx="87313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5" y="3"/>
                    <a:pt x="33" y="1"/>
                    <a:pt x="40" y="1"/>
                  </a:cubicBezTo>
                  <a:cubicBezTo>
                    <a:pt x="42" y="4"/>
                    <a:pt x="43" y="5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7" name="Freeform 519">
              <a:extLst>
                <a:ext uri="{FF2B5EF4-FFF2-40B4-BE49-F238E27FC236}">
                  <a16:creationId xmlns:a16="http://schemas.microsoft.com/office/drawing/2014/main" id="{A9F94A51-599E-4366-D977-9C55F06FCD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4795" y="5162641"/>
              <a:ext cx="225426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8" name="Freeform 520">
              <a:extLst>
                <a:ext uri="{FF2B5EF4-FFF2-40B4-BE49-F238E27FC236}">
                  <a16:creationId xmlns:a16="http://schemas.microsoft.com/office/drawing/2014/main" id="{1400131B-C102-C562-6D24-09187A432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0508" y="5148353"/>
              <a:ext cx="287339" cy="114302"/>
            </a:xfrm>
            <a:custGeom>
              <a:avLst/>
              <a:gdLst>
                <a:gd name="T0" fmla="*/ 236 w 248"/>
                <a:gd name="T1" fmla="*/ 29 h 98"/>
                <a:gd name="T2" fmla="*/ 124 w 248"/>
                <a:gd name="T3" fmla="*/ 0 h 98"/>
                <a:gd name="T4" fmla="*/ 12 w 248"/>
                <a:gd name="T5" fmla="*/ 29 h 98"/>
                <a:gd name="T6" fmla="*/ 0 w 248"/>
                <a:gd name="T7" fmla="*/ 29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9 h 98"/>
                <a:gd name="T16" fmla="*/ 236 w 248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9" name="Freeform 521">
              <a:extLst>
                <a:ext uri="{FF2B5EF4-FFF2-40B4-BE49-F238E27FC236}">
                  <a16:creationId xmlns:a16="http://schemas.microsoft.com/office/drawing/2014/main" id="{E790EC2A-22CE-0C12-6EC0-06516BDAC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0508" y="5159466"/>
              <a:ext cx="65088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0" name="Freeform 522">
              <a:extLst>
                <a:ext uri="{FF2B5EF4-FFF2-40B4-BE49-F238E27FC236}">
                  <a16:creationId xmlns:a16="http://schemas.microsoft.com/office/drawing/2014/main" id="{2079BC0C-CFCF-5EBA-C12A-AF7CC7386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9733" y="5218204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1" name="Oval 523">
              <a:extLst>
                <a:ext uri="{FF2B5EF4-FFF2-40B4-BE49-F238E27FC236}">
                  <a16:creationId xmlns:a16="http://schemas.microsoft.com/office/drawing/2014/main" id="{6A524784-C8E7-7FCC-5E0E-F4933C4B4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508" y="5124540"/>
              <a:ext cx="287339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2" name="Freeform 524">
              <a:extLst>
                <a:ext uri="{FF2B5EF4-FFF2-40B4-BE49-F238E27FC236}">
                  <a16:creationId xmlns:a16="http://schemas.microsoft.com/office/drawing/2014/main" id="{AC1264D6-EDC0-FAC7-FB7B-3D1B96F0E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0521" y="5156291"/>
              <a:ext cx="88900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9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3" name="Freeform 525">
              <a:extLst>
                <a:ext uri="{FF2B5EF4-FFF2-40B4-BE49-F238E27FC236}">
                  <a16:creationId xmlns:a16="http://schemas.microsoft.com/office/drawing/2014/main" id="{C80B3FA2-207E-D881-771D-1BC9F60AC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70" y="5137240"/>
              <a:ext cx="227013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4" name="Freeform 526">
              <a:extLst>
                <a:ext uri="{FF2B5EF4-FFF2-40B4-BE49-F238E27FC236}">
                  <a16:creationId xmlns:a16="http://schemas.microsoft.com/office/drawing/2014/main" id="{878EF4E6-4321-2E22-C2B8-1791BF072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33" y="5124540"/>
              <a:ext cx="285751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5" name="Freeform 527">
              <a:extLst>
                <a:ext uri="{FF2B5EF4-FFF2-40B4-BE49-F238E27FC236}">
                  <a16:creationId xmlns:a16="http://schemas.microsoft.com/office/drawing/2014/main" id="{333ECDE6-EE1E-0D90-4564-5C8A361A6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33" y="5135653"/>
              <a:ext cx="63500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6" name="Freeform 528">
              <a:extLst>
                <a:ext uri="{FF2B5EF4-FFF2-40B4-BE49-F238E27FC236}">
                  <a16:creationId xmlns:a16="http://schemas.microsoft.com/office/drawing/2014/main" id="{E6FE54BC-0060-A737-9EA2-5B0831D73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371" y="5194391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7" name="Oval 529">
              <a:extLst>
                <a:ext uri="{FF2B5EF4-FFF2-40B4-BE49-F238E27FC236}">
                  <a16:creationId xmlns:a16="http://schemas.microsoft.com/office/drawing/2014/main" id="{FDF9DA76-3637-D174-56CE-E5DA67993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2733" y="5100727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8" name="Freeform 530">
              <a:extLst>
                <a:ext uri="{FF2B5EF4-FFF2-40B4-BE49-F238E27FC236}">
                  <a16:creationId xmlns:a16="http://schemas.microsoft.com/office/drawing/2014/main" id="{74E8BD96-4AB3-038C-4B0D-5DED5C557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158" y="5132478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9" name="Freeform 531">
              <a:extLst>
                <a:ext uri="{FF2B5EF4-FFF2-40B4-BE49-F238E27FC236}">
                  <a16:creationId xmlns:a16="http://schemas.microsoft.com/office/drawing/2014/main" id="{936B0AAA-E928-0083-2F41-6133B6E30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895" y="5113427"/>
              <a:ext cx="225426" cy="47626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0" name="Freeform 532">
              <a:extLst>
                <a:ext uri="{FF2B5EF4-FFF2-40B4-BE49-F238E27FC236}">
                  <a16:creationId xmlns:a16="http://schemas.microsoft.com/office/drawing/2014/main" id="{5378FBB5-563D-D2CD-B435-871ADBD92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208" y="5091202"/>
              <a:ext cx="285751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1" name="Freeform 533">
              <a:extLst>
                <a:ext uri="{FF2B5EF4-FFF2-40B4-BE49-F238E27FC236}">
                  <a16:creationId xmlns:a16="http://schemas.microsoft.com/office/drawing/2014/main" id="{43E5F619-86CC-BF8E-45BE-1A0CED5BE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208" y="5102315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2" name="Freeform 534">
              <a:extLst>
                <a:ext uri="{FF2B5EF4-FFF2-40B4-BE49-F238E27FC236}">
                  <a16:creationId xmlns:a16="http://schemas.microsoft.com/office/drawing/2014/main" id="{2DE0F98C-E17D-153C-5019-12D941170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258" y="5159466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3" name="Oval 535">
              <a:extLst>
                <a:ext uri="{FF2B5EF4-FFF2-40B4-BE49-F238E27FC236}">
                  <a16:creationId xmlns:a16="http://schemas.microsoft.com/office/drawing/2014/main" id="{2CEA5B5D-693A-B78B-28D2-A2DDBF43D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3208" y="5067389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4" name="Freeform 536">
              <a:extLst>
                <a:ext uri="{FF2B5EF4-FFF2-40B4-BE49-F238E27FC236}">
                  <a16:creationId xmlns:a16="http://schemas.microsoft.com/office/drawing/2014/main" id="{727C5EE0-9F33-13BF-0478-5CEABD064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633" y="5099140"/>
              <a:ext cx="88900" cy="47626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6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0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5" name="Freeform 537">
              <a:extLst>
                <a:ext uri="{FF2B5EF4-FFF2-40B4-BE49-F238E27FC236}">
                  <a16:creationId xmlns:a16="http://schemas.microsoft.com/office/drawing/2014/main" id="{FC40617E-906A-9789-BA53-88F241838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3370" y="5078502"/>
              <a:ext cx="225426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6" name="Freeform 538">
              <a:extLst>
                <a:ext uri="{FF2B5EF4-FFF2-40B4-BE49-F238E27FC236}">
                  <a16:creationId xmlns:a16="http://schemas.microsoft.com/office/drawing/2014/main" id="{476A4BDF-2F06-CF90-200A-7633A8B35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33" y="5061039"/>
              <a:ext cx="285751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7" name="Freeform 539">
              <a:extLst>
                <a:ext uri="{FF2B5EF4-FFF2-40B4-BE49-F238E27FC236}">
                  <a16:creationId xmlns:a16="http://schemas.microsoft.com/office/drawing/2014/main" id="{21CDCFCF-BFD3-1A55-4E55-00B6882AC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33" y="5073739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8" name="Freeform 540">
              <a:extLst>
                <a:ext uri="{FF2B5EF4-FFF2-40B4-BE49-F238E27FC236}">
                  <a16:creationId xmlns:a16="http://schemas.microsoft.com/office/drawing/2014/main" id="{ACFC08AF-6AAD-74B1-38C7-0256B4223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371" y="5130890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9" name="Oval 541">
              <a:extLst>
                <a:ext uri="{FF2B5EF4-FFF2-40B4-BE49-F238E27FC236}">
                  <a16:creationId xmlns:a16="http://schemas.microsoft.com/office/drawing/2014/main" id="{09C5F152-9442-206F-C304-C412EE6A1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2733" y="5037226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0" name="Freeform 542">
              <a:extLst>
                <a:ext uri="{FF2B5EF4-FFF2-40B4-BE49-F238E27FC236}">
                  <a16:creationId xmlns:a16="http://schemas.microsoft.com/office/drawing/2014/main" id="{7BB4A8AB-934B-C644-AD2D-18010A506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158" y="5068977"/>
              <a:ext cx="88900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8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30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9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1"/>
                    <a:pt x="70" y="41"/>
                    <a:pt x="66" y="43"/>
                  </a:cubicBezTo>
                  <a:cubicBezTo>
                    <a:pt x="62" y="41"/>
                    <a:pt x="60" y="40"/>
                    <a:pt x="56" y="38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8"/>
                    <a:pt x="26" y="34"/>
                  </a:cubicBezTo>
                  <a:cubicBezTo>
                    <a:pt x="35" y="34"/>
                    <a:pt x="46" y="32"/>
                    <a:pt x="52" y="30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5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1" name="Freeform 543">
              <a:extLst>
                <a:ext uri="{FF2B5EF4-FFF2-40B4-BE49-F238E27FC236}">
                  <a16:creationId xmlns:a16="http://schemas.microsoft.com/office/drawing/2014/main" id="{98D8947F-8972-C880-6370-FD17AED96A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895" y="5049926"/>
              <a:ext cx="225426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2" name="Freeform 544">
              <a:extLst>
                <a:ext uri="{FF2B5EF4-FFF2-40B4-BE49-F238E27FC236}">
                  <a16:creationId xmlns:a16="http://schemas.microsoft.com/office/drawing/2014/main" id="{A4933136-1604-15F0-C635-9609F3BD7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620" y="5027701"/>
              <a:ext cx="285751" cy="114302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3" name="Freeform 545">
              <a:extLst>
                <a:ext uri="{FF2B5EF4-FFF2-40B4-BE49-F238E27FC236}">
                  <a16:creationId xmlns:a16="http://schemas.microsoft.com/office/drawing/2014/main" id="{F921C4B7-9B20-A6F1-EAC8-2B47E4F94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620" y="5040401"/>
              <a:ext cx="63500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4" name="Freeform 546">
              <a:extLst>
                <a:ext uri="{FF2B5EF4-FFF2-40B4-BE49-F238E27FC236}">
                  <a16:creationId xmlns:a16="http://schemas.microsoft.com/office/drawing/2014/main" id="{AB0B4A15-2FE2-61E6-6CFF-30E462363F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258" y="5095965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5" name="Oval 547">
              <a:extLst>
                <a:ext uri="{FF2B5EF4-FFF2-40B4-BE49-F238E27FC236}">
                  <a16:creationId xmlns:a16="http://schemas.microsoft.com/office/drawing/2014/main" id="{65E12719-03A9-EDE3-CC75-542F7242C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20" y="5003888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6" name="Freeform 548">
              <a:extLst>
                <a:ext uri="{FF2B5EF4-FFF2-40B4-BE49-F238E27FC236}">
                  <a16:creationId xmlns:a16="http://schemas.microsoft.com/office/drawing/2014/main" id="{4139B12B-9DD3-17B8-F435-F6768263A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633" y="5035639"/>
              <a:ext cx="87313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5" y="3"/>
                    <a:pt x="33" y="1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7" name="Freeform 549">
              <a:extLst>
                <a:ext uri="{FF2B5EF4-FFF2-40B4-BE49-F238E27FC236}">
                  <a16:creationId xmlns:a16="http://schemas.microsoft.com/office/drawing/2014/main" id="{CB2453D9-303C-DAEC-9B1B-662D59B22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783" y="5015001"/>
              <a:ext cx="225426" cy="50801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8" name="Oval 550">
              <a:extLst>
                <a:ext uri="{FF2B5EF4-FFF2-40B4-BE49-F238E27FC236}">
                  <a16:creationId xmlns:a16="http://schemas.microsoft.com/office/drawing/2014/main" id="{1EC96C9B-5250-FA47-AF04-37D2CA1060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643" y="5873853"/>
              <a:ext cx="285751" cy="114302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9" name="Freeform 551">
              <a:extLst>
                <a:ext uri="{FF2B5EF4-FFF2-40B4-BE49-F238E27FC236}">
                  <a16:creationId xmlns:a16="http://schemas.microsoft.com/office/drawing/2014/main" id="{3FDD8D3F-36FA-42E9-88FA-111377CF015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406" y="5861153"/>
              <a:ext cx="287339" cy="114302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49 h 99"/>
                <a:gd name="T10" fmla="*/ 124 w 248"/>
                <a:gd name="T11" fmla="*/ 99 h 99"/>
                <a:gd name="T12" fmla="*/ 248 w 248"/>
                <a:gd name="T13" fmla="*/ 49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0" name="Freeform 552">
              <a:extLst>
                <a:ext uri="{FF2B5EF4-FFF2-40B4-BE49-F238E27FC236}">
                  <a16:creationId xmlns:a16="http://schemas.microsoft.com/office/drawing/2014/main" id="{07BECD6B-6928-5310-B6AF-3FE1B53CD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406" y="5872265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1" name="Freeform 553">
              <a:extLst>
                <a:ext uri="{FF2B5EF4-FFF2-40B4-BE49-F238E27FC236}">
                  <a16:creationId xmlns:a16="http://schemas.microsoft.com/office/drawing/2014/main" id="{9E158C80-93D1-B916-740F-2B380A258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631" y="5931004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2" name="Oval 554">
              <a:extLst>
                <a:ext uri="{FF2B5EF4-FFF2-40B4-BE49-F238E27FC236}">
                  <a16:creationId xmlns:a16="http://schemas.microsoft.com/office/drawing/2014/main" id="{B9A38B36-890A-E265-C0EF-85585B92F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6" y="5837340"/>
              <a:ext cx="287339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3" name="Freeform 555">
              <a:extLst>
                <a:ext uri="{FF2B5EF4-FFF2-40B4-BE49-F238E27FC236}">
                  <a16:creationId xmlns:a16="http://schemas.microsoft.com/office/drawing/2014/main" id="{4084ABA2-8BC4-3AF8-70A1-D02E5BA441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4418" y="5869090"/>
              <a:ext cx="87313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4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3 h 43"/>
                <a:gd name="T32" fmla="*/ 21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4" name="Freeform 556">
              <a:extLst>
                <a:ext uri="{FF2B5EF4-FFF2-40B4-BE49-F238E27FC236}">
                  <a16:creationId xmlns:a16="http://schemas.microsoft.com/office/drawing/2014/main" id="{E4499ACF-0F13-DA2B-500D-04DB5F971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4568" y="5848453"/>
              <a:ext cx="227013" cy="492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5" name="Freeform 557">
              <a:extLst>
                <a:ext uri="{FF2B5EF4-FFF2-40B4-BE49-F238E27FC236}">
                  <a16:creationId xmlns:a16="http://schemas.microsoft.com/office/drawing/2014/main" id="{F8CED49E-4690-C460-2D88-A81FFE33C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631" y="5837340"/>
              <a:ext cx="285751" cy="114302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6" name="Freeform 558">
              <a:extLst>
                <a:ext uri="{FF2B5EF4-FFF2-40B4-BE49-F238E27FC236}">
                  <a16:creationId xmlns:a16="http://schemas.microsoft.com/office/drawing/2014/main" id="{E242C8AB-E6E1-F8DD-ED98-ACD2327F2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631" y="5848453"/>
              <a:ext cx="61913" cy="93664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7" name="Freeform 559">
              <a:extLst>
                <a:ext uri="{FF2B5EF4-FFF2-40B4-BE49-F238E27FC236}">
                  <a16:creationId xmlns:a16="http://schemas.microsoft.com/office/drawing/2014/main" id="{B4EFFD55-8439-76C4-6966-5C6C69AF63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269" y="5907191"/>
              <a:ext cx="31750" cy="44451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8" name="Oval 560">
              <a:extLst>
                <a:ext uri="{FF2B5EF4-FFF2-40B4-BE49-F238E27FC236}">
                  <a16:creationId xmlns:a16="http://schemas.microsoft.com/office/drawing/2014/main" id="{3844A240-3D82-A04D-12A1-9E26B9F55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631" y="5813527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9" name="Freeform 561">
              <a:extLst>
                <a:ext uri="{FF2B5EF4-FFF2-40B4-BE49-F238E27FC236}">
                  <a16:creationId xmlns:a16="http://schemas.microsoft.com/office/drawing/2014/main" id="{8E6F793C-0E8F-0D52-4A88-23E7616D7F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5056" y="5845278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1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4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0" name="Freeform 562">
              <a:extLst>
                <a:ext uri="{FF2B5EF4-FFF2-40B4-BE49-F238E27FC236}">
                  <a16:creationId xmlns:a16="http://schemas.microsoft.com/office/drawing/2014/main" id="{B5EABC35-D54C-B4FC-1919-2CA5CCD09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966793" y="5826227"/>
              <a:ext cx="225426" cy="47626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1" name="Freeform 563">
              <a:extLst>
                <a:ext uri="{FF2B5EF4-FFF2-40B4-BE49-F238E27FC236}">
                  <a16:creationId xmlns:a16="http://schemas.microsoft.com/office/drawing/2014/main" id="{E9A64657-8855-475F-5ED3-C882C4D87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518" y="5802414"/>
              <a:ext cx="287339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2" name="Freeform 564">
              <a:extLst>
                <a:ext uri="{FF2B5EF4-FFF2-40B4-BE49-F238E27FC236}">
                  <a16:creationId xmlns:a16="http://schemas.microsoft.com/office/drawing/2014/main" id="{A1F01E90-C981-FA84-9941-0A9435D96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518" y="5815115"/>
              <a:ext cx="63500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3" name="Freeform 565">
              <a:extLst>
                <a:ext uri="{FF2B5EF4-FFF2-40B4-BE49-F238E27FC236}">
                  <a16:creationId xmlns:a16="http://schemas.microsoft.com/office/drawing/2014/main" id="{B7A40A7D-DD54-E7B8-4C8F-5A3321436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156" y="5872265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4" name="Oval 566">
              <a:extLst>
                <a:ext uri="{FF2B5EF4-FFF2-40B4-BE49-F238E27FC236}">
                  <a16:creationId xmlns:a16="http://schemas.microsoft.com/office/drawing/2014/main" id="{4F823610-D634-330C-D636-51E76AA8F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518" y="5780189"/>
              <a:ext cx="287339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5" name="Freeform 567">
              <a:extLst>
                <a:ext uri="{FF2B5EF4-FFF2-40B4-BE49-F238E27FC236}">
                  <a16:creationId xmlns:a16="http://schemas.microsoft.com/office/drawing/2014/main" id="{F367217A-4D2A-B88C-0588-78BEDCCDD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3943" y="5810352"/>
              <a:ext cx="90488" cy="50801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0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6" name="Freeform 568">
              <a:extLst>
                <a:ext uri="{FF2B5EF4-FFF2-40B4-BE49-F238E27FC236}">
                  <a16:creationId xmlns:a16="http://schemas.microsoft.com/office/drawing/2014/main" id="{202BC4C3-FFCB-9F88-3079-0BC108DAFF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681" y="5791302"/>
              <a:ext cx="227013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7" name="Freeform 569">
              <a:extLst>
                <a:ext uri="{FF2B5EF4-FFF2-40B4-BE49-F238E27FC236}">
                  <a16:creationId xmlns:a16="http://schemas.microsoft.com/office/drawing/2014/main" id="{EF2D1975-EFC5-62EA-075A-057382248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043" y="5773839"/>
              <a:ext cx="285751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8" name="Freeform 570">
              <a:extLst>
                <a:ext uri="{FF2B5EF4-FFF2-40B4-BE49-F238E27FC236}">
                  <a16:creationId xmlns:a16="http://schemas.microsoft.com/office/drawing/2014/main" id="{5B52BDA7-E33D-D2FA-C0FF-1D4EF4E5A11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043" y="5784951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9" name="Freeform 571">
              <a:extLst>
                <a:ext uri="{FF2B5EF4-FFF2-40B4-BE49-F238E27FC236}">
                  <a16:creationId xmlns:a16="http://schemas.microsoft.com/office/drawing/2014/main" id="{5403B7FD-5D66-D16E-E30A-6114004282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269" y="5843690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0" name="Oval 572">
              <a:extLst>
                <a:ext uri="{FF2B5EF4-FFF2-40B4-BE49-F238E27FC236}">
                  <a16:creationId xmlns:a16="http://schemas.microsoft.com/office/drawing/2014/main" id="{80C4DABD-995F-2FB0-7002-B96A52C49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043" y="5750026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1" name="Freeform 573">
              <a:extLst>
                <a:ext uri="{FF2B5EF4-FFF2-40B4-BE49-F238E27FC236}">
                  <a16:creationId xmlns:a16="http://schemas.microsoft.com/office/drawing/2014/main" id="{61A281A8-EFD1-9CF9-49F5-0754B2346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5056" y="5781776"/>
              <a:ext cx="87313" cy="50801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9"/>
                    <a:pt x="27" y="11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2" name="Freeform 574">
              <a:extLst>
                <a:ext uri="{FF2B5EF4-FFF2-40B4-BE49-F238E27FC236}">
                  <a16:creationId xmlns:a16="http://schemas.microsoft.com/office/drawing/2014/main" id="{1E344F3D-F54C-F0FF-E7BF-60CDF73D7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6" y="5762726"/>
              <a:ext cx="225426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3" name="Freeform 575">
              <a:extLst>
                <a:ext uri="{FF2B5EF4-FFF2-40B4-BE49-F238E27FC236}">
                  <a16:creationId xmlns:a16="http://schemas.microsoft.com/office/drawing/2014/main" id="{6B9C9CF2-4D2A-E2DB-4505-6674DEE8D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518" y="5740501"/>
              <a:ext cx="285751" cy="112714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4" name="Freeform 576">
              <a:extLst>
                <a:ext uri="{FF2B5EF4-FFF2-40B4-BE49-F238E27FC236}">
                  <a16:creationId xmlns:a16="http://schemas.microsoft.com/office/drawing/2014/main" id="{A9307B88-F56F-4122-486E-A2EDA5C0CD7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518" y="5751613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5" name="Freeform 577">
              <a:extLst>
                <a:ext uri="{FF2B5EF4-FFF2-40B4-BE49-F238E27FC236}">
                  <a16:creationId xmlns:a16="http://schemas.microsoft.com/office/drawing/2014/main" id="{8CBA8196-5B86-3DCF-8B36-9FC9D2F99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156" y="5810352"/>
              <a:ext cx="33338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6" name="Oval 578">
              <a:extLst>
                <a:ext uri="{FF2B5EF4-FFF2-40B4-BE49-F238E27FC236}">
                  <a16:creationId xmlns:a16="http://schemas.microsoft.com/office/drawing/2014/main" id="{0E1B535B-FEF3-4488-1220-1C2AD4CF3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518" y="5716688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7" name="Freeform 579">
              <a:extLst>
                <a:ext uri="{FF2B5EF4-FFF2-40B4-BE49-F238E27FC236}">
                  <a16:creationId xmlns:a16="http://schemas.microsoft.com/office/drawing/2014/main" id="{663C2D5C-44FB-68CE-EEF9-7BDBF1088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3943" y="5748438"/>
              <a:ext cx="88900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8" name="Freeform 580">
              <a:extLst>
                <a:ext uri="{FF2B5EF4-FFF2-40B4-BE49-F238E27FC236}">
                  <a16:creationId xmlns:a16="http://schemas.microsoft.com/office/drawing/2014/main" id="{67FDDC34-65ED-E354-FD8B-0C5FF9220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681" y="5729388"/>
              <a:ext cx="225426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9" name="Freeform 581">
              <a:extLst>
                <a:ext uri="{FF2B5EF4-FFF2-40B4-BE49-F238E27FC236}">
                  <a16:creationId xmlns:a16="http://schemas.microsoft.com/office/drawing/2014/main" id="{E503E5A6-E161-CB8E-FD01-76639429A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118" y="5705575"/>
              <a:ext cx="287339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0" name="Freeform 582">
              <a:extLst>
                <a:ext uri="{FF2B5EF4-FFF2-40B4-BE49-F238E27FC236}">
                  <a16:creationId xmlns:a16="http://schemas.microsoft.com/office/drawing/2014/main" id="{2B535937-94F3-12FE-9D47-B802A80F47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118" y="5716688"/>
              <a:ext cx="65088" cy="93664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1" name="Freeform 583">
              <a:extLst>
                <a:ext uri="{FF2B5EF4-FFF2-40B4-BE49-F238E27FC236}">
                  <a16:creationId xmlns:a16="http://schemas.microsoft.com/office/drawing/2014/main" id="{709DD71B-F7E1-71D0-C79A-CE49F5003E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344" y="5775426"/>
              <a:ext cx="31750" cy="42863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2" name="Oval 584">
              <a:extLst>
                <a:ext uri="{FF2B5EF4-FFF2-40B4-BE49-F238E27FC236}">
                  <a16:creationId xmlns:a16="http://schemas.microsoft.com/office/drawing/2014/main" id="{8DB8885C-D1FC-47BA-EEB4-42437540D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118" y="5681762"/>
              <a:ext cx="287339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3" name="Freeform 585">
              <a:extLst>
                <a:ext uri="{FF2B5EF4-FFF2-40B4-BE49-F238E27FC236}">
                  <a16:creationId xmlns:a16="http://schemas.microsoft.com/office/drawing/2014/main" id="{E97BC144-34EB-3BE3-AD83-20C955CB9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98543" y="5711925"/>
              <a:ext cx="90488" cy="50801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4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4" name="Freeform 586">
              <a:extLst>
                <a:ext uri="{FF2B5EF4-FFF2-40B4-BE49-F238E27FC236}">
                  <a16:creationId xmlns:a16="http://schemas.microsoft.com/office/drawing/2014/main" id="{1A68AB72-E93B-E149-6961-7B832A2C9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281" y="5694462"/>
              <a:ext cx="227013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5" name="Freeform 587">
              <a:extLst>
                <a:ext uri="{FF2B5EF4-FFF2-40B4-BE49-F238E27FC236}">
                  <a16:creationId xmlns:a16="http://schemas.microsoft.com/office/drawing/2014/main" id="{C64ECAAB-D155-A91E-5B18-FC4A0CA8F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343" y="5681762"/>
              <a:ext cx="285751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6" name="Freeform 588">
              <a:extLst>
                <a:ext uri="{FF2B5EF4-FFF2-40B4-BE49-F238E27FC236}">
                  <a16:creationId xmlns:a16="http://schemas.microsoft.com/office/drawing/2014/main" id="{05AD1FA0-F96A-20DE-351D-E10123907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343" y="5692875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7" name="Freeform 589">
              <a:extLst>
                <a:ext uri="{FF2B5EF4-FFF2-40B4-BE49-F238E27FC236}">
                  <a16:creationId xmlns:a16="http://schemas.microsoft.com/office/drawing/2014/main" id="{63E277DF-0F92-C023-C03E-D6A5D0EAB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81" y="5750026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8" name="Oval 590">
              <a:extLst>
                <a:ext uri="{FF2B5EF4-FFF2-40B4-BE49-F238E27FC236}">
                  <a16:creationId xmlns:a16="http://schemas.microsoft.com/office/drawing/2014/main" id="{F607C89A-EBB8-7565-8722-255052B6A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343" y="5657949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9" name="Freeform 591">
              <a:extLst>
                <a:ext uri="{FF2B5EF4-FFF2-40B4-BE49-F238E27FC236}">
                  <a16:creationId xmlns:a16="http://schemas.microsoft.com/office/drawing/2014/main" id="{D803EDF0-3BDA-1291-E5F0-2866DB2A69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768" y="5689700"/>
              <a:ext cx="88900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4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2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4"/>
                    <a:pt x="46" y="31"/>
                    <a:pt x="52" y="29"/>
                  </a:cubicBezTo>
                  <a:cubicBezTo>
                    <a:pt x="55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2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0" name="Freeform 592">
              <a:extLst>
                <a:ext uri="{FF2B5EF4-FFF2-40B4-BE49-F238E27FC236}">
                  <a16:creationId xmlns:a16="http://schemas.microsoft.com/office/drawing/2014/main" id="{12CF661C-B5D6-95E7-6750-56D16B295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506" y="5669062"/>
              <a:ext cx="225426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1" name="Freeform 593">
              <a:extLst>
                <a:ext uri="{FF2B5EF4-FFF2-40B4-BE49-F238E27FC236}">
                  <a16:creationId xmlns:a16="http://schemas.microsoft.com/office/drawing/2014/main" id="{99B1A91F-BFF4-7B5D-31BF-89C3523FD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231" y="5648424"/>
              <a:ext cx="285751" cy="112714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2" name="Freeform 594">
              <a:extLst>
                <a:ext uri="{FF2B5EF4-FFF2-40B4-BE49-F238E27FC236}">
                  <a16:creationId xmlns:a16="http://schemas.microsoft.com/office/drawing/2014/main" id="{9ADFEEA2-C5E3-829A-FC28-EDD3C7C4C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231" y="5659537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3" name="Freeform 595">
              <a:extLst>
                <a:ext uri="{FF2B5EF4-FFF2-40B4-BE49-F238E27FC236}">
                  <a16:creationId xmlns:a16="http://schemas.microsoft.com/office/drawing/2014/main" id="{CF0283CF-D8FF-DF16-DFBA-53BFF0225E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869" y="5716688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4" name="Oval 596">
              <a:extLst>
                <a:ext uri="{FF2B5EF4-FFF2-40B4-BE49-F238E27FC236}">
                  <a16:creationId xmlns:a16="http://schemas.microsoft.com/office/drawing/2014/main" id="{1F538CD8-D121-66A4-CB5B-E9B4AC9D55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231" y="5623024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5" name="Freeform 597">
              <a:extLst>
                <a:ext uri="{FF2B5EF4-FFF2-40B4-BE49-F238E27FC236}">
                  <a16:creationId xmlns:a16="http://schemas.microsoft.com/office/drawing/2014/main" id="{A432AA14-F204-94DA-EFC4-E3037FE0C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243" y="5654774"/>
              <a:ext cx="87313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8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30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2 w 76"/>
                <a:gd name="T31" fmla="*/ 14 h 43"/>
                <a:gd name="T32" fmla="*/ 20 w 76"/>
                <a:gd name="T33" fmla="*/ 19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1"/>
                    <a:pt x="70" y="41"/>
                    <a:pt x="66" y="43"/>
                  </a:cubicBezTo>
                  <a:cubicBezTo>
                    <a:pt x="62" y="41"/>
                    <a:pt x="60" y="40"/>
                    <a:pt x="56" y="38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8"/>
                    <a:pt x="26" y="34"/>
                  </a:cubicBezTo>
                  <a:cubicBezTo>
                    <a:pt x="35" y="34"/>
                    <a:pt x="46" y="32"/>
                    <a:pt x="52" y="30"/>
                  </a:cubicBezTo>
                  <a:cubicBezTo>
                    <a:pt x="55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5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2" y="14"/>
                  </a:cubicBezTo>
                  <a:cubicBezTo>
                    <a:pt x="19" y="16"/>
                    <a:pt x="18" y="17"/>
                    <a:pt x="20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6" name="Freeform 598">
              <a:extLst>
                <a:ext uri="{FF2B5EF4-FFF2-40B4-BE49-F238E27FC236}">
                  <a16:creationId xmlns:a16="http://schemas.microsoft.com/office/drawing/2014/main" id="{7BC21761-E282-DF71-F534-0BB2D4092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393" y="5635724"/>
              <a:ext cx="225426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7" name="Freeform 599">
              <a:extLst>
                <a:ext uri="{FF2B5EF4-FFF2-40B4-BE49-F238E27FC236}">
                  <a16:creationId xmlns:a16="http://schemas.microsoft.com/office/drawing/2014/main" id="{F85F1A39-7CEF-ACF9-D77C-D715CDA25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343" y="5618261"/>
              <a:ext cx="285751" cy="114302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8" name="Freeform 600">
              <a:extLst>
                <a:ext uri="{FF2B5EF4-FFF2-40B4-BE49-F238E27FC236}">
                  <a16:creationId xmlns:a16="http://schemas.microsoft.com/office/drawing/2014/main" id="{A04A05A9-9696-0AA8-132C-60AB2CA2E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343" y="5630961"/>
              <a:ext cx="61913" cy="92077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9" name="Freeform 601">
              <a:extLst>
                <a:ext uri="{FF2B5EF4-FFF2-40B4-BE49-F238E27FC236}">
                  <a16:creationId xmlns:a16="http://schemas.microsoft.com/office/drawing/2014/main" id="{E4593C31-622A-2FAC-DD15-CAA82A373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81" y="5688112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0" name="Oval 602">
              <a:extLst>
                <a:ext uri="{FF2B5EF4-FFF2-40B4-BE49-F238E27FC236}">
                  <a16:creationId xmlns:a16="http://schemas.microsoft.com/office/drawing/2014/main" id="{A88D634E-CBB8-30DB-74D0-D0F16D680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343" y="5594448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1" name="Freeform 603">
              <a:extLst>
                <a:ext uri="{FF2B5EF4-FFF2-40B4-BE49-F238E27FC236}">
                  <a16:creationId xmlns:a16="http://schemas.microsoft.com/office/drawing/2014/main" id="{A0D018E2-8B53-4704-5BBA-0E41492E9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768" y="5626199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2" name="Freeform 604">
              <a:extLst>
                <a:ext uri="{FF2B5EF4-FFF2-40B4-BE49-F238E27FC236}">
                  <a16:creationId xmlns:a16="http://schemas.microsoft.com/office/drawing/2014/main" id="{4722066E-908C-FA65-3CC7-143C28F4A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506" y="5607148"/>
              <a:ext cx="225426" cy="49213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3" name="Freeform 605">
              <a:extLst>
                <a:ext uri="{FF2B5EF4-FFF2-40B4-BE49-F238E27FC236}">
                  <a16:creationId xmlns:a16="http://schemas.microsoft.com/office/drawing/2014/main" id="{B82A0315-2AF9-0C1A-4A44-695FEB70E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231" y="5584923"/>
              <a:ext cx="285751" cy="114302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4" name="Freeform 606">
              <a:extLst>
                <a:ext uri="{FF2B5EF4-FFF2-40B4-BE49-F238E27FC236}">
                  <a16:creationId xmlns:a16="http://schemas.microsoft.com/office/drawing/2014/main" id="{B9920FE5-932C-ABB2-FB6C-286429F49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231" y="5596036"/>
              <a:ext cx="61913" cy="93664"/>
            </a:xfrm>
            <a:custGeom>
              <a:avLst/>
              <a:gdLst>
                <a:gd name="T0" fmla="*/ 0 w 54"/>
                <a:gd name="T1" fmla="*/ 19 h 81"/>
                <a:gd name="T2" fmla="*/ 0 w 54"/>
                <a:gd name="T3" fmla="*/ 40 h 81"/>
                <a:gd name="T4" fmla="*/ 54 w 54"/>
                <a:gd name="T5" fmla="*/ 81 h 81"/>
                <a:gd name="T6" fmla="*/ 54 w 54"/>
                <a:gd name="T7" fmla="*/ 0 h 81"/>
                <a:gd name="T8" fmla="*/ 49 w 54"/>
                <a:gd name="T9" fmla="*/ 0 h 81"/>
                <a:gd name="T10" fmla="*/ 11 w 54"/>
                <a:gd name="T11" fmla="*/ 19 h 81"/>
                <a:gd name="T12" fmla="*/ 0 w 54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4" y="81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45" name="Group 808">
              <a:extLst>
                <a:ext uri="{FF2B5EF4-FFF2-40B4-BE49-F238E27FC236}">
                  <a16:creationId xmlns:a16="http://schemas.microsoft.com/office/drawing/2014/main" id="{12F799EC-5C28-C4E7-262F-DD642EC34D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95333" y="5122944"/>
              <a:ext cx="611177" cy="1019192"/>
              <a:chOff x="564" y="3227"/>
              <a:chExt cx="385" cy="642"/>
            </a:xfrm>
          </p:grpSpPr>
          <p:sp>
            <p:nvSpPr>
              <p:cNvPr id="2246" name="Freeform 608">
                <a:extLst>
                  <a:ext uri="{FF2B5EF4-FFF2-40B4-BE49-F238E27FC236}">
                    <a16:creationId xmlns:a16="http://schemas.microsoft.com/office/drawing/2014/main" id="{94647D84-A6F9-5084-4529-139E6F133C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" y="3561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7" name="Oval 609">
                <a:extLst>
                  <a:ext uri="{FF2B5EF4-FFF2-40B4-BE49-F238E27FC236}">
                    <a16:creationId xmlns:a16="http://schemas.microsoft.com/office/drawing/2014/main" id="{03EEA29A-4830-6536-51A3-3EF1EA8D45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4" y="3503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8" name="Freeform 610">
                <a:extLst>
                  <a:ext uri="{FF2B5EF4-FFF2-40B4-BE49-F238E27FC236}">
                    <a16:creationId xmlns:a16="http://schemas.microsoft.com/office/drawing/2014/main" id="{3C439CB4-AC08-28A5-4916-DA4038919B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6" y="3523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9" name="Freeform 611">
                <a:extLst>
                  <a:ext uri="{FF2B5EF4-FFF2-40B4-BE49-F238E27FC236}">
                    <a16:creationId xmlns:a16="http://schemas.microsoft.com/office/drawing/2014/main" id="{D8A81237-FF25-43EA-EF2B-7CEBDD613C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" y="3510"/>
                <a:ext cx="142" cy="31"/>
              </a:xfrm>
              <a:custGeom>
                <a:avLst/>
                <a:gdLst>
                  <a:gd name="T0" fmla="*/ 97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9" y="7"/>
                      <a:pt x="190" y="23"/>
                      <a:pt x="195" y="43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3"/>
                    </a:cubicBezTo>
                    <a:cubicBezTo>
                      <a:pt x="5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0" name="Freeform 612">
                <a:extLst>
                  <a:ext uri="{FF2B5EF4-FFF2-40B4-BE49-F238E27FC236}">
                    <a16:creationId xmlns:a16="http://schemas.microsoft.com/office/drawing/2014/main" id="{7C41AD7B-593C-8204-6497-1C4D83F4DE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7" y="3501"/>
                <a:ext cx="180" cy="72"/>
              </a:xfrm>
              <a:custGeom>
                <a:avLst/>
                <a:gdLst>
                  <a:gd name="T0" fmla="*/ 235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5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1" name="Freeform 613">
                <a:extLst>
                  <a:ext uri="{FF2B5EF4-FFF2-40B4-BE49-F238E27FC236}">
                    <a16:creationId xmlns:a16="http://schemas.microsoft.com/office/drawing/2014/main" id="{1C904AC8-BCE9-2AE0-EDD9-BE7B4F5FA9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7" y="3509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2" name="Freeform 614">
                <a:extLst>
                  <a:ext uri="{FF2B5EF4-FFF2-40B4-BE49-F238E27FC236}">
                    <a16:creationId xmlns:a16="http://schemas.microsoft.com/office/drawing/2014/main" id="{451EC2BA-81BF-D004-9556-1209932C9E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" y="3545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3" name="Oval 615">
                <a:extLst>
                  <a:ext uri="{FF2B5EF4-FFF2-40B4-BE49-F238E27FC236}">
                    <a16:creationId xmlns:a16="http://schemas.microsoft.com/office/drawing/2014/main" id="{A36FBB43-1E3D-9C2C-651A-5E4CA23C23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7" y="3486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4" name="Freeform 616">
                <a:extLst>
                  <a:ext uri="{FF2B5EF4-FFF2-40B4-BE49-F238E27FC236}">
                    <a16:creationId xmlns:a16="http://schemas.microsoft.com/office/drawing/2014/main" id="{B0D95F55-92D2-8E86-A30E-58E4EF497E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" y="3506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9 h 43"/>
                  <a:gd name="T4" fmla="*/ 67 w 77"/>
                  <a:gd name="T5" fmla="*/ 43 h 43"/>
                  <a:gd name="T6" fmla="*/ 56 w 77"/>
                  <a:gd name="T7" fmla="*/ 38 h 43"/>
                  <a:gd name="T8" fmla="*/ 31 w 77"/>
                  <a:gd name="T9" fmla="*/ 42 h 43"/>
                  <a:gd name="T10" fmla="*/ 26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0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9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3" y="41"/>
                      <a:pt x="60" y="40"/>
                      <a:pt x="56" y="38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1" y="16"/>
                      <a:pt x="9" y="11"/>
                    </a:cubicBezTo>
                    <a:cubicBezTo>
                      <a:pt x="5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5" name="Freeform 617">
                <a:extLst>
                  <a:ext uri="{FF2B5EF4-FFF2-40B4-BE49-F238E27FC236}">
                    <a16:creationId xmlns:a16="http://schemas.microsoft.com/office/drawing/2014/main" id="{B84A2A19-D6CD-9DE2-5CCC-050371CCE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" y="3494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6" name="Freeform 618">
                <a:extLst>
                  <a:ext uri="{FF2B5EF4-FFF2-40B4-BE49-F238E27FC236}">
                    <a16:creationId xmlns:a16="http://schemas.microsoft.com/office/drawing/2014/main" id="{F8F2398A-ED05-DA64-6002-0A55ECBCF1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0" y="3486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7" name="Freeform 619">
                <a:extLst>
                  <a:ext uri="{FF2B5EF4-FFF2-40B4-BE49-F238E27FC236}">
                    <a16:creationId xmlns:a16="http://schemas.microsoft.com/office/drawing/2014/main" id="{206A68A9-9E94-B534-DBAD-8A29254A08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0" y="3493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8" name="Freeform 620">
                <a:extLst>
                  <a:ext uri="{FF2B5EF4-FFF2-40B4-BE49-F238E27FC236}">
                    <a16:creationId xmlns:a16="http://schemas.microsoft.com/office/drawing/2014/main" id="{5A1031ED-05DA-4E99-960D-8216D12FB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" y="3530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9" name="Oval 621">
                <a:extLst>
                  <a:ext uri="{FF2B5EF4-FFF2-40B4-BE49-F238E27FC236}">
                    <a16:creationId xmlns:a16="http://schemas.microsoft.com/office/drawing/2014/main" id="{E6855047-A7D9-2DB1-18AA-6E6AFED968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" y="347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0" name="Freeform 622">
                <a:extLst>
                  <a:ext uri="{FF2B5EF4-FFF2-40B4-BE49-F238E27FC236}">
                    <a16:creationId xmlns:a16="http://schemas.microsoft.com/office/drawing/2014/main" id="{FF1E9369-AB9F-B6A2-4F35-CE63718EBC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" y="3491"/>
                <a:ext cx="56" cy="32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9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2" y="7"/>
                      <a:pt x="68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1" name="Freeform 623">
                <a:extLst>
                  <a:ext uri="{FF2B5EF4-FFF2-40B4-BE49-F238E27FC236}">
                    <a16:creationId xmlns:a16="http://schemas.microsoft.com/office/drawing/2014/main" id="{C746DD05-BABB-39E2-2FAC-0FDAF4C1AF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" y="3479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2" name="Freeform 624">
                <a:extLst>
                  <a:ext uri="{FF2B5EF4-FFF2-40B4-BE49-F238E27FC236}">
                    <a16:creationId xmlns:a16="http://schemas.microsoft.com/office/drawing/2014/main" id="{930A9F1D-3D44-CE1D-B5EE-02B217CCA0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3" y="3465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3" name="Freeform 625">
                <a:extLst>
                  <a:ext uri="{FF2B5EF4-FFF2-40B4-BE49-F238E27FC236}">
                    <a16:creationId xmlns:a16="http://schemas.microsoft.com/office/drawing/2014/main" id="{657F1FC5-9343-59F7-4CE2-B15339913B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3" y="3472"/>
                <a:ext cx="40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4" name="Freeform 626">
                <a:extLst>
                  <a:ext uri="{FF2B5EF4-FFF2-40B4-BE49-F238E27FC236}">
                    <a16:creationId xmlns:a16="http://schemas.microsoft.com/office/drawing/2014/main" id="{5AE14672-C51B-82A9-29F3-2C26F825F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" y="3509"/>
                <a:ext cx="20" cy="27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5" name="Oval 627">
                <a:extLst>
                  <a:ext uri="{FF2B5EF4-FFF2-40B4-BE49-F238E27FC236}">
                    <a16:creationId xmlns:a16="http://schemas.microsoft.com/office/drawing/2014/main" id="{B58936EF-4781-163A-5225-BD95235FB0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3" y="3450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6" name="Freeform 628">
                <a:extLst>
                  <a:ext uri="{FF2B5EF4-FFF2-40B4-BE49-F238E27FC236}">
                    <a16:creationId xmlns:a16="http://schemas.microsoft.com/office/drawing/2014/main" id="{2D830D55-E516-D98B-BAB7-6EF7C89102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" y="3470"/>
                <a:ext cx="56" cy="31"/>
              </a:xfrm>
              <a:custGeom>
                <a:avLst/>
                <a:gdLst>
                  <a:gd name="T0" fmla="*/ 66 w 77"/>
                  <a:gd name="T1" fmla="*/ 32 h 42"/>
                  <a:gd name="T2" fmla="*/ 76 w 77"/>
                  <a:gd name="T3" fmla="*/ 38 h 42"/>
                  <a:gd name="T4" fmla="*/ 67 w 77"/>
                  <a:gd name="T5" fmla="*/ 42 h 42"/>
                  <a:gd name="T6" fmla="*/ 56 w 77"/>
                  <a:gd name="T7" fmla="*/ 37 h 42"/>
                  <a:gd name="T8" fmla="*/ 31 w 77"/>
                  <a:gd name="T9" fmla="*/ 41 h 42"/>
                  <a:gd name="T10" fmla="*/ 27 w 77"/>
                  <a:gd name="T11" fmla="*/ 34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9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8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0" y="34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1"/>
                    </a:cubicBezTo>
                    <a:cubicBezTo>
                      <a:pt x="29" y="38"/>
                      <a:pt x="28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2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2" y="6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7" name="Freeform 629">
                <a:extLst>
                  <a:ext uri="{FF2B5EF4-FFF2-40B4-BE49-F238E27FC236}">
                    <a16:creationId xmlns:a16="http://schemas.microsoft.com/office/drawing/2014/main" id="{BF53EA21-29E0-A69D-595C-BB76189D68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2" y="3458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8" name="Freeform 630">
                <a:extLst>
                  <a:ext uri="{FF2B5EF4-FFF2-40B4-BE49-F238E27FC236}">
                    <a16:creationId xmlns:a16="http://schemas.microsoft.com/office/drawing/2014/main" id="{26B24445-7BA2-09F3-6AD4-C722614453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9" y="3447"/>
                <a:ext cx="181" cy="71"/>
              </a:xfrm>
              <a:custGeom>
                <a:avLst/>
                <a:gdLst>
                  <a:gd name="T0" fmla="*/ 236 w 248"/>
                  <a:gd name="T1" fmla="*/ 29 h 98"/>
                  <a:gd name="T2" fmla="*/ 124 w 248"/>
                  <a:gd name="T3" fmla="*/ 0 h 98"/>
                  <a:gd name="T4" fmla="*/ 12 w 248"/>
                  <a:gd name="T5" fmla="*/ 29 h 98"/>
                  <a:gd name="T6" fmla="*/ 0 w 248"/>
                  <a:gd name="T7" fmla="*/ 29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9 h 98"/>
                  <a:gd name="T16" fmla="*/ 236 w 248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9"/>
                      <a:pt x="248" y="29"/>
                      <a:pt x="248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9" name="Freeform 631">
                <a:extLst>
                  <a:ext uri="{FF2B5EF4-FFF2-40B4-BE49-F238E27FC236}">
                    <a16:creationId xmlns:a16="http://schemas.microsoft.com/office/drawing/2014/main" id="{65119F9F-09B5-06A3-CEDD-82EFB0037C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9" y="3454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0" name="Freeform 632">
                <a:extLst>
                  <a:ext uri="{FF2B5EF4-FFF2-40B4-BE49-F238E27FC236}">
                    <a16:creationId xmlns:a16="http://schemas.microsoft.com/office/drawing/2014/main" id="{1F0491DE-A096-E05F-BF6F-718F88908F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" y="3490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1" name="Oval 633">
                <a:extLst>
                  <a:ext uri="{FF2B5EF4-FFF2-40B4-BE49-F238E27FC236}">
                    <a16:creationId xmlns:a16="http://schemas.microsoft.com/office/drawing/2014/main" id="{30EDF1E0-C2BB-053C-A407-F926FC5221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9" y="3431"/>
                <a:ext cx="181" cy="73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2" name="Freeform 634">
                <a:extLst>
                  <a:ext uri="{FF2B5EF4-FFF2-40B4-BE49-F238E27FC236}">
                    <a16:creationId xmlns:a16="http://schemas.microsoft.com/office/drawing/2014/main" id="{0524C7CC-09B5-B60B-DBEF-C6C843F4CD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" y="3451"/>
                <a:ext cx="55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9 h 43"/>
                  <a:gd name="T4" fmla="*/ 66 w 76"/>
                  <a:gd name="T5" fmla="*/ 43 h 43"/>
                  <a:gd name="T6" fmla="*/ 56 w 76"/>
                  <a:gd name="T7" fmla="*/ 38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30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0 w 76"/>
                  <a:gd name="T33" fmla="*/ 19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1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8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8"/>
                      <a:pt x="26" y="34"/>
                    </a:cubicBezTo>
                    <a:cubicBezTo>
                      <a:pt x="36" y="34"/>
                      <a:pt x="46" y="32"/>
                      <a:pt x="52" y="30"/>
                    </a:cubicBezTo>
                    <a:cubicBezTo>
                      <a:pt x="56" y="28"/>
                      <a:pt x="57" y="26"/>
                      <a:pt x="54" y="24"/>
                    </a:cubicBezTo>
                    <a:cubicBezTo>
                      <a:pt x="46" y="20"/>
                      <a:pt x="24" y="35"/>
                      <a:pt x="8" y="26"/>
                    </a:cubicBezTo>
                    <a:cubicBezTo>
                      <a:pt x="0" y="22"/>
                      <a:pt x="1" y="16"/>
                      <a:pt x="9" y="11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6"/>
                      <a:pt x="18" y="17"/>
                      <a:pt x="20" y="19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3" name="Freeform 635">
                <a:extLst>
                  <a:ext uri="{FF2B5EF4-FFF2-40B4-BE49-F238E27FC236}">
                    <a16:creationId xmlns:a16="http://schemas.microsoft.com/office/drawing/2014/main" id="{ECBA3BFB-F8F5-B017-2C5E-DB74D7B57F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8" y="3439"/>
                <a:ext cx="143" cy="31"/>
              </a:xfrm>
              <a:custGeom>
                <a:avLst/>
                <a:gdLst>
                  <a:gd name="T0" fmla="*/ 98 w 196"/>
                  <a:gd name="T1" fmla="*/ 6 h 42"/>
                  <a:gd name="T2" fmla="*/ 195 w 196"/>
                  <a:gd name="T3" fmla="*/ 42 h 42"/>
                  <a:gd name="T4" fmla="*/ 196 w 196"/>
                  <a:gd name="T5" fmla="*/ 39 h 42"/>
                  <a:gd name="T6" fmla="*/ 98 w 196"/>
                  <a:gd name="T7" fmla="*/ 0 h 42"/>
                  <a:gd name="T8" fmla="*/ 0 w 196"/>
                  <a:gd name="T9" fmla="*/ 39 h 42"/>
                  <a:gd name="T10" fmla="*/ 1 w 196"/>
                  <a:gd name="T11" fmla="*/ 42 h 42"/>
                  <a:gd name="T12" fmla="*/ 98 w 196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1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4" name="Freeform 636">
                <a:extLst>
                  <a:ext uri="{FF2B5EF4-FFF2-40B4-BE49-F238E27FC236}">
                    <a16:creationId xmlns:a16="http://schemas.microsoft.com/office/drawing/2014/main" id="{2A1345B2-AF43-03CF-B9AD-1274E4658D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3" y="3426"/>
                <a:ext cx="180" cy="71"/>
              </a:xfrm>
              <a:custGeom>
                <a:avLst/>
                <a:gdLst>
                  <a:gd name="T0" fmla="*/ 236 w 248"/>
                  <a:gd name="T1" fmla="*/ 28 h 98"/>
                  <a:gd name="T2" fmla="*/ 124 w 248"/>
                  <a:gd name="T3" fmla="*/ 0 h 98"/>
                  <a:gd name="T4" fmla="*/ 12 w 248"/>
                  <a:gd name="T5" fmla="*/ 28 h 98"/>
                  <a:gd name="T6" fmla="*/ 0 w 248"/>
                  <a:gd name="T7" fmla="*/ 28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8 h 98"/>
                  <a:gd name="T16" fmla="*/ 236 w 248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8"/>
                    </a:moveTo>
                    <a:cubicBezTo>
                      <a:pt x="217" y="11"/>
                      <a:pt x="174" y="0"/>
                      <a:pt x="124" y="0"/>
                    </a:cubicBezTo>
                    <a:cubicBezTo>
                      <a:pt x="74" y="0"/>
                      <a:pt x="31" y="11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8"/>
                      <a:pt x="248" y="28"/>
                      <a:pt x="248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5" name="Freeform 637">
                <a:extLst>
                  <a:ext uri="{FF2B5EF4-FFF2-40B4-BE49-F238E27FC236}">
                    <a16:creationId xmlns:a16="http://schemas.microsoft.com/office/drawing/2014/main" id="{2781DB2F-1EB5-2A0A-33FB-4648D43931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3" y="3433"/>
                <a:ext cx="40" cy="58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6" name="Freeform 638">
                <a:extLst>
                  <a:ext uri="{FF2B5EF4-FFF2-40B4-BE49-F238E27FC236}">
                    <a16:creationId xmlns:a16="http://schemas.microsoft.com/office/drawing/2014/main" id="{7CCBF40D-54CF-CAC5-CF21-086C9AFA49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" y="3469"/>
                <a:ext cx="20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7" name="Oval 639">
                <a:extLst>
                  <a:ext uri="{FF2B5EF4-FFF2-40B4-BE49-F238E27FC236}">
                    <a16:creationId xmlns:a16="http://schemas.microsoft.com/office/drawing/2014/main" id="{3C8F98F3-C921-4877-9087-5BB409EE63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3" y="3410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8" name="Freeform 640">
                <a:extLst>
                  <a:ext uri="{FF2B5EF4-FFF2-40B4-BE49-F238E27FC236}">
                    <a16:creationId xmlns:a16="http://schemas.microsoft.com/office/drawing/2014/main" id="{100E4670-ECD7-62F9-7AC7-DFA5E878B2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" y="3430"/>
                <a:ext cx="56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8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0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1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6"/>
                    </a:cubicBezTo>
                    <a:cubicBezTo>
                      <a:pt x="0" y="21"/>
                      <a:pt x="1" y="16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3" y="1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5"/>
                      <a:pt x="18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9" name="Freeform 641">
                <a:extLst>
                  <a:ext uri="{FF2B5EF4-FFF2-40B4-BE49-F238E27FC236}">
                    <a16:creationId xmlns:a16="http://schemas.microsoft.com/office/drawing/2014/main" id="{9E717BDA-6411-02E6-E525-4502899ABD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1" y="3418"/>
                <a:ext cx="143" cy="31"/>
              </a:xfrm>
              <a:custGeom>
                <a:avLst/>
                <a:gdLst>
                  <a:gd name="T0" fmla="*/ 98 w 196"/>
                  <a:gd name="T1" fmla="*/ 6 h 42"/>
                  <a:gd name="T2" fmla="*/ 195 w 196"/>
                  <a:gd name="T3" fmla="*/ 42 h 42"/>
                  <a:gd name="T4" fmla="*/ 196 w 196"/>
                  <a:gd name="T5" fmla="*/ 38 h 42"/>
                  <a:gd name="T6" fmla="*/ 98 w 196"/>
                  <a:gd name="T7" fmla="*/ 0 h 42"/>
                  <a:gd name="T8" fmla="*/ 0 w 196"/>
                  <a:gd name="T9" fmla="*/ 38 h 42"/>
                  <a:gd name="T10" fmla="*/ 1 w 196"/>
                  <a:gd name="T11" fmla="*/ 42 h 42"/>
                  <a:gd name="T12" fmla="*/ 98 w 196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6" y="39"/>
                      <a:pt x="196" y="38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39"/>
                      <a:pt x="1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0" name="Freeform 642">
                <a:extLst>
                  <a:ext uri="{FF2B5EF4-FFF2-40B4-BE49-F238E27FC236}">
                    <a16:creationId xmlns:a16="http://schemas.microsoft.com/office/drawing/2014/main" id="{232D0E40-0ED5-C6EC-F7F8-96077B6C68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" y="3406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1" name="Freeform 643">
                <a:extLst>
                  <a:ext uri="{FF2B5EF4-FFF2-40B4-BE49-F238E27FC236}">
                    <a16:creationId xmlns:a16="http://schemas.microsoft.com/office/drawing/2014/main" id="{A32C00BD-3DCC-71A5-1AC2-9213143148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" y="3413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2" name="Freeform 644">
                <a:extLst>
                  <a:ext uri="{FF2B5EF4-FFF2-40B4-BE49-F238E27FC236}">
                    <a16:creationId xmlns:a16="http://schemas.microsoft.com/office/drawing/2014/main" id="{1DEC0936-EF17-22B5-A3A5-54137F4368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" y="3449"/>
                <a:ext cx="20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3" name="Oval 645">
                <a:extLst>
                  <a:ext uri="{FF2B5EF4-FFF2-40B4-BE49-F238E27FC236}">
                    <a16:creationId xmlns:a16="http://schemas.microsoft.com/office/drawing/2014/main" id="{9EDDDDE9-68E1-F175-E1D8-B26ABFD3AF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" y="3391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4" name="Freeform 646">
                <a:extLst>
                  <a:ext uri="{FF2B5EF4-FFF2-40B4-BE49-F238E27FC236}">
                    <a16:creationId xmlns:a16="http://schemas.microsoft.com/office/drawing/2014/main" id="{818EA7CD-94DC-4968-764E-6B44C4FB5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6" y="3410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5" name="Freeform 647">
                <a:extLst>
                  <a:ext uri="{FF2B5EF4-FFF2-40B4-BE49-F238E27FC236}">
                    <a16:creationId xmlns:a16="http://schemas.microsoft.com/office/drawing/2014/main" id="{C176657F-8D2A-385A-4AFC-BEC3152063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3" y="3398"/>
                <a:ext cx="142" cy="31"/>
              </a:xfrm>
              <a:custGeom>
                <a:avLst/>
                <a:gdLst>
                  <a:gd name="T0" fmla="*/ 97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5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6" name="Freeform 648">
                <a:extLst>
                  <a:ext uri="{FF2B5EF4-FFF2-40B4-BE49-F238E27FC236}">
                    <a16:creationId xmlns:a16="http://schemas.microsoft.com/office/drawing/2014/main" id="{C9571CD6-1731-E5F2-E76F-11EF15552C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" y="3391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4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7" name="Freeform 649">
                <a:extLst>
                  <a:ext uri="{FF2B5EF4-FFF2-40B4-BE49-F238E27FC236}">
                    <a16:creationId xmlns:a16="http://schemas.microsoft.com/office/drawing/2014/main" id="{C30B9BA6-8FDE-4396-D87B-8511CE5645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" y="3398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8" name="Freeform 650">
                <a:extLst>
                  <a:ext uri="{FF2B5EF4-FFF2-40B4-BE49-F238E27FC236}">
                    <a16:creationId xmlns:a16="http://schemas.microsoft.com/office/drawing/2014/main" id="{CD8CA40F-F52A-FB96-A08C-55330AB34F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0" y="3434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9" name="Oval 651">
                <a:extLst>
                  <a:ext uri="{FF2B5EF4-FFF2-40B4-BE49-F238E27FC236}">
                    <a16:creationId xmlns:a16="http://schemas.microsoft.com/office/drawing/2014/main" id="{FFDC4DFE-9483-7332-0274-901078D5EE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" y="3376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0" name="Freeform 652">
                <a:extLst>
                  <a:ext uri="{FF2B5EF4-FFF2-40B4-BE49-F238E27FC236}">
                    <a16:creationId xmlns:a16="http://schemas.microsoft.com/office/drawing/2014/main" id="{CDC3EF5F-6A4F-AE14-F715-A5B4144468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9" y="3396"/>
                <a:ext cx="56" cy="30"/>
              </a:xfrm>
              <a:custGeom>
                <a:avLst/>
                <a:gdLst>
                  <a:gd name="T0" fmla="*/ 66 w 77"/>
                  <a:gd name="T1" fmla="*/ 32 h 42"/>
                  <a:gd name="T2" fmla="*/ 77 w 77"/>
                  <a:gd name="T3" fmla="*/ 38 h 42"/>
                  <a:gd name="T4" fmla="*/ 67 w 77"/>
                  <a:gd name="T5" fmla="*/ 42 h 42"/>
                  <a:gd name="T6" fmla="*/ 57 w 77"/>
                  <a:gd name="T7" fmla="*/ 37 h 42"/>
                  <a:gd name="T8" fmla="*/ 32 w 77"/>
                  <a:gd name="T9" fmla="*/ 41 h 42"/>
                  <a:gd name="T10" fmla="*/ 27 w 77"/>
                  <a:gd name="T11" fmla="*/ 34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10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9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1" y="34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2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7" y="9"/>
                      <a:pt x="28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1" name="Freeform 653">
                <a:extLst>
                  <a:ext uri="{FF2B5EF4-FFF2-40B4-BE49-F238E27FC236}">
                    <a16:creationId xmlns:a16="http://schemas.microsoft.com/office/drawing/2014/main" id="{8DF82A17-A7A6-71CD-149F-1A4B583E93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6" y="3383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2" name="Freeform 654">
                <a:extLst>
                  <a:ext uri="{FF2B5EF4-FFF2-40B4-BE49-F238E27FC236}">
                    <a16:creationId xmlns:a16="http://schemas.microsoft.com/office/drawing/2014/main" id="{A45C4BB9-04AB-6FD5-B7D6-88865469DE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" y="3369"/>
                <a:ext cx="180" cy="72"/>
              </a:xfrm>
              <a:custGeom>
                <a:avLst/>
                <a:gdLst>
                  <a:gd name="T0" fmla="*/ 236 w 247"/>
                  <a:gd name="T1" fmla="*/ 29 h 98"/>
                  <a:gd name="T2" fmla="*/ 124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3" name="Freeform 655">
                <a:extLst>
                  <a:ext uri="{FF2B5EF4-FFF2-40B4-BE49-F238E27FC236}">
                    <a16:creationId xmlns:a16="http://schemas.microsoft.com/office/drawing/2014/main" id="{989EE4E9-6049-E1A3-BD00-528F152341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" y="3377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4" name="Freeform 656">
                <a:extLst>
                  <a:ext uri="{FF2B5EF4-FFF2-40B4-BE49-F238E27FC236}">
                    <a16:creationId xmlns:a16="http://schemas.microsoft.com/office/drawing/2014/main" id="{A20BD048-51C2-7633-1A2D-8865FE02B2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" y="3413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5" name="Oval 657">
                <a:extLst>
                  <a:ext uri="{FF2B5EF4-FFF2-40B4-BE49-F238E27FC236}">
                    <a16:creationId xmlns:a16="http://schemas.microsoft.com/office/drawing/2014/main" id="{FCA0C615-E1B0-A425-BBC1-51285DBB78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0" y="3354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6" name="Freeform 658">
                <a:extLst>
                  <a:ext uri="{FF2B5EF4-FFF2-40B4-BE49-F238E27FC236}">
                    <a16:creationId xmlns:a16="http://schemas.microsoft.com/office/drawing/2014/main" id="{783AF8B7-9BC9-882C-FB5B-85D1012D80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2" y="3374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9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9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6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7" name="Freeform 659">
                <a:extLst>
                  <a:ext uri="{FF2B5EF4-FFF2-40B4-BE49-F238E27FC236}">
                    <a16:creationId xmlns:a16="http://schemas.microsoft.com/office/drawing/2014/main" id="{B00C95AB-5F45-CE06-974B-5F6C5890BA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9" y="3362"/>
                <a:ext cx="143" cy="31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8" name="Freeform 660">
                <a:extLst>
                  <a:ext uri="{FF2B5EF4-FFF2-40B4-BE49-F238E27FC236}">
                    <a16:creationId xmlns:a16="http://schemas.microsoft.com/office/drawing/2014/main" id="{930C97C8-78B7-F8EC-1108-7D9DCAA407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" y="3351"/>
                <a:ext cx="180" cy="72"/>
              </a:xfrm>
              <a:custGeom>
                <a:avLst/>
                <a:gdLst>
                  <a:gd name="T0" fmla="*/ 235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5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5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9" name="Freeform 661">
                <a:extLst>
                  <a:ext uri="{FF2B5EF4-FFF2-40B4-BE49-F238E27FC236}">
                    <a16:creationId xmlns:a16="http://schemas.microsoft.com/office/drawing/2014/main" id="{C495AB92-8395-C59F-F757-3BFF3E2851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" y="3358"/>
                <a:ext cx="39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0" name="Freeform 662">
                <a:extLst>
                  <a:ext uri="{FF2B5EF4-FFF2-40B4-BE49-F238E27FC236}">
                    <a16:creationId xmlns:a16="http://schemas.microsoft.com/office/drawing/2014/main" id="{B42F6D16-4019-17D6-C4FC-0BE70BA645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0" y="3395"/>
                <a:ext cx="20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1" name="Oval 663">
                <a:extLst>
                  <a:ext uri="{FF2B5EF4-FFF2-40B4-BE49-F238E27FC236}">
                    <a16:creationId xmlns:a16="http://schemas.microsoft.com/office/drawing/2014/main" id="{2EB3C1CF-E7EA-FB7F-6695-7BD391AE35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" y="3336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2" name="Freeform 664">
                <a:extLst>
                  <a:ext uri="{FF2B5EF4-FFF2-40B4-BE49-F238E27FC236}">
                    <a16:creationId xmlns:a16="http://schemas.microsoft.com/office/drawing/2014/main" id="{2B798CF8-977B-FB84-4CBA-4C4B1D889A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9" y="3355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3" name="Freeform 665">
                <a:extLst>
                  <a:ext uri="{FF2B5EF4-FFF2-40B4-BE49-F238E27FC236}">
                    <a16:creationId xmlns:a16="http://schemas.microsoft.com/office/drawing/2014/main" id="{90AC46DC-EB67-096C-A601-94BF34B16A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6" y="3344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39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8"/>
                    </a:cubicBezTo>
                    <a:cubicBezTo>
                      <a:pt x="0" y="39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4" name="Freeform 666">
                <a:extLst>
                  <a:ext uri="{FF2B5EF4-FFF2-40B4-BE49-F238E27FC236}">
                    <a16:creationId xmlns:a16="http://schemas.microsoft.com/office/drawing/2014/main" id="{D0B3A6D6-DFB6-9C70-E857-D6ADCA56BA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" y="3329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5" name="Freeform 667">
                <a:extLst>
                  <a:ext uri="{FF2B5EF4-FFF2-40B4-BE49-F238E27FC236}">
                    <a16:creationId xmlns:a16="http://schemas.microsoft.com/office/drawing/2014/main" id="{C95E612A-2587-ECF8-A9A9-08A284265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" y="3337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6" name="Freeform 668">
                <a:extLst>
                  <a:ext uri="{FF2B5EF4-FFF2-40B4-BE49-F238E27FC236}">
                    <a16:creationId xmlns:a16="http://schemas.microsoft.com/office/drawing/2014/main" id="{87146B12-460F-333B-9FFC-3D51D28B4E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3" y="3373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7" name="Oval 669">
                <a:extLst>
                  <a:ext uri="{FF2B5EF4-FFF2-40B4-BE49-F238E27FC236}">
                    <a16:creationId xmlns:a16="http://schemas.microsoft.com/office/drawing/2014/main" id="{33E1D611-017D-2CF6-3DC9-89711AA749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0" y="3315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8" name="Freeform 670">
                <a:extLst>
                  <a:ext uri="{FF2B5EF4-FFF2-40B4-BE49-F238E27FC236}">
                    <a16:creationId xmlns:a16="http://schemas.microsoft.com/office/drawing/2014/main" id="{127CAC91-DDE1-71E0-AB4B-F3B4267601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2" y="3334"/>
                <a:ext cx="56" cy="32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9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2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9" name="Freeform 671">
                <a:extLst>
                  <a:ext uri="{FF2B5EF4-FFF2-40B4-BE49-F238E27FC236}">
                    <a16:creationId xmlns:a16="http://schemas.microsoft.com/office/drawing/2014/main" id="{D6768839-2E4C-E903-F7CA-77F2E2E2A6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9" y="3322"/>
                <a:ext cx="143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0" name="Freeform 672">
                <a:extLst>
                  <a:ext uri="{FF2B5EF4-FFF2-40B4-BE49-F238E27FC236}">
                    <a16:creationId xmlns:a16="http://schemas.microsoft.com/office/drawing/2014/main" id="{C9B92C78-538B-9AF6-483F-304FCA2745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9" y="3318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1" name="Freeform 673">
                <a:extLst>
                  <a:ext uri="{FF2B5EF4-FFF2-40B4-BE49-F238E27FC236}">
                    <a16:creationId xmlns:a16="http://schemas.microsoft.com/office/drawing/2014/main" id="{6AD59CAE-FE8A-84D3-671C-899266C4C4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9" y="3326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2" name="Freeform 674">
                <a:extLst>
                  <a:ext uri="{FF2B5EF4-FFF2-40B4-BE49-F238E27FC236}">
                    <a16:creationId xmlns:a16="http://schemas.microsoft.com/office/drawing/2014/main" id="{4F76BCC1-66E9-7054-00E9-068966C43B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2" y="3362"/>
                <a:ext cx="20" cy="28"/>
              </a:xfrm>
              <a:custGeom>
                <a:avLst/>
                <a:gdLst>
                  <a:gd name="T0" fmla="*/ 27 w 27"/>
                  <a:gd name="T1" fmla="*/ 36 h 38"/>
                  <a:gd name="T2" fmla="*/ 27 w 27"/>
                  <a:gd name="T3" fmla="*/ 0 h 38"/>
                  <a:gd name="T4" fmla="*/ 0 w 27"/>
                  <a:gd name="T5" fmla="*/ 0 h 38"/>
                  <a:gd name="T6" fmla="*/ 0 w 27"/>
                  <a:gd name="T7" fmla="*/ 38 h 38"/>
                  <a:gd name="T8" fmla="*/ 27 w 27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8">
                    <a:moveTo>
                      <a:pt x="27" y="36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7"/>
                      <a:pt x="27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3" name="Oval 675">
                <a:extLst>
                  <a:ext uri="{FF2B5EF4-FFF2-40B4-BE49-F238E27FC236}">
                    <a16:creationId xmlns:a16="http://schemas.microsoft.com/office/drawing/2014/main" id="{D2D03F05-A473-CB76-7D09-0C3A66C548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9" y="330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4" name="Freeform 676">
                <a:extLst>
                  <a:ext uri="{FF2B5EF4-FFF2-40B4-BE49-F238E27FC236}">
                    <a16:creationId xmlns:a16="http://schemas.microsoft.com/office/drawing/2014/main" id="{68DE36A6-39E5-63D9-6967-59424A8FC0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1" y="3323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5" name="Freeform 677">
                <a:extLst>
                  <a:ext uri="{FF2B5EF4-FFF2-40B4-BE49-F238E27FC236}">
                    <a16:creationId xmlns:a16="http://schemas.microsoft.com/office/drawing/2014/main" id="{3277A2B2-FDBA-BE85-9C65-432778439B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8" y="3311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6" name="Freeform 678">
                <a:extLst>
                  <a:ext uri="{FF2B5EF4-FFF2-40B4-BE49-F238E27FC236}">
                    <a16:creationId xmlns:a16="http://schemas.microsoft.com/office/drawing/2014/main" id="{E5C1BD7C-A268-B654-CB01-B665C6B327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" y="3303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4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7" name="Freeform 679">
                <a:extLst>
                  <a:ext uri="{FF2B5EF4-FFF2-40B4-BE49-F238E27FC236}">
                    <a16:creationId xmlns:a16="http://schemas.microsoft.com/office/drawing/2014/main" id="{C5865DBA-B891-98A1-9C59-551B720B98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" y="3310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8" name="Freeform 680">
                <a:extLst>
                  <a:ext uri="{FF2B5EF4-FFF2-40B4-BE49-F238E27FC236}">
                    <a16:creationId xmlns:a16="http://schemas.microsoft.com/office/drawing/2014/main" id="{183FCB75-9D56-471C-5FD9-8E42DEB275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" y="3347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9" name="Oval 681">
                <a:extLst>
                  <a:ext uri="{FF2B5EF4-FFF2-40B4-BE49-F238E27FC236}">
                    <a16:creationId xmlns:a16="http://schemas.microsoft.com/office/drawing/2014/main" id="{182901F3-56E2-3B95-D0EC-9A72FCD2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2" y="3288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0" name="Freeform 682">
                <a:extLst>
                  <a:ext uri="{FF2B5EF4-FFF2-40B4-BE49-F238E27FC236}">
                    <a16:creationId xmlns:a16="http://schemas.microsoft.com/office/drawing/2014/main" id="{69DCBF24-8FA7-7934-477A-B3D30E734C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4" y="3308"/>
                <a:ext cx="56" cy="31"/>
              </a:xfrm>
              <a:custGeom>
                <a:avLst/>
                <a:gdLst>
                  <a:gd name="T0" fmla="*/ 67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1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9 w 77"/>
                  <a:gd name="T35" fmla="*/ 16 h 43"/>
                  <a:gd name="T36" fmla="*/ 67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2"/>
                    </a:moveTo>
                    <a:cubicBezTo>
                      <a:pt x="71" y="34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3" y="3"/>
                      <a:pt x="43" y="5"/>
                      <a:pt x="45" y="8"/>
                    </a:cubicBezTo>
                    <a:cubicBezTo>
                      <a:pt x="37" y="9"/>
                      <a:pt x="28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7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1" name="Freeform 683">
                <a:extLst>
                  <a:ext uri="{FF2B5EF4-FFF2-40B4-BE49-F238E27FC236}">
                    <a16:creationId xmlns:a16="http://schemas.microsoft.com/office/drawing/2014/main" id="{CEC56E04-8BCA-A113-38EE-CFAA4C9BE4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" y="3296"/>
                <a:ext cx="142" cy="30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2" name="Freeform 684">
                <a:extLst>
                  <a:ext uri="{FF2B5EF4-FFF2-40B4-BE49-F238E27FC236}">
                    <a16:creationId xmlns:a16="http://schemas.microsoft.com/office/drawing/2014/main" id="{A1F8462A-734B-4075-5446-BFFD6825EF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" y="3282"/>
                <a:ext cx="181" cy="71"/>
              </a:xfrm>
              <a:custGeom>
                <a:avLst/>
                <a:gdLst>
                  <a:gd name="T0" fmla="*/ 236 w 247"/>
                  <a:gd name="T1" fmla="*/ 29 h 98"/>
                  <a:gd name="T2" fmla="*/ 124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3" name="Freeform 685">
                <a:extLst>
                  <a:ext uri="{FF2B5EF4-FFF2-40B4-BE49-F238E27FC236}">
                    <a16:creationId xmlns:a16="http://schemas.microsoft.com/office/drawing/2014/main" id="{C7D80E3D-B245-5608-CED3-8671B98CFD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" y="3289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4" name="Freeform 686">
                <a:extLst>
                  <a:ext uri="{FF2B5EF4-FFF2-40B4-BE49-F238E27FC236}">
                    <a16:creationId xmlns:a16="http://schemas.microsoft.com/office/drawing/2014/main" id="{996A040E-517A-8547-6E49-2ADC46AD8B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9" y="3326"/>
                <a:ext cx="20" cy="27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5" name="Oval 687">
                <a:extLst>
                  <a:ext uri="{FF2B5EF4-FFF2-40B4-BE49-F238E27FC236}">
                    <a16:creationId xmlns:a16="http://schemas.microsoft.com/office/drawing/2014/main" id="{1939490E-9DF6-B2A8-A382-D7A0118DB9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5" y="3267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6" name="Freeform 688">
                <a:extLst>
                  <a:ext uri="{FF2B5EF4-FFF2-40B4-BE49-F238E27FC236}">
                    <a16:creationId xmlns:a16="http://schemas.microsoft.com/office/drawing/2014/main" id="{B9A874B6-5F92-7717-B51E-E9E708DA63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" y="3286"/>
                <a:ext cx="57" cy="32"/>
              </a:xfrm>
              <a:custGeom>
                <a:avLst/>
                <a:gdLst>
                  <a:gd name="T0" fmla="*/ 67 w 77"/>
                  <a:gd name="T1" fmla="*/ 33 h 43"/>
                  <a:gd name="T2" fmla="*/ 77 w 77"/>
                  <a:gd name="T3" fmla="*/ 39 h 43"/>
                  <a:gd name="T4" fmla="*/ 67 w 77"/>
                  <a:gd name="T5" fmla="*/ 43 h 43"/>
                  <a:gd name="T6" fmla="*/ 57 w 77"/>
                  <a:gd name="T7" fmla="*/ 38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9 h 43"/>
                  <a:gd name="T34" fmla="*/ 69 w 77"/>
                  <a:gd name="T35" fmla="*/ 17 h 43"/>
                  <a:gd name="T36" fmla="*/ 67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3"/>
                    </a:moveTo>
                    <a:cubicBezTo>
                      <a:pt x="71" y="35"/>
                      <a:pt x="73" y="36"/>
                      <a:pt x="77" y="39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8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6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3" y="4"/>
                      <a:pt x="43" y="6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7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7" name="Freeform 689">
                <a:extLst>
                  <a:ext uri="{FF2B5EF4-FFF2-40B4-BE49-F238E27FC236}">
                    <a16:creationId xmlns:a16="http://schemas.microsoft.com/office/drawing/2014/main" id="{BD0CC9D5-4DB9-F5BC-F323-B125C3358E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" y="3275"/>
                <a:ext cx="143" cy="30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8" name="Freeform 690">
                <a:extLst>
                  <a:ext uri="{FF2B5EF4-FFF2-40B4-BE49-F238E27FC236}">
                    <a16:creationId xmlns:a16="http://schemas.microsoft.com/office/drawing/2014/main" id="{143C149D-252A-CC01-3DB2-7458C413B8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" y="3264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9" name="Freeform 691">
                <a:extLst>
                  <a:ext uri="{FF2B5EF4-FFF2-40B4-BE49-F238E27FC236}">
                    <a16:creationId xmlns:a16="http://schemas.microsoft.com/office/drawing/2014/main" id="{1DC995FC-A7F4-3C98-8DAC-2E78A749B6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" y="3271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0" name="Freeform 692">
                <a:extLst>
                  <a:ext uri="{FF2B5EF4-FFF2-40B4-BE49-F238E27FC236}">
                    <a16:creationId xmlns:a16="http://schemas.microsoft.com/office/drawing/2014/main" id="{A421D36A-73F2-756E-8CF6-CD3FCAB316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" y="3307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1" name="Oval 693">
                <a:extLst>
                  <a:ext uri="{FF2B5EF4-FFF2-40B4-BE49-F238E27FC236}">
                    <a16:creationId xmlns:a16="http://schemas.microsoft.com/office/drawing/2014/main" id="{10F5DF43-10ED-E04F-764A-B422A262C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2" y="3248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2" name="Freeform 694">
                <a:extLst>
                  <a:ext uri="{FF2B5EF4-FFF2-40B4-BE49-F238E27FC236}">
                    <a16:creationId xmlns:a16="http://schemas.microsoft.com/office/drawing/2014/main" id="{5D07FF3E-8F02-6A94-1594-18D0ECA4C3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4" y="3268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4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8" y="23"/>
                      <a:pt x="52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3" name="Freeform 695">
                <a:extLst>
                  <a:ext uri="{FF2B5EF4-FFF2-40B4-BE49-F238E27FC236}">
                    <a16:creationId xmlns:a16="http://schemas.microsoft.com/office/drawing/2014/main" id="{F4F603E9-8E95-4186-C6D1-8495679E7E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" y="3256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4" name="Freeform 696">
                <a:extLst>
                  <a:ext uri="{FF2B5EF4-FFF2-40B4-BE49-F238E27FC236}">
                    <a16:creationId xmlns:a16="http://schemas.microsoft.com/office/drawing/2014/main" id="{178A4A57-F7BA-AC27-852B-09BABF9D0C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" y="3242"/>
                <a:ext cx="181" cy="72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5" name="Freeform 697">
                <a:extLst>
                  <a:ext uri="{FF2B5EF4-FFF2-40B4-BE49-F238E27FC236}">
                    <a16:creationId xmlns:a16="http://schemas.microsoft.com/office/drawing/2014/main" id="{AFDCD39B-796F-2351-2921-37872519FB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" y="3249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6" name="Freeform 698">
                <a:extLst>
                  <a:ext uri="{FF2B5EF4-FFF2-40B4-BE49-F238E27FC236}">
                    <a16:creationId xmlns:a16="http://schemas.microsoft.com/office/drawing/2014/main" id="{2CA4E6DB-2EBD-295D-F7B5-A1550D944F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" y="3285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7" name="Oval 699">
                <a:extLst>
                  <a:ext uri="{FF2B5EF4-FFF2-40B4-BE49-F238E27FC236}">
                    <a16:creationId xmlns:a16="http://schemas.microsoft.com/office/drawing/2014/main" id="{82FB38F2-15A5-FA0C-A9DA-83437501E2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5" y="3227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8" name="Freeform 700">
                <a:extLst>
                  <a:ext uri="{FF2B5EF4-FFF2-40B4-BE49-F238E27FC236}">
                    <a16:creationId xmlns:a16="http://schemas.microsoft.com/office/drawing/2014/main" id="{1F7A4053-DA64-2D44-6237-93FC5EFF5C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" y="3247"/>
                <a:ext cx="57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2" y="7"/>
                      <a:pt x="68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9" name="Freeform 701">
                <a:extLst>
                  <a:ext uri="{FF2B5EF4-FFF2-40B4-BE49-F238E27FC236}">
                    <a16:creationId xmlns:a16="http://schemas.microsoft.com/office/drawing/2014/main" id="{9B0B10AF-7D18-81CD-4817-449BAE0C03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" y="3234"/>
                <a:ext cx="143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0" name="Oval 702">
                <a:extLst>
                  <a:ext uri="{FF2B5EF4-FFF2-40B4-BE49-F238E27FC236}">
                    <a16:creationId xmlns:a16="http://schemas.microsoft.com/office/drawing/2014/main" id="{202BFCDC-F1A6-B2BE-7B10-97DB7403D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5" y="3797"/>
                <a:ext cx="180" cy="72"/>
              </a:xfrm>
              <a:prstGeom prst="ellipse">
                <a:avLst/>
              </a:prstGeom>
              <a:solidFill>
                <a:srgbClr val="DAB7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1" name="Freeform 703">
                <a:extLst>
                  <a:ext uri="{FF2B5EF4-FFF2-40B4-BE49-F238E27FC236}">
                    <a16:creationId xmlns:a16="http://schemas.microsoft.com/office/drawing/2014/main" id="{FADC4EEF-7184-0634-719F-91A36EB9C5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5" y="3786"/>
                <a:ext cx="180" cy="71"/>
              </a:xfrm>
              <a:custGeom>
                <a:avLst/>
                <a:gdLst>
                  <a:gd name="T0" fmla="*/ 235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5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8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5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2" name="Freeform 704">
                <a:extLst>
                  <a:ext uri="{FF2B5EF4-FFF2-40B4-BE49-F238E27FC236}">
                    <a16:creationId xmlns:a16="http://schemas.microsoft.com/office/drawing/2014/main" id="{554ABC88-4148-F9FC-7820-8797CAFF49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5" y="3793"/>
                <a:ext cx="40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3" name="Freeform 705">
                <a:extLst>
                  <a:ext uri="{FF2B5EF4-FFF2-40B4-BE49-F238E27FC236}">
                    <a16:creationId xmlns:a16="http://schemas.microsoft.com/office/drawing/2014/main" id="{8DDFBB9F-6B5B-FDCF-60D2-83614CE5B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8" y="3830"/>
                <a:ext cx="20" cy="27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4" name="Oval 706">
                <a:extLst>
                  <a:ext uri="{FF2B5EF4-FFF2-40B4-BE49-F238E27FC236}">
                    <a16:creationId xmlns:a16="http://schemas.microsoft.com/office/drawing/2014/main" id="{C4211B83-3AA7-F99E-94F3-FFADBB9870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5" y="377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5" name="Freeform 707">
                <a:extLst>
                  <a:ext uri="{FF2B5EF4-FFF2-40B4-BE49-F238E27FC236}">
                    <a16:creationId xmlns:a16="http://schemas.microsoft.com/office/drawing/2014/main" id="{4B9BECDB-F9EF-95F0-35CB-3474F2770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7" y="3790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9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1" y="16"/>
                      <a:pt x="9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5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8" y="23"/>
                      <a:pt x="52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6" name="Freeform 708">
                <a:extLst>
                  <a:ext uri="{FF2B5EF4-FFF2-40B4-BE49-F238E27FC236}">
                    <a16:creationId xmlns:a16="http://schemas.microsoft.com/office/drawing/2014/main" id="{547B1B50-7DFE-6002-F646-8472E95D82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4" y="3779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7" name="Freeform 709">
                <a:extLst>
                  <a:ext uri="{FF2B5EF4-FFF2-40B4-BE49-F238E27FC236}">
                    <a16:creationId xmlns:a16="http://schemas.microsoft.com/office/drawing/2014/main" id="{95129E99-289D-6CDC-EEB9-822DA2E2B3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771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8" name="Freeform 710">
                <a:extLst>
                  <a:ext uri="{FF2B5EF4-FFF2-40B4-BE49-F238E27FC236}">
                    <a16:creationId xmlns:a16="http://schemas.microsoft.com/office/drawing/2014/main" id="{7942355C-C755-1B00-1EC2-363E676C2E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778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9" name="Freeform 711">
                <a:extLst>
                  <a:ext uri="{FF2B5EF4-FFF2-40B4-BE49-F238E27FC236}">
                    <a16:creationId xmlns:a16="http://schemas.microsoft.com/office/drawing/2014/main" id="{71766543-5C3D-99C9-6C4F-E1DF2CF16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2" y="3814"/>
                <a:ext cx="19" cy="29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0" name="Oval 712">
                <a:extLst>
                  <a:ext uri="{FF2B5EF4-FFF2-40B4-BE49-F238E27FC236}">
                    <a16:creationId xmlns:a16="http://schemas.microsoft.com/office/drawing/2014/main" id="{996BBD46-3EC4-9CA2-D949-54EDD09141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3756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1" name="Freeform 713">
                <a:extLst>
                  <a:ext uri="{FF2B5EF4-FFF2-40B4-BE49-F238E27FC236}">
                    <a16:creationId xmlns:a16="http://schemas.microsoft.com/office/drawing/2014/main" id="{2743BA4F-EDAF-155C-80D9-A11B835AB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3776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2" name="Freeform 714">
                <a:extLst>
                  <a:ext uri="{FF2B5EF4-FFF2-40B4-BE49-F238E27FC236}">
                    <a16:creationId xmlns:a16="http://schemas.microsoft.com/office/drawing/2014/main" id="{EDB506B8-3F81-E4AE-F60B-8B99B85783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763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3" name="Freeform 715">
                <a:extLst>
                  <a:ext uri="{FF2B5EF4-FFF2-40B4-BE49-F238E27FC236}">
                    <a16:creationId xmlns:a16="http://schemas.microsoft.com/office/drawing/2014/main" id="{47270834-7623-2CEC-D445-BF7AE3B257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" y="3749"/>
                <a:ext cx="180" cy="72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4" name="Freeform 716">
                <a:extLst>
                  <a:ext uri="{FF2B5EF4-FFF2-40B4-BE49-F238E27FC236}">
                    <a16:creationId xmlns:a16="http://schemas.microsoft.com/office/drawing/2014/main" id="{CE768383-751B-BE76-FB80-5F03D656C9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" y="3757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5" name="Freeform 717">
                <a:extLst>
                  <a:ext uri="{FF2B5EF4-FFF2-40B4-BE49-F238E27FC236}">
                    <a16:creationId xmlns:a16="http://schemas.microsoft.com/office/drawing/2014/main" id="{E54FE999-4F23-3EDC-DDBF-70A2BECA93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5" y="3793"/>
                <a:ext cx="20" cy="28"/>
              </a:xfrm>
              <a:custGeom>
                <a:avLst/>
                <a:gdLst>
                  <a:gd name="T0" fmla="*/ 27 w 27"/>
                  <a:gd name="T1" fmla="*/ 37 h 38"/>
                  <a:gd name="T2" fmla="*/ 27 w 27"/>
                  <a:gd name="T3" fmla="*/ 0 h 38"/>
                  <a:gd name="T4" fmla="*/ 0 w 27"/>
                  <a:gd name="T5" fmla="*/ 0 h 38"/>
                  <a:gd name="T6" fmla="*/ 0 w 27"/>
                  <a:gd name="T7" fmla="*/ 38 h 38"/>
                  <a:gd name="T8" fmla="*/ 27 w 27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8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6" name="Oval 718">
                <a:extLst>
                  <a:ext uri="{FF2B5EF4-FFF2-40B4-BE49-F238E27FC236}">
                    <a16:creationId xmlns:a16="http://schemas.microsoft.com/office/drawing/2014/main" id="{42966E55-BCC3-A515-1279-1E437DDCD0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2" y="3735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7" name="Freeform 719">
                <a:extLst>
                  <a:ext uri="{FF2B5EF4-FFF2-40B4-BE49-F238E27FC236}">
                    <a16:creationId xmlns:a16="http://schemas.microsoft.com/office/drawing/2014/main" id="{04B5F662-363A-5C45-D72B-DACF3232E0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4" y="3754"/>
                <a:ext cx="56" cy="31"/>
              </a:xfrm>
              <a:custGeom>
                <a:avLst/>
                <a:gdLst>
                  <a:gd name="T0" fmla="*/ 66 w 77"/>
                  <a:gd name="T1" fmla="*/ 32 h 42"/>
                  <a:gd name="T2" fmla="*/ 77 w 77"/>
                  <a:gd name="T3" fmla="*/ 38 h 42"/>
                  <a:gd name="T4" fmla="*/ 67 w 77"/>
                  <a:gd name="T5" fmla="*/ 42 h 42"/>
                  <a:gd name="T6" fmla="*/ 57 w 77"/>
                  <a:gd name="T7" fmla="*/ 37 h 42"/>
                  <a:gd name="T8" fmla="*/ 31 w 77"/>
                  <a:gd name="T9" fmla="*/ 41 h 42"/>
                  <a:gd name="T10" fmla="*/ 27 w 77"/>
                  <a:gd name="T11" fmla="*/ 33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10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9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0" y="34"/>
                      <a:pt x="73" y="35"/>
                      <a:pt x="77" y="38"/>
                    </a:cubicBezTo>
                    <a:cubicBezTo>
                      <a:pt x="73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39"/>
                      <a:pt x="40" y="41"/>
                      <a:pt x="31" y="41"/>
                    </a:cubicBezTo>
                    <a:cubicBezTo>
                      <a:pt x="30" y="38"/>
                      <a:pt x="29" y="37"/>
                      <a:pt x="27" y="33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6"/>
                      <a:pt x="0" y="4"/>
                    </a:cubicBezTo>
                    <a:cubicBezTo>
                      <a:pt x="4" y="2"/>
                      <a:pt x="6" y="1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2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3"/>
                    </a:cubicBezTo>
                    <a:cubicBezTo>
                      <a:pt x="20" y="15"/>
                      <a:pt x="19" y="16"/>
                      <a:pt x="21" y="18"/>
                    </a:cubicBezTo>
                    <a:cubicBezTo>
                      <a:pt x="29" y="22"/>
                      <a:pt x="52" y="6"/>
                      <a:pt x="69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8" name="Freeform 720">
                <a:extLst>
                  <a:ext uri="{FF2B5EF4-FFF2-40B4-BE49-F238E27FC236}">
                    <a16:creationId xmlns:a16="http://schemas.microsoft.com/office/drawing/2014/main" id="{84EFCE99-B713-C802-3CB7-2709018EA4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742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9" name="Freeform 721">
                <a:extLst>
                  <a:ext uri="{FF2B5EF4-FFF2-40B4-BE49-F238E27FC236}">
                    <a16:creationId xmlns:a16="http://schemas.microsoft.com/office/drawing/2014/main" id="{BBA995CA-F48F-4EA8-DE16-3EE57729C5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731"/>
                <a:ext cx="180" cy="72"/>
              </a:xfrm>
              <a:custGeom>
                <a:avLst/>
                <a:gdLst>
                  <a:gd name="T0" fmla="*/ 235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5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0" name="Freeform 722">
                <a:extLst>
                  <a:ext uri="{FF2B5EF4-FFF2-40B4-BE49-F238E27FC236}">
                    <a16:creationId xmlns:a16="http://schemas.microsoft.com/office/drawing/2014/main" id="{A6634480-BD5A-D61B-B9DB-124C7FC991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738"/>
                <a:ext cx="40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1" name="Freeform 723">
                <a:extLst>
                  <a:ext uri="{FF2B5EF4-FFF2-40B4-BE49-F238E27FC236}">
                    <a16:creationId xmlns:a16="http://schemas.microsoft.com/office/drawing/2014/main" id="{03418D05-0108-1B0B-6B4C-0C1C58227D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1" y="3775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2" name="Oval 724">
                <a:extLst>
                  <a:ext uri="{FF2B5EF4-FFF2-40B4-BE49-F238E27FC236}">
                    <a16:creationId xmlns:a16="http://schemas.microsoft.com/office/drawing/2014/main" id="{941B20F7-9970-59A5-53E3-A0C136806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3716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3" name="Freeform 725">
                <a:extLst>
                  <a:ext uri="{FF2B5EF4-FFF2-40B4-BE49-F238E27FC236}">
                    <a16:creationId xmlns:a16="http://schemas.microsoft.com/office/drawing/2014/main" id="{C3D88555-EDEA-2545-8FD5-41F81F7ADF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3736"/>
                <a:ext cx="56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9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5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1 w 76"/>
                  <a:gd name="T33" fmla="*/ 19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3" y="41"/>
                      <a:pt x="60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1" y="16"/>
                      <a:pt x="9" y="11"/>
                    </a:cubicBezTo>
                    <a:cubicBezTo>
                      <a:pt x="5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4" name="Freeform 726">
                <a:extLst>
                  <a:ext uri="{FF2B5EF4-FFF2-40B4-BE49-F238E27FC236}">
                    <a16:creationId xmlns:a16="http://schemas.microsoft.com/office/drawing/2014/main" id="{98163955-ADD2-3A98-9CAE-260BE367D0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724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5" name="Freeform 727">
                <a:extLst>
                  <a:ext uri="{FF2B5EF4-FFF2-40B4-BE49-F238E27FC236}">
                    <a16:creationId xmlns:a16="http://schemas.microsoft.com/office/drawing/2014/main" id="{16BCA145-88E9-729A-4A28-4FBE07D65D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" y="3710"/>
                <a:ext cx="180" cy="71"/>
              </a:xfrm>
              <a:custGeom>
                <a:avLst/>
                <a:gdLst>
                  <a:gd name="T0" fmla="*/ 235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5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0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5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6" name="Freeform 728">
                <a:extLst>
                  <a:ext uri="{FF2B5EF4-FFF2-40B4-BE49-F238E27FC236}">
                    <a16:creationId xmlns:a16="http://schemas.microsoft.com/office/drawing/2014/main" id="{448276B4-AA6F-FB33-3CBA-1D336E1E6E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" y="3717"/>
                <a:ext cx="39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19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7" name="Freeform 729">
                <a:extLst>
                  <a:ext uri="{FF2B5EF4-FFF2-40B4-BE49-F238E27FC236}">
                    <a16:creationId xmlns:a16="http://schemas.microsoft.com/office/drawing/2014/main" id="{89A75087-9F31-BDA0-3002-499A9C7396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4" y="3753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8" name="Oval 730">
                <a:extLst>
                  <a:ext uri="{FF2B5EF4-FFF2-40B4-BE49-F238E27FC236}">
                    <a16:creationId xmlns:a16="http://schemas.microsoft.com/office/drawing/2014/main" id="{9A79C991-5E7E-95BC-010D-FF3C5B2216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2" y="3695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9" name="Freeform 731">
                <a:extLst>
                  <a:ext uri="{FF2B5EF4-FFF2-40B4-BE49-F238E27FC236}">
                    <a16:creationId xmlns:a16="http://schemas.microsoft.com/office/drawing/2014/main" id="{783AED69-4CAC-AEA4-AEE3-2E83E197BF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4" y="3714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6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0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3" y="41"/>
                      <a:pt x="60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5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3" y="1"/>
                      <a:pt x="40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0" name="Freeform 732">
                <a:extLst>
                  <a:ext uri="{FF2B5EF4-FFF2-40B4-BE49-F238E27FC236}">
                    <a16:creationId xmlns:a16="http://schemas.microsoft.com/office/drawing/2014/main" id="{5C026FE9-F0F2-0530-78B7-98F6D98593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702"/>
                <a:ext cx="142" cy="31"/>
              </a:xfrm>
              <a:custGeom>
                <a:avLst/>
                <a:gdLst>
                  <a:gd name="T0" fmla="*/ 97 w 195"/>
                  <a:gd name="T1" fmla="*/ 7 h 43"/>
                  <a:gd name="T2" fmla="*/ 194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4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1" name="Freeform 733">
                <a:extLst>
                  <a:ext uri="{FF2B5EF4-FFF2-40B4-BE49-F238E27FC236}">
                    <a16:creationId xmlns:a16="http://schemas.microsoft.com/office/drawing/2014/main" id="{76AAEFAE-6594-6D60-5AE9-93137802F5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693"/>
                <a:ext cx="180" cy="72"/>
              </a:xfrm>
              <a:custGeom>
                <a:avLst/>
                <a:gdLst>
                  <a:gd name="T0" fmla="*/ 235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5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2" name="Freeform 734">
                <a:extLst>
                  <a:ext uri="{FF2B5EF4-FFF2-40B4-BE49-F238E27FC236}">
                    <a16:creationId xmlns:a16="http://schemas.microsoft.com/office/drawing/2014/main" id="{F1AB013F-7C80-B1F8-C36F-DB9DE34CD5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700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3" name="Freeform 735">
                <a:extLst>
                  <a:ext uri="{FF2B5EF4-FFF2-40B4-BE49-F238E27FC236}">
                    <a16:creationId xmlns:a16="http://schemas.microsoft.com/office/drawing/2014/main" id="{B674DE36-058F-A41F-59CF-F9DF64D7B9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3737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4" name="Oval 736">
                <a:extLst>
                  <a:ext uri="{FF2B5EF4-FFF2-40B4-BE49-F238E27FC236}">
                    <a16:creationId xmlns:a16="http://schemas.microsoft.com/office/drawing/2014/main" id="{4866BD6F-F08C-5B93-EC16-6052D58AF9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" y="3678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5" name="Freeform 737">
                <a:extLst>
                  <a:ext uri="{FF2B5EF4-FFF2-40B4-BE49-F238E27FC236}">
                    <a16:creationId xmlns:a16="http://schemas.microsoft.com/office/drawing/2014/main" id="{32D21AF3-16B4-DEF1-755E-39ACFC760B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3698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9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6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0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3" y="41"/>
                      <a:pt x="60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1" y="16"/>
                      <a:pt x="9" y="11"/>
                    </a:cubicBezTo>
                    <a:cubicBezTo>
                      <a:pt x="5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6" name="Freeform 738">
                <a:extLst>
                  <a:ext uri="{FF2B5EF4-FFF2-40B4-BE49-F238E27FC236}">
                    <a16:creationId xmlns:a16="http://schemas.microsoft.com/office/drawing/2014/main" id="{70A63974-6EFD-0683-B6E4-31F0BC65F5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" y="3686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7" name="Freeform 739">
                <a:extLst>
                  <a:ext uri="{FF2B5EF4-FFF2-40B4-BE49-F238E27FC236}">
                    <a16:creationId xmlns:a16="http://schemas.microsoft.com/office/drawing/2014/main" id="{5281A4A5-D7AA-3269-098F-ED8D3FD92A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4" y="3678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8" name="Freeform 740">
                <a:extLst>
                  <a:ext uri="{FF2B5EF4-FFF2-40B4-BE49-F238E27FC236}">
                    <a16:creationId xmlns:a16="http://schemas.microsoft.com/office/drawing/2014/main" id="{989F0D1A-F27E-A914-9894-FEF3CDA202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4" y="3685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9" name="Freeform 741">
                <a:extLst>
                  <a:ext uri="{FF2B5EF4-FFF2-40B4-BE49-F238E27FC236}">
                    <a16:creationId xmlns:a16="http://schemas.microsoft.com/office/drawing/2014/main" id="{7F6373E2-4779-77A0-CC4C-2EAADAF34B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722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0" name="Oval 742">
                <a:extLst>
                  <a:ext uri="{FF2B5EF4-FFF2-40B4-BE49-F238E27FC236}">
                    <a16:creationId xmlns:a16="http://schemas.microsoft.com/office/drawing/2014/main" id="{5C6E8DB9-03CF-2220-6943-603D6A5414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4" y="366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1" name="Freeform 743">
                <a:extLst>
                  <a:ext uri="{FF2B5EF4-FFF2-40B4-BE49-F238E27FC236}">
                    <a16:creationId xmlns:a16="http://schemas.microsoft.com/office/drawing/2014/main" id="{6FDAD0B7-E719-5D82-FFBB-CE09F759FE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6" y="3683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8"/>
                      <a:pt x="28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2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2" name="Freeform 744">
                <a:extLst>
                  <a:ext uri="{FF2B5EF4-FFF2-40B4-BE49-F238E27FC236}">
                    <a16:creationId xmlns:a16="http://schemas.microsoft.com/office/drawing/2014/main" id="{A23055BB-60BA-6CD0-F059-627E8435E8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3" y="3671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3" name="Freeform 745">
                <a:extLst>
                  <a:ext uri="{FF2B5EF4-FFF2-40B4-BE49-F238E27FC236}">
                    <a16:creationId xmlns:a16="http://schemas.microsoft.com/office/drawing/2014/main" id="{8DF1C4A4-263C-0628-D407-EB0D7B440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" y="3657"/>
                <a:ext cx="181" cy="71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4" name="Freeform 746">
                <a:extLst>
                  <a:ext uri="{FF2B5EF4-FFF2-40B4-BE49-F238E27FC236}">
                    <a16:creationId xmlns:a16="http://schemas.microsoft.com/office/drawing/2014/main" id="{59A90E6C-2C07-5AE3-B2FC-2FA45AB048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" y="3664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5" name="Freeform 747">
                <a:extLst>
                  <a:ext uri="{FF2B5EF4-FFF2-40B4-BE49-F238E27FC236}">
                    <a16:creationId xmlns:a16="http://schemas.microsoft.com/office/drawing/2014/main" id="{A1C2E611-C943-4FD8-5DF5-AABB7C0D7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" y="3700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6" name="Oval 748">
                <a:extLst>
                  <a:ext uri="{FF2B5EF4-FFF2-40B4-BE49-F238E27FC236}">
                    <a16:creationId xmlns:a16="http://schemas.microsoft.com/office/drawing/2014/main" id="{68BFDEC3-43C5-2090-116C-6232FE1042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7" y="3642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7" name="Freeform 749">
                <a:extLst>
                  <a:ext uri="{FF2B5EF4-FFF2-40B4-BE49-F238E27FC236}">
                    <a16:creationId xmlns:a16="http://schemas.microsoft.com/office/drawing/2014/main" id="{6B906C75-5416-47D8-0406-58A67764E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9" y="3662"/>
                <a:ext cx="57" cy="30"/>
              </a:xfrm>
              <a:custGeom>
                <a:avLst/>
                <a:gdLst>
                  <a:gd name="T0" fmla="*/ 66 w 77"/>
                  <a:gd name="T1" fmla="*/ 32 h 42"/>
                  <a:gd name="T2" fmla="*/ 76 w 77"/>
                  <a:gd name="T3" fmla="*/ 38 h 42"/>
                  <a:gd name="T4" fmla="*/ 67 w 77"/>
                  <a:gd name="T5" fmla="*/ 42 h 42"/>
                  <a:gd name="T6" fmla="*/ 56 w 77"/>
                  <a:gd name="T7" fmla="*/ 37 h 42"/>
                  <a:gd name="T8" fmla="*/ 31 w 77"/>
                  <a:gd name="T9" fmla="*/ 41 h 42"/>
                  <a:gd name="T10" fmla="*/ 27 w 77"/>
                  <a:gd name="T11" fmla="*/ 33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9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8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0" y="34"/>
                      <a:pt x="72" y="35"/>
                      <a:pt x="76" y="38"/>
                    </a:cubicBezTo>
                    <a:cubicBezTo>
                      <a:pt x="73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39"/>
                      <a:pt x="40" y="41"/>
                      <a:pt x="31" y="41"/>
                    </a:cubicBezTo>
                    <a:cubicBezTo>
                      <a:pt x="29" y="38"/>
                      <a:pt x="28" y="37"/>
                      <a:pt x="27" y="33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6"/>
                      <a:pt x="0" y="4"/>
                    </a:cubicBezTo>
                    <a:cubicBezTo>
                      <a:pt x="4" y="2"/>
                      <a:pt x="6" y="1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2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6"/>
                      <a:pt x="21" y="18"/>
                    </a:cubicBezTo>
                    <a:cubicBezTo>
                      <a:pt x="28" y="22"/>
                      <a:pt x="52" y="6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8" name="Freeform 750">
                <a:extLst>
                  <a:ext uri="{FF2B5EF4-FFF2-40B4-BE49-F238E27FC236}">
                    <a16:creationId xmlns:a16="http://schemas.microsoft.com/office/drawing/2014/main" id="{A175DF0F-6A18-B97D-A716-D13630DA0E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6" y="3649"/>
                <a:ext cx="143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9" name="Freeform 751">
                <a:extLst>
                  <a:ext uri="{FF2B5EF4-FFF2-40B4-BE49-F238E27FC236}">
                    <a16:creationId xmlns:a16="http://schemas.microsoft.com/office/drawing/2014/main" id="{71398CD7-914A-6D01-A8A4-7C3574D263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" y="3638"/>
                <a:ext cx="181" cy="72"/>
              </a:xfrm>
              <a:custGeom>
                <a:avLst/>
                <a:gdLst>
                  <a:gd name="T0" fmla="*/ 236 w 248"/>
                  <a:gd name="T1" fmla="*/ 29 h 98"/>
                  <a:gd name="T2" fmla="*/ 124 w 248"/>
                  <a:gd name="T3" fmla="*/ 0 h 98"/>
                  <a:gd name="T4" fmla="*/ 12 w 248"/>
                  <a:gd name="T5" fmla="*/ 29 h 98"/>
                  <a:gd name="T6" fmla="*/ 0 w 248"/>
                  <a:gd name="T7" fmla="*/ 29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9 h 98"/>
                  <a:gd name="T16" fmla="*/ 236 w 248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9"/>
                      <a:pt x="248" y="29"/>
                      <a:pt x="248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0" name="Freeform 752">
                <a:extLst>
                  <a:ext uri="{FF2B5EF4-FFF2-40B4-BE49-F238E27FC236}">
                    <a16:creationId xmlns:a16="http://schemas.microsoft.com/office/drawing/2014/main" id="{93DB5582-A597-FC1F-BCCF-61D24E14E2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" y="3646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1" name="Freeform 753">
                <a:extLst>
                  <a:ext uri="{FF2B5EF4-FFF2-40B4-BE49-F238E27FC236}">
                    <a16:creationId xmlns:a16="http://schemas.microsoft.com/office/drawing/2014/main" id="{8BC4DEE8-0D39-A449-ED93-EC3ADF26B8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682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2" name="Oval 754">
                <a:extLst>
                  <a:ext uri="{FF2B5EF4-FFF2-40B4-BE49-F238E27FC236}">
                    <a16:creationId xmlns:a16="http://schemas.microsoft.com/office/drawing/2014/main" id="{C9DDD49F-6075-5722-B564-64CAF4ADBF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3" y="3623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3" name="Freeform 755">
                <a:extLst>
                  <a:ext uri="{FF2B5EF4-FFF2-40B4-BE49-F238E27FC236}">
                    <a16:creationId xmlns:a16="http://schemas.microsoft.com/office/drawing/2014/main" id="{BBF8A3CD-F44E-7F25-AFD2-B1E7EDB2D5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6" y="3643"/>
                <a:ext cx="55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9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0 w 76"/>
                  <a:gd name="T33" fmla="*/ 19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8"/>
                      <a:pt x="57" y="26"/>
                      <a:pt x="54" y="24"/>
                    </a:cubicBezTo>
                    <a:cubicBezTo>
                      <a:pt x="46" y="20"/>
                      <a:pt x="24" y="35"/>
                      <a:pt x="8" y="26"/>
                    </a:cubicBezTo>
                    <a:cubicBezTo>
                      <a:pt x="0" y="22"/>
                      <a:pt x="1" y="16"/>
                      <a:pt x="9" y="11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6"/>
                      <a:pt x="18" y="17"/>
                      <a:pt x="20" y="19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4" name="Freeform 756">
                <a:extLst>
                  <a:ext uri="{FF2B5EF4-FFF2-40B4-BE49-F238E27FC236}">
                    <a16:creationId xmlns:a16="http://schemas.microsoft.com/office/drawing/2014/main" id="{2A4153C3-608E-66AB-C119-B63E7AC649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" y="3631"/>
                <a:ext cx="143" cy="31"/>
              </a:xfrm>
              <a:custGeom>
                <a:avLst/>
                <a:gdLst>
                  <a:gd name="T0" fmla="*/ 98 w 196"/>
                  <a:gd name="T1" fmla="*/ 6 h 42"/>
                  <a:gd name="T2" fmla="*/ 195 w 196"/>
                  <a:gd name="T3" fmla="*/ 42 h 42"/>
                  <a:gd name="T4" fmla="*/ 196 w 196"/>
                  <a:gd name="T5" fmla="*/ 39 h 42"/>
                  <a:gd name="T6" fmla="*/ 98 w 196"/>
                  <a:gd name="T7" fmla="*/ 0 h 42"/>
                  <a:gd name="T8" fmla="*/ 0 w 196"/>
                  <a:gd name="T9" fmla="*/ 39 h 42"/>
                  <a:gd name="T10" fmla="*/ 1 w 196"/>
                  <a:gd name="T11" fmla="*/ 42 h 42"/>
                  <a:gd name="T12" fmla="*/ 98 w 196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1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5" name="Freeform 757">
                <a:extLst>
                  <a:ext uri="{FF2B5EF4-FFF2-40B4-BE49-F238E27FC236}">
                    <a16:creationId xmlns:a16="http://schemas.microsoft.com/office/drawing/2014/main" id="{9A615FCC-755A-62F7-2F3B-76FCE4B5E9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" y="3617"/>
                <a:ext cx="181" cy="72"/>
              </a:xfrm>
              <a:custGeom>
                <a:avLst/>
                <a:gdLst>
                  <a:gd name="T0" fmla="*/ 236 w 248"/>
                  <a:gd name="T1" fmla="*/ 28 h 98"/>
                  <a:gd name="T2" fmla="*/ 124 w 248"/>
                  <a:gd name="T3" fmla="*/ 0 h 98"/>
                  <a:gd name="T4" fmla="*/ 12 w 248"/>
                  <a:gd name="T5" fmla="*/ 28 h 98"/>
                  <a:gd name="T6" fmla="*/ 0 w 248"/>
                  <a:gd name="T7" fmla="*/ 28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8 h 98"/>
                  <a:gd name="T16" fmla="*/ 236 w 248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8"/>
                    </a:moveTo>
                    <a:cubicBezTo>
                      <a:pt x="217" y="11"/>
                      <a:pt x="174" y="0"/>
                      <a:pt x="124" y="0"/>
                    </a:cubicBezTo>
                    <a:cubicBezTo>
                      <a:pt x="74" y="0"/>
                      <a:pt x="31" y="11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8"/>
                      <a:pt x="248" y="28"/>
                      <a:pt x="248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6" name="Freeform 758">
                <a:extLst>
                  <a:ext uri="{FF2B5EF4-FFF2-40B4-BE49-F238E27FC236}">
                    <a16:creationId xmlns:a16="http://schemas.microsoft.com/office/drawing/2014/main" id="{89AE44BA-9D56-A3F1-CB9D-CA4E83A8C8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" y="3625"/>
                <a:ext cx="40" cy="58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4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7" name="Freeform 759">
                <a:extLst>
                  <a:ext uri="{FF2B5EF4-FFF2-40B4-BE49-F238E27FC236}">
                    <a16:creationId xmlns:a16="http://schemas.microsoft.com/office/drawing/2014/main" id="{1F85F763-3BA0-7E09-919B-A9D2EF870B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" y="3660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8" name="Oval 760">
                <a:extLst>
                  <a:ext uri="{FF2B5EF4-FFF2-40B4-BE49-F238E27FC236}">
                    <a16:creationId xmlns:a16="http://schemas.microsoft.com/office/drawing/2014/main" id="{153A1C70-C040-CCA8-C844-110E6CD27B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7" y="3602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9" name="Freeform 761">
                <a:extLst>
                  <a:ext uri="{FF2B5EF4-FFF2-40B4-BE49-F238E27FC236}">
                    <a16:creationId xmlns:a16="http://schemas.microsoft.com/office/drawing/2014/main" id="{42A2642C-C399-B422-D602-08082D05E5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9" y="3622"/>
                <a:ext cx="56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8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0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1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6"/>
                    </a:cubicBezTo>
                    <a:cubicBezTo>
                      <a:pt x="0" y="21"/>
                      <a:pt x="1" y="16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3" y="1"/>
                      <a:pt x="40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5"/>
                      <a:pt x="18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0" name="Freeform 762">
                <a:extLst>
                  <a:ext uri="{FF2B5EF4-FFF2-40B4-BE49-F238E27FC236}">
                    <a16:creationId xmlns:a16="http://schemas.microsoft.com/office/drawing/2014/main" id="{5C89C981-1D17-A207-7CD8-F2CE510862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6" y="3609"/>
                <a:ext cx="143" cy="32"/>
              </a:xfrm>
              <a:custGeom>
                <a:avLst/>
                <a:gdLst>
                  <a:gd name="T0" fmla="*/ 98 w 196"/>
                  <a:gd name="T1" fmla="*/ 7 h 43"/>
                  <a:gd name="T2" fmla="*/ 195 w 196"/>
                  <a:gd name="T3" fmla="*/ 43 h 43"/>
                  <a:gd name="T4" fmla="*/ 196 w 196"/>
                  <a:gd name="T5" fmla="*/ 39 h 43"/>
                  <a:gd name="T6" fmla="*/ 98 w 196"/>
                  <a:gd name="T7" fmla="*/ 0 h 43"/>
                  <a:gd name="T8" fmla="*/ 0 w 196"/>
                  <a:gd name="T9" fmla="*/ 39 h 43"/>
                  <a:gd name="T10" fmla="*/ 1 w 196"/>
                  <a:gd name="T11" fmla="*/ 43 h 43"/>
                  <a:gd name="T12" fmla="*/ 98 w 196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3">
                    <a:moveTo>
                      <a:pt x="98" y="7"/>
                    </a:moveTo>
                    <a:cubicBezTo>
                      <a:pt x="149" y="7"/>
                      <a:pt x="191" y="23"/>
                      <a:pt x="195" y="43"/>
                    </a:cubicBezTo>
                    <a:cubicBezTo>
                      <a:pt x="195" y="42"/>
                      <a:pt x="196" y="40"/>
                      <a:pt x="196" y="39"/>
                    </a:cubicBezTo>
                    <a:cubicBezTo>
                      <a:pt x="196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1" y="42"/>
                      <a:pt x="1" y="43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1" name="Freeform 763">
                <a:extLst>
                  <a:ext uri="{FF2B5EF4-FFF2-40B4-BE49-F238E27FC236}">
                    <a16:creationId xmlns:a16="http://schemas.microsoft.com/office/drawing/2014/main" id="{B2DDD6CA-79BA-8A59-143C-C3AE2FA3AB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" y="3601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4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2" name="Freeform 764">
                <a:extLst>
                  <a:ext uri="{FF2B5EF4-FFF2-40B4-BE49-F238E27FC236}">
                    <a16:creationId xmlns:a16="http://schemas.microsoft.com/office/drawing/2014/main" id="{273628D1-0AB5-F0A2-B700-069D7DFCBC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" y="3608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1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3" name="Freeform 765">
                <a:extLst>
                  <a:ext uri="{FF2B5EF4-FFF2-40B4-BE49-F238E27FC236}">
                    <a16:creationId xmlns:a16="http://schemas.microsoft.com/office/drawing/2014/main" id="{D9097BE0-0532-1C71-10F8-BAE00FAC6B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2" y="3644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4" name="Oval 766">
                <a:extLst>
                  <a:ext uri="{FF2B5EF4-FFF2-40B4-BE49-F238E27FC236}">
                    <a16:creationId xmlns:a16="http://schemas.microsoft.com/office/drawing/2014/main" id="{D6A87F31-B5DF-B1DB-38D3-77F1D875D7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" y="3586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5" name="Freeform 767">
                <a:extLst>
                  <a:ext uri="{FF2B5EF4-FFF2-40B4-BE49-F238E27FC236}">
                    <a16:creationId xmlns:a16="http://schemas.microsoft.com/office/drawing/2014/main" id="{8DC0EC21-1A8B-56BB-EF6B-203DD4505C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1" y="3606"/>
                <a:ext cx="56" cy="31"/>
              </a:xfrm>
              <a:custGeom>
                <a:avLst/>
                <a:gdLst>
                  <a:gd name="T0" fmla="*/ 67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1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20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9 w 77"/>
                  <a:gd name="T35" fmla="*/ 16 h 43"/>
                  <a:gd name="T36" fmla="*/ 67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2"/>
                    </a:moveTo>
                    <a:cubicBezTo>
                      <a:pt x="71" y="34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8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20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3" y="3"/>
                      <a:pt x="43" y="5"/>
                      <a:pt x="45" y="8"/>
                    </a:cubicBezTo>
                    <a:cubicBezTo>
                      <a:pt x="37" y="9"/>
                      <a:pt x="28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7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6" name="Freeform 768">
                <a:extLst>
                  <a:ext uri="{FF2B5EF4-FFF2-40B4-BE49-F238E27FC236}">
                    <a16:creationId xmlns:a16="http://schemas.microsoft.com/office/drawing/2014/main" id="{62A8A359-3E64-A2A9-D454-7FF62FC831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8" y="3593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7" name="Freeform 769">
                <a:extLst>
                  <a:ext uri="{FF2B5EF4-FFF2-40B4-BE49-F238E27FC236}">
                    <a16:creationId xmlns:a16="http://schemas.microsoft.com/office/drawing/2014/main" id="{C79924A8-BA19-AF3A-F788-2AA04340A5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2" y="3586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2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4" y="0"/>
                      <a:pt x="124" y="0"/>
                    </a:cubicBezTo>
                    <a:cubicBezTo>
                      <a:pt x="74" y="0"/>
                      <a:pt x="31" y="11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8" name="Freeform 770">
                <a:extLst>
                  <a:ext uri="{FF2B5EF4-FFF2-40B4-BE49-F238E27FC236}">
                    <a16:creationId xmlns:a16="http://schemas.microsoft.com/office/drawing/2014/main" id="{2607F91D-F0A8-18B6-CB6B-EA8F4E69FB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2" y="3593"/>
                <a:ext cx="40" cy="59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9" name="Freeform 771">
                <a:extLst>
                  <a:ext uri="{FF2B5EF4-FFF2-40B4-BE49-F238E27FC236}">
                    <a16:creationId xmlns:a16="http://schemas.microsoft.com/office/drawing/2014/main" id="{1C862EB7-DD65-14F9-41D5-30FFF3A4D6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" y="3630"/>
                <a:ext cx="21" cy="27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0" name="Oval 772">
                <a:extLst>
                  <a:ext uri="{FF2B5EF4-FFF2-40B4-BE49-F238E27FC236}">
                    <a16:creationId xmlns:a16="http://schemas.microsoft.com/office/drawing/2014/main" id="{C7D08D62-64FD-47CB-4767-91C49925E1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" y="357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1" name="Freeform 773">
                <a:extLst>
                  <a:ext uri="{FF2B5EF4-FFF2-40B4-BE49-F238E27FC236}">
                    <a16:creationId xmlns:a16="http://schemas.microsoft.com/office/drawing/2014/main" id="{DF6198B8-E2FF-BB7C-B47D-98240D2294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5" y="3590"/>
                <a:ext cx="55" cy="32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8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0 h 43"/>
                  <a:gd name="T20" fmla="*/ 0 w 76"/>
                  <a:gd name="T21" fmla="*/ 5 h 43"/>
                  <a:gd name="T22" fmla="*/ 9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4 w 76"/>
                  <a:gd name="T29" fmla="*/ 9 h 43"/>
                  <a:gd name="T30" fmla="*/ 22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5" y="34"/>
                      <a:pt x="46" y="32"/>
                      <a:pt x="52" y="29"/>
                    </a:cubicBezTo>
                    <a:cubicBezTo>
                      <a:pt x="55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6"/>
                    </a:cubicBezTo>
                    <a:cubicBezTo>
                      <a:pt x="0" y="21"/>
                      <a:pt x="1" y="16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3" y="3"/>
                      <a:pt x="5" y="2"/>
                      <a:pt x="9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5" y="3"/>
                      <a:pt x="33" y="1"/>
                      <a:pt x="40" y="1"/>
                    </a:cubicBezTo>
                    <a:cubicBezTo>
                      <a:pt x="42" y="4"/>
                      <a:pt x="43" y="6"/>
                      <a:pt x="44" y="9"/>
                    </a:cubicBezTo>
                    <a:cubicBezTo>
                      <a:pt x="36" y="10"/>
                      <a:pt x="27" y="12"/>
                      <a:pt x="22" y="14"/>
                    </a:cubicBezTo>
                    <a:cubicBezTo>
                      <a:pt x="19" y="15"/>
                      <a:pt x="18" y="17"/>
                      <a:pt x="20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2" name="Freeform 774">
                <a:extLst>
                  <a:ext uri="{FF2B5EF4-FFF2-40B4-BE49-F238E27FC236}">
                    <a16:creationId xmlns:a16="http://schemas.microsoft.com/office/drawing/2014/main" id="{103A27D1-FE6B-6489-8746-F02ABAD1B4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" y="3579"/>
                <a:ext cx="142" cy="30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8 w 195"/>
                  <a:gd name="T7" fmla="*/ 0 h 42"/>
                  <a:gd name="T8" fmla="*/ 0 w 195"/>
                  <a:gd name="T9" fmla="*/ 38 h 42"/>
                  <a:gd name="T10" fmla="*/ 1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3" name="Freeform 775">
                <a:extLst>
                  <a:ext uri="{FF2B5EF4-FFF2-40B4-BE49-F238E27FC236}">
                    <a16:creationId xmlns:a16="http://schemas.microsoft.com/office/drawing/2014/main" id="{EC7984C6-A17C-3677-663F-C31DE3B7F7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3564"/>
                <a:ext cx="181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2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4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6" y="99"/>
                      <a:pt x="124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4" name="Freeform 776">
                <a:extLst>
                  <a:ext uri="{FF2B5EF4-FFF2-40B4-BE49-F238E27FC236}">
                    <a16:creationId xmlns:a16="http://schemas.microsoft.com/office/drawing/2014/main" id="{D13B0429-2CDB-E63D-10B2-C2F02246D0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3571"/>
                <a:ext cx="40" cy="59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40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5" name="Freeform 777">
                <a:extLst>
                  <a:ext uri="{FF2B5EF4-FFF2-40B4-BE49-F238E27FC236}">
                    <a16:creationId xmlns:a16="http://schemas.microsoft.com/office/drawing/2014/main" id="{CDE1C929-A8EC-C5E2-D845-B5A278D931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" y="3608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6" name="Oval 778">
                <a:extLst>
                  <a:ext uri="{FF2B5EF4-FFF2-40B4-BE49-F238E27FC236}">
                    <a16:creationId xmlns:a16="http://schemas.microsoft.com/office/drawing/2014/main" id="{74ED3364-9D9F-A33B-4523-B30E417B6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5" y="3550"/>
                <a:ext cx="181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7" name="Freeform 779">
                <a:extLst>
                  <a:ext uri="{FF2B5EF4-FFF2-40B4-BE49-F238E27FC236}">
                    <a16:creationId xmlns:a16="http://schemas.microsoft.com/office/drawing/2014/main" id="{41D30889-D2FB-576E-FA91-1658A8FECF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8" y="3569"/>
                <a:ext cx="56" cy="32"/>
              </a:xfrm>
              <a:custGeom>
                <a:avLst/>
                <a:gdLst>
                  <a:gd name="T0" fmla="*/ 66 w 76"/>
                  <a:gd name="T1" fmla="*/ 32 h 43"/>
                  <a:gd name="T2" fmla="*/ 76 w 76"/>
                  <a:gd name="T3" fmla="*/ 38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5 h 43"/>
                  <a:gd name="T18" fmla="*/ 9 w 76"/>
                  <a:gd name="T19" fmla="*/ 10 h 43"/>
                  <a:gd name="T20" fmla="*/ 0 w 76"/>
                  <a:gd name="T21" fmla="*/ 5 h 43"/>
                  <a:gd name="T22" fmla="*/ 9 w 76"/>
                  <a:gd name="T23" fmla="*/ 0 h 43"/>
                  <a:gd name="T24" fmla="*/ 19 w 76"/>
                  <a:gd name="T25" fmla="*/ 5 h 43"/>
                  <a:gd name="T26" fmla="*/ 40 w 76"/>
                  <a:gd name="T27" fmla="*/ 0 h 43"/>
                  <a:gd name="T28" fmla="*/ 44 w 76"/>
                  <a:gd name="T29" fmla="*/ 8 h 43"/>
                  <a:gd name="T30" fmla="*/ 22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0"/>
                      <a:pt x="60" y="39"/>
                      <a:pt x="56" y="37"/>
                    </a:cubicBezTo>
                    <a:cubicBezTo>
                      <a:pt x="48" y="40"/>
                      <a:pt x="39" y="41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5" y="34"/>
                      <a:pt x="46" y="32"/>
                      <a:pt x="52" y="29"/>
                    </a:cubicBezTo>
                    <a:cubicBezTo>
                      <a:pt x="55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5"/>
                    </a:cubicBezTo>
                    <a:cubicBezTo>
                      <a:pt x="0" y="21"/>
                      <a:pt x="1" y="15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3" y="3"/>
                      <a:pt x="5" y="2"/>
                      <a:pt x="9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5" y="3"/>
                      <a:pt x="33" y="1"/>
                      <a:pt x="40" y="0"/>
                    </a:cubicBezTo>
                    <a:cubicBezTo>
                      <a:pt x="42" y="4"/>
                      <a:pt x="43" y="5"/>
                      <a:pt x="44" y="8"/>
                    </a:cubicBezTo>
                    <a:cubicBezTo>
                      <a:pt x="36" y="9"/>
                      <a:pt x="27" y="12"/>
                      <a:pt x="22" y="14"/>
                    </a:cubicBezTo>
                    <a:cubicBezTo>
                      <a:pt x="19" y="15"/>
                      <a:pt x="18" y="17"/>
                      <a:pt x="20" y="18"/>
                    </a:cubicBezTo>
                    <a:cubicBezTo>
                      <a:pt x="28" y="22"/>
                      <a:pt x="51" y="7"/>
                      <a:pt x="68" y="17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8" name="Freeform 780">
                <a:extLst>
                  <a:ext uri="{FF2B5EF4-FFF2-40B4-BE49-F238E27FC236}">
                    <a16:creationId xmlns:a16="http://schemas.microsoft.com/office/drawing/2014/main" id="{69BB7214-8514-3355-15C5-74D9B34ED2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" y="3557"/>
                <a:ext cx="143" cy="30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9" name="Freeform 781">
                <a:extLst>
                  <a:ext uri="{FF2B5EF4-FFF2-40B4-BE49-F238E27FC236}">
                    <a16:creationId xmlns:a16="http://schemas.microsoft.com/office/drawing/2014/main" id="{AE61A713-FBD1-D7EF-CAEA-0A029323FF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2" y="3546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0" name="Freeform 782">
                <a:extLst>
                  <a:ext uri="{FF2B5EF4-FFF2-40B4-BE49-F238E27FC236}">
                    <a16:creationId xmlns:a16="http://schemas.microsoft.com/office/drawing/2014/main" id="{E655665B-7EA8-53F7-8B86-CB9B753E96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2" y="3553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1" name="Freeform 783">
                <a:extLst>
                  <a:ext uri="{FF2B5EF4-FFF2-40B4-BE49-F238E27FC236}">
                    <a16:creationId xmlns:a16="http://schemas.microsoft.com/office/drawing/2014/main" id="{6F173483-D148-68DB-B961-F85A95F26C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" y="3590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2" name="Oval 784">
                <a:extLst>
                  <a:ext uri="{FF2B5EF4-FFF2-40B4-BE49-F238E27FC236}">
                    <a16:creationId xmlns:a16="http://schemas.microsoft.com/office/drawing/2014/main" id="{8DD8DE19-CF0E-5A19-BAA4-9EBC6C62FF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" y="353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3" name="Freeform 785">
                <a:extLst>
                  <a:ext uri="{FF2B5EF4-FFF2-40B4-BE49-F238E27FC236}">
                    <a16:creationId xmlns:a16="http://schemas.microsoft.com/office/drawing/2014/main" id="{7A47E492-82B0-C82D-C21C-119DE39C4A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4" y="3551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9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2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4" name="Freeform 786">
                <a:extLst>
                  <a:ext uri="{FF2B5EF4-FFF2-40B4-BE49-F238E27FC236}">
                    <a16:creationId xmlns:a16="http://schemas.microsoft.com/office/drawing/2014/main" id="{998D0202-2B44-F851-50C7-3EF09D04C1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" y="3539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9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5" name="Freeform 787">
                <a:extLst>
                  <a:ext uri="{FF2B5EF4-FFF2-40B4-BE49-F238E27FC236}">
                    <a16:creationId xmlns:a16="http://schemas.microsoft.com/office/drawing/2014/main" id="{DAC0FA41-D7BB-9786-74B8-247631AC6F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3525"/>
                <a:ext cx="181" cy="71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6" name="Freeform 788">
                <a:extLst>
                  <a:ext uri="{FF2B5EF4-FFF2-40B4-BE49-F238E27FC236}">
                    <a16:creationId xmlns:a16="http://schemas.microsoft.com/office/drawing/2014/main" id="{2532D01F-756A-277C-097F-3575BB1B8E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3532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7" name="Freeform 789">
                <a:extLst>
                  <a:ext uri="{FF2B5EF4-FFF2-40B4-BE49-F238E27FC236}">
                    <a16:creationId xmlns:a16="http://schemas.microsoft.com/office/drawing/2014/main" id="{DB1583F7-2886-88B5-C2AC-E98CF1ACDB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" y="3568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8" name="Oval 790">
                <a:extLst>
                  <a:ext uri="{FF2B5EF4-FFF2-40B4-BE49-F238E27FC236}">
                    <a16:creationId xmlns:a16="http://schemas.microsoft.com/office/drawing/2014/main" id="{578CC872-E481-FB6A-DF15-4EE83774B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5" y="3509"/>
                <a:ext cx="181" cy="73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9" name="Freeform 791">
                <a:extLst>
                  <a:ext uri="{FF2B5EF4-FFF2-40B4-BE49-F238E27FC236}">
                    <a16:creationId xmlns:a16="http://schemas.microsoft.com/office/drawing/2014/main" id="{B2F53D3C-4C56-F705-F5FE-E50E910CEA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7" y="3529"/>
                <a:ext cx="57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9 h 43"/>
                  <a:gd name="T4" fmla="*/ 67 w 77"/>
                  <a:gd name="T5" fmla="*/ 43 h 43"/>
                  <a:gd name="T6" fmla="*/ 57 w 77"/>
                  <a:gd name="T7" fmla="*/ 38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30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9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9"/>
                    </a:cubicBezTo>
                    <a:cubicBezTo>
                      <a:pt x="73" y="41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8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8"/>
                      <a:pt x="27" y="34"/>
                    </a:cubicBezTo>
                    <a:cubicBezTo>
                      <a:pt x="36" y="34"/>
                      <a:pt x="47" y="32"/>
                      <a:pt x="52" y="30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6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0" name="Freeform 792">
                <a:extLst>
                  <a:ext uri="{FF2B5EF4-FFF2-40B4-BE49-F238E27FC236}">
                    <a16:creationId xmlns:a16="http://schemas.microsoft.com/office/drawing/2014/main" id="{28E64CDA-A86E-8015-5BBF-F45CE7C44F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" y="3517"/>
                <a:ext cx="143" cy="31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1" name="Freeform 793">
                <a:extLst>
                  <a:ext uri="{FF2B5EF4-FFF2-40B4-BE49-F238E27FC236}">
                    <a16:creationId xmlns:a16="http://schemas.microsoft.com/office/drawing/2014/main" id="{BA2B36E3-B73D-5DA1-3649-D47567E91D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6" y="3508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4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2" name="Freeform 794">
                <a:extLst>
                  <a:ext uri="{FF2B5EF4-FFF2-40B4-BE49-F238E27FC236}">
                    <a16:creationId xmlns:a16="http://schemas.microsoft.com/office/drawing/2014/main" id="{39D0A39E-46D4-5E1E-71E4-1BDBFB90F2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6" y="3515"/>
                <a:ext cx="40" cy="59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1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3" name="Freeform 795">
                <a:extLst>
                  <a:ext uri="{FF2B5EF4-FFF2-40B4-BE49-F238E27FC236}">
                    <a16:creationId xmlns:a16="http://schemas.microsoft.com/office/drawing/2014/main" id="{A05B3BA2-F480-5083-5AC5-C12C91D264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9" y="3552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4" name="Oval 796">
                <a:extLst>
                  <a:ext uri="{FF2B5EF4-FFF2-40B4-BE49-F238E27FC236}">
                    <a16:creationId xmlns:a16="http://schemas.microsoft.com/office/drawing/2014/main" id="{04A8B7E4-9CEE-B78C-2C30-77F39D20E9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6" y="349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5" name="Freeform 797">
                <a:extLst>
                  <a:ext uri="{FF2B5EF4-FFF2-40B4-BE49-F238E27FC236}">
                    <a16:creationId xmlns:a16="http://schemas.microsoft.com/office/drawing/2014/main" id="{6C914502-1CB4-8346-575E-408AA677A4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8" y="3513"/>
                <a:ext cx="56" cy="31"/>
              </a:xfrm>
              <a:custGeom>
                <a:avLst/>
                <a:gdLst>
                  <a:gd name="T0" fmla="*/ 67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1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20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9 w 77"/>
                  <a:gd name="T35" fmla="*/ 16 h 43"/>
                  <a:gd name="T36" fmla="*/ 67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2"/>
                    </a:moveTo>
                    <a:cubicBezTo>
                      <a:pt x="71" y="34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8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20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3" y="3"/>
                      <a:pt x="43" y="5"/>
                      <a:pt x="45" y="8"/>
                    </a:cubicBezTo>
                    <a:cubicBezTo>
                      <a:pt x="37" y="9"/>
                      <a:pt x="28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7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6" name="Freeform 798">
                <a:extLst>
                  <a:ext uri="{FF2B5EF4-FFF2-40B4-BE49-F238E27FC236}">
                    <a16:creationId xmlns:a16="http://schemas.microsoft.com/office/drawing/2014/main" id="{9335DC3F-3053-E3C8-3DF0-FB941BB06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5" y="3501"/>
                <a:ext cx="142" cy="30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7" name="Freeform 799">
                <a:extLst>
                  <a:ext uri="{FF2B5EF4-FFF2-40B4-BE49-F238E27FC236}">
                    <a16:creationId xmlns:a16="http://schemas.microsoft.com/office/drawing/2014/main" id="{FC056DB9-DF33-734A-F889-D341D10468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" y="3493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2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4" y="0"/>
                      <a:pt x="124" y="0"/>
                    </a:cubicBezTo>
                    <a:cubicBezTo>
                      <a:pt x="74" y="0"/>
                      <a:pt x="31" y="11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8" name="Freeform 800">
                <a:extLst>
                  <a:ext uri="{FF2B5EF4-FFF2-40B4-BE49-F238E27FC236}">
                    <a16:creationId xmlns:a16="http://schemas.microsoft.com/office/drawing/2014/main" id="{AB89D3C8-F784-C50C-0627-4D41BB2B13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" y="3501"/>
                <a:ext cx="40" cy="58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9" name="Freeform 801">
                <a:extLst>
                  <a:ext uri="{FF2B5EF4-FFF2-40B4-BE49-F238E27FC236}">
                    <a16:creationId xmlns:a16="http://schemas.microsoft.com/office/drawing/2014/main" id="{F14C964E-0B81-0C8E-B7DA-E497C01622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" y="3537"/>
                <a:ext cx="20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0" name="Oval 802">
                <a:extLst>
                  <a:ext uri="{FF2B5EF4-FFF2-40B4-BE49-F238E27FC236}">
                    <a16:creationId xmlns:a16="http://schemas.microsoft.com/office/drawing/2014/main" id="{A15CE48A-57FF-6699-0E38-A31DE67EE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9" y="3478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1" name="Freeform 803">
                <a:extLst>
                  <a:ext uri="{FF2B5EF4-FFF2-40B4-BE49-F238E27FC236}">
                    <a16:creationId xmlns:a16="http://schemas.microsoft.com/office/drawing/2014/main" id="{692BCBB3-3096-4533-A9CA-CFB43CDC39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1" y="3498"/>
                <a:ext cx="56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8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0 h 43"/>
                  <a:gd name="T20" fmla="*/ 0 w 76"/>
                  <a:gd name="T21" fmla="*/ 5 h 43"/>
                  <a:gd name="T22" fmla="*/ 9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4 w 76"/>
                  <a:gd name="T29" fmla="*/ 9 h 43"/>
                  <a:gd name="T30" fmla="*/ 22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5" y="34"/>
                      <a:pt x="46" y="32"/>
                      <a:pt x="52" y="29"/>
                    </a:cubicBezTo>
                    <a:cubicBezTo>
                      <a:pt x="55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6"/>
                    </a:cubicBezTo>
                    <a:cubicBezTo>
                      <a:pt x="0" y="21"/>
                      <a:pt x="1" y="16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3" y="3"/>
                      <a:pt x="5" y="2"/>
                      <a:pt x="9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5" y="3"/>
                      <a:pt x="33" y="1"/>
                      <a:pt x="40" y="1"/>
                    </a:cubicBezTo>
                    <a:cubicBezTo>
                      <a:pt x="42" y="4"/>
                      <a:pt x="43" y="6"/>
                      <a:pt x="44" y="9"/>
                    </a:cubicBezTo>
                    <a:cubicBezTo>
                      <a:pt x="36" y="10"/>
                      <a:pt x="27" y="12"/>
                      <a:pt x="22" y="14"/>
                    </a:cubicBezTo>
                    <a:cubicBezTo>
                      <a:pt x="19" y="15"/>
                      <a:pt x="18" y="17"/>
                      <a:pt x="20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2" name="Freeform 804">
                <a:extLst>
                  <a:ext uri="{FF2B5EF4-FFF2-40B4-BE49-F238E27FC236}">
                    <a16:creationId xmlns:a16="http://schemas.microsoft.com/office/drawing/2014/main" id="{A355880A-F044-5CE8-5BBB-732F013A6B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" y="3486"/>
                <a:ext cx="142" cy="31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8 w 195"/>
                  <a:gd name="T7" fmla="*/ 0 h 42"/>
                  <a:gd name="T8" fmla="*/ 0 w 195"/>
                  <a:gd name="T9" fmla="*/ 38 h 42"/>
                  <a:gd name="T10" fmla="*/ 1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3" name="Freeform 805">
                <a:extLst>
                  <a:ext uri="{FF2B5EF4-FFF2-40B4-BE49-F238E27FC236}">
                    <a16:creationId xmlns:a16="http://schemas.microsoft.com/office/drawing/2014/main" id="{C62594F0-05B9-005A-0426-45BDE706DE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" y="3471"/>
                <a:ext cx="180" cy="73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2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4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6" y="99"/>
                      <a:pt x="124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4" name="Freeform 806">
                <a:extLst>
                  <a:ext uri="{FF2B5EF4-FFF2-40B4-BE49-F238E27FC236}">
                    <a16:creationId xmlns:a16="http://schemas.microsoft.com/office/drawing/2014/main" id="{1AEAF118-D059-5079-2DA3-BA958E111D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" y="3479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40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5" name="Freeform 807">
                <a:extLst>
                  <a:ext uri="{FF2B5EF4-FFF2-40B4-BE49-F238E27FC236}">
                    <a16:creationId xmlns:a16="http://schemas.microsoft.com/office/drawing/2014/main" id="{AAC84238-C701-123F-6AAC-BFCE5DE9BD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6" y="3515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446" name="Group 1009">
              <a:extLst>
                <a:ext uri="{FF2B5EF4-FFF2-40B4-BE49-F238E27FC236}">
                  <a16:creationId xmlns:a16="http://schemas.microsoft.com/office/drawing/2014/main" id="{E1297BCF-49E7-935C-AF3C-3B35021485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6993" y="5126107"/>
              <a:ext cx="569920" cy="1027127"/>
              <a:chOff x="754" y="3229"/>
              <a:chExt cx="359" cy="647"/>
            </a:xfrm>
          </p:grpSpPr>
          <p:sp>
            <p:nvSpPr>
              <p:cNvPr id="2046" name="Oval 809">
                <a:extLst>
                  <a:ext uri="{FF2B5EF4-FFF2-40B4-BE49-F238E27FC236}">
                    <a16:creationId xmlns:a16="http://schemas.microsoft.com/office/drawing/2014/main" id="{4F3F89E8-CE63-AADA-93CF-111D7563FB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" y="3457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47" name="Freeform 810">
                <a:extLst>
                  <a:ext uri="{FF2B5EF4-FFF2-40B4-BE49-F238E27FC236}">
                    <a16:creationId xmlns:a16="http://schemas.microsoft.com/office/drawing/2014/main" id="{096DB96F-081D-43EA-8DFB-463CB1094E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5" y="3477"/>
                <a:ext cx="55" cy="31"/>
              </a:xfrm>
              <a:custGeom>
                <a:avLst/>
                <a:gdLst>
                  <a:gd name="T0" fmla="*/ 66 w 76"/>
                  <a:gd name="T1" fmla="*/ 32 h 43"/>
                  <a:gd name="T2" fmla="*/ 76 w 76"/>
                  <a:gd name="T3" fmla="*/ 38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5 h 43"/>
                  <a:gd name="T18" fmla="*/ 9 w 76"/>
                  <a:gd name="T19" fmla="*/ 10 h 43"/>
                  <a:gd name="T20" fmla="*/ 0 w 76"/>
                  <a:gd name="T21" fmla="*/ 5 h 43"/>
                  <a:gd name="T22" fmla="*/ 9 w 76"/>
                  <a:gd name="T23" fmla="*/ 0 h 43"/>
                  <a:gd name="T24" fmla="*/ 19 w 76"/>
                  <a:gd name="T25" fmla="*/ 5 h 43"/>
                  <a:gd name="T26" fmla="*/ 40 w 76"/>
                  <a:gd name="T27" fmla="*/ 0 h 43"/>
                  <a:gd name="T28" fmla="*/ 44 w 76"/>
                  <a:gd name="T29" fmla="*/ 8 h 43"/>
                  <a:gd name="T30" fmla="*/ 22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0"/>
                      <a:pt x="60" y="39"/>
                      <a:pt x="56" y="37"/>
                    </a:cubicBezTo>
                    <a:cubicBezTo>
                      <a:pt x="48" y="40"/>
                      <a:pt x="39" y="41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5" y="34"/>
                      <a:pt x="46" y="32"/>
                      <a:pt x="52" y="29"/>
                    </a:cubicBezTo>
                    <a:cubicBezTo>
                      <a:pt x="55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5"/>
                    </a:cubicBezTo>
                    <a:cubicBezTo>
                      <a:pt x="0" y="21"/>
                      <a:pt x="1" y="15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3" y="3"/>
                      <a:pt x="5" y="2"/>
                      <a:pt x="9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5" y="3"/>
                      <a:pt x="33" y="1"/>
                      <a:pt x="40" y="0"/>
                    </a:cubicBezTo>
                    <a:cubicBezTo>
                      <a:pt x="42" y="4"/>
                      <a:pt x="43" y="5"/>
                      <a:pt x="44" y="8"/>
                    </a:cubicBezTo>
                    <a:cubicBezTo>
                      <a:pt x="36" y="10"/>
                      <a:pt x="27" y="12"/>
                      <a:pt x="22" y="14"/>
                    </a:cubicBezTo>
                    <a:cubicBezTo>
                      <a:pt x="19" y="15"/>
                      <a:pt x="18" y="17"/>
                      <a:pt x="20" y="18"/>
                    </a:cubicBezTo>
                    <a:cubicBezTo>
                      <a:pt x="28" y="22"/>
                      <a:pt x="51" y="7"/>
                      <a:pt x="68" y="17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48" name="Freeform 811">
                <a:extLst>
                  <a:ext uri="{FF2B5EF4-FFF2-40B4-BE49-F238E27FC236}">
                    <a16:creationId xmlns:a16="http://schemas.microsoft.com/office/drawing/2014/main" id="{C7E2EF34-4CD3-4419-8D6E-38C720A0C3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1" y="3464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49" name="Freeform 812">
                <a:extLst>
                  <a:ext uri="{FF2B5EF4-FFF2-40B4-BE49-F238E27FC236}">
                    <a16:creationId xmlns:a16="http://schemas.microsoft.com/office/drawing/2014/main" id="{C22AD375-9EC8-C4FE-C0B6-DA9326685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" y="3453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0" name="Freeform 813">
                <a:extLst>
                  <a:ext uri="{FF2B5EF4-FFF2-40B4-BE49-F238E27FC236}">
                    <a16:creationId xmlns:a16="http://schemas.microsoft.com/office/drawing/2014/main" id="{6B604ECA-9440-27B4-98C8-454A384DC8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" y="3461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1" name="Freeform 814">
                <a:extLst>
                  <a:ext uri="{FF2B5EF4-FFF2-40B4-BE49-F238E27FC236}">
                    <a16:creationId xmlns:a16="http://schemas.microsoft.com/office/drawing/2014/main" id="{882E9773-1D6D-B490-43EA-EF33E5E8D6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" y="3497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2" name="Oval 815">
                <a:extLst>
                  <a:ext uri="{FF2B5EF4-FFF2-40B4-BE49-F238E27FC236}">
                    <a16:creationId xmlns:a16="http://schemas.microsoft.com/office/drawing/2014/main" id="{0B8BC05B-EAEB-95BB-C08C-B5C12F9327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9" y="3439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3" name="Freeform 816">
                <a:extLst>
                  <a:ext uri="{FF2B5EF4-FFF2-40B4-BE49-F238E27FC236}">
                    <a16:creationId xmlns:a16="http://schemas.microsoft.com/office/drawing/2014/main" id="{3A6AED0F-02CC-1B27-DA64-9E3750CE6D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1" y="3458"/>
                <a:ext cx="56" cy="32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9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2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4" name="Freeform 817">
                <a:extLst>
                  <a:ext uri="{FF2B5EF4-FFF2-40B4-BE49-F238E27FC236}">
                    <a16:creationId xmlns:a16="http://schemas.microsoft.com/office/drawing/2014/main" id="{107225F2-FA89-B541-771F-5D4B8716EF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" y="3446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9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5" name="Freeform 818">
                <a:extLst>
                  <a:ext uri="{FF2B5EF4-FFF2-40B4-BE49-F238E27FC236}">
                    <a16:creationId xmlns:a16="http://schemas.microsoft.com/office/drawing/2014/main" id="{A0C267A3-B780-12A6-AC3B-3E08750079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" y="3432"/>
                <a:ext cx="180" cy="72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6" name="Freeform 819">
                <a:extLst>
                  <a:ext uri="{FF2B5EF4-FFF2-40B4-BE49-F238E27FC236}">
                    <a16:creationId xmlns:a16="http://schemas.microsoft.com/office/drawing/2014/main" id="{2462F53F-C9E1-4B1E-2836-91F64FB0C9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" y="3439"/>
                <a:ext cx="40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7" name="Freeform 820">
                <a:extLst>
                  <a:ext uri="{FF2B5EF4-FFF2-40B4-BE49-F238E27FC236}">
                    <a16:creationId xmlns:a16="http://schemas.microsoft.com/office/drawing/2014/main" id="{FEB33D67-0DE2-DEBC-A8F0-85782D031E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6" y="3476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8" name="Oval 821">
                <a:extLst>
                  <a:ext uri="{FF2B5EF4-FFF2-40B4-BE49-F238E27FC236}">
                    <a16:creationId xmlns:a16="http://schemas.microsoft.com/office/drawing/2014/main" id="{0084D0FC-EBF6-BB3C-F90A-D985CAAA8D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" y="3417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9" name="Freeform 822">
                <a:extLst>
                  <a:ext uri="{FF2B5EF4-FFF2-40B4-BE49-F238E27FC236}">
                    <a16:creationId xmlns:a16="http://schemas.microsoft.com/office/drawing/2014/main" id="{9FD87BDF-5C70-B421-6C06-662E49B47D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4" y="3437"/>
                <a:ext cx="56" cy="31"/>
              </a:xfrm>
              <a:custGeom>
                <a:avLst/>
                <a:gdLst>
                  <a:gd name="T0" fmla="*/ 66 w 77"/>
                  <a:gd name="T1" fmla="*/ 32 h 42"/>
                  <a:gd name="T2" fmla="*/ 77 w 77"/>
                  <a:gd name="T3" fmla="*/ 38 h 42"/>
                  <a:gd name="T4" fmla="*/ 67 w 77"/>
                  <a:gd name="T5" fmla="*/ 42 h 42"/>
                  <a:gd name="T6" fmla="*/ 57 w 77"/>
                  <a:gd name="T7" fmla="*/ 37 h 42"/>
                  <a:gd name="T8" fmla="*/ 32 w 77"/>
                  <a:gd name="T9" fmla="*/ 41 h 42"/>
                  <a:gd name="T10" fmla="*/ 27 w 77"/>
                  <a:gd name="T11" fmla="*/ 33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10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9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1" y="34"/>
                      <a:pt x="73" y="35"/>
                      <a:pt x="77" y="38"/>
                    </a:cubicBezTo>
                    <a:cubicBezTo>
                      <a:pt x="73" y="40"/>
                      <a:pt x="71" y="40"/>
                      <a:pt x="67" y="42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39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3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6"/>
                      <a:pt x="0" y="4"/>
                    </a:cubicBezTo>
                    <a:cubicBezTo>
                      <a:pt x="4" y="2"/>
                      <a:pt x="6" y="1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2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3"/>
                    </a:cubicBezTo>
                    <a:cubicBezTo>
                      <a:pt x="20" y="15"/>
                      <a:pt x="19" y="16"/>
                      <a:pt x="21" y="18"/>
                    </a:cubicBezTo>
                    <a:cubicBezTo>
                      <a:pt x="29" y="22"/>
                      <a:pt x="52" y="6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0" name="Freeform 823">
                <a:extLst>
                  <a:ext uri="{FF2B5EF4-FFF2-40B4-BE49-F238E27FC236}">
                    <a16:creationId xmlns:a16="http://schemas.microsoft.com/office/drawing/2014/main" id="{0F0E9C3A-9CB9-1034-FFB8-0DFB8C711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1" y="3425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1" name="Freeform 824">
                <a:extLst>
                  <a:ext uri="{FF2B5EF4-FFF2-40B4-BE49-F238E27FC236}">
                    <a16:creationId xmlns:a16="http://schemas.microsoft.com/office/drawing/2014/main" id="{8347E2E5-EB0A-0A47-A483-7200127A01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413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2" name="Freeform 825">
                <a:extLst>
                  <a:ext uri="{FF2B5EF4-FFF2-40B4-BE49-F238E27FC236}">
                    <a16:creationId xmlns:a16="http://schemas.microsoft.com/office/drawing/2014/main" id="{CC806EC0-7466-E787-E4C8-80225E3D19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420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3" name="Freeform 826">
                <a:extLst>
                  <a:ext uri="{FF2B5EF4-FFF2-40B4-BE49-F238E27FC236}">
                    <a16:creationId xmlns:a16="http://schemas.microsoft.com/office/drawing/2014/main" id="{2CE965E7-986B-1A94-F32F-687FE01EA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" y="3457"/>
                <a:ext cx="20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8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4" name="Oval 827">
                <a:extLst>
                  <a:ext uri="{FF2B5EF4-FFF2-40B4-BE49-F238E27FC236}">
                    <a16:creationId xmlns:a16="http://schemas.microsoft.com/office/drawing/2014/main" id="{0C76BAD8-AF20-75E1-E19F-2F226D2770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1" y="3399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5" name="Freeform 828">
                <a:extLst>
                  <a:ext uri="{FF2B5EF4-FFF2-40B4-BE49-F238E27FC236}">
                    <a16:creationId xmlns:a16="http://schemas.microsoft.com/office/drawing/2014/main" id="{F0DA6B15-6BD3-52B7-8BDF-2F4E5A499E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3418"/>
                <a:ext cx="56" cy="32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6" name="Freeform 829">
                <a:extLst>
                  <a:ext uri="{FF2B5EF4-FFF2-40B4-BE49-F238E27FC236}">
                    <a16:creationId xmlns:a16="http://schemas.microsoft.com/office/drawing/2014/main" id="{C7A4BD30-9D9D-BB94-9E2B-EE928274B4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" y="3406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7" name="Freeform 830">
                <a:extLst>
                  <a:ext uri="{FF2B5EF4-FFF2-40B4-BE49-F238E27FC236}">
                    <a16:creationId xmlns:a16="http://schemas.microsoft.com/office/drawing/2014/main" id="{4A494634-8D64-7871-EE3E-5D38DEC292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" y="3399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8" name="Freeform 831">
                <a:extLst>
                  <a:ext uri="{FF2B5EF4-FFF2-40B4-BE49-F238E27FC236}">
                    <a16:creationId xmlns:a16="http://schemas.microsoft.com/office/drawing/2014/main" id="{6926C875-AAD3-C74C-822E-C82A574A9A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" y="3406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9" name="Freeform 832">
                <a:extLst>
                  <a:ext uri="{FF2B5EF4-FFF2-40B4-BE49-F238E27FC236}">
                    <a16:creationId xmlns:a16="http://schemas.microsoft.com/office/drawing/2014/main" id="{ED5129BF-BAD5-D34E-1AF1-B62903073E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7" y="3442"/>
                <a:ext cx="21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0" name="Oval 833">
                <a:extLst>
                  <a:ext uri="{FF2B5EF4-FFF2-40B4-BE49-F238E27FC236}">
                    <a16:creationId xmlns:a16="http://schemas.microsoft.com/office/drawing/2014/main" id="{5ED19117-608F-60AF-3522-9F71EC4D8C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4" y="338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1" name="Freeform 834">
                <a:extLst>
                  <a:ext uri="{FF2B5EF4-FFF2-40B4-BE49-F238E27FC236}">
                    <a16:creationId xmlns:a16="http://schemas.microsoft.com/office/drawing/2014/main" id="{B6019028-6D81-91B1-12AD-203FD18A74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6" y="3403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4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2" name="Freeform 835">
                <a:extLst>
                  <a:ext uri="{FF2B5EF4-FFF2-40B4-BE49-F238E27FC236}">
                    <a16:creationId xmlns:a16="http://schemas.microsoft.com/office/drawing/2014/main" id="{A96A0D1C-464A-FCD6-0660-38C8A0C3A3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3391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3" name="Freeform 836">
                <a:extLst>
                  <a:ext uri="{FF2B5EF4-FFF2-40B4-BE49-F238E27FC236}">
                    <a16:creationId xmlns:a16="http://schemas.microsoft.com/office/drawing/2014/main" id="{E5C072D7-214A-65B7-FAC0-22E3573EF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377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4" name="Freeform 837">
                <a:extLst>
                  <a:ext uri="{FF2B5EF4-FFF2-40B4-BE49-F238E27FC236}">
                    <a16:creationId xmlns:a16="http://schemas.microsoft.com/office/drawing/2014/main" id="{64D7FC7F-0CC3-BA35-BC9B-07088D04BA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384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5" name="Freeform 838">
                <a:extLst>
                  <a:ext uri="{FF2B5EF4-FFF2-40B4-BE49-F238E27FC236}">
                    <a16:creationId xmlns:a16="http://schemas.microsoft.com/office/drawing/2014/main" id="{ED99F4A7-0404-5C58-70F4-038274E5F2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1" y="3420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6" name="Oval 839">
                <a:extLst>
                  <a:ext uri="{FF2B5EF4-FFF2-40B4-BE49-F238E27FC236}">
                    <a16:creationId xmlns:a16="http://schemas.microsoft.com/office/drawing/2014/main" id="{17879854-7DCC-5AD4-09B2-992282E561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3362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7" name="Freeform 840">
                <a:extLst>
                  <a:ext uri="{FF2B5EF4-FFF2-40B4-BE49-F238E27FC236}">
                    <a16:creationId xmlns:a16="http://schemas.microsoft.com/office/drawing/2014/main" id="{B14756A2-DC8C-F087-0A0E-59A7084C36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" y="3382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7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8" name="Freeform 841">
                <a:extLst>
                  <a:ext uri="{FF2B5EF4-FFF2-40B4-BE49-F238E27FC236}">
                    <a16:creationId xmlns:a16="http://schemas.microsoft.com/office/drawing/2014/main" id="{1924FE85-7BEB-865A-4860-3C71DF9AAB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369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9" y="7"/>
                      <a:pt x="190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9" name="Freeform 842">
                <a:extLst>
                  <a:ext uri="{FF2B5EF4-FFF2-40B4-BE49-F238E27FC236}">
                    <a16:creationId xmlns:a16="http://schemas.microsoft.com/office/drawing/2014/main" id="{01094E36-0800-0AC3-B595-C08CE3A469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" y="3358"/>
                <a:ext cx="180" cy="73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0" name="Freeform 843">
                <a:extLst>
                  <a:ext uri="{FF2B5EF4-FFF2-40B4-BE49-F238E27FC236}">
                    <a16:creationId xmlns:a16="http://schemas.microsoft.com/office/drawing/2014/main" id="{0CD3D72B-EA76-B09D-A5BD-B3A2015FED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" y="3366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1" name="Freeform 844">
                <a:extLst>
                  <a:ext uri="{FF2B5EF4-FFF2-40B4-BE49-F238E27FC236}">
                    <a16:creationId xmlns:a16="http://schemas.microsoft.com/office/drawing/2014/main" id="{0E8F5E5B-F1D7-6633-A104-B38045FC41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6" y="3402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2" name="Oval 845">
                <a:extLst>
                  <a:ext uri="{FF2B5EF4-FFF2-40B4-BE49-F238E27FC236}">
                    <a16:creationId xmlns:a16="http://schemas.microsoft.com/office/drawing/2014/main" id="{DA4E98F8-860D-516F-520C-B8324748FC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4" y="3344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3" name="Freeform 846">
                <a:extLst>
                  <a:ext uri="{FF2B5EF4-FFF2-40B4-BE49-F238E27FC236}">
                    <a16:creationId xmlns:a16="http://schemas.microsoft.com/office/drawing/2014/main" id="{379F33DB-157D-9CC4-6790-50B0E67F88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6" y="3364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0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8"/>
                      <a:pt x="28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0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4" name="Freeform 847">
                <a:extLst>
                  <a:ext uri="{FF2B5EF4-FFF2-40B4-BE49-F238E27FC236}">
                    <a16:creationId xmlns:a16="http://schemas.microsoft.com/office/drawing/2014/main" id="{344C5E04-D5D8-C074-FC70-A452C1D2B6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3351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5" name="Freeform 848">
                <a:extLst>
                  <a:ext uri="{FF2B5EF4-FFF2-40B4-BE49-F238E27FC236}">
                    <a16:creationId xmlns:a16="http://schemas.microsoft.com/office/drawing/2014/main" id="{43A5BC5A-0AC8-D0CF-9626-F5BA7797C8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337"/>
                <a:ext cx="180" cy="72"/>
              </a:xfrm>
              <a:custGeom>
                <a:avLst/>
                <a:gdLst>
                  <a:gd name="T0" fmla="*/ 235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5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6" name="Freeform 849">
                <a:extLst>
                  <a:ext uri="{FF2B5EF4-FFF2-40B4-BE49-F238E27FC236}">
                    <a16:creationId xmlns:a16="http://schemas.microsoft.com/office/drawing/2014/main" id="{A3A00093-4D87-D579-8BB1-1F0E818269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345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7" name="Freeform 850">
                <a:extLst>
                  <a:ext uri="{FF2B5EF4-FFF2-40B4-BE49-F238E27FC236}">
                    <a16:creationId xmlns:a16="http://schemas.microsoft.com/office/drawing/2014/main" id="{B29015B7-5DEC-2F7C-210F-3976A9B134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0" y="3381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8" name="Oval 851">
                <a:extLst>
                  <a:ext uri="{FF2B5EF4-FFF2-40B4-BE49-F238E27FC236}">
                    <a16:creationId xmlns:a16="http://schemas.microsoft.com/office/drawing/2014/main" id="{C22DEDA2-4B0B-B651-2175-42BF4FE0C5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3322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9" name="Freeform 852">
                <a:extLst>
                  <a:ext uri="{FF2B5EF4-FFF2-40B4-BE49-F238E27FC236}">
                    <a16:creationId xmlns:a16="http://schemas.microsoft.com/office/drawing/2014/main" id="{C652E390-3411-6CB9-282F-840CF5ABD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" y="3342"/>
                <a:ext cx="56" cy="31"/>
              </a:xfrm>
              <a:custGeom>
                <a:avLst/>
                <a:gdLst>
                  <a:gd name="T0" fmla="*/ 66 w 77"/>
                  <a:gd name="T1" fmla="*/ 32 h 42"/>
                  <a:gd name="T2" fmla="*/ 76 w 77"/>
                  <a:gd name="T3" fmla="*/ 38 h 42"/>
                  <a:gd name="T4" fmla="*/ 67 w 77"/>
                  <a:gd name="T5" fmla="*/ 42 h 42"/>
                  <a:gd name="T6" fmla="*/ 56 w 77"/>
                  <a:gd name="T7" fmla="*/ 37 h 42"/>
                  <a:gd name="T8" fmla="*/ 31 w 77"/>
                  <a:gd name="T9" fmla="*/ 41 h 42"/>
                  <a:gd name="T10" fmla="*/ 27 w 77"/>
                  <a:gd name="T11" fmla="*/ 33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9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8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0" y="34"/>
                      <a:pt x="72" y="35"/>
                      <a:pt x="76" y="38"/>
                    </a:cubicBezTo>
                    <a:cubicBezTo>
                      <a:pt x="72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39"/>
                      <a:pt x="40" y="41"/>
                      <a:pt x="31" y="41"/>
                    </a:cubicBezTo>
                    <a:cubicBezTo>
                      <a:pt x="29" y="38"/>
                      <a:pt x="28" y="37"/>
                      <a:pt x="27" y="33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6"/>
                      <a:pt x="0" y="4"/>
                    </a:cubicBezTo>
                    <a:cubicBezTo>
                      <a:pt x="4" y="2"/>
                      <a:pt x="6" y="1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2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6"/>
                      <a:pt x="21" y="18"/>
                    </a:cubicBezTo>
                    <a:cubicBezTo>
                      <a:pt x="28" y="22"/>
                      <a:pt x="51" y="6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0" name="Freeform 853">
                <a:extLst>
                  <a:ext uri="{FF2B5EF4-FFF2-40B4-BE49-F238E27FC236}">
                    <a16:creationId xmlns:a16="http://schemas.microsoft.com/office/drawing/2014/main" id="{0D957B01-DD4F-B7BB-A1F1-A6074285C2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330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1" name="Freeform 854">
                <a:extLst>
                  <a:ext uri="{FF2B5EF4-FFF2-40B4-BE49-F238E27FC236}">
                    <a16:creationId xmlns:a16="http://schemas.microsoft.com/office/drawing/2014/main" id="{206356B1-AD2C-ED1C-88CD-879727831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4" y="3320"/>
                <a:ext cx="180" cy="73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2" name="Freeform 855">
                <a:extLst>
                  <a:ext uri="{FF2B5EF4-FFF2-40B4-BE49-F238E27FC236}">
                    <a16:creationId xmlns:a16="http://schemas.microsoft.com/office/drawing/2014/main" id="{AC8B2B3F-C56B-06B7-F873-6944C06B9F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4" y="3328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3" name="Freeform 856">
                <a:extLst>
                  <a:ext uri="{FF2B5EF4-FFF2-40B4-BE49-F238E27FC236}">
                    <a16:creationId xmlns:a16="http://schemas.microsoft.com/office/drawing/2014/main" id="{3D76081F-8FB5-95B1-E485-7B0C91EF52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" y="3364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4" name="Oval 857">
                <a:extLst>
                  <a:ext uri="{FF2B5EF4-FFF2-40B4-BE49-F238E27FC236}">
                    <a16:creationId xmlns:a16="http://schemas.microsoft.com/office/drawing/2014/main" id="{F153FAEF-B584-C7CC-D8CF-9F3BD9D7D4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4" y="3306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5" name="Freeform 858">
                <a:extLst>
                  <a:ext uri="{FF2B5EF4-FFF2-40B4-BE49-F238E27FC236}">
                    <a16:creationId xmlns:a16="http://schemas.microsoft.com/office/drawing/2014/main" id="{F103C4FF-3EC6-BE05-DEF4-51CDECBC22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" y="3326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8"/>
                      <a:pt x="28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2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6" name="Freeform 859">
                <a:extLst>
                  <a:ext uri="{FF2B5EF4-FFF2-40B4-BE49-F238E27FC236}">
                    <a16:creationId xmlns:a16="http://schemas.microsoft.com/office/drawing/2014/main" id="{54A06926-3DB4-2A54-CD68-51D464F424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3" y="3313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7" name="Freeform 860">
                <a:extLst>
                  <a:ext uri="{FF2B5EF4-FFF2-40B4-BE49-F238E27FC236}">
                    <a16:creationId xmlns:a16="http://schemas.microsoft.com/office/drawing/2014/main" id="{26F2FE3C-6C28-B86C-B1E7-06B5E6ED72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306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8" name="Freeform 861">
                <a:extLst>
                  <a:ext uri="{FF2B5EF4-FFF2-40B4-BE49-F238E27FC236}">
                    <a16:creationId xmlns:a16="http://schemas.microsoft.com/office/drawing/2014/main" id="{EED5E158-CA31-86C4-DB4E-4A56771233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313"/>
                <a:ext cx="40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9" name="Freeform 862">
                <a:extLst>
                  <a:ext uri="{FF2B5EF4-FFF2-40B4-BE49-F238E27FC236}">
                    <a16:creationId xmlns:a16="http://schemas.microsoft.com/office/drawing/2014/main" id="{424DBBDC-D380-447D-3CF0-CA1E1C47E9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1" y="3350"/>
                <a:ext cx="19" cy="27"/>
              </a:xfrm>
              <a:custGeom>
                <a:avLst/>
                <a:gdLst>
                  <a:gd name="T0" fmla="*/ 27 w 27"/>
                  <a:gd name="T1" fmla="*/ 36 h 38"/>
                  <a:gd name="T2" fmla="*/ 27 w 27"/>
                  <a:gd name="T3" fmla="*/ 0 h 38"/>
                  <a:gd name="T4" fmla="*/ 0 w 27"/>
                  <a:gd name="T5" fmla="*/ 0 h 38"/>
                  <a:gd name="T6" fmla="*/ 0 w 27"/>
                  <a:gd name="T7" fmla="*/ 38 h 38"/>
                  <a:gd name="T8" fmla="*/ 27 w 27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8">
                    <a:moveTo>
                      <a:pt x="27" y="36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7"/>
                      <a:pt x="27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0" name="Oval 863">
                <a:extLst>
                  <a:ext uri="{FF2B5EF4-FFF2-40B4-BE49-F238E27FC236}">
                    <a16:creationId xmlns:a16="http://schemas.microsoft.com/office/drawing/2014/main" id="{EE9C8786-A370-F79B-88D6-17267D47C3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329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1" name="Freeform 864">
                <a:extLst>
                  <a:ext uri="{FF2B5EF4-FFF2-40B4-BE49-F238E27FC236}">
                    <a16:creationId xmlns:a16="http://schemas.microsoft.com/office/drawing/2014/main" id="{DC4183D0-6108-3ED6-6399-FF5F1B4592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" y="3310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4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2" name="Freeform 865">
                <a:extLst>
                  <a:ext uri="{FF2B5EF4-FFF2-40B4-BE49-F238E27FC236}">
                    <a16:creationId xmlns:a16="http://schemas.microsoft.com/office/drawing/2014/main" id="{B0DF889A-198C-2EA4-EF80-23D7EA9A14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299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3" name="Freeform 866">
                <a:extLst>
                  <a:ext uri="{FF2B5EF4-FFF2-40B4-BE49-F238E27FC236}">
                    <a16:creationId xmlns:a16="http://schemas.microsoft.com/office/drawing/2014/main" id="{5EF27AE4-ACDE-77D6-C443-9B170F790F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284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4" name="Freeform 867">
                <a:extLst>
                  <a:ext uri="{FF2B5EF4-FFF2-40B4-BE49-F238E27FC236}">
                    <a16:creationId xmlns:a16="http://schemas.microsoft.com/office/drawing/2014/main" id="{3091D18B-2705-E7C6-F635-465CA917CD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291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5" name="Freeform 868">
                <a:extLst>
                  <a:ext uri="{FF2B5EF4-FFF2-40B4-BE49-F238E27FC236}">
                    <a16:creationId xmlns:a16="http://schemas.microsoft.com/office/drawing/2014/main" id="{CE4D7130-CC9F-ED1B-F159-52F241F7FB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" y="3328"/>
                <a:ext cx="20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6" name="Oval 869">
                <a:extLst>
                  <a:ext uri="{FF2B5EF4-FFF2-40B4-BE49-F238E27FC236}">
                    <a16:creationId xmlns:a16="http://schemas.microsoft.com/office/drawing/2014/main" id="{C3EF4A34-AA6A-D9F9-F94D-F4089AE5FD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1" y="3269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7" name="Freeform 870">
                <a:extLst>
                  <a:ext uri="{FF2B5EF4-FFF2-40B4-BE49-F238E27FC236}">
                    <a16:creationId xmlns:a16="http://schemas.microsoft.com/office/drawing/2014/main" id="{7D1060A7-EC28-0913-8AAE-8140E6633D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3289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8" name="Freeform 871">
                <a:extLst>
                  <a:ext uri="{FF2B5EF4-FFF2-40B4-BE49-F238E27FC236}">
                    <a16:creationId xmlns:a16="http://schemas.microsoft.com/office/drawing/2014/main" id="{887A51DA-3D98-46D8-CF37-B6FA5B6368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" y="3277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9" name="Freeform 872">
                <a:extLst>
                  <a:ext uri="{FF2B5EF4-FFF2-40B4-BE49-F238E27FC236}">
                    <a16:creationId xmlns:a16="http://schemas.microsoft.com/office/drawing/2014/main" id="{679E889F-7E0D-B43F-A1B0-F5469CC136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266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0" name="Freeform 873">
                <a:extLst>
                  <a:ext uri="{FF2B5EF4-FFF2-40B4-BE49-F238E27FC236}">
                    <a16:creationId xmlns:a16="http://schemas.microsoft.com/office/drawing/2014/main" id="{44EED2D0-BBE5-CB69-A8EF-4D5BB4B69A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273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1" name="Freeform 874">
                <a:extLst>
                  <a:ext uri="{FF2B5EF4-FFF2-40B4-BE49-F238E27FC236}">
                    <a16:creationId xmlns:a16="http://schemas.microsoft.com/office/drawing/2014/main" id="{5B94B695-A6A4-0B3B-C60A-DDAC778CDC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0" y="3310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2" name="Oval 875">
                <a:extLst>
                  <a:ext uri="{FF2B5EF4-FFF2-40B4-BE49-F238E27FC236}">
                    <a16:creationId xmlns:a16="http://schemas.microsoft.com/office/drawing/2014/main" id="{F565B2DC-F542-7A07-EEC9-337228AD8D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325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3" name="Freeform 876">
                <a:extLst>
                  <a:ext uri="{FF2B5EF4-FFF2-40B4-BE49-F238E27FC236}">
                    <a16:creationId xmlns:a16="http://schemas.microsoft.com/office/drawing/2014/main" id="{B1C758D1-E36E-4098-E7F5-8967689D8A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" y="3271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6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0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3" y="40"/>
                      <a:pt x="60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8"/>
                      <a:pt x="28" y="37"/>
                      <a:pt x="26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5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3"/>
                      <a:pt x="33" y="1"/>
                      <a:pt x="40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4" name="Freeform 877">
                <a:extLst>
                  <a:ext uri="{FF2B5EF4-FFF2-40B4-BE49-F238E27FC236}">
                    <a16:creationId xmlns:a16="http://schemas.microsoft.com/office/drawing/2014/main" id="{DFCC86FF-5AF8-758F-2D87-C5A69C1BC0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258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5" name="Freeform 878">
                <a:extLst>
                  <a:ext uri="{FF2B5EF4-FFF2-40B4-BE49-F238E27FC236}">
                    <a16:creationId xmlns:a16="http://schemas.microsoft.com/office/drawing/2014/main" id="{F631994C-B793-F8EE-9AE0-C730B1D45C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245"/>
                <a:ext cx="180" cy="71"/>
              </a:xfrm>
              <a:custGeom>
                <a:avLst/>
                <a:gdLst>
                  <a:gd name="T0" fmla="*/ 235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5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6" name="Freeform 879">
                <a:extLst>
                  <a:ext uri="{FF2B5EF4-FFF2-40B4-BE49-F238E27FC236}">
                    <a16:creationId xmlns:a16="http://schemas.microsoft.com/office/drawing/2014/main" id="{B7A45B12-86D9-8F60-5266-346B903760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252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7" name="Freeform 880">
                <a:extLst>
                  <a:ext uri="{FF2B5EF4-FFF2-40B4-BE49-F238E27FC236}">
                    <a16:creationId xmlns:a16="http://schemas.microsoft.com/office/drawing/2014/main" id="{A57C57FA-5BE2-2D55-B78D-4696C8E9FD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3" y="3288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8" name="Oval 881">
                <a:extLst>
                  <a:ext uri="{FF2B5EF4-FFF2-40B4-BE49-F238E27FC236}">
                    <a16:creationId xmlns:a16="http://schemas.microsoft.com/office/drawing/2014/main" id="{FD716518-F55E-5938-9F36-1013549D29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1" y="3229"/>
                <a:ext cx="180" cy="73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9" name="Freeform 882">
                <a:extLst>
                  <a:ext uri="{FF2B5EF4-FFF2-40B4-BE49-F238E27FC236}">
                    <a16:creationId xmlns:a16="http://schemas.microsoft.com/office/drawing/2014/main" id="{4B1B815E-3671-E25C-E378-F22DD44228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3250"/>
                <a:ext cx="56" cy="30"/>
              </a:xfrm>
              <a:custGeom>
                <a:avLst/>
                <a:gdLst>
                  <a:gd name="T0" fmla="*/ 66 w 77"/>
                  <a:gd name="T1" fmla="*/ 32 h 42"/>
                  <a:gd name="T2" fmla="*/ 76 w 77"/>
                  <a:gd name="T3" fmla="*/ 38 h 42"/>
                  <a:gd name="T4" fmla="*/ 67 w 77"/>
                  <a:gd name="T5" fmla="*/ 42 h 42"/>
                  <a:gd name="T6" fmla="*/ 56 w 77"/>
                  <a:gd name="T7" fmla="*/ 37 h 42"/>
                  <a:gd name="T8" fmla="*/ 31 w 77"/>
                  <a:gd name="T9" fmla="*/ 41 h 42"/>
                  <a:gd name="T10" fmla="*/ 26 w 77"/>
                  <a:gd name="T11" fmla="*/ 33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9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0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8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0" y="34"/>
                      <a:pt x="72" y="35"/>
                      <a:pt x="76" y="38"/>
                    </a:cubicBezTo>
                    <a:cubicBezTo>
                      <a:pt x="72" y="40"/>
                      <a:pt x="70" y="41"/>
                      <a:pt x="67" y="42"/>
                    </a:cubicBezTo>
                    <a:cubicBezTo>
                      <a:pt x="63" y="40"/>
                      <a:pt x="60" y="39"/>
                      <a:pt x="56" y="37"/>
                    </a:cubicBezTo>
                    <a:cubicBezTo>
                      <a:pt x="49" y="39"/>
                      <a:pt x="40" y="41"/>
                      <a:pt x="31" y="41"/>
                    </a:cubicBezTo>
                    <a:cubicBezTo>
                      <a:pt x="29" y="38"/>
                      <a:pt x="28" y="37"/>
                      <a:pt x="26" y="33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5" y="8"/>
                      <a:pt x="4" y="6"/>
                      <a:pt x="0" y="4"/>
                    </a:cubicBezTo>
                    <a:cubicBezTo>
                      <a:pt x="4" y="2"/>
                      <a:pt x="6" y="1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2"/>
                      <a:pt x="33" y="1"/>
                      <a:pt x="40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6"/>
                      <a:pt x="21" y="18"/>
                    </a:cubicBezTo>
                    <a:cubicBezTo>
                      <a:pt x="28" y="22"/>
                      <a:pt x="51" y="6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0" name="Freeform 883">
                <a:extLst>
                  <a:ext uri="{FF2B5EF4-FFF2-40B4-BE49-F238E27FC236}">
                    <a16:creationId xmlns:a16="http://schemas.microsoft.com/office/drawing/2014/main" id="{97875F66-DA9C-93D6-6966-2ABCEC0365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" y="3237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1" name="Oval 884">
                <a:extLst>
                  <a:ext uri="{FF2B5EF4-FFF2-40B4-BE49-F238E27FC236}">
                    <a16:creationId xmlns:a16="http://schemas.microsoft.com/office/drawing/2014/main" id="{8629C265-6123-836D-75FB-AC68E1CA13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" y="3803"/>
                <a:ext cx="181" cy="73"/>
              </a:xfrm>
              <a:prstGeom prst="ellipse">
                <a:avLst/>
              </a:prstGeom>
              <a:solidFill>
                <a:srgbClr val="DAB7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2" name="Freeform 885">
                <a:extLst>
                  <a:ext uri="{FF2B5EF4-FFF2-40B4-BE49-F238E27FC236}">
                    <a16:creationId xmlns:a16="http://schemas.microsoft.com/office/drawing/2014/main" id="{8C6CC6A2-282F-187D-70E9-731C28B3E8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8" y="3803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3" name="Freeform 886">
                <a:extLst>
                  <a:ext uri="{FF2B5EF4-FFF2-40B4-BE49-F238E27FC236}">
                    <a16:creationId xmlns:a16="http://schemas.microsoft.com/office/drawing/2014/main" id="{BCBCB5B4-798D-9B22-3624-52B7D9BBB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8" y="3810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4" name="Freeform 887">
                <a:extLst>
                  <a:ext uri="{FF2B5EF4-FFF2-40B4-BE49-F238E27FC236}">
                    <a16:creationId xmlns:a16="http://schemas.microsoft.com/office/drawing/2014/main" id="{7EF42895-E4CD-EC4F-4FB6-30943F380A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3846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5" name="Oval 888">
                <a:extLst>
                  <a:ext uri="{FF2B5EF4-FFF2-40B4-BE49-F238E27FC236}">
                    <a16:creationId xmlns:a16="http://schemas.microsoft.com/office/drawing/2014/main" id="{3650A79B-020D-786B-649B-1F8A30C9F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8" y="3788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6" name="Freeform 889">
                <a:extLst>
                  <a:ext uri="{FF2B5EF4-FFF2-40B4-BE49-F238E27FC236}">
                    <a16:creationId xmlns:a16="http://schemas.microsoft.com/office/drawing/2014/main" id="{395EBEE7-843F-6841-A7B4-D5858B7418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0" y="3808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6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0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1" y="41"/>
                      <a:pt x="67" y="43"/>
                    </a:cubicBezTo>
                    <a:cubicBezTo>
                      <a:pt x="63" y="40"/>
                      <a:pt x="60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0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1" y="7"/>
                      <a:pt x="68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7" name="Freeform 890">
                <a:extLst>
                  <a:ext uri="{FF2B5EF4-FFF2-40B4-BE49-F238E27FC236}">
                    <a16:creationId xmlns:a16="http://schemas.microsoft.com/office/drawing/2014/main" id="{FD20924D-3E93-2A06-06AE-B10AF57CC8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" y="3795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8" name="Freeform 891">
                <a:extLst>
                  <a:ext uri="{FF2B5EF4-FFF2-40B4-BE49-F238E27FC236}">
                    <a16:creationId xmlns:a16="http://schemas.microsoft.com/office/drawing/2014/main" id="{402FD5BD-A91E-E8D3-FED5-D884699CAD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788"/>
                <a:ext cx="181" cy="71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9" name="Freeform 892">
                <a:extLst>
                  <a:ext uri="{FF2B5EF4-FFF2-40B4-BE49-F238E27FC236}">
                    <a16:creationId xmlns:a16="http://schemas.microsoft.com/office/drawing/2014/main" id="{60DB8738-2792-D064-D84D-3A48826A73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795"/>
                <a:ext cx="40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0" name="Freeform 893">
                <a:extLst>
                  <a:ext uri="{FF2B5EF4-FFF2-40B4-BE49-F238E27FC236}">
                    <a16:creationId xmlns:a16="http://schemas.microsoft.com/office/drawing/2014/main" id="{86C2C5C6-1203-1445-3C82-62A05D2B18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4" y="3832"/>
                <a:ext cx="20" cy="27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1" name="Oval 894">
                <a:extLst>
                  <a:ext uri="{FF2B5EF4-FFF2-40B4-BE49-F238E27FC236}">
                    <a16:creationId xmlns:a16="http://schemas.microsoft.com/office/drawing/2014/main" id="{0EC8206D-17BA-9024-0142-D89DF20C96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" y="3773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2" name="Freeform 895">
                <a:extLst>
                  <a:ext uri="{FF2B5EF4-FFF2-40B4-BE49-F238E27FC236}">
                    <a16:creationId xmlns:a16="http://schemas.microsoft.com/office/drawing/2014/main" id="{5EAF686C-084B-686A-5EBD-F7D091FEEC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3" y="3792"/>
                <a:ext cx="57" cy="32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9 h 43"/>
                  <a:gd name="T4" fmla="*/ 67 w 77"/>
                  <a:gd name="T5" fmla="*/ 43 h 43"/>
                  <a:gd name="T6" fmla="*/ 56 w 77"/>
                  <a:gd name="T7" fmla="*/ 38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30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9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8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30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1" y="16"/>
                      <a:pt x="9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5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9" y="23"/>
                      <a:pt x="52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3" name="Freeform 896">
                <a:extLst>
                  <a:ext uri="{FF2B5EF4-FFF2-40B4-BE49-F238E27FC236}">
                    <a16:creationId xmlns:a16="http://schemas.microsoft.com/office/drawing/2014/main" id="{DF357C93-C515-3D9C-6B66-45A1C88DCC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0" y="3781"/>
                <a:ext cx="143" cy="30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4" name="Freeform 897">
                <a:extLst>
                  <a:ext uri="{FF2B5EF4-FFF2-40B4-BE49-F238E27FC236}">
                    <a16:creationId xmlns:a16="http://schemas.microsoft.com/office/drawing/2014/main" id="{3D2B60D7-EB67-905B-1167-870C68AB7A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3767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5" name="Freeform 898">
                <a:extLst>
                  <a:ext uri="{FF2B5EF4-FFF2-40B4-BE49-F238E27FC236}">
                    <a16:creationId xmlns:a16="http://schemas.microsoft.com/office/drawing/2014/main" id="{779810F3-864A-7B70-3762-2C91180D05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3774"/>
                <a:ext cx="39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6" name="Freeform 899">
                <a:extLst>
                  <a:ext uri="{FF2B5EF4-FFF2-40B4-BE49-F238E27FC236}">
                    <a16:creationId xmlns:a16="http://schemas.microsoft.com/office/drawing/2014/main" id="{BD59A92D-150D-5F46-A421-97C2B9811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8" y="3810"/>
                <a:ext cx="20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8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7" name="Oval 900">
                <a:extLst>
                  <a:ext uri="{FF2B5EF4-FFF2-40B4-BE49-F238E27FC236}">
                    <a16:creationId xmlns:a16="http://schemas.microsoft.com/office/drawing/2014/main" id="{5EF0F27C-AF57-5F26-156E-668789F3F7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3752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8" name="Freeform 901">
                <a:extLst>
                  <a:ext uri="{FF2B5EF4-FFF2-40B4-BE49-F238E27FC236}">
                    <a16:creationId xmlns:a16="http://schemas.microsoft.com/office/drawing/2014/main" id="{5E6FD27B-7BEE-33B5-7D83-C9BA24F98B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7" y="3771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8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9" name="Freeform 902">
                <a:extLst>
                  <a:ext uri="{FF2B5EF4-FFF2-40B4-BE49-F238E27FC236}">
                    <a16:creationId xmlns:a16="http://schemas.microsoft.com/office/drawing/2014/main" id="{9FB95984-3730-8A62-3EE8-0F4CFBDA57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" y="3759"/>
                <a:ext cx="142" cy="31"/>
              </a:xfrm>
              <a:custGeom>
                <a:avLst/>
                <a:gdLst>
                  <a:gd name="T0" fmla="*/ 97 w 195"/>
                  <a:gd name="T1" fmla="*/ 7 h 43"/>
                  <a:gd name="T2" fmla="*/ 194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4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0" name="Freeform 903">
                <a:extLst>
                  <a:ext uri="{FF2B5EF4-FFF2-40B4-BE49-F238E27FC236}">
                    <a16:creationId xmlns:a16="http://schemas.microsoft.com/office/drawing/2014/main" id="{D359B08A-F09B-6A9C-67C2-684AC819D7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749"/>
                <a:ext cx="181" cy="71"/>
              </a:xfrm>
              <a:custGeom>
                <a:avLst/>
                <a:gdLst>
                  <a:gd name="T0" fmla="*/ 236 w 248"/>
                  <a:gd name="T1" fmla="*/ 28 h 98"/>
                  <a:gd name="T2" fmla="*/ 124 w 248"/>
                  <a:gd name="T3" fmla="*/ 0 h 98"/>
                  <a:gd name="T4" fmla="*/ 12 w 248"/>
                  <a:gd name="T5" fmla="*/ 28 h 98"/>
                  <a:gd name="T6" fmla="*/ 0 w 248"/>
                  <a:gd name="T7" fmla="*/ 28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8 h 98"/>
                  <a:gd name="T16" fmla="*/ 236 w 248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8"/>
                    </a:moveTo>
                    <a:cubicBezTo>
                      <a:pt x="217" y="11"/>
                      <a:pt x="174" y="0"/>
                      <a:pt x="124" y="0"/>
                    </a:cubicBezTo>
                    <a:cubicBezTo>
                      <a:pt x="74" y="0"/>
                      <a:pt x="31" y="11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8"/>
                      <a:pt x="248" y="28"/>
                      <a:pt x="248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1" name="Freeform 904">
                <a:extLst>
                  <a:ext uri="{FF2B5EF4-FFF2-40B4-BE49-F238E27FC236}">
                    <a16:creationId xmlns:a16="http://schemas.microsoft.com/office/drawing/2014/main" id="{1D1928DC-0821-4B4E-E603-A17714A422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755"/>
                <a:ext cx="40" cy="59"/>
              </a:xfrm>
              <a:custGeom>
                <a:avLst/>
                <a:gdLst>
                  <a:gd name="T0" fmla="*/ 0 w 55"/>
                  <a:gd name="T1" fmla="*/ 19 h 81"/>
                  <a:gd name="T2" fmla="*/ 0 w 55"/>
                  <a:gd name="T3" fmla="*/ 40 h 81"/>
                  <a:gd name="T4" fmla="*/ 55 w 55"/>
                  <a:gd name="T5" fmla="*/ 81 h 81"/>
                  <a:gd name="T6" fmla="*/ 55 w 55"/>
                  <a:gd name="T7" fmla="*/ 0 h 81"/>
                  <a:gd name="T8" fmla="*/ 50 w 55"/>
                  <a:gd name="T9" fmla="*/ 0 h 81"/>
                  <a:gd name="T10" fmla="*/ 12 w 55"/>
                  <a:gd name="T11" fmla="*/ 19 h 81"/>
                  <a:gd name="T12" fmla="*/ 0 w 55"/>
                  <a:gd name="T13" fmla="*/ 19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1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5" y="81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2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2" name="Freeform 905">
                <a:extLst>
                  <a:ext uri="{FF2B5EF4-FFF2-40B4-BE49-F238E27FC236}">
                    <a16:creationId xmlns:a16="http://schemas.microsoft.com/office/drawing/2014/main" id="{A68D05C0-0CF8-54A5-C1EC-62C56D68A8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4" y="3792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3" name="Oval 906">
                <a:extLst>
                  <a:ext uri="{FF2B5EF4-FFF2-40B4-BE49-F238E27FC236}">
                    <a16:creationId xmlns:a16="http://schemas.microsoft.com/office/drawing/2014/main" id="{4E5D995A-04D4-CCFA-C194-0BD920C478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" y="3733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4" name="Freeform 907">
                <a:extLst>
                  <a:ext uri="{FF2B5EF4-FFF2-40B4-BE49-F238E27FC236}">
                    <a16:creationId xmlns:a16="http://schemas.microsoft.com/office/drawing/2014/main" id="{5593D3B2-4366-077C-BE03-0EAA7810F5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3" y="3753"/>
                <a:ext cx="56" cy="31"/>
              </a:xfrm>
              <a:custGeom>
                <a:avLst/>
                <a:gdLst>
                  <a:gd name="T0" fmla="*/ 66 w 76"/>
                  <a:gd name="T1" fmla="*/ 32 h 43"/>
                  <a:gd name="T2" fmla="*/ 76 w 76"/>
                  <a:gd name="T3" fmla="*/ 38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5 h 43"/>
                  <a:gd name="T18" fmla="*/ 9 w 76"/>
                  <a:gd name="T19" fmla="*/ 10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1 w 76"/>
                  <a:gd name="T33" fmla="*/ 18 h 43"/>
                  <a:gd name="T34" fmla="*/ 68 w 76"/>
                  <a:gd name="T35" fmla="*/ 17 h 43"/>
                  <a:gd name="T36" fmla="*/ 66 w 76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2" y="41"/>
                      <a:pt x="60" y="39"/>
                      <a:pt x="56" y="37"/>
                    </a:cubicBezTo>
                    <a:cubicBezTo>
                      <a:pt x="49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5"/>
                    </a:cubicBezTo>
                    <a:cubicBezTo>
                      <a:pt x="0" y="21"/>
                      <a:pt x="1" y="16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3" y="1"/>
                      <a:pt x="40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5"/>
                      <a:pt x="18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5" name="Freeform 908">
                <a:extLst>
                  <a:ext uri="{FF2B5EF4-FFF2-40B4-BE49-F238E27FC236}">
                    <a16:creationId xmlns:a16="http://schemas.microsoft.com/office/drawing/2014/main" id="{56FAA651-ED47-4B10-7B3E-C006A5C682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0" y="3741"/>
                <a:ext cx="143" cy="31"/>
              </a:xfrm>
              <a:custGeom>
                <a:avLst/>
                <a:gdLst>
                  <a:gd name="T0" fmla="*/ 98 w 196"/>
                  <a:gd name="T1" fmla="*/ 7 h 43"/>
                  <a:gd name="T2" fmla="*/ 195 w 196"/>
                  <a:gd name="T3" fmla="*/ 43 h 43"/>
                  <a:gd name="T4" fmla="*/ 196 w 196"/>
                  <a:gd name="T5" fmla="*/ 39 h 43"/>
                  <a:gd name="T6" fmla="*/ 98 w 196"/>
                  <a:gd name="T7" fmla="*/ 0 h 43"/>
                  <a:gd name="T8" fmla="*/ 0 w 196"/>
                  <a:gd name="T9" fmla="*/ 39 h 43"/>
                  <a:gd name="T10" fmla="*/ 1 w 196"/>
                  <a:gd name="T11" fmla="*/ 43 h 43"/>
                  <a:gd name="T12" fmla="*/ 98 w 196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3">
                    <a:moveTo>
                      <a:pt x="98" y="7"/>
                    </a:moveTo>
                    <a:cubicBezTo>
                      <a:pt x="149" y="7"/>
                      <a:pt x="191" y="23"/>
                      <a:pt x="195" y="43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1" y="41"/>
                      <a:pt x="1" y="43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6" name="Freeform 909">
                <a:extLst>
                  <a:ext uri="{FF2B5EF4-FFF2-40B4-BE49-F238E27FC236}">
                    <a16:creationId xmlns:a16="http://schemas.microsoft.com/office/drawing/2014/main" id="{FFB76FAF-5AF1-A8FC-8B00-66C852A81D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4" y="3727"/>
                <a:ext cx="181" cy="72"/>
              </a:xfrm>
              <a:custGeom>
                <a:avLst/>
                <a:gdLst>
                  <a:gd name="T0" fmla="*/ 236 w 248"/>
                  <a:gd name="T1" fmla="*/ 29 h 99"/>
                  <a:gd name="T2" fmla="*/ 124 w 248"/>
                  <a:gd name="T3" fmla="*/ 0 h 99"/>
                  <a:gd name="T4" fmla="*/ 12 w 248"/>
                  <a:gd name="T5" fmla="*/ 29 h 99"/>
                  <a:gd name="T6" fmla="*/ 0 w 248"/>
                  <a:gd name="T7" fmla="*/ 29 h 99"/>
                  <a:gd name="T8" fmla="*/ 0 w 248"/>
                  <a:gd name="T9" fmla="*/ 49 h 99"/>
                  <a:gd name="T10" fmla="*/ 124 w 248"/>
                  <a:gd name="T11" fmla="*/ 99 h 99"/>
                  <a:gd name="T12" fmla="*/ 248 w 248"/>
                  <a:gd name="T13" fmla="*/ 49 h 99"/>
                  <a:gd name="T14" fmla="*/ 248 w 248"/>
                  <a:gd name="T15" fmla="*/ 29 h 99"/>
                  <a:gd name="T16" fmla="*/ 236 w 248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9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6" y="99"/>
                      <a:pt x="124" y="99"/>
                    </a:cubicBezTo>
                    <a:cubicBezTo>
                      <a:pt x="192" y="99"/>
                      <a:pt x="248" y="77"/>
                      <a:pt x="248" y="49"/>
                    </a:cubicBezTo>
                    <a:cubicBezTo>
                      <a:pt x="248" y="29"/>
                      <a:pt x="248" y="29"/>
                      <a:pt x="248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7" name="Freeform 910">
                <a:extLst>
                  <a:ext uri="{FF2B5EF4-FFF2-40B4-BE49-F238E27FC236}">
                    <a16:creationId xmlns:a16="http://schemas.microsoft.com/office/drawing/2014/main" id="{DB59C8D2-8D56-AF13-CDF6-98AF400DC9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4" y="3734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8" name="Freeform 911">
                <a:extLst>
                  <a:ext uri="{FF2B5EF4-FFF2-40B4-BE49-F238E27FC236}">
                    <a16:creationId xmlns:a16="http://schemas.microsoft.com/office/drawing/2014/main" id="{250EF050-D0D4-6564-6D0F-1C49C69684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7" y="3771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9" name="Oval 912">
                <a:extLst>
                  <a:ext uri="{FF2B5EF4-FFF2-40B4-BE49-F238E27FC236}">
                    <a16:creationId xmlns:a16="http://schemas.microsoft.com/office/drawing/2014/main" id="{D7D58CF2-F70B-A1CD-1F5C-DC7B17B448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4" y="3712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0" name="Freeform 913">
                <a:extLst>
                  <a:ext uri="{FF2B5EF4-FFF2-40B4-BE49-F238E27FC236}">
                    <a16:creationId xmlns:a16="http://schemas.microsoft.com/office/drawing/2014/main" id="{5A558456-B26C-2C34-89B0-427D272BE0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7" y="3732"/>
                <a:ext cx="55" cy="31"/>
              </a:xfrm>
              <a:custGeom>
                <a:avLst/>
                <a:gdLst>
                  <a:gd name="T0" fmla="*/ 66 w 76"/>
                  <a:gd name="T1" fmla="*/ 32 h 43"/>
                  <a:gd name="T2" fmla="*/ 76 w 76"/>
                  <a:gd name="T3" fmla="*/ 38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1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5 h 43"/>
                  <a:gd name="T18" fmla="*/ 9 w 76"/>
                  <a:gd name="T19" fmla="*/ 10 h 43"/>
                  <a:gd name="T20" fmla="*/ 0 w 76"/>
                  <a:gd name="T21" fmla="*/ 4 h 43"/>
                  <a:gd name="T22" fmla="*/ 10 w 76"/>
                  <a:gd name="T23" fmla="*/ 0 h 43"/>
                  <a:gd name="T24" fmla="*/ 19 w 76"/>
                  <a:gd name="T25" fmla="*/ 5 h 43"/>
                  <a:gd name="T26" fmla="*/ 40 w 76"/>
                  <a:gd name="T27" fmla="*/ 0 h 43"/>
                  <a:gd name="T28" fmla="*/ 45 w 76"/>
                  <a:gd name="T29" fmla="*/ 8 h 43"/>
                  <a:gd name="T30" fmla="*/ 23 w 76"/>
                  <a:gd name="T31" fmla="*/ 13 h 43"/>
                  <a:gd name="T32" fmla="*/ 21 w 76"/>
                  <a:gd name="T33" fmla="*/ 18 h 43"/>
                  <a:gd name="T34" fmla="*/ 68 w 76"/>
                  <a:gd name="T35" fmla="*/ 16 h 43"/>
                  <a:gd name="T36" fmla="*/ 66 w 76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2"/>
                    </a:moveTo>
                    <a:cubicBezTo>
                      <a:pt x="70" y="34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2" y="40"/>
                      <a:pt x="60" y="39"/>
                      <a:pt x="56" y="37"/>
                    </a:cubicBezTo>
                    <a:cubicBezTo>
                      <a:pt x="49" y="40"/>
                      <a:pt x="39" y="41"/>
                      <a:pt x="31" y="41"/>
                    </a:cubicBezTo>
                    <a:cubicBezTo>
                      <a:pt x="29" y="38"/>
                      <a:pt x="28" y="37"/>
                      <a:pt x="26" y="34"/>
                    </a:cubicBezTo>
                    <a:cubicBezTo>
                      <a:pt x="36" y="33"/>
                      <a:pt x="46" y="31"/>
                      <a:pt x="52" y="29"/>
                    </a:cubicBezTo>
                    <a:cubicBezTo>
                      <a:pt x="56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5"/>
                    </a:cubicBezTo>
                    <a:cubicBezTo>
                      <a:pt x="0" y="21"/>
                      <a:pt x="1" y="15"/>
                      <a:pt x="9" y="10"/>
                    </a:cubicBezTo>
                    <a:cubicBezTo>
                      <a:pt x="5" y="8"/>
                      <a:pt x="3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3"/>
                      <a:pt x="33" y="1"/>
                      <a:pt x="40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19" y="15"/>
                      <a:pt x="18" y="17"/>
                      <a:pt x="21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1" name="Freeform 914">
                <a:extLst>
                  <a:ext uri="{FF2B5EF4-FFF2-40B4-BE49-F238E27FC236}">
                    <a16:creationId xmlns:a16="http://schemas.microsoft.com/office/drawing/2014/main" id="{9CC466CA-89E2-8C0C-DDBD-C69A2C2486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3" y="3719"/>
                <a:ext cx="143" cy="31"/>
              </a:xfrm>
              <a:custGeom>
                <a:avLst/>
                <a:gdLst>
                  <a:gd name="T0" fmla="*/ 98 w 196"/>
                  <a:gd name="T1" fmla="*/ 7 h 42"/>
                  <a:gd name="T2" fmla="*/ 195 w 196"/>
                  <a:gd name="T3" fmla="*/ 42 h 42"/>
                  <a:gd name="T4" fmla="*/ 196 w 196"/>
                  <a:gd name="T5" fmla="*/ 39 h 42"/>
                  <a:gd name="T6" fmla="*/ 98 w 196"/>
                  <a:gd name="T7" fmla="*/ 0 h 42"/>
                  <a:gd name="T8" fmla="*/ 0 w 196"/>
                  <a:gd name="T9" fmla="*/ 39 h 42"/>
                  <a:gd name="T10" fmla="*/ 1 w 196"/>
                  <a:gd name="T11" fmla="*/ 42 h 42"/>
                  <a:gd name="T12" fmla="*/ 98 w 196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1" y="41"/>
                      <a:pt x="1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2" name="Freeform 915">
                <a:extLst>
                  <a:ext uri="{FF2B5EF4-FFF2-40B4-BE49-F238E27FC236}">
                    <a16:creationId xmlns:a16="http://schemas.microsoft.com/office/drawing/2014/main" id="{F2D9E554-8925-2000-6DA2-FE5ADE5A39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8" y="3710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3" name="Freeform 916">
                <a:extLst>
                  <a:ext uri="{FF2B5EF4-FFF2-40B4-BE49-F238E27FC236}">
                    <a16:creationId xmlns:a16="http://schemas.microsoft.com/office/drawing/2014/main" id="{64E23900-458F-0A5A-A99F-CFFA63B441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8" y="3717"/>
                <a:ext cx="40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4" name="Freeform 917">
                <a:extLst>
                  <a:ext uri="{FF2B5EF4-FFF2-40B4-BE49-F238E27FC236}">
                    <a16:creationId xmlns:a16="http://schemas.microsoft.com/office/drawing/2014/main" id="{6119B3F1-8421-72D0-DD96-B44C6B138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3754"/>
                <a:ext cx="19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5" name="Oval 918">
                <a:extLst>
                  <a:ext uri="{FF2B5EF4-FFF2-40B4-BE49-F238E27FC236}">
                    <a16:creationId xmlns:a16="http://schemas.microsoft.com/office/drawing/2014/main" id="{A0E1BBCA-4D32-D699-7BDA-B2D512AEB8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8" y="3695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6" name="Freeform 919">
                <a:extLst>
                  <a:ext uri="{FF2B5EF4-FFF2-40B4-BE49-F238E27FC236}">
                    <a16:creationId xmlns:a16="http://schemas.microsoft.com/office/drawing/2014/main" id="{403AE787-C507-CC08-B8C3-D4B9C95C6D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0" y="3715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7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7" name="Freeform 920">
                <a:extLst>
                  <a:ext uri="{FF2B5EF4-FFF2-40B4-BE49-F238E27FC236}">
                    <a16:creationId xmlns:a16="http://schemas.microsoft.com/office/drawing/2014/main" id="{8BBAA3F2-124E-132A-08EA-9399807B63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" y="3703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8" name="Freeform 921">
                <a:extLst>
                  <a:ext uri="{FF2B5EF4-FFF2-40B4-BE49-F238E27FC236}">
                    <a16:creationId xmlns:a16="http://schemas.microsoft.com/office/drawing/2014/main" id="{0E947FE3-D57B-1D5A-B3AE-9DE868DA0B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695"/>
                <a:ext cx="181" cy="72"/>
              </a:xfrm>
              <a:custGeom>
                <a:avLst/>
                <a:gdLst>
                  <a:gd name="T0" fmla="*/ 236 w 247"/>
                  <a:gd name="T1" fmla="*/ 29 h 98"/>
                  <a:gd name="T2" fmla="*/ 124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9" name="Freeform 922">
                <a:extLst>
                  <a:ext uri="{FF2B5EF4-FFF2-40B4-BE49-F238E27FC236}">
                    <a16:creationId xmlns:a16="http://schemas.microsoft.com/office/drawing/2014/main" id="{7EBEE618-B92D-5B8B-C078-A72F405284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703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0" name="Freeform 923">
                <a:extLst>
                  <a:ext uri="{FF2B5EF4-FFF2-40B4-BE49-F238E27FC236}">
                    <a16:creationId xmlns:a16="http://schemas.microsoft.com/office/drawing/2014/main" id="{F7625E77-88D8-72FE-8E5B-43C692058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5" y="3739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1" name="Oval 924">
                <a:extLst>
                  <a:ext uri="{FF2B5EF4-FFF2-40B4-BE49-F238E27FC236}">
                    <a16:creationId xmlns:a16="http://schemas.microsoft.com/office/drawing/2014/main" id="{102BA09D-FCCC-FA5C-83F4-44DC9C39BF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" y="3680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2" name="Freeform 925">
                <a:extLst>
                  <a:ext uri="{FF2B5EF4-FFF2-40B4-BE49-F238E27FC236}">
                    <a16:creationId xmlns:a16="http://schemas.microsoft.com/office/drawing/2014/main" id="{7EF5DB5A-C1A8-E023-8E33-CE681EC9A9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3" y="3700"/>
                <a:ext cx="57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9 h 43"/>
                  <a:gd name="T4" fmla="*/ 67 w 77"/>
                  <a:gd name="T5" fmla="*/ 43 h 43"/>
                  <a:gd name="T6" fmla="*/ 57 w 77"/>
                  <a:gd name="T7" fmla="*/ 38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30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9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9"/>
                    </a:cubicBezTo>
                    <a:cubicBezTo>
                      <a:pt x="73" y="41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8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8"/>
                      <a:pt x="27" y="34"/>
                    </a:cubicBezTo>
                    <a:cubicBezTo>
                      <a:pt x="36" y="34"/>
                      <a:pt x="47" y="32"/>
                      <a:pt x="52" y="30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6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3" name="Freeform 926">
                <a:extLst>
                  <a:ext uri="{FF2B5EF4-FFF2-40B4-BE49-F238E27FC236}">
                    <a16:creationId xmlns:a16="http://schemas.microsoft.com/office/drawing/2014/main" id="{81727EC3-EF8B-2EF0-04E6-BCF10E81E8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0" y="3688"/>
                <a:ext cx="143" cy="31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4" name="Freeform 927">
                <a:extLst>
                  <a:ext uri="{FF2B5EF4-FFF2-40B4-BE49-F238E27FC236}">
                    <a16:creationId xmlns:a16="http://schemas.microsoft.com/office/drawing/2014/main" id="{694A4F65-F4E8-B5D8-E3B5-F5A54B6E91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3674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4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5" name="Freeform 928">
                <a:extLst>
                  <a:ext uri="{FF2B5EF4-FFF2-40B4-BE49-F238E27FC236}">
                    <a16:creationId xmlns:a16="http://schemas.microsoft.com/office/drawing/2014/main" id="{6B9D2459-2E4B-3BCF-2715-CF5BFB6E81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3682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6" name="Freeform 929">
                <a:extLst>
                  <a:ext uri="{FF2B5EF4-FFF2-40B4-BE49-F238E27FC236}">
                    <a16:creationId xmlns:a16="http://schemas.microsoft.com/office/drawing/2014/main" id="{454800DD-404F-0FD1-AC80-09CB5F4057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8" y="3717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7" name="Oval 930">
                <a:extLst>
                  <a:ext uri="{FF2B5EF4-FFF2-40B4-BE49-F238E27FC236}">
                    <a16:creationId xmlns:a16="http://schemas.microsoft.com/office/drawing/2014/main" id="{7BDE8B85-FC80-D312-97F3-BCA8E7BDA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3659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8" name="Freeform 931">
                <a:extLst>
                  <a:ext uri="{FF2B5EF4-FFF2-40B4-BE49-F238E27FC236}">
                    <a16:creationId xmlns:a16="http://schemas.microsoft.com/office/drawing/2014/main" id="{10312F04-E8F8-6306-EA79-A94122F5DB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7" y="3679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9" name="Freeform 932">
                <a:extLst>
                  <a:ext uri="{FF2B5EF4-FFF2-40B4-BE49-F238E27FC236}">
                    <a16:creationId xmlns:a16="http://schemas.microsoft.com/office/drawing/2014/main" id="{6C488BBC-6002-F901-72AE-C090F87AAA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" y="3666"/>
                <a:ext cx="142" cy="32"/>
              </a:xfrm>
              <a:custGeom>
                <a:avLst/>
                <a:gdLst>
                  <a:gd name="T0" fmla="*/ 98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8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8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8" y="7"/>
                    </a:moveTo>
                    <a:cubicBezTo>
                      <a:pt x="149" y="7"/>
                      <a:pt x="190" y="23"/>
                      <a:pt x="195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5" y="23"/>
                      <a:pt x="46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0" name="Freeform 933">
                <a:extLst>
                  <a:ext uri="{FF2B5EF4-FFF2-40B4-BE49-F238E27FC236}">
                    <a16:creationId xmlns:a16="http://schemas.microsoft.com/office/drawing/2014/main" id="{A7A63767-FE24-69EC-7D79-27662BB90A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656"/>
                <a:ext cx="181" cy="71"/>
              </a:xfrm>
              <a:custGeom>
                <a:avLst/>
                <a:gdLst>
                  <a:gd name="T0" fmla="*/ 235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5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5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1" name="Freeform 934">
                <a:extLst>
                  <a:ext uri="{FF2B5EF4-FFF2-40B4-BE49-F238E27FC236}">
                    <a16:creationId xmlns:a16="http://schemas.microsoft.com/office/drawing/2014/main" id="{8973BA2D-B8A1-8B5F-5202-ACEC4F1BDF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663"/>
                <a:ext cx="40" cy="59"/>
              </a:xfrm>
              <a:custGeom>
                <a:avLst/>
                <a:gdLst>
                  <a:gd name="T0" fmla="*/ 0 w 54"/>
                  <a:gd name="T1" fmla="*/ 19 h 81"/>
                  <a:gd name="T2" fmla="*/ 0 w 54"/>
                  <a:gd name="T3" fmla="*/ 40 h 81"/>
                  <a:gd name="T4" fmla="*/ 54 w 54"/>
                  <a:gd name="T5" fmla="*/ 81 h 81"/>
                  <a:gd name="T6" fmla="*/ 54 w 54"/>
                  <a:gd name="T7" fmla="*/ 0 h 81"/>
                  <a:gd name="T8" fmla="*/ 49 w 54"/>
                  <a:gd name="T9" fmla="*/ 0 h 81"/>
                  <a:gd name="T10" fmla="*/ 11 w 54"/>
                  <a:gd name="T11" fmla="*/ 19 h 81"/>
                  <a:gd name="T12" fmla="*/ 0 w 54"/>
                  <a:gd name="T13" fmla="*/ 19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1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1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2" name="Freeform 935">
                <a:extLst>
                  <a:ext uri="{FF2B5EF4-FFF2-40B4-BE49-F238E27FC236}">
                    <a16:creationId xmlns:a16="http://schemas.microsoft.com/office/drawing/2014/main" id="{E459256F-E241-532D-2941-1B8CED90D7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4" y="3699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3" name="Oval 936">
                <a:extLst>
                  <a:ext uri="{FF2B5EF4-FFF2-40B4-BE49-F238E27FC236}">
                    <a16:creationId xmlns:a16="http://schemas.microsoft.com/office/drawing/2014/main" id="{0B70823E-4FDF-6A27-89BD-676D09897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" y="3641"/>
                <a:ext cx="181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4" name="Freeform 937">
                <a:extLst>
                  <a:ext uri="{FF2B5EF4-FFF2-40B4-BE49-F238E27FC236}">
                    <a16:creationId xmlns:a16="http://schemas.microsoft.com/office/drawing/2014/main" id="{D834BBDE-10DA-7402-1C3C-D22FD0FAD7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3" y="3660"/>
                <a:ext cx="57" cy="32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5" name="Freeform 938">
                <a:extLst>
                  <a:ext uri="{FF2B5EF4-FFF2-40B4-BE49-F238E27FC236}">
                    <a16:creationId xmlns:a16="http://schemas.microsoft.com/office/drawing/2014/main" id="{A022D2C6-C0CE-C9F4-4EDB-B8A3C6C8C9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0" y="3648"/>
                <a:ext cx="143" cy="31"/>
              </a:xfrm>
              <a:custGeom>
                <a:avLst/>
                <a:gdLst>
                  <a:gd name="T0" fmla="*/ 97 w 195"/>
                  <a:gd name="T1" fmla="*/ 7 h 43"/>
                  <a:gd name="T2" fmla="*/ 194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4" y="43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6" name="Freeform 939">
                <a:extLst>
                  <a:ext uri="{FF2B5EF4-FFF2-40B4-BE49-F238E27FC236}">
                    <a16:creationId xmlns:a16="http://schemas.microsoft.com/office/drawing/2014/main" id="{C770BBAF-D340-E7DB-BBE2-B5BB51BE34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3634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7" name="Freeform 940">
                <a:extLst>
                  <a:ext uri="{FF2B5EF4-FFF2-40B4-BE49-F238E27FC236}">
                    <a16:creationId xmlns:a16="http://schemas.microsoft.com/office/drawing/2014/main" id="{547C64DC-A0ED-C97C-BDF9-C260E31117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3641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8" name="Freeform 941">
                <a:extLst>
                  <a:ext uri="{FF2B5EF4-FFF2-40B4-BE49-F238E27FC236}">
                    <a16:creationId xmlns:a16="http://schemas.microsoft.com/office/drawing/2014/main" id="{91511B84-4CD8-D548-B072-E8ABC33811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7" y="3678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9" name="Oval 942">
                <a:extLst>
                  <a:ext uri="{FF2B5EF4-FFF2-40B4-BE49-F238E27FC236}">
                    <a16:creationId xmlns:a16="http://schemas.microsoft.com/office/drawing/2014/main" id="{E4034A36-FA38-0C04-735A-23F066C5B3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3620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0" name="Freeform 943">
                <a:extLst>
                  <a:ext uri="{FF2B5EF4-FFF2-40B4-BE49-F238E27FC236}">
                    <a16:creationId xmlns:a16="http://schemas.microsoft.com/office/drawing/2014/main" id="{C75AEAE1-D2FC-BCBA-A825-1D8844E9BA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7" y="3639"/>
                <a:ext cx="56" cy="32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1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4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1"/>
                    </a:cubicBezTo>
                    <a:cubicBezTo>
                      <a:pt x="29" y="38"/>
                      <a:pt x="28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1" name="Freeform 944">
                <a:extLst>
                  <a:ext uri="{FF2B5EF4-FFF2-40B4-BE49-F238E27FC236}">
                    <a16:creationId xmlns:a16="http://schemas.microsoft.com/office/drawing/2014/main" id="{EAE65C93-CE47-5576-9996-805F77713C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" y="3627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2" name="Freeform 945">
                <a:extLst>
                  <a:ext uri="{FF2B5EF4-FFF2-40B4-BE49-F238E27FC236}">
                    <a16:creationId xmlns:a16="http://schemas.microsoft.com/office/drawing/2014/main" id="{953F1DB9-ECAE-1950-117D-62D055702A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0" y="3616"/>
                <a:ext cx="180" cy="71"/>
              </a:xfrm>
              <a:custGeom>
                <a:avLst/>
                <a:gdLst>
                  <a:gd name="T0" fmla="*/ 235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5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3" name="Freeform 946">
                <a:extLst>
                  <a:ext uri="{FF2B5EF4-FFF2-40B4-BE49-F238E27FC236}">
                    <a16:creationId xmlns:a16="http://schemas.microsoft.com/office/drawing/2014/main" id="{7D52D550-6BE7-7575-3CE6-5DACB29C8A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0" y="3623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4" name="Freeform 947">
                <a:extLst>
                  <a:ext uri="{FF2B5EF4-FFF2-40B4-BE49-F238E27FC236}">
                    <a16:creationId xmlns:a16="http://schemas.microsoft.com/office/drawing/2014/main" id="{3B042554-09BC-9D91-DADC-6A733CDB05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3660"/>
                <a:ext cx="21" cy="27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5" name="Oval 948">
                <a:extLst>
                  <a:ext uri="{FF2B5EF4-FFF2-40B4-BE49-F238E27FC236}">
                    <a16:creationId xmlns:a16="http://schemas.microsoft.com/office/drawing/2014/main" id="{5FF92FA5-CB89-7F5F-ADF8-4DD1A0A8FD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0" y="360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6" name="Freeform 949">
                <a:extLst>
                  <a:ext uri="{FF2B5EF4-FFF2-40B4-BE49-F238E27FC236}">
                    <a16:creationId xmlns:a16="http://schemas.microsoft.com/office/drawing/2014/main" id="{AAE47814-B8BF-B9CB-1CEB-CEDCFFAC51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" y="3621"/>
                <a:ext cx="56" cy="31"/>
              </a:xfrm>
              <a:custGeom>
                <a:avLst/>
                <a:gdLst>
                  <a:gd name="T0" fmla="*/ 66 w 77"/>
                  <a:gd name="T1" fmla="*/ 32 h 42"/>
                  <a:gd name="T2" fmla="*/ 76 w 77"/>
                  <a:gd name="T3" fmla="*/ 38 h 42"/>
                  <a:gd name="T4" fmla="*/ 67 w 77"/>
                  <a:gd name="T5" fmla="*/ 42 h 42"/>
                  <a:gd name="T6" fmla="*/ 56 w 77"/>
                  <a:gd name="T7" fmla="*/ 37 h 42"/>
                  <a:gd name="T8" fmla="*/ 31 w 77"/>
                  <a:gd name="T9" fmla="*/ 41 h 42"/>
                  <a:gd name="T10" fmla="*/ 26 w 77"/>
                  <a:gd name="T11" fmla="*/ 33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9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0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8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0" y="34"/>
                      <a:pt x="72" y="35"/>
                      <a:pt x="76" y="38"/>
                    </a:cubicBezTo>
                    <a:cubicBezTo>
                      <a:pt x="72" y="40"/>
                      <a:pt x="71" y="41"/>
                      <a:pt x="67" y="42"/>
                    </a:cubicBezTo>
                    <a:cubicBezTo>
                      <a:pt x="63" y="40"/>
                      <a:pt x="60" y="39"/>
                      <a:pt x="56" y="37"/>
                    </a:cubicBezTo>
                    <a:cubicBezTo>
                      <a:pt x="49" y="39"/>
                      <a:pt x="40" y="41"/>
                      <a:pt x="31" y="41"/>
                    </a:cubicBezTo>
                    <a:cubicBezTo>
                      <a:pt x="29" y="38"/>
                      <a:pt x="28" y="37"/>
                      <a:pt x="26" y="33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5" y="8"/>
                      <a:pt x="4" y="6"/>
                      <a:pt x="0" y="4"/>
                    </a:cubicBezTo>
                    <a:cubicBezTo>
                      <a:pt x="4" y="2"/>
                      <a:pt x="6" y="1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2"/>
                      <a:pt x="33" y="1"/>
                      <a:pt x="40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6"/>
                      <a:pt x="21" y="18"/>
                    </a:cubicBezTo>
                    <a:cubicBezTo>
                      <a:pt x="28" y="22"/>
                      <a:pt x="51" y="6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7" name="Freeform 950">
                <a:extLst>
                  <a:ext uri="{FF2B5EF4-FFF2-40B4-BE49-F238E27FC236}">
                    <a16:creationId xmlns:a16="http://schemas.microsoft.com/office/drawing/2014/main" id="{A970C02E-6856-A4B3-341E-9DC05E4420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9" y="3609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8" name="Freeform 951">
                <a:extLst>
                  <a:ext uri="{FF2B5EF4-FFF2-40B4-BE49-F238E27FC236}">
                    <a16:creationId xmlns:a16="http://schemas.microsoft.com/office/drawing/2014/main" id="{EA61BED9-BC4E-9792-B564-2AD91ED14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3" y="3601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9" name="Freeform 952">
                <a:extLst>
                  <a:ext uri="{FF2B5EF4-FFF2-40B4-BE49-F238E27FC236}">
                    <a16:creationId xmlns:a16="http://schemas.microsoft.com/office/drawing/2014/main" id="{CF7F22B2-32F5-A0D7-9941-89885A4E0C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3" y="3608"/>
                <a:ext cx="39" cy="59"/>
              </a:xfrm>
              <a:custGeom>
                <a:avLst/>
                <a:gdLst>
                  <a:gd name="T0" fmla="*/ 0 w 54"/>
                  <a:gd name="T1" fmla="*/ 19 h 81"/>
                  <a:gd name="T2" fmla="*/ 0 w 54"/>
                  <a:gd name="T3" fmla="*/ 40 h 81"/>
                  <a:gd name="T4" fmla="*/ 54 w 54"/>
                  <a:gd name="T5" fmla="*/ 81 h 81"/>
                  <a:gd name="T6" fmla="*/ 54 w 54"/>
                  <a:gd name="T7" fmla="*/ 0 h 81"/>
                  <a:gd name="T8" fmla="*/ 49 w 54"/>
                  <a:gd name="T9" fmla="*/ 0 h 81"/>
                  <a:gd name="T10" fmla="*/ 11 w 54"/>
                  <a:gd name="T11" fmla="*/ 19 h 81"/>
                  <a:gd name="T12" fmla="*/ 0 w 54"/>
                  <a:gd name="T13" fmla="*/ 19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1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1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0" name="Freeform 953">
                <a:extLst>
                  <a:ext uri="{FF2B5EF4-FFF2-40B4-BE49-F238E27FC236}">
                    <a16:creationId xmlns:a16="http://schemas.microsoft.com/office/drawing/2014/main" id="{0BE904ED-87B6-5804-70AC-0FFD2B029E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5" y="3644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1" name="Oval 954">
                <a:extLst>
                  <a:ext uri="{FF2B5EF4-FFF2-40B4-BE49-F238E27FC236}">
                    <a16:creationId xmlns:a16="http://schemas.microsoft.com/office/drawing/2014/main" id="{287281D3-92B0-778B-0F09-A1C837BDF7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3" y="3586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2" name="Freeform 955">
                <a:extLst>
                  <a:ext uri="{FF2B5EF4-FFF2-40B4-BE49-F238E27FC236}">
                    <a16:creationId xmlns:a16="http://schemas.microsoft.com/office/drawing/2014/main" id="{2973E945-03A0-5C49-E944-BFDC4E7544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5" y="3606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3"/>
                      <a:pt x="52" y="7"/>
                      <a:pt x="68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3" name="Freeform 956">
                <a:extLst>
                  <a:ext uri="{FF2B5EF4-FFF2-40B4-BE49-F238E27FC236}">
                    <a16:creationId xmlns:a16="http://schemas.microsoft.com/office/drawing/2014/main" id="{AB631334-184E-E7EB-F851-AF9CE6A16D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" y="3593"/>
                <a:ext cx="142" cy="32"/>
              </a:xfrm>
              <a:custGeom>
                <a:avLst/>
                <a:gdLst>
                  <a:gd name="T0" fmla="*/ 97 w 195"/>
                  <a:gd name="T1" fmla="*/ 7 h 43"/>
                  <a:gd name="T2" fmla="*/ 194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4" y="43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4" name="Freeform 957">
                <a:extLst>
                  <a:ext uri="{FF2B5EF4-FFF2-40B4-BE49-F238E27FC236}">
                    <a16:creationId xmlns:a16="http://schemas.microsoft.com/office/drawing/2014/main" id="{0EE21B3C-6937-C8B0-771B-D984BBE91E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" y="3579"/>
                <a:ext cx="180" cy="73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5" name="Freeform 958">
                <a:extLst>
                  <a:ext uri="{FF2B5EF4-FFF2-40B4-BE49-F238E27FC236}">
                    <a16:creationId xmlns:a16="http://schemas.microsoft.com/office/drawing/2014/main" id="{68A461ED-CCB4-BC07-9914-B924E424E7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" y="3587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6" name="Freeform 959">
                <a:extLst>
                  <a:ext uri="{FF2B5EF4-FFF2-40B4-BE49-F238E27FC236}">
                    <a16:creationId xmlns:a16="http://schemas.microsoft.com/office/drawing/2014/main" id="{C7B95A97-B0ED-6420-70E9-3EB343E1A9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9" y="3623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7" name="Oval 960">
                <a:extLst>
                  <a:ext uri="{FF2B5EF4-FFF2-40B4-BE49-F238E27FC236}">
                    <a16:creationId xmlns:a16="http://schemas.microsoft.com/office/drawing/2014/main" id="{7C46BE58-D1C7-1DA9-D46B-9E10FF2761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6" y="3565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8" name="Freeform 961">
                <a:extLst>
                  <a:ext uri="{FF2B5EF4-FFF2-40B4-BE49-F238E27FC236}">
                    <a16:creationId xmlns:a16="http://schemas.microsoft.com/office/drawing/2014/main" id="{F5A5D0B9-11E9-BFBC-4E3E-1F89A80FF5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8" y="3585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1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4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1"/>
                    </a:cubicBezTo>
                    <a:cubicBezTo>
                      <a:pt x="29" y="38"/>
                      <a:pt x="29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9" name="Freeform 962">
                <a:extLst>
                  <a:ext uri="{FF2B5EF4-FFF2-40B4-BE49-F238E27FC236}">
                    <a16:creationId xmlns:a16="http://schemas.microsoft.com/office/drawing/2014/main" id="{73D35773-4BC4-727B-1402-A97635F2EF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5" y="3572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0" name="Freeform 963">
                <a:extLst>
                  <a:ext uri="{FF2B5EF4-FFF2-40B4-BE49-F238E27FC236}">
                    <a16:creationId xmlns:a16="http://schemas.microsoft.com/office/drawing/2014/main" id="{EC255E55-2647-532D-8B79-F4542D3964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2" y="3561"/>
                <a:ext cx="181" cy="72"/>
              </a:xfrm>
              <a:custGeom>
                <a:avLst/>
                <a:gdLst>
                  <a:gd name="T0" fmla="*/ 236 w 248"/>
                  <a:gd name="T1" fmla="*/ 29 h 99"/>
                  <a:gd name="T2" fmla="*/ 124 w 248"/>
                  <a:gd name="T3" fmla="*/ 0 h 99"/>
                  <a:gd name="T4" fmla="*/ 12 w 248"/>
                  <a:gd name="T5" fmla="*/ 29 h 99"/>
                  <a:gd name="T6" fmla="*/ 0 w 248"/>
                  <a:gd name="T7" fmla="*/ 29 h 99"/>
                  <a:gd name="T8" fmla="*/ 0 w 248"/>
                  <a:gd name="T9" fmla="*/ 49 h 99"/>
                  <a:gd name="T10" fmla="*/ 124 w 248"/>
                  <a:gd name="T11" fmla="*/ 99 h 99"/>
                  <a:gd name="T12" fmla="*/ 248 w 248"/>
                  <a:gd name="T13" fmla="*/ 49 h 99"/>
                  <a:gd name="T14" fmla="*/ 248 w 248"/>
                  <a:gd name="T15" fmla="*/ 29 h 99"/>
                  <a:gd name="T16" fmla="*/ 236 w 248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9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9"/>
                      <a:pt x="124" y="99"/>
                    </a:cubicBezTo>
                    <a:cubicBezTo>
                      <a:pt x="192" y="99"/>
                      <a:pt x="248" y="76"/>
                      <a:pt x="248" y="49"/>
                    </a:cubicBezTo>
                    <a:cubicBezTo>
                      <a:pt x="248" y="29"/>
                      <a:pt x="248" y="29"/>
                      <a:pt x="248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1" name="Freeform 964">
                <a:extLst>
                  <a:ext uri="{FF2B5EF4-FFF2-40B4-BE49-F238E27FC236}">
                    <a16:creationId xmlns:a16="http://schemas.microsoft.com/office/drawing/2014/main" id="{5340BDEA-ED33-26B7-C97B-C5958E7CE9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2" y="3568"/>
                <a:ext cx="40" cy="59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2" name="Freeform 965">
                <a:extLst>
                  <a:ext uri="{FF2B5EF4-FFF2-40B4-BE49-F238E27FC236}">
                    <a16:creationId xmlns:a16="http://schemas.microsoft.com/office/drawing/2014/main" id="{D581C618-0193-CF41-F24E-9EAAA4B023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5" y="3605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3" name="Oval 966">
                <a:extLst>
                  <a:ext uri="{FF2B5EF4-FFF2-40B4-BE49-F238E27FC236}">
                    <a16:creationId xmlns:a16="http://schemas.microsoft.com/office/drawing/2014/main" id="{FCF14558-AC49-A811-25B5-B590F6F91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2" y="3547"/>
                <a:ext cx="181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4" name="Freeform 967">
                <a:extLst>
                  <a:ext uri="{FF2B5EF4-FFF2-40B4-BE49-F238E27FC236}">
                    <a16:creationId xmlns:a16="http://schemas.microsoft.com/office/drawing/2014/main" id="{3BA11BAD-73A1-BBC5-24B5-0C2BFC223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5" y="3566"/>
                <a:ext cx="55" cy="31"/>
              </a:xfrm>
              <a:custGeom>
                <a:avLst/>
                <a:gdLst>
                  <a:gd name="T0" fmla="*/ 66 w 76"/>
                  <a:gd name="T1" fmla="*/ 32 h 42"/>
                  <a:gd name="T2" fmla="*/ 76 w 76"/>
                  <a:gd name="T3" fmla="*/ 38 h 42"/>
                  <a:gd name="T4" fmla="*/ 67 w 76"/>
                  <a:gd name="T5" fmla="*/ 42 h 42"/>
                  <a:gd name="T6" fmla="*/ 56 w 76"/>
                  <a:gd name="T7" fmla="*/ 37 h 42"/>
                  <a:gd name="T8" fmla="*/ 31 w 76"/>
                  <a:gd name="T9" fmla="*/ 41 h 42"/>
                  <a:gd name="T10" fmla="*/ 26 w 76"/>
                  <a:gd name="T11" fmla="*/ 33 h 42"/>
                  <a:gd name="T12" fmla="*/ 52 w 76"/>
                  <a:gd name="T13" fmla="*/ 29 h 42"/>
                  <a:gd name="T14" fmla="*/ 54 w 76"/>
                  <a:gd name="T15" fmla="*/ 23 h 42"/>
                  <a:gd name="T16" fmla="*/ 8 w 76"/>
                  <a:gd name="T17" fmla="*/ 25 h 42"/>
                  <a:gd name="T18" fmla="*/ 9 w 76"/>
                  <a:gd name="T19" fmla="*/ 10 h 42"/>
                  <a:gd name="T20" fmla="*/ 0 w 76"/>
                  <a:gd name="T21" fmla="*/ 4 h 42"/>
                  <a:gd name="T22" fmla="*/ 10 w 76"/>
                  <a:gd name="T23" fmla="*/ 0 h 42"/>
                  <a:gd name="T24" fmla="*/ 19 w 76"/>
                  <a:gd name="T25" fmla="*/ 5 h 42"/>
                  <a:gd name="T26" fmla="*/ 40 w 76"/>
                  <a:gd name="T27" fmla="*/ 0 h 42"/>
                  <a:gd name="T28" fmla="*/ 45 w 76"/>
                  <a:gd name="T29" fmla="*/ 8 h 42"/>
                  <a:gd name="T30" fmla="*/ 23 w 76"/>
                  <a:gd name="T31" fmla="*/ 13 h 42"/>
                  <a:gd name="T32" fmla="*/ 21 w 76"/>
                  <a:gd name="T33" fmla="*/ 18 h 42"/>
                  <a:gd name="T34" fmla="*/ 68 w 76"/>
                  <a:gd name="T35" fmla="*/ 16 h 42"/>
                  <a:gd name="T36" fmla="*/ 66 w 76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2">
                    <a:moveTo>
                      <a:pt x="66" y="32"/>
                    </a:moveTo>
                    <a:cubicBezTo>
                      <a:pt x="70" y="34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2"/>
                    </a:cubicBezTo>
                    <a:cubicBezTo>
                      <a:pt x="62" y="40"/>
                      <a:pt x="60" y="39"/>
                      <a:pt x="56" y="37"/>
                    </a:cubicBezTo>
                    <a:cubicBezTo>
                      <a:pt x="49" y="39"/>
                      <a:pt x="39" y="41"/>
                      <a:pt x="31" y="41"/>
                    </a:cubicBezTo>
                    <a:cubicBezTo>
                      <a:pt x="29" y="38"/>
                      <a:pt x="28" y="37"/>
                      <a:pt x="26" y="33"/>
                    </a:cubicBezTo>
                    <a:cubicBezTo>
                      <a:pt x="36" y="33"/>
                      <a:pt x="46" y="31"/>
                      <a:pt x="52" y="29"/>
                    </a:cubicBezTo>
                    <a:cubicBezTo>
                      <a:pt x="56" y="27"/>
                      <a:pt x="57" y="25"/>
                      <a:pt x="54" y="23"/>
                    </a:cubicBezTo>
                    <a:cubicBezTo>
                      <a:pt x="46" y="19"/>
                      <a:pt x="24" y="34"/>
                      <a:pt x="8" y="25"/>
                    </a:cubicBezTo>
                    <a:cubicBezTo>
                      <a:pt x="0" y="21"/>
                      <a:pt x="1" y="15"/>
                      <a:pt x="9" y="10"/>
                    </a:cubicBezTo>
                    <a:cubicBezTo>
                      <a:pt x="5" y="8"/>
                      <a:pt x="3" y="7"/>
                      <a:pt x="0" y="4"/>
                    </a:cubicBezTo>
                    <a:cubicBezTo>
                      <a:pt x="4" y="2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3"/>
                      <a:pt x="33" y="1"/>
                      <a:pt x="40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19" y="15"/>
                      <a:pt x="18" y="16"/>
                      <a:pt x="21" y="18"/>
                    </a:cubicBezTo>
                    <a:cubicBezTo>
                      <a:pt x="28" y="22"/>
                      <a:pt x="51" y="6"/>
                      <a:pt x="68" y="16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5" name="Freeform 968">
                <a:extLst>
                  <a:ext uri="{FF2B5EF4-FFF2-40B4-BE49-F238E27FC236}">
                    <a16:creationId xmlns:a16="http://schemas.microsoft.com/office/drawing/2014/main" id="{89C02F9D-D106-52E5-92A3-253D0CB93B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1" y="3554"/>
                <a:ext cx="143" cy="31"/>
              </a:xfrm>
              <a:custGeom>
                <a:avLst/>
                <a:gdLst>
                  <a:gd name="T0" fmla="*/ 98 w 196"/>
                  <a:gd name="T1" fmla="*/ 7 h 42"/>
                  <a:gd name="T2" fmla="*/ 195 w 196"/>
                  <a:gd name="T3" fmla="*/ 42 h 42"/>
                  <a:gd name="T4" fmla="*/ 196 w 196"/>
                  <a:gd name="T5" fmla="*/ 39 h 42"/>
                  <a:gd name="T6" fmla="*/ 98 w 196"/>
                  <a:gd name="T7" fmla="*/ 0 h 42"/>
                  <a:gd name="T8" fmla="*/ 0 w 196"/>
                  <a:gd name="T9" fmla="*/ 39 h 42"/>
                  <a:gd name="T10" fmla="*/ 1 w 196"/>
                  <a:gd name="T11" fmla="*/ 42 h 42"/>
                  <a:gd name="T12" fmla="*/ 98 w 196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1" y="41"/>
                      <a:pt x="1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6" name="Freeform 969">
                <a:extLst>
                  <a:ext uri="{FF2B5EF4-FFF2-40B4-BE49-F238E27FC236}">
                    <a16:creationId xmlns:a16="http://schemas.microsoft.com/office/drawing/2014/main" id="{91167E8E-F110-3748-E025-5A2FA57B3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" y="3540"/>
                <a:ext cx="180" cy="72"/>
              </a:xfrm>
              <a:custGeom>
                <a:avLst/>
                <a:gdLst>
                  <a:gd name="T0" fmla="*/ 236 w 248"/>
                  <a:gd name="T1" fmla="*/ 28 h 98"/>
                  <a:gd name="T2" fmla="*/ 124 w 248"/>
                  <a:gd name="T3" fmla="*/ 0 h 98"/>
                  <a:gd name="T4" fmla="*/ 12 w 248"/>
                  <a:gd name="T5" fmla="*/ 28 h 98"/>
                  <a:gd name="T6" fmla="*/ 0 w 248"/>
                  <a:gd name="T7" fmla="*/ 28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8 h 98"/>
                  <a:gd name="T16" fmla="*/ 236 w 248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8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8"/>
                      <a:pt x="248" y="28"/>
                      <a:pt x="248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7" name="Freeform 970">
                <a:extLst>
                  <a:ext uri="{FF2B5EF4-FFF2-40B4-BE49-F238E27FC236}">
                    <a16:creationId xmlns:a16="http://schemas.microsoft.com/office/drawing/2014/main" id="{950F0DD7-087D-6284-FB17-69C8E38E07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" y="3547"/>
                <a:ext cx="40" cy="59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8" name="Freeform 971">
                <a:extLst>
                  <a:ext uri="{FF2B5EF4-FFF2-40B4-BE49-F238E27FC236}">
                    <a16:creationId xmlns:a16="http://schemas.microsoft.com/office/drawing/2014/main" id="{EDB880E3-F1E0-0685-04FB-92C43CEEBC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9" y="3584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9" name="Oval 972">
                <a:extLst>
                  <a:ext uri="{FF2B5EF4-FFF2-40B4-BE49-F238E27FC236}">
                    <a16:creationId xmlns:a16="http://schemas.microsoft.com/office/drawing/2014/main" id="{221697DB-4C0D-924F-C33F-0577AF65D3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6" y="3525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0" name="Freeform 973">
                <a:extLst>
                  <a:ext uri="{FF2B5EF4-FFF2-40B4-BE49-F238E27FC236}">
                    <a16:creationId xmlns:a16="http://schemas.microsoft.com/office/drawing/2014/main" id="{ED0CFD5D-44DE-2E4B-7BCD-BFF8E86F5B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8" y="3544"/>
                <a:ext cx="56" cy="32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8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1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9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7"/>
                      <a:pt x="57" y="26"/>
                      <a:pt x="54" y="24"/>
                    </a:cubicBezTo>
                    <a:cubicBezTo>
                      <a:pt x="46" y="20"/>
                      <a:pt x="24" y="35"/>
                      <a:pt x="8" y="26"/>
                    </a:cubicBezTo>
                    <a:cubicBezTo>
                      <a:pt x="0" y="22"/>
                      <a:pt x="1" y="16"/>
                      <a:pt x="9" y="11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6"/>
                      <a:pt x="18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1" name="Freeform 974">
                <a:extLst>
                  <a:ext uri="{FF2B5EF4-FFF2-40B4-BE49-F238E27FC236}">
                    <a16:creationId xmlns:a16="http://schemas.microsoft.com/office/drawing/2014/main" id="{030B8F81-E68D-2D57-30E0-C281109383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" y="3533"/>
                <a:ext cx="143" cy="30"/>
              </a:xfrm>
              <a:custGeom>
                <a:avLst/>
                <a:gdLst>
                  <a:gd name="T0" fmla="*/ 98 w 196"/>
                  <a:gd name="T1" fmla="*/ 6 h 42"/>
                  <a:gd name="T2" fmla="*/ 195 w 196"/>
                  <a:gd name="T3" fmla="*/ 42 h 42"/>
                  <a:gd name="T4" fmla="*/ 196 w 196"/>
                  <a:gd name="T5" fmla="*/ 38 h 42"/>
                  <a:gd name="T6" fmla="*/ 98 w 196"/>
                  <a:gd name="T7" fmla="*/ 0 h 42"/>
                  <a:gd name="T8" fmla="*/ 0 w 196"/>
                  <a:gd name="T9" fmla="*/ 38 h 42"/>
                  <a:gd name="T10" fmla="*/ 1 w 196"/>
                  <a:gd name="T11" fmla="*/ 42 h 42"/>
                  <a:gd name="T12" fmla="*/ 98 w 196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6" y="40"/>
                      <a:pt x="196" y="38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1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2" name="Freeform 975">
                <a:extLst>
                  <a:ext uri="{FF2B5EF4-FFF2-40B4-BE49-F238E27FC236}">
                    <a16:creationId xmlns:a16="http://schemas.microsoft.com/office/drawing/2014/main" id="{8B3AF397-28BC-3CC5-391D-DEF43DA49C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7" y="3523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2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4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6" y="99"/>
                      <a:pt x="124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3" name="Freeform 976">
                <a:extLst>
                  <a:ext uri="{FF2B5EF4-FFF2-40B4-BE49-F238E27FC236}">
                    <a16:creationId xmlns:a16="http://schemas.microsoft.com/office/drawing/2014/main" id="{F4A2B9C2-E437-187C-71FF-D1F3BC4551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7" y="3530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40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4" name="Freeform 977">
                <a:extLst>
                  <a:ext uri="{FF2B5EF4-FFF2-40B4-BE49-F238E27FC236}">
                    <a16:creationId xmlns:a16="http://schemas.microsoft.com/office/drawing/2014/main" id="{C7F774D0-FB00-BD5F-8568-691D5D3423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566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5" name="Oval 978">
                <a:extLst>
                  <a:ext uri="{FF2B5EF4-FFF2-40B4-BE49-F238E27FC236}">
                    <a16:creationId xmlns:a16="http://schemas.microsoft.com/office/drawing/2014/main" id="{A8860309-AA3E-3347-0D0E-CDCB293A5D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7" y="3508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6" name="Freeform 979">
                <a:extLst>
                  <a:ext uri="{FF2B5EF4-FFF2-40B4-BE49-F238E27FC236}">
                    <a16:creationId xmlns:a16="http://schemas.microsoft.com/office/drawing/2014/main" id="{B5EB9CAE-8E5D-6651-EF58-8F32E30E1A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9" y="3528"/>
                <a:ext cx="56" cy="31"/>
              </a:xfrm>
              <a:custGeom>
                <a:avLst/>
                <a:gdLst>
                  <a:gd name="T0" fmla="*/ 66 w 76"/>
                  <a:gd name="T1" fmla="*/ 32 h 43"/>
                  <a:gd name="T2" fmla="*/ 76 w 76"/>
                  <a:gd name="T3" fmla="*/ 38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5 h 43"/>
                  <a:gd name="T18" fmla="*/ 9 w 76"/>
                  <a:gd name="T19" fmla="*/ 10 h 43"/>
                  <a:gd name="T20" fmla="*/ 0 w 76"/>
                  <a:gd name="T21" fmla="*/ 5 h 43"/>
                  <a:gd name="T22" fmla="*/ 9 w 76"/>
                  <a:gd name="T23" fmla="*/ 0 h 43"/>
                  <a:gd name="T24" fmla="*/ 19 w 76"/>
                  <a:gd name="T25" fmla="*/ 5 h 43"/>
                  <a:gd name="T26" fmla="*/ 40 w 76"/>
                  <a:gd name="T27" fmla="*/ 0 h 43"/>
                  <a:gd name="T28" fmla="*/ 44 w 76"/>
                  <a:gd name="T29" fmla="*/ 8 h 43"/>
                  <a:gd name="T30" fmla="*/ 23 w 76"/>
                  <a:gd name="T31" fmla="*/ 14 h 43"/>
                  <a:gd name="T32" fmla="*/ 20 w 76"/>
                  <a:gd name="T33" fmla="*/ 18 h 43"/>
                  <a:gd name="T34" fmla="*/ 68 w 76"/>
                  <a:gd name="T35" fmla="*/ 16 h 43"/>
                  <a:gd name="T36" fmla="*/ 66 w 76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0"/>
                      <a:pt x="60" y="39"/>
                      <a:pt x="56" y="37"/>
                    </a:cubicBezTo>
                    <a:cubicBezTo>
                      <a:pt x="48" y="40"/>
                      <a:pt x="39" y="41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5" y="34"/>
                      <a:pt x="46" y="32"/>
                      <a:pt x="52" y="29"/>
                    </a:cubicBezTo>
                    <a:cubicBezTo>
                      <a:pt x="56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5"/>
                    </a:cubicBezTo>
                    <a:cubicBezTo>
                      <a:pt x="0" y="21"/>
                      <a:pt x="1" y="15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9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5" y="3"/>
                      <a:pt x="33" y="1"/>
                      <a:pt x="40" y="0"/>
                    </a:cubicBezTo>
                    <a:cubicBezTo>
                      <a:pt x="42" y="4"/>
                      <a:pt x="43" y="5"/>
                      <a:pt x="44" y="8"/>
                    </a:cubicBezTo>
                    <a:cubicBezTo>
                      <a:pt x="36" y="9"/>
                      <a:pt x="27" y="12"/>
                      <a:pt x="23" y="14"/>
                    </a:cubicBezTo>
                    <a:cubicBezTo>
                      <a:pt x="19" y="15"/>
                      <a:pt x="18" y="17"/>
                      <a:pt x="20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7" name="Freeform 980">
                <a:extLst>
                  <a:ext uri="{FF2B5EF4-FFF2-40B4-BE49-F238E27FC236}">
                    <a16:creationId xmlns:a16="http://schemas.microsoft.com/office/drawing/2014/main" id="{9C2D32F3-CB6F-75B9-39DF-A0AC57F5A8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6" y="3515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8" name="Freeform 981">
                <a:extLst>
                  <a:ext uri="{FF2B5EF4-FFF2-40B4-BE49-F238E27FC236}">
                    <a16:creationId xmlns:a16="http://schemas.microsoft.com/office/drawing/2014/main" id="{986D9E95-9F2A-D417-46A8-3DE20288A8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" y="3508"/>
                <a:ext cx="181" cy="71"/>
              </a:xfrm>
              <a:custGeom>
                <a:avLst/>
                <a:gdLst>
                  <a:gd name="T0" fmla="*/ 236 w 248"/>
                  <a:gd name="T1" fmla="*/ 29 h 98"/>
                  <a:gd name="T2" fmla="*/ 124 w 248"/>
                  <a:gd name="T3" fmla="*/ 0 h 98"/>
                  <a:gd name="T4" fmla="*/ 12 w 248"/>
                  <a:gd name="T5" fmla="*/ 29 h 98"/>
                  <a:gd name="T6" fmla="*/ 0 w 248"/>
                  <a:gd name="T7" fmla="*/ 29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9 h 98"/>
                  <a:gd name="T16" fmla="*/ 236 w 248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9"/>
                      <a:pt x="248" y="29"/>
                      <a:pt x="248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9" name="Freeform 982">
                <a:extLst>
                  <a:ext uri="{FF2B5EF4-FFF2-40B4-BE49-F238E27FC236}">
                    <a16:creationId xmlns:a16="http://schemas.microsoft.com/office/drawing/2014/main" id="{3B7C27BB-6745-FE10-799B-5A4AA05ACC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" y="3515"/>
                <a:ext cx="40" cy="59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0" name="Freeform 983">
                <a:extLst>
                  <a:ext uri="{FF2B5EF4-FFF2-40B4-BE49-F238E27FC236}">
                    <a16:creationId xmlns:a16="http://schemas.microsoft.com/office/drawing/2014/main" id="{FB72F82B-CBF9-9316-30A8-F6E2006232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3" y="3552"/>
                <a:ext cx="21" cy="27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1" name="Oval 984">
                <a:extLst>
                  <a:ext uri="{FF2B5EF4-FFF2-40B4-BE49-F238E27FC236}">
                    <a16:creationId xmlns:a16="http://schemas.microsoft.com/office/drawing/2014/main" id="{9BEE709F-F7BE-034F-C2F9-A07173B52C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3493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2" name="Freeform 985">
                <a:extLst>
                  <a:ext uri="{FF2B5EF4-FFF2-40B4-BE49-F238E27FC236}">
                    <a16:creationId xmlns:a16="http://schemas.microsoft.com/office/drawing/2014/main" id="{047AC1E0-AB98-6E71-B185-56C4490E5D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3" y="3512"/>
                <a:ext cx="55" cy="32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9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8"/>
                      <a:pt x="57" y="26"/>
                      <a:pt x="54" y="24"/>
                    </a:cubicBezTo>
                    <a:cubicBezTo>
                      <a:pt x="46" y="20"/>
                      <a:pt x="24" y="35"/>
                      <a:pt x="8" y="26"/>
                    </a:cubicBezTo>
                    <a:cubicBezTo>
                      <a:pt x="0" y="22"/>
                      <a:pt x="1" y="16"/>
                      <a:pt x="9" y="11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6"/>
                      <a:pt x="18" y="17"/>
                      <a:pt x="20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3" name="Freeform 986">
                <a:extLst>
                  <a:ext uri="{FF2B5EF4-FFF2-40B4-BE49-F238E27FC236}">
                    <a16:creationId xmlns:a16="http://schemas.microsoft.com/office/drawing/2014/main" id="{FEB06F07-442A-ACCD-862E-8DF3D650D0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9" y="3501"/>
                <a:ext cx="143" cy="30"/>
              </a:xfrm>
              <a:custGeom>
                <a:avLst/>
                <a:gdLst>
                  <a:gd name="T0" fmla="*/ 98 w 196"/>
                  <a:gd name="T1" fmla="*/ 6 h 42"/>
                  <a:gd name="T2" fmla="*/ 195 w 196"/>
                  <a:gd name="T3" fmla="*/ 42 h 42"/>
                  <a:gd name="T4" fmla="*/ 196 w 196"/>
                  <a:gd name="T5" fmla="*/ 39 h 42"/>
                  <a:gd name="T6" fmla="*/ 98 w 196"/>
                  <a:gd name="T7" fmla="*/ 0 h 42"/>
                  <a:gd name="T8" fmla="*/ 0 w 196"/>
                  <a:gd name="T9" fmla="*/ 39 h 42"/>
                  <a:gd name="T10" fmla="*/ 1 w 196"/>
                  <a:gd name="T11" fmla="*/ 42 h 42"/>
                  <a:gd name="T12" fmla="*/ 98 w 196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1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4" name="Freeform 987">
                <a:extLst>
                  <a:ext uri="{FF2B5EF4-FFF2-40B4-BE49-F238E27FC236}">
                    <a16:creationId xmlns:a16="http://schemas.microsoft.com/office/drawing/2014/main" id="{89E8BAD9-8EC8-8C1F-9C8B-AEBCA5D49E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" y="3487"/>
                <a:ext cx="181" cy="71"/>
              </a:xfrm>
              <a:custGeom>
                <a:avLst/>
                <a:gdLst>
                  <a:gd name="T0" fmla="*/ 236 w 248"/>
                  <a:gd name="T1" fmla="*/ 28 h 98"/>
                  <a:gd name="T2" fmla="*/ 124 w 248"/>
                  <a:gd name="T3" fmla="*/ 0 h 98"/>
                  <a:gd name="T4" fmla="*/ 12 w 248"/>
                  <a:gd name="T5" fmla="*/ 28 h 98"/>
                  <a:gd name="T6" fmla="*/ 0 w 248"/>
                  <a:gd name="T7" fmla="*/ 28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8 h 98"/>
                  <a:gd name="T16" fmla="*/ 236 w 248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8"/>
                    </a:moveTo>
                    <a:cubicBezTo>
                      <a:pt x="217" y="11"/>
                      <a:pt x="174" y="0"/>
                      <a:pt x="124" y="0"/>
                    </a:cubicBezTo>
                    <a:cubicBezTo>
                      <a:pt x="74" y="0"/>
                      <a:pt x="31" y="11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8"/>
                      <a:pt x="248" y="28"/>
                      <a:pt x="248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5" name="Freeform 988">
                <a:extLst>
                  <a:ext uri="{FF2B5EF4-FFF2-40B4-BE49-F238E27FC236}">
                    <a16:creationId xmlns:a16="http://schemas.microsoft.com/office/drawing/2014/main" id="{368B2B8B-EF61-106E-35D7-9C059B91F9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" y="3494"/>
                <a:ext cx="40" cy="58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4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6" name="Freeform 989">
                <a:extLst>
                  <a:ext uri="{FF2B5EF4-FFF2-40B4-BE49-F238E27FC236}">
                    <a16:creationId xmlns:a16="http://schemas.microsoft.com/office/drawing/2014/main" id="{6ACB9BE5-7867-AF84-BAD6-F1AB630E30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7" y="3530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7" name="Oval 990">
                <a:extLst>
                  <a:ext uri="{FF2B5EF4-FFF2-40B4-BE49-F238E27FC236}">
                    <a16:creationId xmlns:a16="http://schemas.microsoft.com/office/drawing/2014/main" id="{3EDB91B5-6B4F-56FE-13E3-A11133C4DD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3" y="3471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8" name="Freeform 991">
                <a:extLst>
                  <a:ext uri="{FF2B5EF4-FFF2-40B4-BE49-F238E27FC236}">
                    <a16:creationId xmlns:a16="http://schemas.microsoft.com/office/drawing/2014/main" id="{CFC95234-343F-555B-DEA3-561C82E2EF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6" y="3491"/>
                <a:ext cx="55" cy="32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8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0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1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2" y="41"/>
                      <a:pt x="60" y="39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6"/>
                    </a:cubicBezTo>
                    <a:cubicBezTo>
                      <a:pt x="0" y="21"/>
                      <a:pt x="1" y="16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3" y="1"/>
                      <a:pt x="40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5"/>
                      <a:pt x="18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1"/>
                      <a:pt x="74" y="27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9" name="Freeform 992">
                <a:extLst>
                  <a:ext uri="{FF2B5EF4-FFF2-40B4-BE49-F238E27FC236}">
                    <a16:creationId xmlns:a16="http://schemas.microsoft.com/office/drawing/2014/main" id="{E0E15AA8-A322-1C7E-E9CE-1EA75198AB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2" y="3479"/>
                <a:ext cx="143" cy="31"/>
              </a:xfrm>
              <a:custGeom>
                <a:avLst/>
                <a:gdLst>
                  <a:gd name="T0" fmla="*/ 98 w 196"/>
                  <a:gd name="T1" fmla="*/ 7 h 43"/>
                  <a:gd name="T2" fmla="*/ 195 w 196"/>
                  <a:gd name="T3" fmla="*/ 43 h 43"/>
                  <a:gd name="T4" fmla="*/ 196 w 196"/>
                  <a:gd name="T5" fmla="*/ 39 h 43"/>
                  <a:gd name="T6" fmla="*/ 98 w 196"/>
                  <a:gd name="T7" fmla="*/ 0 h 43"/>
                  <a:gd name="T8" fmla="*/ 0 w 196"/>
                  <a:gd name="T9" fmla="*/ 39 h 43"/>
                  <a:gd name="T10" fmla="*/ 1 w 196"/>
                  <a:gd name="T11" fmla="*/ 43 h 43"/>
                  <a:gd name="T12" fmla="*/ 98 w 196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3">
                    <a:moveTo>
                      <a:pt x="98" y="7"/>
                    </a:moveTo>
                    <a:cubicBezTo>
                      <a:pt x="149" y="7"/>
                      <a:pt x="191" y="23"/>
                      <a:pt x="195" y="43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1" y="41"/>
                      <a:pt x="1" y="43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0" name="Freeform 993">
                <a:extLst>
                  <a:ext uri="{FF2B5EF4-FFF2-40B4-BE49-F238E27FC236}">
                    <a16:creationId xmlns:a16="http://schemas.microsoft.com/office/drawing/2014/main" id="{5BD847DA-8C55-A0CC-6D67-9B4DC5057B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" y="3468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4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1" name="Freeform 994">
                <a:extLst>
                  <a:ext uri="{FF2B5EF4-FFF2-40B4-BE49-F238E27FC236}">
                    <a16:creationId xmlns:a16="http://schemas.microsoft.com/office/drawing/2014/main" id="{9436DF41-7B03-E13F-E8B9-51D95108E1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" y="3475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40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1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2" name="Freeform 995">
                <a:extLst>
                  <a:ext uri="{FF2B5EF4-FFF2-40B4-BE49-F238E27FC236}">
                    <a16:creationId xmlns:a16="http://schemas.microsoft.com/office/drawing/2014/main" id="{A3FFA503-F0B8-E593-9EC0-73C3BECAD5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3" y="3512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3" name="Oval 996">
                <a:extLst>
                  <a:ext uri="{FF2B5EF4-FFF2-40B4-BE49-F238E27FC236}">
                    <a16:creationId xmlns:a16="http://schemas.microsoft.com/office/drawing/2014/main" id="{80D6116B-4980-992E-A60F-5A48945455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345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4" name="Freeform 997">
                <a:extLst>
                  <a:ext uri="{FF2B5EF4-FFF2-40B4-BE49-F238E27FC236}">
                    <a16:creationId xmlns:a16="http://schemas.microsoft.com/office/drawing/2014/main" id="{A5265A60-1544-796C-6030-04F23FE884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2" y="3473"/>
                <a:ext cx="56" cy="31"/>
              </a:xfrm>
              <a:custGeom>
                <a:avLst/>
                <a:gdLst>
                  <a:gd name="T0" fmla="*/ 67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9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20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7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8" y="25"/>
                      <a:pt x="55" y="24"/>
                    </a:cubicBezTo>
                    <a:cubicBezTo>
                      <a:pt x="47" y="19"/>
                      <a:pt x="25" y="35"/>
                      <a:pt x="9" y="25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20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3" y="4"/>
                      <a:pt x="43" y="5"/>
                      <a:pt x="45" y="8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7"/>
                    </a:cubicBezTo>
                    <a:cubicBezTo>
                      <a:pt x="77" y="21"/>
                      <a:pt x="75" y="27"/>
                      <a:pt x="67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5" name="Freeform 998">
                <a:extLst>
                  <a:ext uri="{FF2B5EF4-FFF2-40B4-BE49-F238E27FC236}">
                    <a16:creationId xmlns:a16="http://schemas.microsoft.com/office/drawing/2014/main" id="{E9599521-C2B4-772A-38EB-C4F54289E0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9" y="3461"/>
                <a:ext cx="142" cy="30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6" name="Freeform 999">
                <a:extLst>
                  <a:ext uri="{FF2B5EF4-FFF2-40B4-BE49-F238E27FC236}">
                    <a16:creationId xmlns:a16="http://schemas.microsoft.com/office/drawing/2014/main" id="{3BE3AA78-148D-B52B-1710-DDEC792DD6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" y="3447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4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7" name="Freeform 1000">
                <a:extLst>
                  <a:ext uri="{FF2B5EF4-FFF2-40B4-BE49-F238E27FC236}">
                    <a16:creationId xmlns:a16="http://schemas.microsoft.com/office/drawing/2014/main" id="{0E29EC99-4890-8817-0842-5199C469D3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" y="3454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1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8" name="Freeform 1001">
                <a:extLst>
                  <a:ext uri="{FF2B5EF4-FFF2-40B4-BE49-F238E27FC236}">
                    <a16:creationId xmlns:a16="http://schemas.microsoft.com/office/drawing/2014/main" id="{3B2A52C9-314D-FA8D-1989-D12E9803CE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7" y="3490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9" name="Oval 1002">
                <a:extLst>
                  <a:ext uri="{FF2B5EF4-FFF2-40B4-BE49-F238E27FC236}">
                    <a16:creationId xmlns:a16="http://schemas.microsoft.com/office/drawing/2014/main" id="{4995CD82-49E6-3A0D-C582-D4E6057552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3" y="3432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0" name="Freeform 1003">
                <a:extLst>
                  <a:ext uri="{FF2B5EF4-FFF2-40B4-BE49-F238E27FC236}">
                    <a16:creationId xmlns:a16="http://schemas.microsoft.com/office/drawing/2014/main" id="{39B9F219-250C-041D-E2F2-4F38F2504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5" y="3452"/>
                <a:ext cx="56" cy="30"/>
              </a:xfrm>
              <a:custGeom>
                <a:avLst/>
                <a:gdLst>
                  <a:gd name="T0" fmla="*/ 67 w 77"/>
                  <a:gd name="T1" fmla="*/ 32 h 42"/>
                  <a:gd name="T2" fmla="*/ 77 w 77"/>
                  <a:gd name="T3" fmla="*/ 38 h 42"/>
                  <a:gd name="T4" fmla="*/ 67 w 77"/>
                  <a:gd name="T5" fmla="*/ 42 h 42"/>
                  <a:gd name="T6" fmla="*/ 57 w 77"/>
                  <a:gd name="T7" fmla="*/ 37 h 42"/>
                  <a:gd name="T8" fmla="*/ 32 w 77"/>
                  <a:gd name="T9" fmla="*/ 41 h 42"/>
                  <a:gd name="T10" fmla="*/ 27 w 77"/>
                  <a:gd name="T11" fmla="*/ 34 h 42"/>
                  <a:gd name="T12" fmla="*/ 52 w 77"/>
                  <a:gd name="T13" fmla="*/ 29 h 42"/>
                  <a:gd name="T14" fmla="*/ 55 w 77"/>
                  <a:gd name="T15" fmla="*/ 23 h 42"/>
                  <a:gd name="T16" fmla="*/ 9 w 77"/>
                  <a:gd name="T17" fmla="*/ 25 h 42"/>
                  <a:gd name="T18" fmla="*/ 10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20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9 w 77"/>
                  <a:gd name="T35" fmla="*/ 16 h 42"/>
                  <a:gd name="T36" fmla="*/ 67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7" y="32"/>
                    </a:moveTo>
                    <a:cubicBezTo>
                      <a:pt x="71" y="34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8" y="25"/>
                      <a:pt x="55" y="23"/>
                    </a:cubicBezTo>
                    <a:cubicBezTo>
                      <a:pt x="47" y="19"/>
                      <a:pt x="25" y="34"/>
                      <a:pt x="9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20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3" y="3"/>
                      <a:pt x="43" y="5"/>
                      <a:pt x="45" y="8"/>
                    </a:cubicBezTo>
                    <a:cubicBezTo>
                      <a:pt x="37" y="9"/>
                      <a:pt x="28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7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1" name="Freeform 1004">
                <a:extLst>
                  <a:ext uri="{FF2B5EF4-FFF2-40B4-BE49-F238E27FC236}">
                    <a16:creationId xmlns:a16="http://schemas.microsoft.com/office/drawing/2014/main" id="{E0B039AA-C5F8-A225-0916-3AA2E2AC4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2" y="3439"/>
                <a:ext cx="143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2" name="Freeform 1005">
                <a:extLst>
                  <a:ext uri="{FF2B5EF4-FFF2-40B4-BE49-F238E27FC236}">
                    <a16:creationId xmlns:a16="http://schemas.microsoft.com/office/drawing/2014/main" id="{414BBCEC-2501-F241-19B7-CED0307F14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0" y="3427"/>
                <a:ext cx="181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3" name="Freeform 1006">
                <a:extLst>
                  <a:ext uri="{FF2B5EF4-FFF2-40B4-BE49-F238E27FC236}">
                    <a16:creationId xmlns:a16="http://schemas.microsoft.com/office/drawing/2014/main" id="{C6AE6E5C-7074-6942-D0DC-FAEAD2460E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0" y="3434"/>
                <a:ext cx="40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4" name="Freeform 1007">
                <a:extLst>
                  <a:ext uri="{FF2B5EF4-FFF2-40B4-BE49-F238E27FC236}">
                    <a16:creationId xmlns:a16="http://schemas.microsoft.com/office/drawing/2014/main" id="{6DEC0C8C-57F5-E0DD-3723-B0F01D3761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4" y="3470"/>
                <a:ext cx="19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5" name="Oval 1008">
                <a:extLst>
                  <a:ext uri="{FF2B5EF4-FFF2-40B4-BE49-F238E27FC236}">
                    <a16:creationId xmlns:a16="http://schemas.microsoft.com/office/drawing/2014/main" id="{D5253D7A-A9DB-32CF-DF37-505F53274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0" y="3412"/>
                <a:ext cx="181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447" name="Freeform 1010">
              <a:extLst>
                <a:ext uri="{FF2B5EF4-FFF2-40B4-BE49-F238E27FC236}">
                  <a16:creationId xmlns:a16="http://schemas.microsoft.com/office/drawing/2014/main" id="{34FCFEA9-C15A-60C6-18B7-A43161A70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955" y="5446789"/>
              <a:ext cx="90489" cy="50801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8" name="Freeform 1011">
              <a:extLst>
                <a:ext uri="{FF2B5EF4-FFF2-40B4-BE49-F238E27FC236}">
                  <a16:creationId xmlns:a16="http://schemas.microsoft.com/office/drawing/2014/main" id="{9C90DCA9-E23C-ADD9-511D-55443490F4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91" y="5427739"/>
              <a:ext cx="227017" cy="49213"/>
            </a:xfrm>
            <a:custGeom>
              <a:avLst/>
              <a:gdLst>
                <a:gd name="T0" fmla="*/ 97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9" name="Freeform 1012">
              <a:extLst>
                <a:ext uri="{FF2B5EF4-FFF2-40B4-BE49-F238E27FC236}">
                  <a16:creationId xmlns:a16="http://schemas.microsoft.com/office/drawing/2014/main" id="{92ABF2D5-8191-5D0B-1883-5EF471BDE9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53" y="5416626"/>
              <a:ext cx="285755" cy="112714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0" name="Freeform 1013">
              <a:extLst>
                <a:ext uri="{FF2B5EF4-FFF2-40B4-BE49-F238E27FC236}">
                  <a16:creationId xmlns:a16="http://schemas.microsoft.com/office/drawing/2014/main" id="{D63800BE-0466-F230-9398-219D2BA99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53" y="5427739"/>
              <a:ext cx="61914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1" name="Freeform 1014">
              <a:extLst>
                <a:ext uri="{FF2B5EF4-FFF2-40B4-BE49-F238E27FC236}">
                  <a16:creationId xmlns:a16="http://schemas.microsoft.com/office/drawing/2014/main" id="{0D442C30-3B80-6DA8-AFB2-286E511F3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393" y="5484889"/>
              <a:ext cx="31751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2" name="Oval 1015">
              <a:extLst>
                <a:ext uri="{FF2B5EF4-FFF2-40B4-BE49-F238E27FC236}">
                  <a16:creationId xmlns:a16="http://schemas.microsoft.com/office/drawing/2014/main" id="{7A9A296A-244E-3F08-9693-251867F0C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2753" y="5392813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3" name="Freeform 1016">
              <a:extLst>
                <a:ext uri="{FF2B5EF4-FFF2-40B4-BE49-F238E27FC236}">
                  <a16:creationId xmlns:a16="http://schemas.microsoft.com/office/drawing/2014/main" id="{1C7E6331-72EE-B06D-C8E6-89BD427A18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180" y="5424564"/>
              <a:ext cx="88902" cy="47626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4" name="Freeform 1017">
              <a:extLst>
                <a:ext uri="{FF2B5EF4-FFF2-40B4-BE49-F238E27FC236}">
                  <a16:creationId xmlns:a16="http://schemas.microsoft.com/office/drawing/2014/main" id="{A1F47476-E921-661C-C93A-DCEC1AD68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916" y="5403926"/>
              <a:ext cx="225429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5" name="Freeform 1018">
              <a:extLst>
                <a:ext uri="{FF2B5EF4-FFF2-40B4-BE49-F238E27FC236}">
                  <a16:creationId xmlns:a16="http://schemas.microsoft.com/office/drawing/2014/main" id="{580C6ECA-6840-0A89-BA62-18D448427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640" y="5383288"/>
              <a:ext cx="285755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6" name="Freeform 1019">
              <a:extLst>
                <a:ext uri="{FF2B5EF4-FFF2-40B4-BE49-F238E27FC236}">
                  <a16:creationId xmlns:a16="http://schemas.microsoft.com/office/drawing/2014/main" id="{EB82DAA3-EDCB-F9D6-3B24-279F97926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640" y="5394401"/>
              <a:ext cx="61914" cy="92076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7" name="Freeform 1020">
              <a:extLst>
                <a:ext uri="{FF2B5EF4-FFF2-40B4-BE49-F238E27FC236}">
                  <a16:creationId xmlns:a16="http://schemas.microsoft.com/office/drawing/2014/main" id="{99C20C41-4288-E013-3543-F96792744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281" y="5451551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8" name="Oval 1021">
              <a:extLst>
                <a:ext uri="{FF2B5EF4-FFF2-40B4-BE49-F238E27FC236}">
                  <a16:creationId xmlns:a16="http://schemas.microsoft.com/office/drawing/2014/main" id="{E36DFFDC-04ED-0B54-2D33-E7A363CD4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40" y="5357888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9" name="Freeform 1022">
              <a:extLst>
                <a:ext uri="{FF2B5EF4-FFF2-40B4-BE49-F238E27FC236}">
                  <a16:creationId xmlns:a16="http://schemas.microsoft.com/office/drawing/2014/main" id="{74D70C11-DEDE-B23B-16F2-80F8F6935F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0067" y="5389638"/>
              <a:ext cx="88902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1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4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0" name="Freeform 1023">
              <a:extLst>
                <a:ext uri="{FF2B5EF4-FFF2-40B4-BE49-F238E27FC236}">
                  <a16:creationId xmlns:a16="http://schemas.microsoft.com/office/drawing/2014/main" id="{E849758C-2270-7FD5-A1AC-6ECDFEFCA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803" y="5370588"/>
              <a:ext cx="225429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1" name="Freeform 1024">
              <a:extLst>
                <a:ext uri="{FF2B5EF4-FFF2-40B4-BE49-F238E27FC236}">
                  <a16:creationId xmlns:a16="http://schemas.microsoft.com/office/drawing/2014/main" id="{8EEB63B9-8ED9-998F-BC42-90E7EF2F7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53" y="5353125"/>
              <a:ext cx="285755" cy="114302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2" name="Freeform 1025">
              <a:extLst>
                <a:ext uri="{FF2B5EF4-FFF2-40B4-BE49-F238E27FC236}">
                  <a16:creationId xmlns:a16="http://schemas.microsoft.com/office/drawing/2014/main" id="{930271AD-A9E6-0FDB-F720-15A16F112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53" y="5365825"/>
              <a:ext cx="61914" cy="92076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3" name="Freeform 1026">
              <a:extLst>
                <a:ext uri="{FF2B5EF4-FFF2-40B4-BE49-F238E27FC236}">
                  <a16:creationId xmlns:a16="http://schemas.microsoft.com/office/drawing/2014/main" id="{C7093828-1554-6EF4-FB4E-DED1388E8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8806" y="5421388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4" name="Oval 1027">
              <a:extLst>
                <a:ext uri="{FF2B5EF4-FFF2-40B4-BE49-F238E27FC236}">
                  <a16:creationId xmlns:a16="http://schemas.microsoft.com/office/drawing/2014/main" id="{926F577B-097B-18DB-FE7C-A5CA41F7A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2753" y="5329312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5" name="Freeform 1028">
              <a:extLst>
                <a:ext uri="{FF2B5EF4-FFF2-40B4-BE49-F238E27FC236}">
                  <a16:creationId xmlns:a16="http://schemas.microsoft.com/office/drawing/2014/main" id="{3E85710F-3946-F72C-EB6E-4413F6381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180" y="5361063"/>
              <a:ext cx="88902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6" name="Freeform 1029">
              <a:extLst>
                <a:ext uri="{FF2B5EF4-FFF2-40B4-BE49-F238E27FC236}">
                  <a16:creationId xmlns:a16="http://schemas.microsoft.com/office/drawing/2014/main" id="{7E6CF174-199E-0474-C8A4-703338F7A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916" y="5340425"/>
              <a:ext cx="225429" cy="50801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7" name="Freeform 1030">
              <a:extLst>
                <a:ext uri="{FF2B5EF4-FFF2-40B4-BE49-F238E27FC236}">
                  <a16:creationId xmlns:a16="http://schemas.microsoft.com/office/drawing/2014/main" id="{F9011F74-5E29-9692-F68C-3D0248ABFF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640" y="5318199"/>
              <a:ext cx="285755" cy="115889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8" name="Freeform 1031">
              <a:extLst>
                <a:ext uri="{FF2B5EF4-FFF2-40B4-BE49-F238E27FC236}">
                  <a16:creationId xmlns:a16="http://schemas.microsoft.com/office/drawing/2014/main" id="{97EEB405-5E7E-480B-7DCA-EDBE247A8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640" y="5330900"/>
              <a:ext cx="61914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9" name="Freeform 1032">
              <a:extLst>
                <a:ext uri="{FF2B5EF4-FFF2-40B4-BE49-F238E27FC236}">
                  <a16:creationId xmlns:a16="http://schemas.microsoft.com/office/drawing/2014/main" id="{0CA2EBDC-5B0D-83E8-D37D-C9C96DFC8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281" y="5388050"/>
              <a:ext cx="31751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0" name="Oval 1033">
              <a:extLst>
                <a:ext uri="{FF2B5EF4-FFF2-40B4-BE49-F238E27FC236}">
                  <a16:creationId xmlns:a16="http://schemas.microsoft.com/office/drawing/2014/main" id="{D66AFF38-720B-C72A-882D-ACFA1FFF1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40" y="5295974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1" name="Freeform 1034">
              <a:extLst>
                <a:ext uri="{FF2B5EF4-FFF2-40B4-BE49-F238E27FC236}">
                  <a16:creationId xmlns:a16="http://schemas.microsoft.com/office/drawing/2014/main" id="{3A335A9B-EAD1-2B65-0E8D-578389E2C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0067" y="5326137"/>
              <a:ext cx="88902" cy="50801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2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2" name="Freeform 1035">
              <a:extLst>
                <a:ext uri="{FF2B5EF4-FFF2-40B4-BE49-F238E27FC236}">
                  <a16:creationId xmlns:a16="http://schemas.microsoft.com/office/drawing/2014/main" id="{73B77BC4-F2AF-12C4-E1B0-FFCD5096B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803" y="5307087"/>
              <a:ext cx="225429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3" name="Freeform 1036">
              <a:extLst>
                <a:ext uri="{FF2B5EF4-FFF2-40B4-BE49-F238E27FC236}">
                  <a16:creationId xmlns:a16="http://schemas.microsoft.com/office/drawing/2014/main" id="{C6A7E64A-BEA3-64D9-F8C9-D3D9F906E4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053" y="5286449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4" name="Freeform 1037">
              <a:extLst>
                <a:ext uri="{FF2B5EF4-FFF2-40B4-BE49-F238E27FC236}">
                  <a16:creationId xmlns:a16="http://schemas.microsoft.com/office/drawing/2014/main" id="{401617FE-9287-B1AD-4F64-960E278A0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053" y="5297562"/>
              <a:ext cx="61914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5" name="Freeform 1038">
              <a:extLst>
                <a:ext uri="{FF2B5EF4-FFF2-40B4-BE49-F238E27FC236}">
                  <a16:creationId xmlns:a16="http://schemas.microsoft.com/office/drawing/2014/main" id="{22067E08-1DD2-3B60-C539-BBD916019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7693" y="5356300"/>
              <a:ext cx="31751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6" name="Oval 1039">
              <a:extLst>
                <a:ext uri="{FF2B5EF4-FFF2-40B4-BE49-F238E27FC236}">
                  <a16:creationId xmlns:a16="http://schemas.microsoft.com/office/drawing/2014/main" id="{3757F014-23E3-76D9-06D8-4E6EE6980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0053" y="5262636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7" name="Freeform 1040">
              <a:extLst>
                <a:ext uri="{FF2B5EF4-FFF2-40B4-BE49-F238E27FC236}">
                  <a16:creationId xmlns:a16="http://schemas.microsoft.com/office/drawing/2014/main" id="{45A8C5EA-A37B-86A0-500B-8B155A78AB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8480" y="5294387"/>
              <a:ext cx="88902" cy="49213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7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8" name="Freeform 1041">
              <a:extLst>
                <a:ext uri="{FF2B5EF4-FFF2-40B4-BE49-F238E27FC236}">
                  <a16:creationId xmlns:a16="http://schemas.microsoft.com/office/drawing/2014/main" id="{78EED194-94F8-8721-6C73-C65F3A310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8628" y="5275336"/>
              <a:ext cx="227017" cy="47626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9" y="7"/>
                    <a:pt x="190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9" name="Freeform 1042">
              <a:extLst>
                <a:ext uri="{FF2B5EF4-FFF2-40B4-BE49-F238E27FC236}">
                  <a16:creationId xmlns:a16="http://schemas.microsoft.com/office/drawing/2014/main" id="{01F8094E-8679-5C54-439A-07AD976E9D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91" y="5262636"/>
              <a:ext cx="285755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0" name="Freeform 1043">
              <a:extLst>
                <a:ext uri="{FF2B5EF4-FFF2-40B4-BE49-F238E27FC236}">
                  <a16:creationId xmlns:a16="http://schemas.microsoft.com/office/drawing/2014/main" id="{62E29376-1A46-6A1F-ADBF-F9B46E822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91" y="5275336"/>
              <a:ext cx="63501" cy="92076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1" name="Freeform 1044">
              <a:extLst>
                <a:ext uri="{FF2B5EF4-FFF2-40B4-BE49-F238E27FC236}">
                  <a16:creationId xmlns:a16="http://schemas.microsoft.com/office/drawing/2014/main" id="{EB318559-14AF-6061-4977-D73C774A6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331" y="5332487"/>
              <a:ext cx="31751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2" name="Oval 1045">
              <a:extLst>
                <a:ext uri="{FF2B5EF4-FFF2-40B4-BE49-F238E27FC236}">
                  <a16:creationId xmlns:a16="http://schemas.microsoft.com/office/drawing/2014/main" id="{88176B30-6D5A-BDAC-DFE8-3037C912A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0691" y="5238823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3" name="Freeform 1046">
              <a:extLst>
                <a:ext uri="{FF2B5EF4-FFF2-40B4-BE49-F238E27FC236}">
                  <a16:creationId xmlns:a16="http://schemas.microsoft.com/office/drawing/2014/main" id="{4B4C6310-EB8F-5B4B-BC93-0AB26B9DF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9118" y="5270574"/>
              <a:ext cx="88902" cy="49213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8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20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4" name="Freeform 1047">
              <a:extLst>
                <a:ext uri="{FF2B5EF4-FFF2-40B4-BE49-F238E27FC236}">
                  <a16:creationId xmlns:a16="http://schemas.microsoft.com/office/drawing/2014/main" id="{CF37FCFE-0C6E-70A7-8CE1-47904B8EDD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854" y="5251524"/>
              <a:ext cx="225429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5" name="Freeform 1048">
              <a:extLst>
                <a:ext uri="{FF2B5EF4-FFF2-40B4-BE49-F238E27FC236}">
                  <a16:creationId xmlns:a16="http://schemas.microsoft.com/office/drawing/2014/main" id="{FB7AAE64-FAE5-7CA1-8291-C9DA3EB4E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578" y="5229298"/>
              <a:ext cx="285755" cy="114302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6" name="Freeform 1049">
              <a:extLst>
                <a:ext uri="{FF2B5EF4-FFF2-40B4-BE49-F238E27FC236}">
                  <a16:creationId xmlns:a16="http://schemas.microsoft.com/office/drawing/2014/main" id="{2FDDCD1C-F179-A986-888E-B890ABDCD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578" y="5241998"/>
              <a:ext cx="63501" cy="92076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7" name="Freeform 1050">
              <a:extLst>
                <a:ext uri="{FF2B5EF4-FFF2-40B4-BE49-F238E27FC236}">
                  <a16:creationId xmlns:a16="http://schemas.microsoft.com/office/drawing/2014/main" id="{FD034B2B-7C0C-0FAC-0B99-444D9391E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218" y="5297562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8" name="Oval 1051">
              <a:extLst>
                <a:ext uri="{FF2B5EF4-FFF2-40B4-BE49-F238E27FC236}">
                  <a16:creationId xmlns:a16="http://schemas.microsoft.com/office/drawing/2014/main" id="{C8D18F8A-52DE-905C-A8B6-31184BFC3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578" y="5205485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9" name="Freeform 1052">
              <a:extLst>
                <a:ext uri="{FF2B5EF4-FFF2-40B4-BE49-F238E27FC236}">
                  <a16:creationId xmlns:a16="http://schemas.microsoft.com/office/drawing/2014/main" id="{7C22738F-622D-DD25-DC19-6CE31EFF9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8005" y="5237236"/>
              <a:ext cx="88902" cy="49213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0" name="Freeform 1053">
              <a:extLst>
                <a:ext uri="{FF2B5EF4-FFF2-40B4-BE49-F238E27FC236}">
                  <a16:creationId xmlns:a16="http://schemas.microsoft.com/office/drawing/2014/main" id="{CA5667BA-FA24-35E4-2D54-444063040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9741" y="5216598"/>
              <a:ext cx="225429" cy="50801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1" name="Freeform 1054">
              <a:extLst>
                <a:ext uri="{FF2B5EF4-FFF2-40B4-BE49-F238E27FC236}">
                  <a16:creationId xmlns:a16="http://schemas.microsoft.com/office/drawing/2014/main" id="{DC4F7CEE-771D-BE40-F7EA-023666E5C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91" y="5199135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2" name="Freeform 1055">
              <a:extLst>
                <a:ext uri="{FF2B5EF4-FFF2-40B4-BE49-F238E27FC236}">
                  <a16:creationId xmlns:a16="http://schemas.microsoft.com/office/drawing/2014/main" id="{BE83C8D5-4383-A57A-AFB9-4C3FAE760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91" y="5211835"/>
              <a:ext cx="61914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3" name="Freeform 1056">
              <a:extLst>
                <a:ext uri="{FF2B5EF4-FFF2-40B4-BE49-F238E27FC236}">
                  <a16:creationId xmlns:a16="http://schemas.microsoft.com/office/drawing/2014/main" id="{FB0A7E3A-437C-C77C-B884-FDB659C99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331" y="5268986"/>
              <a:ext cx="31751" cy="44451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4" name="Oval 1057">
              <a:extLst>
                <a:ext uri="{FF2B5EF4-FFF2-40B4-BE49-F238E27FC236}">
                  <a16:creationId xmlns:a16="http://schemas.microsoft.com/office/drawing/2014/main" id="{00E05309-31EA-3CEC-E4D4-AC678A6C7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0691" y="5176910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5" name="Freeform 1058">
              <a:extLst>
                <a:ext uri="{FF2B5EF4-FFF2-40B4-BE49-F238E27FC236}">
                  <a16:creationId xmlns:a16="http://schemas.microsoft.com/office/drawing/2014/main" id="{A438C3BE-27D3-CB4A-E636-72C1E65B0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9118" y="5207073"/>
              <a:ext cx="88902" cy="50801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6" name="Freeform 1059">
              <a:extLst>
                <a:ext uri="{FF2B5EF4-FFF2-40B4-BE49-F238E27FC236}">
                  <a16:creationId xmlns:a16="http://schemas.microsoft.com/office/drawing/2014/main" id="{FA8F2CC3-6B39-3C0B-3C9F-BD4ABFCC1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854" y="5188023"/>
              <a:ext cx="225429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7" name="Freeform 1060">
              <a:extLst>
                <a:ext uri="{FF2B5EF4-FFF2-40B4-BE49-F238E27FC236}">
                  <a16:creationId xmlns:a16="http://schemas.microsoft.com/office/drawing/2014/main" id="{16660A74-E2CB-F76F-715B-67102C47E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578" y="5165797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8" name="Freeform 1061">
              <a:extLst>
                <a:ext uri="{FF2B5EF4-FFF2-40B4-BE49-F238E27FC236}">
                  <a16:creationId xmlns:a16="http://schemas.microsoft.com/office/drawing/2014/main" id="{EED1FFEB-59D8-0F03-699A-8DCD80EA9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578" y="5176910"/>
              <a:ext cx="61914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9" name="Freeform 1062">
              <a:extLst>
                <a:ext uri="{FF2B5EF4-FFF2-40B4-BE49-F238E27FC236}">
                  <a16:creationId xmlns:a16="http://schemas.microsoft.com/office/drawing/2014/main" id="{B8D39D50-E1AA-BA68-CFE7-EABD37D70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218" y="5235648"/>
              <a:ext cx="31751" cy="44451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0" name="Oval 1063">
              <a:extLst>
                <a:ext uri="{FF2B5EF4-FFF2-40B4-BE49-F238E27FC236}">
                  <a16:creationId xmlns:a16="http://schemas.microsoft.com/office/drawing/2014/main" id="{BFDE8F1E-7AB3-9243-B845-64342E3B0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578" y="5143572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1" name="Freeform 1064">
              <a:extLst>
                <a:ext uri="{FF2B5EF4-FFF2-40B4-BE49-F238E27FC236}">
                  <a16:creationId xmlns:a16="http://schemas.microsoft.com/office/drawing/2014/main" id="{7CECD885-61AD-EB71-786D-C1A76371A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8005" y="5173735"/>
              <a:ext cx="88902" cy="50801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1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3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4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2" name="Freeform 1065">
              <a:extLst>
                <a:ext uri="{FF2B5EF4-FFF2-40B4-BE49-F238E27FC236}">
                  <a16:creationId xmlns:a16="http://schemas.microsoft.com/office/drawing/2014/main" id="{8BF83D4D-367E-CDCE-4654-48192287C2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9741" y="5154685"/>
              <a:ext cx="225429" cy="47626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3" name="Oval 1066">
              <a:extLst>
                <a:ext uri="{FF2B5EF4-FFF2-40B4-BE49-F238E27FC236}">
                  <a16:creationId xmlns:a16="http://schemas.microsoft.com/office/drawing/2014/main" id="{448BA518-45A1-4C90-74B9-286C6A422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746" y="6153236"/>
              <a:ext cx="285755" cy="114302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4" name="Freeform 1067">
              <a:extLst>
                <a:ext uri="{FF2B5EF4-FFF2-40B4-BE49-F238E27FC236}">
                  <a16:creationId xmlns:a16="http://schemas.microsoft.com/office/drawing/2014/main" id="{0826EC82-2DBF-2842-BAAA-F5E6FDC52B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5233" y="6131011"/>
              <a:ext cx="285755" cy="114302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5" name="Freeform 1068">
              <a:extLst>
                <a:ext uri="{FF2B5EF4-FFF2-40B4-BE49-F238E27FC236}">
                  <a16:creationId xmlns:a16="http://schemas.microsoft.com/office/drawing/2014/main" id="{6C7BF4EF-E03E-A9EE-7AA6-FD80CF96A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5233" y="6143711"/>
              <a:ext cx="63501" cy="92076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6" name="Freeform 1069">
              <a:extLst>
                <a:ext uri="{FF2B5EF4-FFF2-40B4-BE49-F238E27FC236}">
                  <a16:creationId xmlns:a16="http://schemas.microsoft.com/office/drawing/2014/main" id="{76778196-32B6-93F8-5689-FF922094E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873" y="6199275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7" name="Oval 1070">
              <a:extLst>
                <a:ext uri="{FF2B5EF4-FFF2-40B4-BE49-F238E27FC236}">
                  <a16:creationId xmlns:a16="http://schemas.microsoft.com/office/drawing/2014/main" id="{F2CCBC03-99C2-CA15-79F7-17CEA256C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233" y="6107198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8" name="Freeform 1071">
              <a:extLst>
                <a:ext uri="{FF2B5EF4-FFF2-40B4-BE49-F238E27FC236}">
                  <a16:creationId xmlns:a16="http://schemas.microsoft.com/office/drawing/2014/main" id="{0D9D330F-3027-A6F9-F36C-623E7B66C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5247" y="6138949"/>
              <a:ext cx="87314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39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5" y="3"/>
                    <a:pt x="33" y="1"/>
                    <a:pt x="40" y="1"/>
                  </a:cubicBezTo>
                  <a:cubicBezTo>
                    <a:pt x="42" y="4"/>
                    <a:pt x="43" y="5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9" name="Freeform 1072">
              <a:extLst>
                <a:ext uri="{FF2B5EF4-FFF2-40B4-BE49-F238E27FC236}">
                  <a16:creationId xmlns:a16="http://schemas.microsoft.com/office/drawing/2014/main" id="{E3931DC5-C125-B8EB-597B-6C343F3C6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396" y="6118311"/>
              <a:ext cx="225429" cy="50801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0" name="Freeform 1073">
              <a:extLst>
                <a:ext uri="{FF2B5EF4-FFF2-40B4-BE49-F238E27FC236}">
                  <a16:creationId xmlns:a16="http://schemas.microsoft.com/office/drawing/2014/main" id="{DCE9720D-8AEC-20E7-D6A1-4B230A824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871" y="6107198"/>
              <a:ext cx="285755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1" name="Freeform 1074">
              <a:extLst>
                <a:ext uri="{FF2B5EF4-FFF2-40B4-BE49-F238E27FC236}">
                  <a16:creationId xmlns:a16="http://schemas.microsoft.com/office/drawing/2014/main" id="{CF5AE9E3-D03B-5DAB-6D13-A5728B9DB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871" y="6118311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2" name="Freeform 1075">
              <a:extLst>
                <a:ext uri="{FF2B5EF4-FFF2-40B4-BE49-F238E27FC236}">
                  <a16:creationId xmlns:a16="http://schemas.microsoft.com/office/drawing/2014/main" id="{A92CAB28-7CBB-E7FF-0556-A8735E2E2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3511" y="6177049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3" name="Oval 1076">
              <a:extLst>
                <a:ext uri="{FF2B5EF4-FFF2-40B4-BE49-F238E27FC236}">
                  <a16:creationId xmlns:a16="http://schemas.microsoft.com/office/drawing/2014/main" id="{429668F6-CB39-7424-E87E-0BDEF023D2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871" y="6084973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4" name="Freeform 1077">
              <a:extLst>
                <a:ext uri="{FF2B5EF4-FFF2-40B4-BE49-F238E27FC236}">
                  <a16:creationId xmlns:a16="http://schemas.microsoft.com/office/drawing/2014/main" id="{BDA15A68-CF8C-9CCF-D3B0-E66C685667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885" y="6115136"/>
              <a:ext cx="87314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5" name="Freeform 1078">
              <a:extLst>
                <a:ext uri="{FF2B5EF4-FFF2-40B4-BE49-F238E27FC236}">
                  <a16:creationId xmlns:a16="http://schemas.microsoft.com/office/drawing/2014/main" id="{C9CB7044-C92A-42B9-FA62-9F28A27758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034" y="6096086"/>
              <a:ext cx="225429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6" name="Freeform 1079">
              <a:extLst>
                <a:ext uri="{FF2B5EF4-FFF2-40B4-BE49-F238E27FC236}">
                  <a16:creationId xmlns:a16="http://schemas.microsoft.com/office/drawing/2014/main" id="{F68CDD86-B61B-428B-490A-78068D321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346" y="6073860"/>
              <a:ext cx="285755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7" name="Freeform 1080">
              <a:extLst>
                <a:ext uri="{FF2B5EF4-FFF2-40B4-BE49-F238E27FC236}">
                  <a16:creationId xmlns:a16="http://schemas.microsoft.com/office/drawing/2014/main" id="{BDA21E4F-0E75-C238-A7D9-877323CE4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346" y="6084973"/>
              <a:ext cx="63501" cy="93664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8" name="Freeform 1081">
              <a:extLst>
                <a:ext uri="{FF2B5EF4-FFF2-40B4-BE49-F238E27FC236}">
                  <a16:creationId xmlns:a16="http://schemas.microsoft.com/office/drawing/2014/main" id="{34D5AB56-B7C2-AE24-FDFF-F53B8177F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3986" y="6143711"/>
              <a:ext cx="31751" cy="42863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9" name="Oval 1082">
              <a:extLst>
                <a:ext uri="{FF2B5EF4-FFF2-40B4-BE49-F238E27FC236}">
                  <a16:creationId xmlns:a16="http://schemas.microsoft.com/office/drawing/2014/main" id="{211EA71E-E90A-636A-8804-ADD43BFEE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346" y="6050047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0" name="Freeform 1083">
              <a:extLst>
                <a:ext uri="{FF2B5EF4-FFF2-40B4-BE49-F238E27FC236}">
                  <a16:creationId xmlns:a16="http://schemas.microsoft.com/office/drawing/2014/main" id="{A95017BF-78FD-3A7C-07AA-17694F75B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773" y="6080210"/>
              <a:ext cx="88902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1" name="Freeform 1084">
              <a:extLst>
                <a:ext uri="{FF2B5EF4-FFF2-40B4-BE49-F238E27FC236}">
                  <a16:creationId xmlns:a16="http://schemas.microsoft.com/office/drawing/2014/main" id="{7C29E646-36D1-99AE-92A5-305DE1ED4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509" y="6062748"/>
              <a:ext cx="225429" cy="47626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8 h 42"/>
                <a:gd name="T6" fmla="*/ 98 w 196"/>
                <a:gd name="T7" fmla="*/ 0 h 42"/>
                <a:gd name="T8" fmla="*/ 0 w 196"/>
                <a:gd name="T9" fmla="*/ 38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8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2" name="Freeform 1085">
              <a:extLst>
                <a:ext uri="{FF2B5EF4-FFF2-40B4-BE49-F238E27FC236}">
                  <a16:creationId xmlns:a16="http://schemas.microsoft.com/office/drawing/2014/main" id="{3EF3FFE1-7C69-F96A-DADB-BFF4FA5F7F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871" y="6045285"/>
              <a:ext cx="285755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3" name="Freeform 1086">
              <a:extLst>
                <a:ext uri="{FF2B5EF4-FFF2-40B4-BE49-F238E27FC236}">
                  <a16:creationId xmlns:a16="http://schemas.microsoft.com/office/drawing/2014/main" id="{8B416BDD-32A1-D221-3824-BC95E8A27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871" y="6056397"/>
              <a:ext cx="63501" cy="92076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4" name="Freeform 1087">
              <a:extLst>
                <a:ext uri="{FF2B5EF4-FFF2-40B4-BE49-F238E27FC236}">
                  <a16:creationId xmlns:a16="http://schemas.microsoft.com/office/drawing/2014/main" id="{326CCF91-058F-AD2E-CE0A-EDC100188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3511" y="6113548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5" name="Oval 1088">
              <a:extLst>
                <a:ext uri="{FF2B5EF4-FFF2-40B4-BE49-F238E27FC236}">
                  <a16:creationId xmlns:a16="http://schemas.microsoft.com/office/drawing/2014/main" id="{3EF82605-4D80-9643-D271-47A0602A1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871" y="6019884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6" name="Freeform 1089">
              <a:extLst>
                <a:ext uri="{FF2B5EF4-FFF2-40B4-BE49-F238E27FC236}">
                  <a16:creationId xmlns:a16="http://schemas.microsoft.com/office/drawing/2014/main" id="{702F04BA-C28B-6C16-2D0A-2A124CF58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298" y="6051635"/>
              <a:ext cx="88902" cy="49213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7" name="Freeform 1090">
              <a:extLst>
                <a:ext uri="{FF2B5EF4-FFF2-40B4-BE49-F238E27FC236}">
                  <a16:creationId xmlns:a16="http://schemas.microsoft.com/office/drawing/2014/main" id="{84B3FB75-C703-8754-CBC1-DC209F5944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034" y="6032585"/>
              <a:ext cx="225429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8" name="Freeform 1091">
              <a:extLst>
                <a:ext uri="{FF2B5EF4-FFF2-40B4-BE49-F238E27FC236}">
                  <a16:creationId xmlns:a16="http://schemas.microsoft.com/office/drawing/2014/main" id="{EEC841AC-D157-AB55-0631-E391A2AB8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346" y="6010359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9" name="Freeform 1092">
              <a:extLst>
                <a:ext uri="{FF2B5EF4-FFF2-40B4-BE49-F238E27FC236}">
                  <a16:creationId xmlns:a16="http://schemas.microsoft.com/office/drawing/2014/main" id="{81D5392D-B436-8E1A-60E9-DC9D7D35D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346" y="6021472"/>
              <a:ext cx="63501" cy="92076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0" name="Freeform 1093">
              <a:extLst>
                <a:ext uri="{FF2B5EF4-FFF2-40B4-BE49-F238E27FC236}">
                  <a16:creationId xmlns:a16="http://schemas.microsoft.com/office/drawing/2014/main" id="{CEA8DA42-98CF-E0AE-0CE5-303ACCFD0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3986" y="6080210"/>
              <a:ext cx="31751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1" name="Oval 1094">
              <a:extLst>
                <a:ext uri="{FF2B5EF4-FFF2-40B4-BE49-F238E27FC236}">
                  <a16:creationId xmlns:a16="http://schemas.microsoft.com/office/drawing/2014/main" id="{74A7361F-7EFA-F976-00FD-0EB3A418A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346" y="5986547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2" name="Freeform 1095">
              <a:extLst>
                <a:ext uri="{FF2B5EF4-FFF2-40B4-BE49-F238E27FC236}">
                  <a16:creationId xmlns:a16="http://schemas.microsoft.com/office/drawing/2014/main" id="{2786C7F3-0747-9D4E-F160-8F9B15C20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773" y="6018297"/>
              <a:ext cx="88902" cy="49213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3" name="Freeform 1096">
              <a:extLst>
                <a:ext uri="{FF2B5EF4-FFF2-40B4-BE49-F238E27FC236}">
                  <a16:creationId xmlns:a16="http://schemas.microsoft.com/office/drawing/2014/main" id="{F84D7BA2-6F8D-4D52-B437-A48DD53AA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509" y="5999247"/>
              <a:ext cx="225429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4" name="Freeform 1097">
              <a:extLst>
                <a:ext uri="{FF2B5EF4-FFF2-40B4-BE49-F238E27FC236}">
                  <a16:creationId xmlns:a16="http://schemas.microsoft.com/office/drawing/2014/main" id="{77F3502F-A072-251E-96FC-3AE6284D33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583" y="5986547"/>
              <a:ext cx="285755" cy="112714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5" name="Freeform 1098">
              <a:extLst>
                <a:ext uri="{FF2B5EF4-FFF2-40B4-BE49-F238E27FC236}">
                  <a16:creationId xmlns:a16="http://schemas.microsoft.com/office/drawing/2014/main" id="{23466C8B-3F43-428D-E5F4-977FC6E67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583" y="5997659"/>
              <a:ext cx="61914" cy="92076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4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6" name="Freeform 1099">
              <a:extLst>
                <a:ext uri="{FF2B5EF4-FFF2-40B4-BE49-F238E27FC236}">
                  <a16:creationId xmlns:a16="http://schemas.microsoft.com/office/drawing/2014/main" id="{B066219E-C982-5451-3451-5DC45073B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636" y="6054810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7" name="Oval 1100">
              <a:extLst>
                <a:ext uri="{FF2B5EF4-FFF2-40B4-BE49-F238E27FC236}">
                  <a16:creationId xmlns:a16="http://schemas.microsoft.com/office/drawing/2014/main" id="{64696680-DF9A-AA3E-6784-DD9221B4E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583" y="5961146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8" name="Freeform 1101">
              <a:extLst>
                <a:ext uri="{FF2B5EF4-FFF2-40B4-BE49-F238E27FC236}">
                  <a16:creationId xmlns:a16="http://schemas.microsoft.com/office/drawing/2014/main" id="{1D54451B-0247-472C-A9A1-DC7C4BDEE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010" y="5992897"/>
              <a:ext cx="87314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9" name="Freeform 1102">
              <a:extLst>
                <a:ext uri="{FF2B5EF4-FFF2-40B4-BE49-F238E27FC236}">
                  <a16:creationId xmlns:a16="http://schemas.microsoft.com/office/drawing/2014/main" id="{2592AE48-FE70-4CA7-7411-859D96D87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159" y="5972259"/>
              <a:ext cx="227017" cy="50801"/>
            </a:xfrm>
            <a:custGeom>
              <a:avLst/>
              <a:gdLst>
                <a:gd name="T0" fmla="*/ 98 w 196"/>
                <a:gd name="T1" fmla="*/ 7 h 43"/>
                <a:gd name="T2" fmla="*/ 195 w 196"/>
                <a:gd name="T3" fmla="*/ 43 h 43"/>
                <a:gd name="T4" fmla="*/ 196 w 196"/>
                <a:gd name="T5" fmla="*/ 39 h 43"/>
                <a:gd name="T6" fmla="*/ 98 w 196"/>
                <a:gd name="T7" fmla="*/ 0 h 43"/>
                <a:gd name="T8" fmla="*/ 0 w 196"/>
                <a:gd name="T9" fmla="*/ 39 h 43"/>
                <a:gd name="T10" fmla="*/ 1 w 196"/>
                <a:gd name="T11" fmla="*/ 43 h 43"/>
                <a:gd name="T12" fmla="*/ 98 w 196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2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0" name="Freeform 1103">
              <a:extLst>
                <a:ext uri="{FF2B5EF4-FFF2-40B4-BE49-F238E27FC236}">
                  <a16:creationId xmlns:a16="http://schemas.microsoft.com/office/drawing/2014/main" id="{7CA45206-79D3-0DAE-240F-12F802E52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21" y="5961146"/>
              <a:ext cx="285755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1" name="Freeform 1104">
              <a:extLst>
                <a:ext uri="{FF2B5EF4-FFF2-40B4-BE49-F238E27FC236}">
                  <a16:creationId xmlns:a16="http://schemas.microsoft.com/office/drawing/2014/main" id="{D04FE7D6-7A1B-26BE-72E7-7796A087F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21" y="5972259"/>
              <a:ext cx="61914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2" name="Freeform 1105">
              <a:extLst>
                <a:ext uri="{FF2B5EF4-FFF2-40B4-BE49-F238E27FC236}">
                  <a16:creationId xmlns:a16="http://schemas.microsoft.com/office/drawing/2014/main" id="{E77DE9E5-D850-3681-B6ED-3584F715E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274" y="6030997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3" name="Oval 1106">
              <a:extLst>
                <a:ext uri="{FF2B5EF4-FFF2-40B4-BE49-F238E27FC236}">
                  <a16:creationId xmlns:a16="http://schemas.microsoft.com/office/drawing/2014/main" id="{C1C367A3-0456-4EA9-01E4-83577EF0E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221" y="5938921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4" name="Freeform 1107">
              <a:extLst>
                <a:ext uri="{FF2B5EF4-FFF2-40B4-BE49-F238E27FC236}">
                  <a16:creationId xmlns:a16="http://schemas.microsoft.com/office/drawing/2014/main" id="{46D6DBB8-3856-808D-D2E1-40E4A69608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648" y="5969084"/>
              <a:ext cx="88902" cy="492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5" name="Freeform 1108">
              <a:extLst>
                <a:ext uri="{FF2B5EF4-FFF2-40B4-BE49-F238E27FC236}">
                  <a16:creationId xmlns:a16="http://schemas.microsoft.com/office/drawing/2014/main" id="{16A53F4F-9A31-FF3E-678A-52ACAEA2A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384" y="5950033"/>
              <a:ext cx="225429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6" name="Freeform 1109">
              <a:extLst>
                <a:ext uri="{FF2B5EF4-FFF2-40B4-BE49-F238E27FC236}">
                  <a16:creationId xmlns:a16="http://schemas.microsoft.com/office/drawing/2014/main" id="{448025C8-526D-9E9F-F60D-6568361803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108" y="5927808"/>
              <a:ext cx="285755" cy="114302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7" name="Freeform 1110">
              <a:extLst>
                <a:ext uri="{FF2B5EF4-FFF2-40B4-BE49-F238E27FC236}">
                  <a16:creationId xmlns:a16="http://schemas.microsoft.com/office/drawing/2014/main" id="{04BF77CA-3DE5-973B-71D4-61CF6380E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108" y="5938921"/>
              <a:ext cx="63501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8" name="Freeform 1111">
              <a:extLst>
                <a:ext uri="{FF2B5EF4-FFF2-40B4-BE49-F238E27FC236}">
                  <a16:creationId xmlns:a16="http://schemas.microsoft.com/office/drawing/2014/main" id="{F9FFDCB1-94FB-AD36-2ED8-A8F7F05449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8748" y="5997659"/>
              <a:ext cx="31751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9" name="Oval 1112">
              <a:extLst>
                <a:ext uri="{FF2B5EF4-FFF2-40B4-BE49-F238E27FC236}">
                  <a16:creationId xmlns:a16="http://schemas.microsoft.com/office/drawing/2014/main" id="{0C3C496C-58D3-BE5E-4A22-C71DC61DB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108" y="5903995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0" name="Freeform 1113">
              <a:extLst>
                <a:ext uri="{FF2B5EF4-FFF2-40B4-BE49-F238E27FC236}">
                  <a16:creationId xmlns:a16="http://schemas.microsoft.com/office/drawing/2014/main" id="{53ED2BBF-F012-2F61-5B19-FCB9B1C12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535" y="5934158"/>
              <a:ext cx="88902" cy="50801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1" name="Freeform 1114">
              <a:extLst>
                <a:ext uri="{FF2B5EF4-FFF2-40B4-BE49-F238E27FC236}">
                  <a16:creationId xmlns:a16="http://schemas.microsoft.com/office/drawing/2014/main" id="{6BC11C48-7E2E-B658-1DDB-4667EEDF8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271" y="5916696"/>
              <a:ext cx="225429" cy="47626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2" name="Freeform 1115">
              <a:extLst>
                <a:ext uri="{FF2B5EF4-FFF2-40B4-BE49-F238E27FC236}">
                  <a16:creationId xmlns:a16="http://schemas.microsoft.com/office/drawing/2014/main" id="{47FD6E71-F10B-F829-8028-F30D5F486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633" y="5899233"/>
              <a:ext cx="285755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3" name="Freeform 1116">
              <a:extLst>
                <a:ext uri="{FF2B5EF4-FFF2-40B4-BE49-F238E27FC236}">
                  <a16:creationId xmlns:a16="http://schemas.microsoft.com/office/drawing/2014/main" id="{D2E15B2E-D36B-C11A-3F71-F9086E6C4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633" y="5910345"/>
              <a:ext cx="63501" cy="92076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4" name="Freeform 1117">
              <a:extLst>
                <a:ext uri="{FF2B5EF4-FFF2-40B4-BE49-F238E27FC236}">
                  <a16:creationId xmlns:a16="http://schemas.microsoft.com/office/drawing/2014/main" id="{63B8F3AE-44AB-08C9-1701-D0B9C5D0A5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274" y="5969084"/>
              <a:ext cx="33338" cy="42863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5" name="Oval 1118">
              <a:extLst>
                <a:ext uri="{FF2B5EF4-FFF2-40B4-BE49-F238E27FC236}">
                  <a16:creationId xmlns:a16="http://schemas.microsoft.com/office/drawing/2014/main" id="{4B58BA8F-2299-F3B6-251E-02DFDF605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633" y="5873832"/>
              <a:ext cx="285755" cy="115889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6" name="Freeform 1119">
              <a:extLst>
                <a:ext uri="{FF2B5EF4-FFF2-40B4-BE49-F238E27FC236}">
                  <a16:creationId xmlns:a16="http://schemas.microsoft.com/office/drawing/2014/main" id="{8EF46C86-2ECB-6BAF-B966-C54E4F0A1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648" y="5905583"/>
              <a:ext cx="87314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7" name="Freeform 1120">
              <a:extLst>
                <a:ext uri="{FF2B5EF4-FFF2-40B4-BE49-F238E27FC236}">
                  <a16:creationId xmlns:a16="http://schemas.microsoft.com/office/drawing/2014/main" id="{93CDF615-AC75-9D92-682C-9D688D90F1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797" y="5888120"/>
              <a:ext cx="225429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8" name="Freeform 1121">
              <a:extLst>
                <a:ext uri="{FF2B5EF4-FFF2-40B4-BE49-F238E27FC236}">
                  <a16:creationId xmlns:a16="http://schemas.microsoft.com/office/drawing/2014/main" id="{D4C68F4C-70A5-8090-B66F-D835F8F932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521" y="5864307"/>
              <a:ext cx="287343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9" name="Freeform 1122">
              <a:extLst>
                <a:ext uri="{FF2B5EF4-FFF2-40B4-BE49-F238E27FC236}">
                  <a16:creationId xmlns:a16="http://schemas.microsoft.com/office/drawing/2014/main" id="{AD662A97-B897-8DA4-4134-BC152335FD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521" y="5875420"/>
              <a:ext cx="65089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0" name="Freeform 1123">
              <a:extLst>
                <a:ext uri="{FF2B5EF4-FFF2-40B4-BE49-F238E27FC236}">
                  <a16:creationId xmlns:a16="http://schemas.microsoft.com/office/drawing/2014/main" id="{7EFFB63E-0577-56BE-4B46-CA5BB68A8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8748" y="5934158"/>
              <a:ext cx="31751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1" name="Oval 1124">
              <a:extLst>
                <a:ext uri="{FF2B5EF4-FFF2-40B4-BE49-F238E27FC236}">
                  <a16:creationId xmlns:a16="http://schemas.microsoft.com/office/drawing/2014/main" id="{E583191F-B285-539F-840D-3A5591E4D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521" y="5840494"/>
              <a:ext cx="28734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2" name="Freeform 1125">
              <a:extLst>
                <a:ext uri="{FF2B5EF4-FFF2-40B4-BE49-F238E27FC236}">
                  <a16:creationId xmlns:a16="http://schemas.microsoft.com/office/drawing/2014/main" id="{3E213275-0973-2DFE-ECBF-4F6F955BA4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535" y="5872245"/>
              <a:ext cx="88902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3" name="Freeform 1126">
              <a:extLst>
                <a:ext uri="{FF2B5EF4-FFF2-40B4-BE49-F238E27FC236}">
                  <a16:creationId xmlns:a16="http://schemas.microsoft.com/office/drawing/2014/main" id="{AC3450C6-A569-85BA-18A3-4855BF0B4C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84" y="5853195"/>
              <a:ext cx="227017" cy="47626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4" name="Freeform 1127">
              <a:extLst>
                <a:ext uri="{FF2B5EF4-FFF2-40B4-BE49-F238E27FC236}">
                  <a16:creationId xmlns:a16="http://schemas.microsoft.com/office/drawing/2014/main" id="{E560CD78-FA61-DE81-2E87-4D3A21BD1A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21" y="5830969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5" name="Freeform 1128">
              <a:extLst>
                <a:ext uri="{FF2B5EF4-FFF2-40B4-BE49-F238E27FC236}">
                  <a16:creationId xmlns:a16="http://schemas.microsoft.com/office/drawing/2014/main" id="{3314C255-C29E-4A85-5333-3BD208016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21" y="5842082"/>
              <a:ext cx="63501" cy="92076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6" name="Freeform 1129">
              <a:extLst>
                <a:ext uri="{FF2B5EF4-FFF2-40B4-BE49-F238E27FC236}">
                  <a16:creationId xmlns:a16="http://schemas.microsoft.com/office/drawing/2014/main" id="{260B6D1E-2530-198D-E1BF-C433434377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9861" y="5900820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7" name="Oval 1130">
              <a:extLst>
                <a:ext uri="{FF2B5EF4-FFF2-40B4-BE49-F238E27FC236}">
                  <a16:creationId xmlns:a16="http://schemas.microsoft.com/office/drawing/2014/main" id="{4BF7334E-2CB5-02E0-6F25-B024B2630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221" y="5807156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8" name="Freeform 1131">
              <a:extLst>
                <a:ext uri="{FF2B5EF4-FFF2-40B4-BE49-F238E27FC236}">
                  <a16:creationId xmlns:a16="http://schemas.microsoft.com/office/drawing/2014/main" id="{24CBF3EC-DC9E-BB3D-F201-98645395C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648" y="5838907"/>
              <a:ext cx="88902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1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4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9" name="Freeform 1132">
              <a:extLst>
                <a:ext uri="{FF2B5EF4-FFF2-40B4-BE49-F238E27FC236}">
                  <a16:creationId xmlns:a16="http://schemas.microsoft.com/office/drawing/2014/main" id="{8B155775-570F-4CE6-E1EA-09520A629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384" y="5818269"/>
              <a:ext cx="225429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0" name="Freeform 1133">
              <a:extLst>
                <a:ext uri="{FF2B5EF4-FFF2-40B4-BE49-F238E27FC236}">
                  <a16:creationId xmlns:a16="http://schemas.microsoft.com/office/drawing/2014/main" id="{39B6753C-2B0B-AC8A-EE92-06CEBAF5C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859" y="5807156"/>
              <a:ext cx="287343" cy="114302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1" name="Freeform 1134">
              <a:extLst>
                <a:ext uri="{FF2B5EF4-FFF2-40B4-BE49-F238E27FC236}">
                  <a16:creationId xmlns:a16="http://schemas.microsoft.com/office/drawing/2014/main" id="{551D1ED8-C297-D876-4BFA-892FA1DA1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859" y="5818269"/>
              <a:ext cx="63501" cy="93664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2" name="Freeform 1135">
              <a:extLst>
                <a:ext uri="{FF2B5EF4-FFF2-40B4-BE49-F238E27FC236}">
                  <a16:creationId xmlns:a16="http://schemas.microsoft.com/office/drawing/2014/main" id="{46D067CA-D99B-6865-B47C-84905A03A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499" y="5877007"/>
              <a:ext cx="33338" cy="44451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3" name="Oval 1136">
              <a:extLst>
                <a:ext uri="{FF2B5EF4-FFF2-40B4-BE49-F238E27FC236}">
                  <a16:creationId xmlns:a16="http://schemas.microsoft.com/office/drawing/2014/main" id="{19765432-7786-65DB-7099-6749461FB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859" y="5783344"/>
              <a:ext cx="28734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4" name="Freeform 1137">
              <a:extLst>
                <a:ext uri="{FF2B5EF4-FFF2-40B4-BE49-F238E27FC236}">
                  <a16:creationId xmlns:a16="http://schemas.microsoft.com/office/drawing/2014/main" id="{FBE3C126-6204-9DF1-FD49-CDB30BB70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873" y="5815094"/>
              <a:ext cx="87314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9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5" name="Freeform 1138">
              <a:extLst>
                <a:ext uri="{FF2B5EF4-FFF2-40B4-BE49-F238E27FC236}">
                  <a16:creationId xmlns:a16="http://schemas.microsoft.com/office/drawing/2014/main" id="{5C55BD36-8F06-D596-C31B-0A6D61EE5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022" y="5796044"/>
              <a:ext cx="227017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8 h 42"/>
                <a:gd name="T6" fmla="*/ 98 w 196"/>
                <a:gd name="T7" fmla="*/ 0 h 42"/>
                <a:gd name="T8" fmla="*/ 0 w 196"/>
                <a:gd name="T9" fmla="*/ 38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8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6" name="Freeform 1139">
              <a:extLst>
                <a:ext uri="{FF2B5EF4-FFF2-40B4-BE49-F238E27FC236}">
                  <a16:creationId xmlns:a16="http://schemas.microsoft.com/office/drawing/2014/main" id="{497772B3-F39D-9315-5934-AB6F19B98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46" y="5772231"/>
              <a:ext cx="287343" cy="115889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50 h 99"/>
                <a:gd name="T10" fmla="*/ 124 w 248"/>
                <a:gd name="T11" fmla="*/ 99 h 99"/>
                <a:gd name="T12" fmla="*/ 248 w 248"/>
                <a:gd name="T13" fmla="*/ 50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50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7" name="Freeform 1140">
              <a:extLst>
                <a:ext uri="{FF2B5EF4-FFF2-40B4-BE49-F238E27FC236}">
                  <a16:creationId xmlns:a16="http://schemas.microsoft.com/office/drawing/2014/main" id="{B74833F3-BE0E-03CB-44B5-30A727523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46" y="5784931"/>
              <a:ext cx="63501" cy="92076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8" name="Freeform 1141">
              <a:extLst>
                <a:ext uri="{FF2B5EF4-FFF2-40B4-BE49-F238E27FC236}">
                  <a16:creationId xmlns:a16="http://schemas.microsoft.com/office/drawing/2014/main" id="{7E89B116-C391-8B6C-0D1A-E7DEC1CE61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0974" y="5842082"/>
              <a:ext cx="31751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9" name="Oval 1142">
              <a:extLst>
                <a:ext uri="{FF2B5EF4-FFF2-40B4-BE49-F238E27FC236}">
                  <a16:creationId xmlns:a16="http://schemas.microsoft.com/office/drawing/2014/main" id="{103E7061-3D67-33B9-2FD9-ADE378519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746" y="5750006"/>
              <a:ext cx="287343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0" name="Freeform 1143">
              <a:extLst>
                <a:ext uri="{FF2B5EF4-FFF2-40B4-BE49-F238E27FC236}">
                  <a16:creationId xmlns:a16="http://schemas.microsoft.com/office/drawing/2014/main" id="{760ACDF1-1444-D191-6E45-A47894D294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60" y="5780169"/>
              <a:ext cx="87314" cy="50801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1" name="Freeform 1144">
              <a:extLst>
                <a:ext uri="{FF2B5EF4-FFF2-40B4-BE49-F238E27FC236}">
                  <a16:creationId xmlns:a16="http://schemas.microsoft.com/office/drawing/2014/main" id="{044B0F2C-401F-866E-9EDC-4AB1B59D2E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909" y="5761118"/>
              <a:ext cx="227017" cy="492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2" name="Freeform 1145">
              <a:extLst>
                <a:ext uri="{FF2B5EF4-FFF2-40B4-BE49-F238E27FC236}">
                  <a16:creationId xmlns:a16="http://schemas.microsoft.com/office/drawing/2014/main" id="{D23BCA0A-A496-0589-D431-BD00448270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859" y="5743656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3" name="Freeform 1146">
              <a:extLst>
                <a:ext uri="{FF2B5EF4-FFF2-40B4-BE49-F238E27FC236}">
                  <a16:creationId xmlns:a16="http://schemas.microsoft.com/office/drawing/2014/main" id="{F36BE596-A06F-1DF3-FCAB-C0C78E950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859" y="5754768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4" name="Freeform 1147">
              <a:extLst>
                <a:ext uri="{FF2B5EF4-FFF2-40B4-BE49-F238E27FC236}">
                  <a16:creationId xmlns:a16="http://schemas.microsoft.com/office/drawing/2014/main" id="{0665953D-7C8C-7417-2CE2-C91F84123E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499" y="5813507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5" name="Oval 1148">
              <a:extLst>
                <a:ext uri="{FF2B5EF4-FFF2-40B4-BE49-F238E27FC236}">
                  <a16:creationId xmlns:a16="http://schemas.microsoft.com/office/drawing/2014/main" id="{7F34CFDD-866A-0235-17EC-1F74F95EB7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859" y="5719843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6" name="Freeform 1149">
              <a:extLst>
                <a:ext uri="{FF2B5EF4-FFF2-40B4-BE49-F238E27FC236}">
                  <a16:creationId xmlns:a16="http://schemas.microsoft.com/office/drawing/2014/main" id="{933E01A3-01B2-4422-C085-27A16D50FC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1286" y="5751593"/>
              <a:ext cx="88902" cy="50801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4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7" name="Freeform 1150">
              <a:extLst>
                <a:ext uri="{FF2B5EF4-FFF2-40B4-BE49-F238E27FC236}">
                  <a16:creationId xmlns:a16="http://schemas.microsoft.com/office/drawing/2014/main" id="{63952403-FD54-D9FA-9BAF-BC9E44C5E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022" y="5732543"/>
              <a:ext cx="225429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8" name="Freeform 1151">
              <a:extLst>
                <a:ext uri="{FF2B5EF4-FFF2-40B4-BE49-F238E27FC236}">
                  <a16:creationId xmlns:a16="http://schemas.microsoft.com/office/drawing/2014/main" id="{E1D2839B-52A5-EE7A-384B-BC3F097634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46" y="5710318"/>
              <a:ext cx="285755" cy="112714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9" name="Freeform 1152">
              <a:extLst>
                <a:ext uri="{FF2B5EF4-FFF2-40B4-BE49-F238E27FC236}">
                  <a16:creationId xmlns:a16="http://schemas.microsoft.com/office/drawing/2014/main" id="{03C0B466-984C-6167-806B-3D520418E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46" y="5721430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0" name="Freeform 1153">
              <a:extLst>
                <a:ext uri="{FF2B5EF4-FFF2-40B4-BE49-F238E27FC236}">
                  <a16:creationId xmlns:a16="http://schemas.microsoft.com/office/drawing/2014/main" id="{9C9A211F-CF58-E55A-6FA1-2AAC61C1B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0974" y="5780169"/>
              <a:ext cx="31751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1" name="Oval 1154">
              <a:extLst>
                <a:ext uri="{FF2B5EF4-FFF2-40B4-BE49-F238E27FC236}">
                  <a16:creationId xmlns:a16="http://schemas.microsoft.com/office/drawing/2014/main" id="{EADC8969-9466-C8DD-30D8-2236A08A3C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746" y="5686505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2" name="Freeform 1155">
              <a:extLst>
                <a:ext uri="{FF2B5EF4-FFF2-40B4-BE49-F238E27FC236}">
                  <a16:creationId xmlns:a16="http://schemas.microsoft.com/office/drawing/2014/main" id="{12A9EE2A-405B-CFA1-2A9E-402972192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60" y="5718255"/>
              <a:ext cx="87314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1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9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2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5" y="33"/>
                    <a:pt x="46" y="31"/>
                    <a:pt x="51" y="29"/>
                  </a:cubicBezTo>
                  <a:cubicBezTo>
                    <a:pt x="55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6"/>
                    <a:pt x="0" y="4"/>
                  </a:cubicBezTo>
                  <a:cubicBezTo>
                    <a:pt x="3" y="2"/>
                    <a:pt x="5" y="1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2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2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3" name="Freeform 1156">
              <a:extLst>
                <a:ext uri="{FF2B5EF4-FFF2-40B4-BE49-F238E27FC236}">
                  <a16:creationId xmlns:a16="http://schemas.microsoft.com/office/drawing/2014/main" id="{252791BE-06BE-732C-C77C-3236277C8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909" y="5699205"/>
              <a:ext cx="227017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4" name="Freeform 1157">
              <a:extLst>
                <a:ext uri="{FF2B5EF4-FFF2-40B4-BE49-F238E27FC236}">
                  <a16:creationId xmlns:a16="http://schemas.microsoft.com/office/drawing/2014/main" id="{5AFC677A-42BB-0ED6-AA36-2066EFD0E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396" y="5681742"/>
              <a:ext cx="285755" cy="114302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5" name="Freeform 1158">
              <a:extLst>
                <a:ext uri="{FF2B5EF4-FFF2-40B4-BE49-F238E27FC236}">
                  <a16:creationId xmlns:a16="http://schemas.microsoft.com/office/drawing/2014/main" id="{B12EC546-DC35-D1AF-DDAB-6AB0404DE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396" y="5694442"/>
              <a:ext cx="61914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6" name="Freeform 1159">
              <a:extLst>
                <a:ext uri="{FF2B5EF4-FFF2-40B4-BE49-F238E27FC236}">
                  <a16:creationId xmlns:a16="http://schemas.microsoft.com/office/drawing/2014/main" id="{8C7C8ACA-2A41-3345-4D15-8FDD40289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3036" y="5751593"/>
              <a:ext cx="31751" cy="44451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7" name="Oval 1160">
              <a:extLst>
                <a:ext uri="{FF2B5EF4-FFF2-40B4-BE49-F238E27FC236}">
                  <a16:creationId xmlns:a16="http://schemas.microsoft.com/office/drawing/2014/main" id="{ECC978BD-DE13-7CB2-A13E-FFD3D6CE0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396" y="5659517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8" name="Freeform 1161">
              <a:extLst>
                <a:ext uri="{FF2B5EF4-FFF2-40B4-BE49-F238E27FC236}">
                  <a16:creationId xmlns:a16="http://schemas.microsoft.com/office/drawing/2014/main" id="{A819AEBA-148A-648A-1FF8-C73C8263E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3823" y="5691267"/>
              <a:ext cx="88902" cy="47626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3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9" name="Freeform 1162">
              <a:extLst>
                <a:ext uri="{FF2B5EF4-FFF2-40B4-BE49-F238E27FC236}">
                  <a16:creationId xmlns:a16="http://schemas.microsoft.com/office/drawing/2014/main" id="{2716AC8E-913A-95D8-ED75-A706B9194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559" y="5670630"/>
              <a:ext cx="225429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0" name="Freeform 1163">
              <a:extLst>
                <a:ext uri="{FF2B5EF4-FFF2-40B4-BE49-F238E27FC236}">
                  <a16:creationId xmlns:a16="http://schemas.microsoft.com/office/drawing/2014/main" id="{18D22A0C-4203-0554-1B07-4EFF3DA85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034" y="5659517"/>
              <a:ext cx="285755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1" name="Freeform 1164">
              <a:extLst>
                <a:ext uri="{FF2B5EF4-FFF2-40B4-BE49-F238E27FC236}">
                  <a16:creationId xmlns:a16="http://schemas.microsoft.com/office/drawing/2014/main" id="{B1D94CB9-3E8E-253B-41D7-EB2A11DE69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034" y="5670630"/>
              <a:ext cx="61914" cy="92076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2" name="Freeform 1165">
              <a:extLst>
                <a:ext uri="{FF2B5EF4-FFF2-40B4-BE49-F238E27FC236}">
                  <a16:creationId xmlns:a16="http://schemas.microsoft.com/office/drawing/2014/main" id="{E74C3279-DB98-09F3-9D08-AC530E6B8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674" y="5727780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3" name="Oval 1166">
              <a:extLst>
                <a:ext uri="{FF2B5EF4-FFF2-40B4-BE49-F238E27FC236}">
                  <a16:creationId xmlns:a16="http://schemas.microsoft.com/office/drawing/2014/main" id="{55A99AC4-0CCE-5587-43FB-91DEDE9AF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034" y="5635704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4" name="Freeform 1167">
              <a:extLst>
                <a:ext uri="{FF2B5EF4-FFF2-40B4-BE49-F238E27FC236}">
                  <a16:creationId xmlns:a16="http://schemas.microsoft.com/office/drawing/2014/main" id="{1BF515B8-CFBB-2EAF-4D16-0C421CD5F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4461" y="5665867"/>
              <a:ext cx="88902" cy="50801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7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5" name="Freeform 1168">
              <a:extLst>
                <a:ext uri="{FF2B5EF4-FFF2-40B4-BE49-F238E27FC236}">
                  <a16:creationId xmlns:a16="http://schemas.microsoft.com/office/drawing/2014/main" id="{9DDD00A6-E469-D1D0-8D3C-9C588A0A6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197" y="5646817"/>
              <a:ext cx="225429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6" name="Freeform 1169">
              <a:extLst>
                <a:ext uri="{FF2B5EF4-FFF2-40B4-BE49-F238E27FC236}">
                  <a16:creationId xmlns:a16="http://schemas.microsoft.com/office/drawing/2014/main" id="{5669DA23-BD43-2C57-34CE-B24A8E7C18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509" y="5624591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7" name="Freeform 1170">
              <a:extLst>
                <a:ext uri="{FF2B5EF4-FFF2-40B4-BE49-F238E27FC236}">
                  <a16:creationId xmlns:a16="http://schemas.microsoft.com/office/drawing/2014/main" id="{6D26211B-7A89-4615-46F1-935EC22CC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509" y="5635704"/>
              <a:ext cx="61914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8" name="Freeform 1171">
              <a:extLst>
                <a:ext uri="{FF2B5EF4-FFF2-40B4-BE49-F238E27FC236}">
                  <a16:creationId xmlns:a16="http://schemas.microsoft.com/office/drawing/2014/main" id="{09C86A1D-C58C-8694-7078-85E130A8AC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149" y="5694442"/>
              <a:ext cx="31751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9" name="Oval 1172">
              <a:extLst>
                <a:ext uri="{FF2B5EF4-FFF2-40B4-BE49-F238E27FC236}">
                  <a16:creationId xmlns:a16="http://schemas.microsoft.com/office/drawing/2014/main" id="{C449B797-D310-B98F-BF08-B5D8A2C01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509" y="5600779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0" name="Freeform 1173">
              <a:extLst>
                <a:ext uri="{FF2B5EF4-FFF2-40B4-BE49-F238E27FC236}">
                  <a16:creationId xmlns:a16="http://schemas.microsoft.com/office/drawing/2014/main" id="{D7AE625D-A2C4-5F85-2D77-C07BE6DACA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4936" y="5632529"/>
              <a:ext cx="88902" cy="49213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1" name="Freeform 1174">
              <a:extLst>
                <a:ext uri="{FF2B5EF4-FFF2-40B4-BE49-F238E27FC236}">
                  <a16:creationId xmlns:a16="http://schemas.microsoft.com/office/drawing/2014/main" id="{55B3CDD7-FC8C-A359-3E9A-3391DF802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5084" y="5613479"/>
              <a:ext cx="227017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2" name="Freeform 1175">
              <a:extLst>
                <a:ext uri="{FF2B5EF4-FFF2-40B4-BE49-F238E27FC236}">
                  <a16:creationId xmlns:a16="http://schemas.microsoft.com/office/drawing/2014/main" id="{590CB65E-4702-E9AE-5922-D5877D7DA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034" y="5596016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3" name="Freeform 1176">
              <a:extLst>
                <a:ext uri="{FF2B5EF4-FFF2-40B4-BE49-F238E27FC236}">
                  <a16:creationId xmlns:a16="http://schemas.microsoft.com/office/drawing/2014/main" id="{C513BB56-D3B8-0950-583C-2C9AD6B108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034" y="5607129"/>
              <a:ext cx="61914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4" name="Freeform 1177">
              <a:extLst>
                <a:ext uri="{FF2B5EF4-FFF2-40B4-BE49-F238E27FC236}">
                  <a16:creationId xmlns:a16="http://schemas.microsoft.com/office/drawing/2014/main" id="{4B3AD956-3CA0-5F34-ADD3-797A7B9C3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674" y="5664279"/>
              <a:ext cx="31751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5" name="Oval 1178">
              <a:extLst>
                <a:ext uri="{FF2B5EF4-FFF2-40B4-BE49-F238E27FC236}">
                  <a16:creationId xmlns:a16="http://schemas.microsoft.com/office/drawing/2014/main" id="{45E43E84-29AB-0AA9-F908-422B33235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034" y="5572203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6" name="Freeform 1179">
              <a:extLst>
                <a:ext uri="{FF2B5EF4-FFF2-40B4-BE49-F238E27FC236}">
                  <a16:creationId xmlns:a16="http://schemas.microsoft.com/office/drawing/2014/main" id="{B31750EC-476F-C07D-33B6-A499502F50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4461" y="5603954"/>
              <a:ext cx="88902" cy="47626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2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7" name="Freeform 1180">
              <a:extLst>
                <a:ext uri="{FF2B5EF4-FFF2-40B4-BE49-F238E27FC236}">
                  <a16:creationId xmlns:a16="http://schemas.microsoft.com/office/drawing/2014/main" id="{18FD21CF-5BA1-9F70-3662-2E56E30C6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197" y="5583316"/>
              <a:ext cx="225429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8" name="Freeform 1181">
              <a:extLst>
                <a:ext uri="{FF2B5EF4-FFF2-40B4-BE49-F238E27FC236}">
                  <a16:creationId xmlns:a16="http://schemas.microsoft.com/office/drawing/2014/main" id="{C165E2B0-6DDF-9085-C367-3F8AC4CBF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509" y="5562678"/>
              <a:ext cx="285755" cy="112714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9" name="Freeform 1182">
              <a:extLst>
                <a:ext uri="{FF2B5EF4-FFF2-40B4-BE49-F238E27FC236}">
                  <a16:creationId xmlns:a16="http://schemas.microsoft.com/office/drawing/2014/main" id="{5BC02A8B-80A3-C964-4005-69D26419A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509" y="5573791"/>
              <a:ext cx="61914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0" name="Freeform 1183">
              <a:extLst>
                <a:ext uri="{FF2B5EF4-FFF2-40B4-BE49-F238E27FC236}">
                  <a16:creationId xmlns:a16="http://schemas.microsoft.com/office/drawing/2014/main" id="{632383CF-6146-7D7C-8564-88E449054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2561" y="5630941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1" name="Oval 1184">
              <a:extLst>
                <a:ext uri="{FF2B5EF4-FFF2-40B4-BE49-F238E27FC236}">
                  <a16:creationId xmlns:a16="http://schemas.microsoft.com/office/drawing/2014/main" id="{41E3FF9C-BA35-996D-4433-45E69D19A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509" y="5537278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2" name="Freeform 1185">
              <a:extLst>
                <a:ext uri="{FF2B5EF4-FFF2-40B4-BE49-F238E27FC236}">
                  <a16:creationId xmlns:a16="http://schemas.microsoft.com/office/drawing/2014/main" id="{483741AF-B5B5-34CE-C41D-FD264D0715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4936" y="5569028"/>
              <a:ext cx="88902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3" name="Freeform 1186">
              <a:extLst>
                <a:ext uri="{FF2B5EF4-FFF2-40B4-BE49-F238E27FC236}">
                  <a16:creationId xmlns:a16="http://schemas.microsoft.com/office/drawing/2014/main" id="{DB1A99A9-2CF1-D0A0-465F-16E68076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5084" y="5549978"/>
              <a:ext cx="227017" cy="492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4" name="Freeform 1187">
              <a:extLst>
                <a:ext uri="{FF2B5EF4-FFF2-40B4-BE49-F238E27FC236}">
                  <a16:creationId xmlns:a16="http://schemas.microsoft.com/office/drawing/2014/main" id="{8B012A95-BF74-4B05-0A4C-283E89B1A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21" y="5527752"/>
              <a:ext cx="287343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5" name="Freeform 1188">
              <a:extLst>
                <a:ext uri="{FF2B5EF4-FFF2-40B4-BE49-F238E27FC236}">
                  <a16:creationId xmlns:a16="http://schemas.microsoft.com/office/drawing/2014/main" id="{1D872529-139E-31F4-CC74-83F58ED24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21" y="5538865"/>
              <a:ext cx="63501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6" name="Freeform 1189">
              <a:extLst>
                <a:ext uri="{FF2B5EF4-FFF2-40B4-BE49-F238E27FC236}">
                  <a16:creationId xmlns:a16="http://schemas.microsoft.com/office/drawing/2014/main" id="{A6753D4B-6F2D-C1CC-7DD5-E600F9356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9861" y="5596016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7" name="Oval 1190">
              <a:extLst>
                <a:ext uri="{FF2B5EF4-FFF2-40B4-BE49-F238E27FC236}">
                  <a16:creationId xmlns:a16="http://schemas.microsoft.com/office/drawing/2014/main" id="{59B5A1F8-EE58-D0E6-E25B-8AAAB009A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221" y="5503940"/>
              <a:ext cx="28734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8" name="Freeform 1191">
              <a:extLst>
                <a:ext uri="{FF2B5EF4-FFF2-40B4-BE49-F238E27FC236}">
                  <a16:creationId xmlns:a16="http://schemas.microsoft.com/office/drawing/2014/main" id="{6AB07FE9-C965-E4F7-3134-0285FE742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648" y="5535690"/>
              <a:ext cx="88902" cy="47626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9" name="Freeform 1192">
              <a:extLst>
                <a:ext uri="{FF2B5EF4-FFF2-40B4-BE49-F238E27FC236}">
                  <a16:creationId xmlns:a16="http://schemas.microsoft.com/office/drawing/2014/main" id="{6F83B184-AABC-3636-AF7F-F5F6E8B31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384" y="5515052"/>
              <a:ext cx="227017" cy="492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0" name="Freeform 1193">
              <a:extLst>
                <a:ext uri="{FF2B5EF4-FFF2-40B4-BE49-F238E27FC236}">
                  <a16:creationId xmlns:a16="http://schemas.microsoft.com/office/drawing/2014/main" id="{19E88C28-DDAF-506F-363F-36216F6CC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446" y="5503940"/>
              <a:ext cx="285755" cy="114302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1" name="Freeform 1194">
              <a:extLst>
                <a:ext uri="{FF2B5EF4-FFF2-40B4-BE49-F238E27FC236}">
                  <a16:creationId xmlns:a16="http://schemas.microsoft.com/office/drawing/2014/main" id="{3687043B-9B28-83B7-0B7D-26BD967ADB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446" y="5515052"/>
              <a:ext cx="61914" cy="93664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2" name="Freeform 1195">
              <a:extLst>
                <a:ext uri="{FF2B5EF4-FFF2-40B4-BE49-F238E27FC236}">
                  <a16:creationId xmlns:a16="http://schemas.microsoft.com/office/drawing/2014/main" id="{23C1C24E-19CE-D2FB-BCB6-92BD38DD4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499" y="5572203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3" name="Oval 1196">
              <a:extLst>
                <a:ext uri="{FF2B5EF4-FFF2-40B4-BE49-F238E27FC236}">
                  <a16:creationId xmlns:a16="http://schemas.microsoft.com/office/drawing/2014/main" id="{74976011-C44A-53BF-DBB2-9A0E74732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46" y="5480127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4" name="Freeform 1197">
              <a:extLst>
                <a:ext uri="{FF2B5EF4-FFF2-40B4-BE49-F238E27FC236}">
                  <a16:creationId xmlns:a16="http://schemas.microsoft.com/office/drawing/2014/main" id="{55E368DA-4ED8-70CA-E8C7-F3F789BC7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873" y="5510290"/>
              <a:ext cx="88902" cy="50801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5" name="Freeform 1198">
              <a:extLst>
                <a:ext uri="{FF2B5EF4-FFF2-40B4-BE49-F238E27FC236}">
                  <a16:creationId xmlns:a16="http://schemas.microsoft.com/office/drawing/2014/main" id="{04F8FF9B-2978-AEB6-A038-A4B2DE067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4609" y="5491239"/>
              <a:ext cx="225429" cy="49213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6" name="Freeform 1199">
              <a:extLst>
                <a:ext uri="{FF2B5EF4-FFF2-40B4-BE49-F238E27FC236}">
                  <a16:creationId xmlns:a16="http://schemas.microsoft.com/office/drawing/2014/main" id="{42DD818F-7FC3-1367-C6DA-0E584C8AA3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334" y="5469014"/>
              <a:ext cx="285755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7" name="Freeform 1200">
              <a:extLst>
                <a:ext uri="{FF2B5EF4-FFF2-40B4-BE49-F238E27FC236}">
                  <a16:creationId xmlns:a16="http://schemas.microsoft.com/office/drawing/2014/main" id="{40CB4E48-6A45-8774-FDFB-8054243550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334" y="5481714"/>
              <a:ext cx="61914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8" name="Freeform 1201">
              <a:extLst>
                <a:ext uri="{FF2B5EF4-FFF2-40B4-BE49-F238E27FC236}">
                  <a16:creationId xmlns:a16="http://schemas.microsoft.com/office/drawing/2014/main" id="{0DFF8C14-B619-C190-07E1-34632725B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0974" y="5538865"/>
              <a:ext cx="31751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9" name="Oval 1202">
              <a:extLst>
                <a:ext uri="{FF2B5EF4-FFF2-40B4-BE49-F238E27FC236}">
                  <a16:creationId xmlns:a16="http://schemas.microsoft.com/office/drawing/2014/main" id="{7F67ADF8-3874-8530-F6BE-A98E9E595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334" y="5446789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0" name="Freeform 1203">
              <a:extLst>
                <a:ext uri="{FF2B5EF4-FFF2-40B4-BE49-F238E27FC236}">
                  <a16:creationId xmlns:a16="http://schemas.microsoft.com/office/drawing/2014/main" id="{DB08E410-8016-B2B0-5860-2552669E1B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60" y="5476952"/>
              <a:ext cx="88902" cy="50801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1" name="Freeform 1204">
              <a:extLst>
                <a:ext uri="{FF2B5EF4-FFF2-40B4-BE49-F238E27FC236}">
                  <a16:creationId xmlns:a16="http://schemas.microsoft.com/office/drawing/2014/main" id="{44BA0BE4-B4EA-B6A0-67D0-A7A30D9F7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497" y="5457901"/>
              <a:ext cx="225429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2" name="Freeform 1205">
              <a:extLst>
                <a:ext uri="{FF2B5EF4-FFF2-40B4-BE49-F238E27FC236}">
                  <a16:creationId xmlns:a16="http://schemas.microsoft.com/office/drawing/2014/main" id="{BDB95022-BBB0-C072-39C7-5C3540CE86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859" y="5440439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3" name="Freeform 1206">
              <a:extLst>
                <a:ext uri="{FF2B5EF4-FFF2-40B4-BE49-F238E27FC236}">
                  <a16:creationId xmlns:a16="http://schemas.microsoft.com/office/drawing/2014/main" id="{5613207C-D6EC-7E48-14F5-F15D5FEF97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859" y="5451551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4" name="Freeform 1207">
              <a:extLst>
                <a:ext uri="{FF2B5EF4-FFF2-40B4-BE49-F238E27FC236}">
                  <a16:creationId xmlns:a16="http://schemas.microsoft.com/office/drawing/2014/main" id="{4945922E-D598-A931-57A5-D4510B6D4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499" y="5510290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5" name="Oval 1208">
              <a:extLst>
                <a:ext uri="{FF2B5EF4-FFF2-40B4-BE49-F238E27FC236}">
                  <a16:creationId xmlns:a16="http://schemas.microsoft.com/office/drawing/2014/main" id="{8EFF9CF6-4E90-E7BF-6771-F472D76F9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859" y="5416626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6" name="Freeform 1209">
              <a:extLst>
                <a:ext uri="{FF2B5EF4-FFF2-40B4-BE49-F238E27FC236}">
                  <a16:creationId xmlns:a16="http://schemas.microsoft.com/office/drawing/2014/main" id="{9F204AC2-999E-48F8-0C3C-C2ED0E6EA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873" y="5448376"/>
              <a:ext cx="87314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7" name="Freeform 1211">
              <a:extLst>
                <a:ext uri="{FF2B5EF4-FFF2-40B4-BE49-F238E27FC236}">
                  <a16:creationId xmlns:a16="http://schemas.microsoft.com/office/drawing/2014/main" id="{90E0EB13-8942-0A96-D039-EE040DB715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002" y="5429354"/>
              <a:ext cx="225425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8" name="Freeform 1212">
              <a:extLst>
                <a:ext uri="{FF2B5EF4-FFF2-40B4-BE49-F238E27FC236}">
                  <a16:creationId xmlns:a16="http://schemas.microsoft.com/office/drawing/2014/main" id="{8AA837BE-D363-BE6A-9F28-B1DC7A0DA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27" y="5407128"/>
              <a:ext cx="285750" cy="112715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9" name="Freeform 1213">
              <a:extLst>
                <a:ext uri="{FF2B5EF4-FFF2-40B4-BE49-F238E27FC236}">
                  <a16:creationId xmlns:a16="http://schemas.microsoft.com/office/drawing/2014/main" id="{3ED3A227-F872-0386-B689-170A8094D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27" y="5418241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0" name="Freeform 1214">
              <a:extLst>
                <a:ext uri="{FF2B5EF4-FFF2-40B4-BE49-F238E27FC236}">
                  <a16:creationId xmlns:a16="http://schemas.microsoft.com/office/drawing/2014/main" id="{46C8FA6E-5881-615D-C0E5-1E29B9829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0952" y="5476980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1" name="Oval 1215">
              <a:extLst>
                <a:ext uri="{FF2B5EF4-FFF2-40B4-BE49-F238E27FC236}">
                  <a16:creationId xmlns:a16="http://schemas.microsoft.com/office/drawing/2014/main" id="{0BDE5378-626F-B701-ED85-2158F6E8F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727" y="5383315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2" name="Freeform 1216">
              <a:extLst>
                <a:ext uri="{FF2B5EF4-FFF2-40B4-BE49-F238E27FC236}">
                  <a16:creationId xmlns:a16="http://schemas.microsoft.com/office/drawing/2014/main" id="{7F01F3DE-0267-5B29-B454-41CDF517A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40" y="5413478"/>
              <a:ext cx="87313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3" name="Freeform 1217">
              <a:extLst>
                <a:ext uri="{FF2B5EF4-FFF2-40B4-BE49-F238E27FC236}">
                  <a16:creationId xmlns:a16="http://schemas.microsoft.com/office/drawing/2014/main" id="{FCE931A4-BDBD-2B6E-0746-1A58ED234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890" y="5396016"/>
              <a:ext cx="227013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4" name="Freeform 1218">
              <a:extLst>
                <a:ext uri="{FF2B5EF4-FFF2-40B4-BE49-F238E27FC236}">
                  <a16:creationId xmlns:a16="http://schemas.microsoft.com/office/drawing/2014/main" id="{FF758F3E-58EF-E414-4681-924CE29BD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190" y="5380140"/>
              <a:ext cx="285750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5" name="Freeform 1219">
              <a:extLst>
                <a:ext uri="{FF2B5EF4-FFF2-40B4-BE49-F238E27FC236}">
                  <a16:creationId xmlns:a16="http://schemas.microsoft.com/office/drawing/2014/main" id="{FD619E8F-01A2-C9B0-2343-6B23A3EF8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190" y="5391253"/>
              <a:ext cx="63500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6" name="Freeform 1220">
              <a:extLst>
                <a:ext uri="{FF2B5EF4-FFF2-40B4-BE49-F238E27FC236}">
                  <a16:creationId xmlns:a16="http://schemas.microsoft.com/office/drawing/2014/main" id="{4B0E546D-7739-C779-C719-11B0208D4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6827" y="5449992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7" name="Oval 1221">
              <a:extLst>
                <a:ext uri="{FF2B5EF4-FFF2-40B4-BE49-F238E27FC236}">
                  <a16:creationId xmlns:a16="http://schemas.microsoft.com/office/drawing/2014/main" id="{11A2675D-7BD5-B1EE-F2EB-CF05DFBDA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190" y="5356327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8" name="Freeform 1222">
              <a:extLst>
                <a:ext uri="{FF2B5EF4-FFF2-40B4-BE49-F238E27FC236}">
                  <a16:creationId xmlns:a16="http://schemas.microsoft.com/office/drawing/2014/main" id="{23687A50-2068-32D4-786B-4D4E7D0A5D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615" y="5388078"/>
              <a:ext cx="88900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9" name="Freeform 1223">
              <a:extLst>
                <a:ext uri="{FF2B5EF4-FFF2-40B4-BE49-F238E27FC236}">
                  <a16:creationId xmlns:a16="http://schemas.microsoft.com/office/drawing/2014/main" id="{3994F1CF-4610-0C84-7DAE-8E9AEB6648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9352" y="5369028"/>
              <a:ext cx="225425" cy="47626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0" name="Freeform 1224">
              <a:extLst>
                <a:ext uri="{FF2B5EF4-FFF2-40B4-BE49-F238E27FC236}">
                  <a16:creationId xmlns:a16="http://schemas.microsoft.com/office/drawing/2014/main" id="{35B66FDC-A8A9-8AAE-98B7-C93F0613A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827" y="5356327"/>
              <a:ext cx="287338" cy="114302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1" name="Freeform 1225">
              <a:extLst>
                <a:ext uri="{FF2B5EF4-FFF2-40B4-BE49-F238E27FC236}">
                  <a16:creationId xmlns:a16="http://schemas.microsoft.com/office/drawing/2014/main" id="{28BBF969-350E-B646-D3F8-9E33D4959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827" y="5369028"/>
              <a:ext cx="63500" cy="92077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2" name="Freeform 1226">
              <a:extLst>
                <a:ext uri="{FF2B5EF4-FFF2-40B4-BE49-F238E27FC236}">
                  <a16:creationId xmlns:a16="http://schemas.microsoft.com/office/drawing/2014/main" id="{F163E12C-1909-E2C2-0B69-2A75673F0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7465" y="5424591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3" name="Oval 1227">
              <a:extLst>
                <a:ext uri="{FF2B5EF4-FFF2-40B4-BE49-F238E27FC236}">
                  <a16:creationId xmlns:a16="http://schemas.microsoft.com/office/drawing/2014/main" id="{2E84A113-3951-13B9-76A8-6D5224FC0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827" y="5332514"/>
              <a:ext cx="287338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4" name="Freeform 1228">
              <a:extLst>
                <a:ext uri="{FF2B5EF4-FFF2-40B4-BE49-F238E27FC236}">
                  <a16:creationId xmlns:a16="http://schemas.microsoft.com/office/drawing/2014/main" id="{D7418CBB-F20A-9303-6AF4-6A0BB951E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252" y="5364265"/>
              <a:ext cx="90488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5" name="Freeform 1229">
              <a:extLst>
                <a:ext uri="{FF2B5EF4-FFF2-40B4-BE49-F238E27FC236}">
                  <a16:creationId xmlns:a16="http://schemas.microsoft.com/office/drawing/2014/main" id="{824B8636-712A-AA3F-4003-A383A1B40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990" y="5343627"/>
              <a:ext cx="227013" cy="50801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6" name="Freeform 1230">
              <a:extLst>
                <a:ext uri="{FF2B5EF4-FFF2-40B4-BE49-F238E27FC236}">
                  <a16:creationId xmlns:a16="http://schemas.microsoft.com/office/drawing/2014/main" id="{67C375C2-5461-0B11-30E0-26A3D3528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0302" y="5322989"/>
              <a:ext cx="285750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7" name="Freeform 1231">
              <a:extLst>
                <a:ext uri="{FF2B5EF4-FFF2-40B4-BE49-F238E27FC236}">
                  <a16:creationId xmlns:a16="http://schemas.microsoft.com/office/drawing/2014/main" id="{BE28FF3E-6C1A-DB60-0E78-0F053E7C1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0302" y="5334102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8" name="Freeform 1232">
              <a:extLst>
                <a:ext uri="{FF2B5EF4-FFF2-40B4-BE49-F238E27FC236}">
                  <a16:creationId xmlns:a16="http://schemas.microsoft.com/office/drawing/2014/main" id="{CACF0281-FBF2-3608-BD0F-3ECA62381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6352" y="5391253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9" name="Oval 1233">
              <a:extLst>
                <a:ext uri="{FF2B5EF4-FFF2-40B4-BE49-F238E27FC236}">
                  <a16:creationId xmlns:a16="http://schemas.microsoft.com/office/drawing/2014/main" id="{61E6E32D-352A-ABEE-FB56-DD86A5D02F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302" y="5299176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0" name="Freeform 1234">
              <a:extLst>
                <a:ext uri="{FF2B5EF4-FFF2-40B4-BE49-F238E27FC236}">
                  <a16:creationId xmlns:a16="http://schemas.microsoft.com/office/drawing/2014/main" id="{52D93E3C-A4D4-DE7B-15C0-C35BB4E44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8727" y="5330927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1" name="Freeform 1235">
              <a:extLst>
                <a:ext uri="{FF2B5EF4-FFF2-40B4-BE49-F238E27FC236}">
                  <a16:creationId xmlns:a16="http://schemas.microsoft.com/office/drawing/2014/main" id="{3C953BFD-99AE-AC34-F02B-D7D0C5193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465" y="5310289"/>
              <a:ext cx="22542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2" name="Freeform 1236">
              <a:extLst>
                <a:ext uri="{FF2B5EF4-FFF2-40B4-BE49-F238E27FC236}">
                  <a16:creationId xmlns:a16="http://schemas.microsoft.com/office/drawing/2014/main" id="{D5258611-AB4D-046C-3A5D-8783CFCFBB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827" y="5292826"/>
              <a:ext cx="285750" cy="115890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3" name="Freeform 1237">
              <a:extLst>
                <a:ext uri="{FF2B5EF4-FFF2-40B4-BE49-F238E27FC236}">
                  <a16:creationId xmlns:a16="http://schemas.microsoft.com/office/drawing/2014/main" id="{7A2013C2-3A74-2E32-BB48-B8EB7AB5F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827" y="5305526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4" name="Freeform 1238">
              <a:extLst>
                <a:ext uri="{FF2B5EF4-FFF2-40B4-BE49-F238E27FC236}">
                  <a16:creationId xmlns:a16="http://schemas.microsoft.com/office/drawing/2014/main" id="{EC07011B-D7E1-657D-6166-86E0B2920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7465" y="5362677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5" name="Oval 1239">
              <a:extLst>
                <a:ext uri="{FF2B5EF4-FFF2-40B4-BE49-F238E27FC236}">
                  <a16:creationId xmlns:a16="http://schemas.microsoft.com/office/drawing/2014/main" id="{04B3EDA1-B598-455B-7B83-31B3AC63A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827" y="5270601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6" name="Freeform 1240">
              <a:extLst>
                <a:ext uri="{FF2B5EF4-FFF2-40B4-BE49-F238E27FC236}">
                  <a16:creationId xmlns:a16="http://schemas.microsoft.com/office/drawing/2014/main" id="{CC0C1A9A-D920-531A-40EC-BD55A56E69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252" y="5300764"/>
              <a:ext cx="88900" cy="50801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1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3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4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7" name="Freeform 1241">
              <a:extLst>
                <a:ext uri="{FF2B5EF4-FFF2-40B4-BE49-F238E27FC236}">
                  <a16:creationId xmlns:a16="http://schemas.microsoft.com/office/drawing/2014/main" id="{A0D19AAE-B0E8-D89A-77DD-60B827FDA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990" y="5281713"/>
              <a:ext cx="225425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8" name="Freeform 1242">
              <a:extLst>
                <a:ext uri="{FF2B5EF4-FFF2-40B4-BE49-F238E27FC236}">
                  <a16:creationId xmlns:a16="http://schemas.microsoft.com/office/drawing/2014/main" id="{6CF62E94-4A97-0F43-E33E-15246FB08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715" y="5259488"/>
              <a:ext cx="285750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9" name="Freeform 1243">
              <a:extLst>
                <a:ext uri="{FF2B5EF4-FFF2-40B4-BE49-F238E27FC236}">
                  <a16:creationId xmlns:a16="http://schemas.microsoft.com/office/drawing/2014/main" id="{759E828E-B353-9C3C-9C77-56DF0425A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715" y="5270601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0" name="Freeform 1244">
              <a:extLst>
                <a:ext uri="{FF2B5EF4-FFF2-40B4-BE49-F238E27FC236}">
                  <a16:creationId xmlns:a16="http://schemas.microsoft.com/office/drawing/2014/main" id="{B177EFC8-1DDE-47DE-383D-AA9E2E8C88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6352" y="5329339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1" name="Oval 1245">
              <a:extLst>
                <a:ext uri="{FF2B5EF4-FFF2-40B4-BE49-F238E27FC236}">
                  <a16:creationId xmlns:a16="http://schemas.microsoft.com/office/drawing/2014/main" id="{B5985D73-FD0E-3613-8C59-DA96624B7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715" y="5235675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2" name="Freeform 1246">
              <a:extLst>
                <a:ext uri="{FF2B5EF4-FFF2-40B4-BE49-F238E27FC236}">
                  <a16:creationId xmlns:a16="http://schemas.microsoft.com/office/drawing/2014/main" id="{EAB2D57C-D9BC-B32A-2B45-95B9737B6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8727" y="5267426"/>
              <a:ext cx="87313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3" name="Freeform 1247">
              <a:extLst>
                <a:ext uri="{FF2B5EF4-FFF2-40B4-BE49-F238E27FC236}">
                  <a16:creationId xmlns:a16="http://schemas.microsoft.com/office/drawing/2014/main" id="{2372A428-1C8D-A3CA-F2EB-A879CDD69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8877" y="5248375"/>
              <a:ext cx="227013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4" name="Oval 1248">
              <a:extLst>
                <a:ext uri="{FF2B5EF4-FFF2-40B4-BE49-F238E27FC236}">
                  <a16:creationId xmlns:a16="http://schemas.microsoft.com/office/drawing/2014/main" id="{DF5922CB-D1CC-92EF-9C7C-0C1986717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0177" y="6143743"/>
              <a:ext cx="285750" cy="114302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5" name="Freeform 1249">
              <a:extLst>
                <a:ext uri="{FF2B5EF4-FFF2-40B4-BE49-F238E27FC236}">
                  <a16:creationId xmlns:a16="http://schemas.microsoft.com/office/drawing/2014/main" id="{EAC4FBFA-9E21-78B1-3E5B-E41B487B59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7" y="6123105"/>
              <a:ext cx="287338" cy="112715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6" name="Freeform 1250">
              <a:extLst>
                <a:ext uri="{FF2B5EF4-FFF2-40B4-BE49-F238E27FC236}">
                  <a16:creationId xmlns:a16="http://schemas.microsoft.com/office/drawing/2014/main" id="{DDF17AB7-F91F-A305-0DFC-A76622E4A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7" y="6134218"/>
              <a:ext cx="65088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7" name="Freeform 1251">
              <a:extLst>
                <a:ext uri="{FF2B5EF4-FFF2-40B4-BE49-F238E27FC236}">
                  <a16:creationId xmlns:a16="http://schemas.microsoft.com/office/drawing/2014/main" id="{3A1F8942-56B6-C359-0A66-D0DCD09ED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1303" y="6191369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8" name="Oval 1252">
              <a:extLst>
                <a:ext uri="{FF2B5EF4-FFF2-40B4-BE49-F238E27FC236}">
                  <a16:creationId xmlns:a16="http://schemas.microsoft.com/office/drawing/2014/main" id="{81004A1A-8B29-5F05-D66A-6F27361D6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2077" y="6097704"/>
              <a:ext cx="287338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9" name="Freeform 1253">
              <a:extLst>
                <a:ext uri="{FF2B5EF4-FFF2-40B4-BE49-F238E27FC236}">
                  <a16:creationId xmlns:a16="http://schemas.microsoft.com/office/drawing/2014/main" id="{B86EEB18-1E39-C1FD-31F9-2EE56F02B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0503" y="6129455"/>
              <a:ext cx="90488" cy="49213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8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8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8" y="26"/>
                    <a:pt x="55" y="24"/>
                  </a:cubicBezTo>
                  <a:cubicBezTo>
                    <a:pt x="47" y="20"/>
                    <a:pt x="25" y="35"/>
                    <a:pt x="9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20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0" name="Freeform 1254">
              <a:extLst>
                <a:ext uri="{FF2B5EF4-FFF2-40B4-BE49-F238E27FC236}">
                  <a16:creationId xmlns:a16="http://schemas.microsoft.com/office/drawing/2014/main" id="{9F31737E-8DDB-BE6A-4760-E27D19194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240" y="6110405"/>
              <a:ext cx="227013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1" name="Freeform 1255">
              <a:extLst>
                <a:ext uri="{FF2B5EF4-FFF2-40B4-BE49-F238E27FC236}">
                  <a16:creationId xmlns:a16="http://schemas.microsoft.com/office/drawing/2014/main" id="{0B6EDD52-5413-A8C5-55DF-215E89C49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302" y="6097704"/>
              <a:ext cx="285750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2" name="Freeform 1256">
              <a:extLst>
                <a:ext uri="{FF2B5EF4-FFF2-40B4-BE49-F238E27FC236}">
                  <a16:creationId xmlns:a16="http://schemas.microsoft.com/office/drawing/2014/main" id="{ED6E7C81-F245-17AA-7E47-2C66288CA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302" y="6110405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3" name="Freeform 1257">
              <a:extLst>
                <a:ext uri="{FF2B5EF4-FFF2-40B4-BE49-F238E27FC236}">
                  <a16:creationId xmlns:a16="http://schemas.microsoft.com/office/drawing/2014/main" id="{A22BFA60-D465-7DF6-BCB5-B6DB49A60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1940" y="6167556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4" name="Oval 1258">
              <a:extLst>
                <a:ext uri="{FF2B5EF4-FFF2-40B4-BE49-F238E27FC236}">
                  <a16:creationId xmlns:a16="http://schemas.microsoft.com/office/drawing/2014/main" id="{5DCF8534-8F02-6734-3295-36D8D115C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4302" y="6075479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5" name="Freeform 1259">
              <a:extLst>
                <a:ext uri="{FF2B5EF4-FFF2-40B4-BE49-F238E27FC236}">
                  <a16:creationId xmlns:a16="http://schemas.microsoft.com/office/drawing/2014/main" id="{14FD2D7A-8041-4721-D38D-1655360E9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28" y="6105642"/>
              <a:ext cx="88900" cy="50801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6" name="Freeform 1260">
              <a:extLst>
                <a:ext uri="{FF2B5EF4-FFF2-40B4-BE49-F238E27FC236}">
                  <a16:creationId xmlns:a16="http://schemas.microsoft.com/office/drawing/2014/main" id="{78662B41-A207-F8B8-0509-0E7F8BD69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465" y="6086592"/>
              <a:ext cx="225425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7" name="Freeform 1261">
              <a:extLst>
                <a:ext uri="{FF2B5EF4-FFF2-40B4-BE49-F238E27FC236}">
                  <a16:creationId xmlns:a16="http://schemas.microsoft.com/office/drawing/2014/main" id="{6FBD3E1E-52EF-13AE-1CD9-6ED0A5F96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190" y="6064366"/>
              <a:ext cx="285750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8" name="Freeform 1262">
              <a:extLst>
                <a:ext uri="{FF2B5EF4-FFF2-40B4-BE49-F238E27FC236}">
                  <a16:creationId xmlns:a16="http://schemas.microsoft.com/office/drawing/2014/main" id="{028334A7-0F74-A21A-29A8-F6D9AC505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190" y="6075479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9" name="Freeform 1263">
              <a:extLst>
                <a:ext uri="{FF2B5EF4-FFF2-40B4-BE49-F238E27FC236}">
                  <a16:creationId xmlns:a16="http://schemas.microsoft.com/office/drawing/2014/main" id="{33B39A88-67A5-9246-8382-968300AE92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828" y="6134218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0" name="Oval 1264">
              <a:extLst>
                <a:ext uri="{FF2B5EF4-FFF2-40B4-BE49-F238E27FC236}">
                  <a16:creationId xmlns:a16="http://schemas.microsoft.com/office/drawing/2014/main" id="{E5C668AC-2B54-BFBE-32D8-5A06CF4D2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3190" y="6042141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1" name="Freeform 1265">
              <a:extLst>
                <a:ext uri="{FF2B5EF4-FFF2-40B4-BE49-F238E27FC236}">
                  <a16:creationId xmlns:a16="http://schemas.microsoft.com/office/drawing/2014/main" id="{B330A242-D9CC-22C7-F066-BE0735946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203" y="6072304"/>
              <a:ext cx="87313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9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2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2" name="Freeform 1266">
              <a:extLst>
                <a:ext uri="{FF2B5EF4-FFF2-40B4-BE49-F238E27FC236}">
                  <a16:creationId xmlns:a16="http://schemas.microsoft.com/office/drawing/2014/main" id="{452848CD-19AD-2EA4-6D88-6BBF55EAB2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352" y="6053253"/>
              <a:ext cx="225425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3" name="Freeform 1267">
              <a:extLst>
                <a:ext uri="{FF2B5EF4-FFF2-40B4-BE49-F238E27FC236}">
                  <a16:creationId xmlns:a16="http://schemas.microsoft.com/office/drawing/2014/main" id="{D0058D86-35C9-24C9-2220-6F34D133A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302" y="6035791"/>
              <a:ext cx="285750" cy="112715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4" name="Freeform 1268">
              <a:extLst>
                <a:ext uri="{FF2B5EF4-FFF2-40B4-BE49-F238E27FC236}">
                  <a16:creationId xmlns:a16="http://schemas.microsoft.com/office/drawing/2014/main" id="{8FBE3504-4B7E-989C-D22D-562B8610C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302" y="6046903"/>
              <a:ext cx="61913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5" name="Freeform 1269">
              <a:extLst>
                <a:ext uri="{FF2B5EF4-FFF2-40B4-BE49-F238E27FC236}">
                  <a16:creationId xmlns:a16="http://schemas.microsoft.com/office/drawing/2014/main" id="{586D1BE5-83E3-ABC8-337A-CF765BCF1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1940" y="6105642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6" name="Oval 1270">
              <a:extLst>
                <a:ext uri="{FF2B5EF4-FFF2-40B4-BE49-F238E27FC236}">
                  <a16:creationId xmlns:a16="http://schemas.microsoft.com/office/drawing/2014/main" id="{3701ECA7-610D-1BC0-3ECE-5CED9F03B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4302" y="6011978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7" name="Freeform 1271">
              <a:extLst>
                <a:ext uri="{FF2B5EF4-FFF2-40B4-BE49-F238E27FC236}">
                  <a16:creationId xmlns:a16="http://schemas.microsoft.com/office/drawing/2014/main" id="{2AA2FB8B-330A-AF5C-5B86-535B83888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28" y="6043728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0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8" name="Freeform 1272">
              <a:extLst>
                <a:ext uri="{FF2B5EF4-FFF2-40B4-BE49-F238E27FC236}">
                  <a16:creationId xmlns:a16="http://schemas.microsoft.com/office/drawing/2014/main" id="{D2C8CB0A-2575-B64B-D4FF-AB2384A81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465" y="6024678"/>
              <a:ext cx="225425" cy="47626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9" name="Freeform 1273">
              <a:extLst>
                <a:ext uri="{FF2B5EF4-FFF2-40B4-BE49-F238E27FC236}">
                  <a16:creationId xmlns:a16="http://schemas.microsoft.com/office/drawing/2014/main" id="{A0E11FDD-A520-CC36-BB24-0670F2EAF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190" y="6002453"/>
              <a:ext cx="285750" cy="112715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0" name="Freeform 1274">
              <a:extLst>
                <a:ext uri="{FF2B5EF4-FFF2-40B4-BE49-F238E27FC236}">
                  <a16:creationId xmlns:a16="http://schemas.microsoft.com/office/drawing/2014/main" id="{EA7EF53E-855A-72CB-24A3-1CA0E03BB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190" y="6013565"/>
              <a:ext cx="61913" cy="92077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1" name="Freeform 1275">
              <a:extLst>
                <a:ext uri="{FF2B5EF4-FFF2-40B4-BE49-F238E27FC236}">
                  <a16:creationId xmlns:a16="http://schemas.microsoft.com/office/drawing/2014/main" id="{25BABADE-7F5D-55A4-0EC7-D53974F8A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828" y="6070716"/>
              <a:ext cx="33338" cy="44451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2" name="Oval 1276">
              <a:extLst>
                <a:ext uri="{FF2B5EF4-FFF2-40B4-BE49-F238E27FC236}">
                  <a16:creationId xmlns:a16="http://schemas.microsoft.com/office/drawing/2014/main" id="{86AB5D85-A14B-2E65-3D1F-586745E9C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3190" y="5977052"/>
              <a:ext cx="285750" cy="11589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3" name="Freeform 1277">
              <a:extLst>
                <a:ext uri="{FF2B5EF4-FFF2-40B4-BE49-F238E27FC236}">
                  <a16:creationId xmlns:a16="http://schemas.microsoft.com/office/drawing/2014/main" id="{E34C34BA-42FA-8D9A-47E1-BE7C62E456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615" y="6008803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4" name="Freeform 1278">
              <a:extLst>
                <a:ext uri="{FF2B5EF4-FFF2-40B4-BE49-F238E27FC236}">
                  <a16:creationId xmlns:a16="http://schemas.microsoft.com/office/drawing/2014/main" id="{3AD83D7D-BB33-59A0-7F0C-35E02F25F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352" y="5989752"/>
              <a:ext cx="225425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39"/>
                    <a:pt x="195" y="38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39"/>
                    <a:pt x="0" y="41"/>
                    <a:pt x="0" y="42"/>
                  </a:cubicBezTo>
                  <a:cubicBezTo>
                    <a:pt x="5" y="22"/>
                    <a:pt x="46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5" name="Freeform 1279">
              <a:extLst>
                <a:ext uri="{FF2B5EF4-FFF2-40B4-BE49-F238E27FC236}">
                  <a16:creationId xmlns:a16="http://schemas.microsoft.com/office/drawing/2014/main" id="{55A8E0EA-4053-9368-F35A-271C4BEAB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9065" y="5975464"/>
              <a:ext cx="285750" cy="112715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6" name="Freeform 1280">
              <a:extLst>
                <a:ext uri="{FF2B5EF4-FFF2-40B4-BE49-F238E27FC236}">
                  <a16:creationId xmlns:a16="http://schemas.microsoft.com/office/drawing/2014/main" id="{A1203476-8D9E-86B4-C7DC-7D3CA6237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9065" y="5986577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7" name="Freeform 1281">
              <a:extLst>
                <a:ext uri="{FF2B5EF4-FFF2-40B4-BE49-F238E27FC236}">
                  <a16:creationId xmlns:a16="http://schemas.microsoft.com/office/drawing/2014/main" id="{3933E3C0-D715-4A13-2A91-288834A85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290" y="6045316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8" name="Oval 1282">
              <a:extLst>
                <a:ext uri="{FF2B5EF4-FFF2-40B4-BE49-F238E27FC236}">
                  <a16:creationId xmlns:a16="http://schemas.microsoft.com/office/drawing/2014/main" id="{73869A43-21F2-2940-02B8-61930EB3A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9065" y="5951652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9" name="Freeform 1283">
              <a:extLst>
                <a:ext uri="{FF2B5EF4-FFF2-40B4-BE49-F238E27FC236}">
                  <a16:creationId xmlns:a16="http://schemas.microsoft.com/office/drawing/2014/main" id="{D3D6C6B2-9953-06B7-10AD-7DEBBF62E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490" y="5981815"/>
              <a:ext cx="88900" cy="50801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8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8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8" y="26"/>
                    <a:pt x="55" y="24"/>
                  </a:cubicBezTo>
                  <a:cubicBezTo>
                    <a:pt x="47" y="20"/>
                    <a:pt x="25" y="35"/>
                    <a:pt x="9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20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0" name="Freeform 1284">
              <a:extLst>
                <a:ext uri="{FF2B5EF4-FFF2-40B4-BE49-F238E27FC236}">
                  <a16:creationId xmlns:a16="http://schemas.microsoft.com/office/drawing/2014/main" id="{C6396275-29C3-1DA5-9EBD-22D4DCDC9F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228" y="5964352"/>
              <a:ext cx="225425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1" name="Freeform 1285">
              <a:extLst>
                <a:ext uri="{FF2B5EF4-FFF2-40B4-BE49-F238E27FC236}">
                  <a16:creationId xmlns:a16="http://schemas.microsoft.com/office/drawing/2014/main" id="{D12A6F6A-1083-3989-EDAA-6B671EBD0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702" y="5951652"/>
              <a:ext cx="285750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2" name="Freeform 1286">
              <a:extLst>
                <a:ext uri="{FF2B5EF4-FFF2-40B4-BE49-F238E27FC236}">
                  <a16:creationId xmlns:a16="http://schemas.microsoft.com/office/drawing/2014/main" id="{B6057632-D4FF-3959-98A6-2DF67C20A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702" y="5962764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3" name="Freeform 1287">
              <a:extLst>
                <a:ext uri="{FF2B5EF4-FFF2-40B4-BE49-F238E27FC236}">
                  <a16:creationId xmlns:a16="http://schemas.microsoft.com/office/drawing/2014/main" id="{CEDEC7DE-807C-D6D4-DA95-96D52B190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928" y="6019915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4" name="Oval 1288">
              <a:extLst>
                <a:ext uri="{FF2B5EF4-FFF2-40B4-BE49-F238E27FC236}">
                  <a16:creationId xmlns:a16="http://schemas.microsoft.com/office/drawing/2014/main" id="{B2C6F813-3BD9-C5ED-AA6B-AFBBAD1F2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9702" y="5927839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5" name="Freeform 1289">
              <a:extLst>
                <a:ext uri="{FF2B5EF4-FFF2-40B4-BE49-F238E27FC236}">
                  <a16:creationId xmlns:a16="http://schemas.microsoft.com/office/drawing/2014/main" id="{5C4A9B35-08DE-5D02-14ED-D5B979EB5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9715" y="5959589"/>
              <a:ext cx="87313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6" name="Freeform 1290">
              <a:extLst>
                <a:ext uri="{FF2B5EF4-FFF2-40B4-BE49-F238E27FC236}">
                  <a16:creationId xmlns:a16="http://schemas.microsoft.com/office/drawing/2014/main" id="{D0AEAF3C-F91F-696B-B10C-A90970A1F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865" y="5938951"/>
              <a:ext cx="227013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7" name="Freeform 1291">
              <a:extLst>
                <a:ext uri="{FF2B5EF4-FFF2-40B4-BE49-F238E27FC236}">
                  <a16:creationId xmlns:a16="http://schemas.microsoft.com/office/drawing/2014/main" id="{BD41EA9F-B958-1015-A1EC-52F07A325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177" y="5916726"/>
              <a:ext cx="285750" cy="115890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8" name="Freeform 1292">
              <a:extLst>
                <a:ext uri="{FF2B5EF4-FFF2-40B4-BE49-F238E27FC236}">
                  <a16:creationId xmlns:a16="http://schemas.microsoft.com/office/drawing/2014/main" id="{FCDF4427-028C-5B8B-7B31-7659543D8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177" y="5929426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9" name="Freeform 1293">
              <a:extLst>
                <a:ext uri="{FF2B5EF4-FFF2-40B4-BE49-F238E27FC236}">
                  <a16:creationId xmlns:a16="http://schemas.microsoft.com/office/drawing/2014/main" id="{8D0665C8-B4CD-EDB4-31D5-854BDC1A8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7815" y="5986577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0" name="Oval 1294">
              <a:extLst>
                <a:ext uri="{FF2B5EF4-FFF2-40B4-BE49-F238E27FC236}">
                  <a16:creationId xmlns:a16="http://schemas.microsoft.com/office/drawing/2014/main" id="{A3EE8198-637A-2EB6-6C74-6F515BAA5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0177" y="5894500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1" name="Freeform 1295">
              <a:extLst>
                <a:ext uri="{FF2B5EF4-FFF2-40B4-BE49-F238E27FC236}">
                  <a16:creationId xmlns:a16="http://schemas.microsoft.com/office/drawing/2014/main" id="{118D00FD-80D6-E547-CC0C-4B34FC345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8603" y="5926251"/>
              <a:ext cx="88900" cy="47626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9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2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2" name="Freeform 1296">
              <a:extLst>
                <a:ext uri="{FF2B5EF4-FFF2-40B4-BE49-F238E27FC236}">
                  <a16:creationId xmlns:a16="http://schemas.microsoft.com/office/drawing/2014/main" id="{A8E53351-53FC-ACCB-8225-536FCB0FC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340" y="5905613"/>
              <a:ext cx="225425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3" name="Freeform 1297">
              <a:extLst>
                <a:ext uri="{FF2B5EF4-FFF2-40B4-BE49-F238E27FC236}">
                  <a16:creationId xmlns:a16="http://schemas.microsoft.com/office/drawing/2014/main" id="{0042C8B2-0B94-A30A-1C3C-147C60DAFE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702" y="5888150"/>
              <a:ext cx="285750" cy="114302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4" name="Freeform 1298">
              <a:extLst>
                <a:ext uri="{FF2B5EF4-FFF2-40B4-BE49-F238E27FC236}">
                  <a16:creationId xmlns:a16="http://schemas.microsoft.com/office/drawing/2014/main" id="{AA3A124C-FBFC-A57E-A3AA-5D96DD767A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702" y="5900851"/>
              <a:ext cx="63500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5" name="Freeform 1299">
              <a:extLst>
                <a:ext uri="{FF2B5EF4-FFF2-40B4-BE49-F238E27FC236}">
                  <a16:creationId xmlns:a16="http://schemas.microsoft.com/office/drawing/2014/main" id="{B33659BF-250B-053D-88A5-E7AAF5DDF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928" y="5958002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6" name="Oval 1300">
              <a:extLst>
                <a:ext uri="{FF2B5EF4-FFF2-40B4-BE49-F238E27FC236}">
                  <a16:creationId xmlns:a16="http://schemas.microsoft.com/office/drawing/2014/main" id="{50070148-736C-4148-C0A8-A7E7576FC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9702" y="5864337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7" name="Freeform 1301">
              <a:extLst>
                <a:ext uri="{FF2B5EF4-FFF2-40B4-BE49-F238E27FC236}">
                  <a16:creationId xmlns:a16="http://schemas.microsoft.com/office/drawing/2014/main" id="{68C3BFE2-A7DD-AF61-1DC9-B9D1638AC1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8128" y="5896088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0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8" name="Freeform 1302">
              <a:extLst>
                <a:ext uri="{FF2B5EF4-FFF2-40B4-BE49-F238E27FC236}">
                  <a16:creationId xmlns:a16="http://schemas.microsoft.com/office/drawing/2014/main" id="{EB1C3805-1586-8931-4AB4-FD580C47C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865" y="5877038"/>
              <a:ext cx="227013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9" name="Freeform 1303">
              <a:extLst>
                <a:ext uri="{FF2B5EF4-FFF2-40B4-BE49-F238E27FC236}">
                  <a16:creationId xmlns:a16="http://schemas.microsoft.com/office/drawing/2014/main" id="{2C9E4A22-C0BD-4C31-D5D0-D7F64E64E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177" y="5854812"/>
              <a:ext cx="285750" cy="114302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0" name="Freeform 1304">
              <a:extLst>
                <a:ext uri="{FF2B5EF4-FFF2-40B4-BE49-F238E27FC236}">
                  <a16:creationId xmlns:a16="http://schemas.microsoft.com/office/drawing/2014/main" id="{8B8FE601-C1C7-3473-6A4B-68673B98B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177" y="5865925"/>
              <a:ext cx="61913" cy="93664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1" name="Freeform 1305">
              <a:extLst>
                <a:ext uri="{FF2B5EF4-FFF2-40B4-BE49-F238E27FC236}">
                  <a16:creationId xmlns:a16="http://schemas.microsoft.com/office/drawing/2014/main" id="{0A33AC12-DB99-40DC-C84C-6B236C506A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7815" y="5924663"/>
              <a:ext cx="33338" cy="44451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2" name="Oval 1306">
              <a:extLst>
                <a:ext uri="{FF2B5EF4-FFF2-40B4-BE49-F238E27FC236}">
                  <a16:creationId xmlns:a16="http://schemas.microsoft.com/office/drawing/2014/main" id="{7126DAD7-32BD-3E2A-F654-7841272679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0177" y="5830999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3" name="Freeform 1307">
              <a:extLst>
                <a:ext uri="{FF2B5EF4-FFF2-40B4-BE49-F238E27FC236}">
                  <a16:creationId xmlns:a16="http://schemas.microsoft.com/office/drawing/2014/main" id="{B4921F8A-65EA-EBC5-801F-EC6836353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8603" y="5861162"/>
              <a:ext cx="88900" cy="50801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4" name="Freeform 1308">
              <a:extLst>
                <a:ext uri="{FF2B5EF4-FFF2-40B4-BE49-F238E27FC236}">
                  <a16:creationId xmlns:a16="http://schemas.microsoft.com/office/drawing/2014/main" id="{F02EC08C-3970-E669-1109-579C4AB9C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340" y="5843699"/>
              <a:ext cx="225425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39"/>
                    <a:pt x="195" y="38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39"/>
                    <a:pt x="0" y="41"/>
                    <a:pt x="0" y="42"/>
                  </a:cubicBezTo>
                  <a:cubicBezTo>
                    <a:pt x="5" y="22"/>
                    <a:pt x="46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5" name="Freeform 1309">
              <a:extLst>
                <a:ext uri="{FF2B5EF4-FFF2-40B4-BE49-F238E27FC236}">
                  <a16:creationId xmlns:a16="http://schemas.microsoft.com/office/drawing/2014/main" id="{D4B9AACE-26B5-3AEE-4D71-54B0D84ED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015" y="5823061"/>
              <a:ext cx="287338" cy="114302"/>
            </a:xfrm>
            <a:custGeom>
              <a:avLst/>
              <a:gdLst>
                <a:gd name="T0" fmla="*/ 236 w 248"/>
                <a:gd name="T1" fmla="*/ 29 h 98"/>
                <a:gd name="T2" fmla="*/ 124 w 248"/>
                <a:gd name="T3" fmla="*/ 0 h 98"/>
                <a:gd name="T4" fmla="*/ 12 w 248"/>
                <a:gd name="T5" fmla="*/ 29 h 98"/>
                <a:gd name="T6" fmla="*/ 0 w 248"/>
                <a:gd name="T7" fmla="*/ 29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9 h 98"/>
                <a:gd name="T16" fmla="*/ 236 w 248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6" name="Freeform 1310">
              <a:extLst>
                <a:ext uri="{FF2B5EF4-FFF2-40B4-BE49-F238E27FC236}">
                  <a16:creationId xmlns:a16="http://schemas.microsoft.com/office/drawing/2014/main" id="{D999F9CD-2A1C-4C56-EF60-8A63DCA53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015" y="5835762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7" name="Freeform 1311">
              <a:extLst>
                <a:ext uri="{FF2B5EF4-FFF2-40B4-BE49-F238E27FC236}">
                  <a16:creationId xmlns:a16="http://schemas.microsoft.com/office/drawing/2014/main" id="{D669AC2C-A71B-6336-E2CD-CC873E5CF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653" y="5892913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8" name="Oval 1312">
              <a:extLst>
                <a:ext uri="{FF2B5EF4-FFF2-40B4-BE49-F238E27FC236}">
                  <a16:creationId xmlns:a16="http://schemas.microsoft.com/office/drawing/2014/main" id="{6F5F0005-862C-DF4B-05CF-40298A23BE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0015" y="5799249"/>
              <a:ext cx="287338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9" name="Freeform 1313">
              <a:extLst>
                <a:ext uri="{FF2B5EF4-FFF2-40B4-BE49-F238E27FC236}">
                  <a16:creationId xmlns:a16="http://schemas.microsoft.com/office/drawing/2014/main" id="{DC678E9F-ACA4-C35B-8DB7-4C7FE0DC28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028" y="5830999"/>
              <a:ext cx="87313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7 w 76"/>
                <a:gd name="T5" fmla="*/ 43 h 43"/>
                <a:gd name="T6" fmla="*/ 56 w 76"/>
                <a:gd name="T7" fmla="*/ 38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30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9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8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30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8" y="17"/>
                    <a:pt x="21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0" name="Freeform 1314">
              <a:extLst>
                <a:ext uri="{FF2B5EF4-FFF2-40B4-BE49-F238E27FC236}">
                  <a16:creationId xmlns:a16="http://schemas.microsoft.com/office/drawing/2014/main" id="{FD2B68CF-E5AC-E700-4027-9549B97D8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177" y="5811949"/>
              <a:ext cx="227013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1" name="Freeform 1315">
              <a:extLst>
                <a:ext uri="{FF2B5EF4-FFF2-40B4-BE49-F238E27FC236}">
                  <a16:creationId xmlns:a16="http://schemas.microsoft.com/office/drawing/2014/main" id="{7A075002-EBAE-CC21-2DA3-D349AD1252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240" y="5799249"/>
              <a:ext cx="285750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2" name="Freeform 1316">
              <a:extLst>
                <a:ext uri="{FF2B5EF4-FFF2-40B4-BE49-F238E27FC236}">
                  <a16:creationId xmlns:a16="http://schemas.microsoft.com/office/drawing/2014/main" id="{7117947D-E703-84E8-5AEE-AB5FF71D9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240" y="5810361"/>
              <a:ext cx="61913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3" name="Freeform 1317">
              <a:extLst>
                <a:ext uri="{FF2B5EF4-FFF2-40B4-BE49-F238E27FC236}">
                  <a16:creationId xmlns:a16="http://schemas.microsoft.com/office/drawing/2014/main" id="{2BE70FFA-D2C7-0C7A-4DD2-CC0E4B1CA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290" y="5869100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4" name="Oval 1318">
              <a:extLst>
                <a:ext uri="{FF2B5EF4-FFF2-40B4-BE49-F238E27FC236}">
                  <a16:creationId xmlns:a16="http://schemas.microsoft.com/office/drawing/2014/main" id="{00B197BD-DB33-077D-572D-B5A6B345B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240" y="5775436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5" name="Freeform 1319">
              <a:extLst>
                <a:ext uri="{FF2B5EF4-FFF2-40B4-BE49-F238E27FC236}">
                  <a16:creationId xmlns:a16="http://schemas.microsoft.com/office/drawing/2014/main" id="{6604492F-D918-0E16-9CB9-42AD5F7C9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65" y="5807186"/>
              <a:ext cx="88900" cy="50801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6" name="Freeform 1320">
              <a:extLst>
                <a:ext uri="{FF2B5EF4-FFF2-40B4-BE49-F238E27FC236}">
                  <a16:creationId xmlns:a16="http://schemas.microsoft.com/office/drawing/2014/main" id="{BA765A23-4E88-C7AE-9356-98A5AA09F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403" y="5788136"/>
              <a:ext cx="225425" cy="47626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7" name="Freeform 1321">
              <a:extLst>
                <a:ext uri="{FF2B5EF4-FFF2-40B4-BE49-F238E27FC236}">
                  <a16:creationId xmlns:a16="http://schemas.microsoft.com/office/drawing/2014/main" id="{2428A0F9-910A-7F72-DF72-6BAA7D503E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1127" y="5765910"/>
              <a:ext cx="285750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8" name="Freeform 1322">
              <a:extLst>
                <a:ext uri="{FF2B5EF4-FFF2-40B4-BE49-F238E27FC236}">
                  <a16:creationId xmlns:a16="http://schemas.microsoft.com/office/drawing/2014/main" id="{E8357D87-74CB-84AA-537C-C79CB7DC2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1127" y="5777023"/>
              <a:ext cx="61913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9" name="Freeform 1323">
              <a:extLst>
                <a:ext uri="{FF2B5EF4-FFF2-40B4-BE49-F238E27FC236}">
                  <a16:creationId xmlns:a16="http://schemas.microsoft.com/office/drawing/2014/main" id="{3B668C2B-E205-0415-B91F-60CB455D4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765" y="5835762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0" name="Oval 1324">
              <a:extLst>
                <a:ext uri="{FF2B5EF4-FFF2-40B4-BE49-F238E27FC236}">
                  <a16:creationId xmlns:a16="http://schemas.microsoft.com/office/drawing/2014/main" id="{1CB99D0B-5CED-06BC-B7F2-20F7B26E5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1127" y="5742097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1" name="Freeform 1325">
              <a:extLst>
                <a:ext uri="{FF2B5EF4-FFF2-40B4-BE49-F238E27FC236}">
                  <a16:creationId xmlns:a16="http://schemas.microsoft.com/office/drawing/2014/main" id="{07942AAC-B7E8-1691-3A0A-3C8476520D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553" y="5773848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2" name="Freeform 1326">
              <a:extLst>
                <a:ext uri="{FF2B5EF4-FFF2-40B4-BE49-F238E27FC236}">
                  <a16:creationId xmlns:a16="http://schemas.microsoft.com/office/drawing/2014/main" id="{927819C3-0ACA-F991-4AB3-453B5745A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1290" y="5754798"/>
              <a:ext cx="225425" cy="47626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3" name="Freeform 1327">
              <a:extLst>
                <a:ext uri="{FF2B5EF4-FFF2-40B4-BE49-F238E27FC236}">
                  <a16:creationId xmlns:a16="http://schemas.microsoft.com/office/drawing/2014/main" id="{9B529D28-8BD4-5EC1-7828-3E4BDED08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0652" y="5737335"/>
              <a:ext cx="285750" cy="112715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4" name="Freeform 1328">
              <a:extLst>
                <a:ext uri="{FF2B5EF4-FFF2-40B4-BE49-F238E27FC236}">
                  <a16:creationId xmlns:a16="http://schemas.microsoft.com/office/drawing/2014/main" id="{2182831F-9951-8627-8E5A-920A14C77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0652" y="5748448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5" name="Freeform 1329">
              <a:extLst>
                <a:ext uri="{FF2B5EF4-FFF2-40B4-BE49-F238E27FC236}">
                  <a16:creationId xmlns:a16="http://schemas.microsoft.com/office/drawing/2014/main" id="{D904862F-7E48-A8B5-D692-BAF499624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290" y="5805599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6" name="Oval 1330">
              <a:extLst>
                <a:ext uri="{FF2B5EF4-FFF2-40B4-BE49-F238E27FC236}">
                  <a16:creationId xmlns:a16="http://schemas.microsoft.com/office/drawing/2014/main" id="{7B6AFCFB-3BD3-6F71-FC4B-A29A3F4F0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0652" y="5711934"/>
              <a:ext cx="285750" cy="11589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7" name="Freeform 1331">
              <a:extLst>
                <a:ext uri="{FF2B5EF4-FFF2-40B4-BE49-F238E27FC236}">
                  <a16:creationId xmlns:a16="http://schemas.microsoft.com/office/drawing/2014/main" id="{14EA1F94-0114-D87E-244E-8AA8E097F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65" y="5745272"/>
              <a:ext cx="87313" cy="47626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8" name="Freeform 1332">
              <a:extLst>
                <a:ext uri="{FF2B5EF4-FFF2-40B4-BE49-F238E27FC236}">
                  <a16:creationId xmlns:a16="http://schemas.microsoft.com/office/drawing/2014/main" id="{99E15521-5D49-1ACE-DFEF-C7CD3E6CA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815" y="5724635"/>
              <a:ext cx="225425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9" name="Freeform 1333">
              <a:extLst>
                <a:ext uri="{FF2B5EF4-FFF2-40B4-BE49-F238E27FC236}">
                  <a16:creationId xmlns:a16="http://schemas.microsoft.com/office/drawing/2014/main" id="{8F25AD79-318C-3244-5C0E-5468990E72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540" y="5703997"/>
              <a:ext cx="287338" cy="112715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0" name="Freeform 1334">
              <a:extLst>
                <a:ext uri="{FF2B5EF4-FFF2-40B4-BE49-F238E27FC236}">
                  <a16:creationId xmlns:a16="http://schemas.microsoft.com/office/drawing/2014/main" id="{0B080F00-D953-25F4-F897-4E18C91B6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540" y="5715109"/>
              <a:ext cx="63500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1" name="Freeform 1335">
              <a:extLst>
                <a:ext uri="{FF2B5EF4-FFF2-40B4-BE49-F238E27FC236}">
                  <a16:creationId xmlns:a16="http://schemas.microsoft.com/office/drawing/2014/main" id="{73989F91-B938-B38A-9495-4912C4B3C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765" y="5772260"/>
              <a:ext cx="31750" cy="44451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2" name="Oval 1336">
              <a:extLst>
                <a:ext uri="{FF2B5EF4-FFF2-40B4-BE49-F238E27FC236}">
                  <a16:creationId xmlns:a16="http://schemas.microsoft.com/office/drawing/2014/main" id="{70B92B26-3945-9BF8-2C88-DB52EA69E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9540" y="5678596"/>
              <a:ext cx="287338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3" name="Freeform 1337">
              <a:extLst>
                <a:ext uri="{FF2B5EF4-FFF2-40B4-BE49-F238E27FC236}">
                  <a16:creationId xmlns:a16="http://schemas.microsoft.com/office/drawing/2014/main" id="{C71A6667-ACC1-7CEE-BC38-B4CB9F5E9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553" y="5710347"/>
              <a:ext cx="88900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4" name="Freeform 1338">
              <a:extLst>
                <a:ext uri="{FF2B5EF4-FFF2-40B4-BE49-F238E27FC236}">
                  <a16:creationId xmlns:a16="http://schemas.microsoft.com/office/drawing/2014/main" id="{8B60E7E5-EF1A-4F11-1BF0-8066C0997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702" y="5691296"/>
              <a:ext cx="227013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39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39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5" name="Freeform 1339">
              <a:extLst>
                <a:ext uri="{FF2B5EF4-FFF2-40B4-BE49-F238E27FC236}">
                  <a16:creationId xmlns:a16="http://schemas.microsoft.com/office/drawing/2014/main" id="{F5B69C34-C143-6E3D-31D0-44BCBAB89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002" y="5677009"/>
              <a:ext cx="285750" cy="112715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6" name="Freeform 1340">
              <a:extLst>
                <a:ext uri="{FF2B5EF4-FFF2-40B4-BE49-F238E27FC236}">
                  <a16:creationId xmlns:a16="http://schemas.microsoft.com/office/drawing/2014/main" id="{6EC7F667-8D39-394B-8DC2-E8B18DA46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002" y="5688121"/>
              <a:ext cx="63500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7" name="Freeform 1341">
              <a:extLst>
                <a:ext uri="{FF2B5EF4-FFF2-40B4-BE49-F238E27FC236}">
                  <a16:creationId xmlns:a16="http://schemas.microsoft.com/office/drawing/2014/main" id="{FD264275-6C4B-3D77-A94B-48E5EF95E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640" y="5746860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8" name="Oval 1342">
              <a:extLst>
                <a:ext uri="{FF2B5EF4-FFF2-40B4-BE49-F238E27FC236}">
                  <a16:creationId xmlns:a16="http://schemas.microsoft.com/office/drawing/2014/main" id="{3D8322B5-A326-E5B0-92E3-F1FFA18C7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7002" y="5651608"/>
              <a:ext cx="285750" cy="11589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9" name="Freeform 1343">
              <a:extLst>
                <a:ext uri="{FF2B5EF4-FFF2-40B4-BE49-F238E27FC236}">
                  <a16:creationId xmlns:a16="http://schemas.microsoft.com/office/drawing/2014/main" id="{3134C106-C222-DCBA-8A85-F8E20E868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5428" y="5683359"/>
              <a:ext cx="88900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7 w 76"/>
                <a:gd name="T5" fmla="*/ 43 h 43"/>
                <a:gd name="T6" fmla="*/ 56 w 76"/>
                <a:gd name="T7" fmla="*/ 38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30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9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8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30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8" y="17"/>
                    <a:pt x="21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0" name="Freeform 1344">
              <a:extLst>
                <a:ext uri="{FF2B5EF4-FFF2-40B4-BE49-F238E27FC236}">
                  <a16:creationId xmlns:a16="http://schemas.microsoft.com/office/drawing/2014/main" id="{102E1845-B463-87F8-1410-0E4ED7EE0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165" y="5664308"/>
              <a:ext cx="225425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1" name="Freeform 1345">
              <a:extLst>
                <a:ext uri="{FF2B5EF4-FFF2-40B4-BE49-F238E27FC236}">
                  <a16:creationId xmlns:a16="http://schemas.microsoft.com/office/drawing/2014/main" id="{4B6B8B84-F301-B267-C02F-B6825AFB9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640" y="5651608"/>
              <a:ext cx="287338" cy="115890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2" name="Freeform 1346">
              <a:extLst>
                <a:ext uri="{FF2B5EF4-FFF2-40B4-BE49-F238E27FC236}">
                  <a16:creationId xmlns:a16="http://schemas.microsoft.com/office/drawing/2014/main" id="{5CE5410E-3E08-E110-798B-CB48E30DA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640" y="5664308"/>
              <a:ext cx="63500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3" name="Freeform 1347">
              <a:extLst>
                <a:ext uri="{FF2B5EF4-FFF2-40B4-BE49-F238E27FC236}">
                  <a16:creationId xmlns:a16="http://schemas.microsoft.com/office/drawing/2014/main" id="{8C7C4197-4FA6-E23F-5396-D1797A3C1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278" y="5721460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4" name="Oval 1348">
              <a:extLst>
                <a:ext uri="{FF2B5EF4-FFF2-40B4-BE49-F238E27FC236}">
                  <a16:creationId xmlns:a16="http://schemas.microsoft.com/office/drawing/2014/main" id="{A90F5193-4F30-E1EB-28A5-1956FA432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7640" y="5629383"/>
              <a:ext cx="287338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5" name="Freeform 1349">
              <a:extLst>
                <a:ext uri="{FF2B5EF4-FFF2-40B4-BE49-F238E27FC236}">
                  <a16:creationId xmlns:a16="http://schemas.microsoft.com/office/drawing/2014/main" id="{28280CC9-7EEA-60C1-625A-F5FE7570B0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6065" y="5661133"/>
              <a:ext cx="90488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6" name="Freeform 1350">
              <a:extLst>
                <a:ext uri="{FF2B5EF4-FFF2-40B4-BE49-F238E27FC236}">
                  <a16:creationId xmlns:a16="http://schemas.microsoft.com/office/drawing/2014/main" id="{78BE7A0E-6CF1-B396-AFCA-B72D3FDE99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3" y="5640495"/>
              <a:ext cx="227013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7" name="Freeform 1351">
              <a:extLst>
                <a:ext uri="{FF2B5EF4-FFF2-40B4-BE49-F238E27FC236}">
                  <a16:creationId xmlns:a16="http://schemas.microsoft.com/office/drawing/2014/main" id="{2DEEE89D-5472-05EB-055B-B8C6611D2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115" y="5618270"/>
              <a:ext cx="285750" cy="115890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8" name="Freeform 1352">
              <a:extLst>
                <a:ext uri="{FF2B5EF4-FFF2-40B4-BE49-F238E27FC236}">
                  <a16:creationId xmlns:a16="http://schemas.microsoft.com/office/drawing/2014/main" id="{DEA065C1-82FB-9A05-6523-992D33C30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115" y="5630970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9" name="Freeform 1353">
              <a:extLst>
                <a:ext uri="{FF2B5EF4-FFF2-40B4-BE49-F238E27FC236}">
                  <a16:creationId xmlns:a16="http://schemas.microsoft.com/office/drawing/2014/main" id="{16F7C0BB-D2F1-D28B-0A7D-5E31253DD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65" y="5688121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0" name="Oval 1354">
              <a:extLst>
                <a:ext uri="{FF2B5EF4-FFF2-40B4-BE49-F238E27FC236}">
                  <a16:creationId xmlns:a16="http://schemas.microsoft.com/office/drawing/2014/main" id="{288D4AAA-1B40-E426-23AC-94C9B759E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8115" y="5596045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1" name="Freeform 1355">
              <a:extLst>
                <a:ext uri="{FF2B5EF4-FFF2-40B4-BE49-F238E27FC236}">
                  <a16:creationId xmlns:a16="http://schemas.microsoft.com/office/drawing/2014/main" id="{E3708052-DB86-D298-8539-706F0C17D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540" y="5626208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2" name="Freeform 1356">
              <a:extLst>
                <a:ext uri="{FF2B5EF4-FFF2-40B4-BE49-F238E27FC236}">
                  <a16:creationId xmlns:a16="http://schemas.microsoft.com/office/drawing/2014/main" id="{1CDCC236-D59A-547E-74A0-9FDF465D1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8278" y="5607157"/>
              <a:ext cx="22542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3" name="Freeform 1357">
              <a:extLst>
                <a:ext uri="{FF2B5EF4-FFF2-40B4-BE49-F238E27FC236}">
                  <a16:creationId xmlns:a16="http://schemas.microsoft.com/office/drawing/2014/main" id="{FCB73547-BD16-6677-CEA1-790348C15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640" y="5589694"/>
              <a:ext cx="285750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4" name="Freeform 1358">
              <a:extLst>
                <a:ext uri="{FF2B5EF4-FFF2-40B4-BE49-F238E27FC236}">
                  <a16:creationId xmlns:a16="http://schemas.microsoft.com/office/drawing/2014/main" id="{E0AAD396-9469-F6DE-6869-40F966186A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640" y="5600807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5" name="Freeform 1359">
              <a:extLst>
                <a:ext uri="{FF2B5EF4-FFF2-40B4-BE49-F238E27FC236}">
                  <a16:creationId xmlns:a16="http://schemas.microsoft.com/office/drawing/2014/main" id="{CD0AD8DE-BF7B-5719-A571-E7692C3AA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278" y="5659546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6" name="Oval 1360">
              <a:extLst>
                <a:ext uri="{FF2B5EF4-FFF2-40B4-BE49-F238E27FC236}">
                  <a16:creationId xmlns:a16="http://schemas.microsoft.com/office/drawing/2014/main" id="{257EBAF4-C5DE-B5D9-F0A5-706F6A0FD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7640" y="5565881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7" name="Freeform 1361">
              <a:extLst>
                <a:ext uri="{FF2B5EF4-FFF2-40B4-BE49-F238E27FC236}">
                  <a16:creationId xmlns:a16="http://schemas.microsoft.com/office/drawing/2014/main" id="{C6F29E1D-86E1-B253-D136-85ADD7466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6065" y="5597632"/>
              <a:ext cx="88900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8" name="Freeform 1362">
              <a:extLst>
                <a:ext uri="{FF2B5EF4-FFF2-40B4-BE49-F238E27FC236}">
                  <a16:creationId xmlns:a16="http://schemas.microsoft.com/office/drawing/2014/main" id="{3318CF1F-063B-B101-5BDF-66C602229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3" y="5578582"/>
              <a:ext cx="225425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9" name="Freeform 1363">
              <a:extLst>
                <a:ext uri="{FF2B5EF4-FFF2-40B4-BE49-F238E27FC236}">
                  <a16:creationId xmlns:a16="http://schemas.microsoft.com/office/drawing/2014/main" id="{AE621837-6883-FC4D-37FA-439C14360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27" y="5556356"/>
              <a:ext cx="285750" cy="112715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0" name="Freeform 1364">
              <a:extLst>
                <a:ext uri="{FF2B5EF4-FFF2-40B4-BE49-F238E27FC236}">
                  <a16:creationId xmlns:a16="http://schemas.microsoft.com/office/drawing/2014/main" id="{F4A561D9-F250-4D03-E7BB-BD5E03656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27" y="5567469"/>
              <a:ext cx="63500" cy="93664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1" name="Freeform 1365">
              <a:extLst>
                <a:ext uri="{FF2B5EF4-FFF2-40B4-BE49-F238E27FC236}">
                  <a16:creationId xmlns:a16="http://schemas.microsoft.com/office/drawing/2014/main" id="{4A79DEC8-E397-93AA-5096-0DEE6FA16D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65" y="5626208"/>
              <a:ext cx="33338" cy="42863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2" name="Oval 1366">
              <a:extLst>
                <a:ext uri="{FF2B5EF4-FFF2-40B4-BE49-F238E27FC236}">
                  <a16:creationId xmlns:a16="http://schemas.microsoft.com/office/drawing/2014/main" id="{C5C456FE-B9B8-051E-2674-C0BE72F9E0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527" y="5532543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3" name="Freeform 1367">
              <a:extLst>
                <a:ext uri="{FF2B5EF4-FFF2-40B4-BE49-F238E27FC236}">
                  <a16:creationId xmlns:a16="http://schemas.microsoft.com/office/drawing/2014/main" id="{FD0B201D-AB16-30AF-C075-9299C80523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540" y="5562706"/>
              <a:ext cx="87313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4" name="Freeform 1368">
              <a:extLst>
                <a:ext uri="{FF2B5EF4-FFF2-40B4-BE49-F238E27FC236}">
                  <a16:creationId xmlns:a16="http://schemas.microsoft.com/office/drawing/2014/main" id="{FC38E906-D0FB-980A-7E42-29004CA82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6690" y="5545244"/>
              <a:ext cx="225425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5" name="Freeform 1369">
              <a:extLst>
                <a:ext uri="{FF2B5EF4-FFF2-40B4-BE49-F238E27FC236}">
                  <a16:creationId xmlns:a16="http://schemas.microsoft.com/office/drawing/2014/main" id="{D725AD63-2CE5-D5A8-04D9-3BF508869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7477" y="5515080"/>
              <a:ext cx="285750" cy="112715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6" name="Freeform 1370">
              <a:extLst>
                <a:ext uri="{FF2B5EF4-FFF2-40B4-BE49-F238E27FC236}">
                  <a16:creationId xmlns:a16="http://schemas.microsoft.com/office/drawing/2014/main" id="{E1694BCB-7241-DC75-4701-4836DB2CB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7477" y="5526193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7" name="Freeform 1371">
              <a:extLst>
                <a:ext uri="{FF2B5EF4-FFF2-40B4-BE49-F238E27FC236}">
                  <a16:creationId xmlns:a16="http://schemas.microsoft.com/office/drawing/2014/main" id="{261C0B8A-6858-24BF-3C9F-637DEB6E4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528" y="5583344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8" name="Oval 1372">
              <a:extLst>
                <a:ext uri="{FF2B5EF4-FFF2-40B4-BE49-F238E27FC236}">
                  <a16:creationId xmlns:a16="http://schemas.microsoft.com/office/drawing/2014/main" id="{B8CCB095-4889-5C19-FF1F-24552CA55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7477" y="5491267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9" name="Freeform 1373">
              <a:extLst>
                <a:ext uri="{FF2B5EF4-FFF2-40B4-BE49-F238E27FC236}">
                  <a16:creationId xmlns:a16="http://schemas.microsoft.com/office/drawing/2014/main" id="{35207F0D-712D-FEB5-C2A6-022125745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903" y="5523018"/>
              <a:ext cx="87313" cy="47626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0" name="Freeform 1374">
              <a:extLst>
                <a:ext uri="{FF2B5EF4-FFF2-40B4-BE49-F238E27FC236}">
                  <a16:creationId xmlns:a16="http://schemas.microsoft.com/office/drawing/2014/main" id="{EA0E9393-BE5C-BB78-1757-DA9F056A0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6053" y="5502380"/>
              <a:ext cx="227013" cy="492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1" name="Freeform 1375">
              <a:extLst>
                <a:ext uri="{FF2B5EF4-FFF2-40B4-BE49-F238E27FC236}">
                  <a16:creationId xmlns:a16="http://schemas.microsoft.com/office/drawing/2014/main" id="{98C5F4A7-A422-9B6C-D30A-76AE33852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115" y="5491267"/>
              <a:ext cx="285750" cy="114302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2" name="Freeform 1376">
              <a:extLst>
                <a:ext uri="{FF2B5EF4-FFF2-40B4-BE49-F238E27FC236}">
                  <a16:creationId xmlns:a16="http://schemas.microsoft.com/office/drawing/2014/main" id="{F61EA636-6B14-A79F-4A37-C65231916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115" y="5502380"/>
              <a:ext cx="61913" cy="93664"/>
            </a:xfrm>
            <a:custGeom>
              <a:avLst/>
              <a:gdLst>
                <a:gd name="T0" fmla="*/ 0 w 54"/>
                <a:gd name="T1" fmla="*/ 19 h 81"/>
                <a:gd name="T2" fmla="*/ 0 w 54"/>
                <a:gd name="T3" fmla="*/ 40 h 81"/>
                <a:gd name="T4" fmla="*/ 54 w 54"/>
                <a:gd name="T5" fmla="*/ 81 h 81"/>
                <a:gd name="T6" fmla="*/ 54 w 54"/>
                <a:gd name="T7" fmla="*/ 0 h 81"/>
                <a:gd name="T8" fmla="*/ 49 w 54"/>
                <a:gd name="T9" fmla="*/ 0 h 81"/>
                <a:gd name="T10" fmla="*/ 11 w 54"/>
                <a:gd name="T11" fmla="*/ 19 h 81"/>
                <a:gd name="T12" fmla="*/ 0 w 54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1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3" name="Freeform 1377">
              <a:extLst>
                <a:ext uri="{FF2B5EF4-FFF2-40B4-BE49-F238E27FC236}">
                  <a16:creationId xmlns:a16="http://schemas.microsoft.com/office/drawing/2014/main" id="{DEC146BF-9B64-1EFE-8851-1BEC4D63DB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65" y="5559531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4" name="Oval 1378">
              <a:extLst>
                <a:ext uri="{FF2B5EF4-FFF2-40B4-BE49-F238E27FC236}">
                  <a16:creationId xmlns:a16="http://schemas.microsoft.com/office/drawing/2014/main" id="{0BE4DE08-5D9B-E6C2-60E3-6259CF2EB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8115" y="5467455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5" name="Freeform 1379">
              <a:extLst>
                <a:ext uri="{FF2B5EF4-FFF2-40B4-BE49-F238E27FC236}">
                  <a16:creationId xmlns:a16="http://schemas.microsoft.com/office/drawing/2014/main" id="{0EB2848A-9B44-BD86-9239-043EA08CB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540" y="5497618"/>
              <a:ext cx="88900" cy="50801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6" name="Freeform 1380">
              <a:extLst>
                <a:ext uri="{FF2B5EF4-FFF2-40B4-BE49-F238E27FC236}">
                  <a16:creationId xmlns:a16="http://schemas.microsoft.com/office/drawing/2014/main" id="{E734BB78-423C-011E-3AF7-724FB20E8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8278" y="5478567"/>
              <a:ext cx="225425" cy="49213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7" name="Freeform 1381">
              <a:extLst>
                <a:ext uri="{FF2B5EF4-FFF2-40B4-BE49-F238E27FC236}">
                  <a16:creationId xmlns:a16="http://schemas.microsoft.com/office/drawing/2014/main" id="{7F3868A6-E390-4DF1-BB5A-39E9292B32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002" y="5456342"/>
              <a:ext cx="285750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8" name="Freeform 1382">
              <a:extLst>
                <a:ext uri="{FF2B5EF4-FFF2-40B4-BE49-F238E27FC236}">
                  <a16:creationId xmlns:a16="http://schemas.microsoft.com/office/drawing/2014/main" id="{B4B489B9-88E4-2259-5986-C30820868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002" y="5467455"/>
              <a:ext cx="63500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9" name="Freeform 1383">
              <a:extLst>
                <a:ext uri="{FF2B5EF4-FFF2-40B4-BE49-F238E27FC236}">
                  <a16:creationId xmlns:a16="http://schemas.microsoft.com/office/drawing/2014/main" id="{9EC9E3D0-C798-9055-8547-71C5273E1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640" y="5526193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0" name="Oval 1384">
              <a:extLst>
                <a:ext uri="{FF2B5EF4-FFF2-40B4-BE49-F238E27FC236}">
                  <a16:creationId xmlns:a16="http://schemas.microsoft.com/office/drawing/2014/main" id="{E982EF6B-5258-0FE8-7346-F457FAAAA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7002" y="5434116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1" name="Freeform 1385">
              <a:extLst>
                <a:ext uri="{FF2B5EF4-FFF2-40B4-BE49-F238E27FC236}">
                  <a16:creationId xmlns:a16="http://schemas.microsoft.com/office/drawing/2014/main" id="{BA99AEFC-6F0E-E66B-DB45-D8AEA90E5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5428" y="5464279"/>
              <a:ext cx="88900" cy="50801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2" name="Freeform 1386">
              <a:extLst>
                <a:ext uri="{FF2B5EF4-FFF2-40B4-BE49-F238E27FC236}">
                  <a16:creationId xmlns:a16="http://schemas.microsoft.com/office/drawing/2014/main" id="{5E3F7D24-CB08-8225-6357-067C9E7596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165" y="5445229"/>
              <a:ext cx="22542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3" name="Freeform 1387">
              <a:extLst>
                <a:ext uri="{FF2B5EF4-FFF2-40B4-BE49-F238E27FC236}">
                  <a16:creationId xmlns:a16="http://schemas.microsoft.com/office/drawing/2014/main" id="{84DD9FC0-F1A4-57FB-68DC-5D04E7BAF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27" y="5427766"/>
              <a:ext cx="285750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9"/>
                    <a:pt x="124" y="99"/>
                  </a:cubicBezTo>
                  <a:cubicBezTo>
                    <a:pt x="192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4" name="Freeform 1388">
              <a:extLst>
                <a:ext uri="{FF2B5EF4-FFF2-40B4-BE49-F238E27FC236}">
                  <a16:creationId xmlns:a16="http://schemas.microsoft.com/office/drawing/2014/main" id="{FF75819A-6549-906E-7C45-8CE2FBA3B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27" y="5438879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5" name="Freeform 1389">
              <a:extLst>
                <a:ext uri="{FF2B5EF4-FFF2-40B4-BE49-F238E27FC236}">
                  <a16:creationId xmlns:a16="http://schemas.microsoft.com/office/drawing/2014/main" id="{03034F00-D484-B7DE-7D7F-FE16975B0C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65" y="5497618"/>
              <a:ext cx="33338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6" name="Oval 1390">
              <a:extLst>
                <a:ext uri="{FF2B5EF4-FFF2-40B4-BE49-F238E27FC236}">
                  <a16:creationId xmlns:a16="http://schemas.microsoft.com/office/drawing/2014/main" id="{2BA4BF41-226E-A6CF-E891-70774D06A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527" y="5403953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7" name="Freeform 1391">
              <a:extLst>
                <a:ext uri="{FF2B5EF4-FFF2-40B4-BE49-F238E27FC236}">
                  <a16:creationId xmlns:a16="http://schemas.microsoft.com/office/drawing/2014/main" id="{1767432D-8EBC-134D-8BD9-BCBDB99E34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540" y="5435704"/>
              <a:ext cx="87313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8" name="Freeform 1392">
              <a:extLst>
                <a:ext uri="{FF2B5EF4-FFF2-40B4-BE49-F238E27FC236}">
                  <a16:creationId xmlns:a16="http://schemas.microsoft.com/office/drawing/2014/main" id="{5616C92D-4C2D-2988-0785-DFCE52883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6690" y="5416654"/>
              <a:ext cx="225425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9" name="Freeform 1393">
              <a:extLst>
                <a:ext uri="{FF2B5EF4-FFF2-40B4-BE49-F238E27FC236}">
                  <a16:creationId xmlns:a16="http://schemas.microsoft.com/office/drawing/2014/main" id="{42D0CC99-95BD-E94B-31BF-1D4F785628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002" y="5394428"/>
              <a:ext cx="285750" cy="112715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0" name="Freeform 1394">
              <a:extLst>
                <a:ext uri="{FF2B5EF4-FFF2-40B4-BE49-F238E27FC236}">
                  <a16:creationId xmlns:a16="http://schemas.microsoft.com/office/drawing/2014/main" id="{7525FCED-F128-BF5F-A5B2-31F6208C6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002" y="5405541"/>
              <a:ext cx="63500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1" name="Freeform 1395">
              <a:extLst>
                <a:ext uri="{FF2B5EF4-FFF2-40B4-BE49-F238E27FC236}">
                  <a16:creationId xmlns:a16="http://schemas.microsoft.com/office/drawing/2014/main" id="{BE8A573B-A61D-3FF5-3679-487B1C6F87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640" y="5464279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2" name="Oval 1396">
              <a:extLst>
                <a:ext uri="{FF2B5EF4-FFF2-40B4-BE49-F238E27FC236}">
                  <a16:creationId xmlns:a16="http://schemas.microsoft.com/office/drawing/2014/main" id="{14A6BBD5-A45A-DF7B-1230-3F7529F6E5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7002" y="5369028"/>
              <a:ext cx="285750" cy="11589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3" name="Freeform 1397">
              <a:extLst>
                <a:ext uri="{FF2B5EF4-FFF2-40B4-BE49-F238E27FC236}">
                  <a16:creationId xmlns:a16="http://schemas.microsoft.com/office/drawing/2014/main" id="{3F99A778-07EA-264D-B9E8-76D31A34F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5428" y="5400778"/>
              <a:ext cx="88900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4" name="Freeform 1398">
              <a:extLst>
                <a:ext uri="{FF2B5EF4-FFF2-40B4-BE49-F238E27FC236}">
                  <a16:creationId xmlns:a16="http://schemas.microsoft.com/office/drawing/2014/main" id="{1F8725FA-ED8D-7821-CD07-C431CF4AC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165" y="5383315"/>
              <a:ext cx="225425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5" name="Freeform 1399">
              <a:extLst>
                <a:ext uri="{FF2B5EF4-FFF2-40B4-BE49-F238E27FC236}">
                  <a16:creationId xmlns:a16="http://schemas.microsoft.com/office/drawing/2014/main" id="{EAD3FEB8-DB87-AB05-0E86-0E3DFBB2AA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465" y="5367440"/>
              <a:ext cx="285750" cy="114302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6" name="Freeform 1400">
              <a:extLst>
                <a:ext uri="{FF2B5EF4-FFF2-40B4-BE49-F238E27FC236}">
                  <a16:creationId xmlns:a16="http://schemas.microsoft.com/office/drawing/2014/main" id="{661753DE-F9BB-7FD0-F7D3-0D1C11D85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465" y="5378553"/>
              <a:ext cx="61913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7" name="Freeform 1401">
              <a:extLst>
                <a:ext uri="{FF2B5EF4-FFF2-40B4-BE49-F238E27FC236}">
                  <a16:creationId xmlns:a16="http://schemas.microsoft.com/office/drawing/2014/main" id="{84CEA6D5-B1FB-F2B2-6C5E-9983794B82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0515" y="5437291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8" name="Oval 1402">
              <a:extLst>
                <a:ext uri="{FF2B5EF4-FFF2-40B4-BE49-F238E27FC236}">
                  <a16:creationId xmlns:a16="http://schemas.microsoft.com/office/drawing/2014/main" id="{9EF37220-A40B-D3C9-A8E1-5E5CF71941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4465" y="5343627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9" name="Freeform 1403">
              <a:extLst>
                <a:ext uri="{FF2B5EF4-FFF2-40B4-BE49-F238E27FC236}">
                  <a16:creationId xmlns:a16="http://schemas.microsoft.com/office/drawing/2014/main" id="{ED1B9F75-AD2D-F806-7B54-A8AEFA116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890" y="5375378"/>
              <a:ext cx="87313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0" name="Freeform 1404">
              <a:extLst>
                <a:ext uri="{FF2B5EF4-FFF2-40B4-BE49-F238E27FC236}">
                  <a16:creationId xmlns:a16="http://schemas.microsoft.com/office/drawing/2014/main" id="{E0DC0D63-4B38-473A-D533-FE1546E15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3040" y="5356327"/>
              <a:ext cx="227013" cy="47626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1" name="Freeform 1405">
              <a:extLst>
                <a:ext uri="{FF2B5EF4-FFF2-40B4-BE49-F238E27FC236}">
                  <a16:creationId xmlns:a16="http://schemas.microsoft.com/office/drawing/2014/main" id="{9D17791D-448C-29FF-34D9-51F5D71705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5103" y="5343627"/>
              <a:ext cx="285750" cy="114302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2" name="Freeform 1406">
              <a:extLst>
                <a:ext uri="{FF2B5EF4-FFF2-40B4-BE49-F238E27FC236}">
                  <a16:creationId xmlns:a16="http://schemas.microsoft.com/office/drawing/2014/main" id="{723396C8-FB33-9485-833A-DC2672A9F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5103" y="5354740"/>
              <a:ext cx="61913" cy="93664"/>
            </a:xfrm>
            <a:custGeom>
              <a:avLst/>
              <a:gdLst>
                <a:gd name="T0" fmla="*/ 0 w 54"/>
                <a:gd name="T1" fmla="*/ 19 h 81"/>
                <a:gd name="T2" fmla="*/ 0 w 54"/>
                <a:gd name="T3" fmla="*/ 40 h 81"/>
                <a:gd name="T4" fmla="*/ 54 w 54"/>
                <a:gd name="T5" fmla="*/ 81 h 81"/>
                <a:gd name="T6" fmla="*/ 54 w 54"/>
                <a:gd name="T7" fmla="*/ 0 h 81"/>
                <a:gd name="T8" fmla="*/ 49 w 54"/>
                <a:gd name="T9" fmla="*/ 0 h 81"/>
                <a:gd name="T10" fmla="*/ 11 w 54"/>
                <a:gd name="T11" fmla="*/ 19 h 81"/>
                <a:gd name="T12" fmla="*/ 0 w 54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1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3" name="Freeform 1407">
              <a:extLst>
                <a:ext uri="{FF2B5EF4-FFF2-40B4-BE49-F238E27FC236}">
                  <a16:creationId xmlns:a16="http://schemas.microsoft.com/office/drawing/2014/main" id="{D31D1324-3689-09B3-D527-4D17EC0886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153" y="5411891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4" name="Oval 1408">
              <a:extLst>
                <a:ext uri="{FF2B5EF4-FFF2-40B4-BE49-F238E27FC236}">
                  <a16:creationId xmlns:a16="http://schemas.microsoft.com/office/drawing/2014/main" id="{65E995A9-5ED7-148F-9453-0B80E2B4F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5103" y="5319814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5" name="Freeform 1409">
              <a:extLst>
                <a:ext uri="{FF2B5EF4-FFF2-40B4-BE49-F238E27FC236}">
                  <a16:creationId xmlns:a16="http://schemas.microsoft.com/office/drawing/2014/main" id="{81713190-3B55-341E-C300-B950E1C61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528" y="5351565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6" name="Freeform 1410">
              <a:extLst>
                <a:ext uri="{FF2B5EF4-FFF2-40B4-BE49-F238E27FC236}">
                  <a16:creationId xmlns:a16="http://schemas.microsoft.com/office/drawing/2014/main" id="{162E2185-6152-898A-04CB-8AF3E6DE8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265" y="5330927"/>
              <a:ext cx="225425" cy="50801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7" name="Freeform 1412">
              <a:extLst>
                <a:ext uri="{FF2B5EF4-FFF2-40B4-BE49-F238E27FC236}">
                  <a16:creationId xmlns:a16="http://schemas.microsoft.com/office/drawing/2014/main" id="{641826F1-F20D-2B24-3FED-54A4BB3D0E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3988" y="5310188"/>
              <a:ext cx="285750" cy="114300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8" name="Freeform 1413">
              <a:extLst>
                <a:ext uri="{FF2B5EF4-FFF2-40B4-BE49-F238E27FC236}">
                  <a16:creationId xmlns:a16="http://schemas.microsoft.com/office/drawing/2014/main" id="{1AEAC7E5-7B45-7311-2575-F33E975865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3988" y="5321300"/>
              <a:ext cx="61912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9" name="Freeform 1414">
              <a:extLst>
                <a:ext uri="{FF2B5EF4-FFF2-40B4-BE49-F238E27FC236}">
                  <a16:creationId xmlns:a16="http://schemas.microsoft.com/office/drawing/2014/main" id="{7A4925E9-E094-2194-BEAA-84E47237F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625" y="5378450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0" name="Oval 1415">
              <a:extLst>
                <a:ext uri="{FF2B5EF4-FFF2-40B4-BE49-F238E27FC236}">
                  <a16:creationId xmlns:a16="http://schemas.microsoft.com/office/drawing/2014/main" id="{8CBD327D-DE7F-E09D-16C8-4C5D67675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3988" y="5286375"/>
              <a:ext cx="285750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1" name="Freeform 1416">
              <a:extLst>
                <a:ext uri="{FF2B5EF4-FFF2-40B4-BE49-F238E27FC236}">
                  <a16:creationId xmlns:a16="http://schemas.microsoft.com/office/drawing/2014/main" id="{B231CB52-0A95-352C-1B34-788895217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413" y="5318125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2" name="Freeform 1417">
              <a:extLst>
                <a:ext uri="{FF2B5EF4-FFF2-40B4-BE49-F238E27FC236}">
                  <a16:creationId xmlns:a16="http://schemas.microsoft.com/office/drawing/2014/main" id="{CA41648F-3D55-A374-16AE-8AB94BB8B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4150" y="5297488"/>
              <a:ext cx="22542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3" name="Freeform 1418">
              <a:extLst>
                <a:ext uri="{FF2B5EF4-FFF2-40B4-BE49-F238E27FC236}">
                  <a16:creationId xmlns:a16="http://schemas.microsoft.com/office/drawing/2014/main" id="{2D2059E2-B2F6-03A2-BC04-E67E16F0C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3513" y="5280025"/>
              <a:ext cx="285750" cy="115888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9"/>
                    <a:pt x="124" y="99"/>
                  </a:cubicBezTo>
                  <a:cubicBezTo>
                    <a:pt x="192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4" name="Freeform 1419">
              <a:extLst>
                <a:ext uri="{FF2B5EF4-FFF2-40B4-BE49-F238E27FC236}">
                  <a16:creationId xmlns:a16="http://schemas.microsoft.com/office/drawing/2014/main" id="{91AE590E-BF2C-69DC-9757-AE61A5A572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3513" y="5292725"/>
              <a:ext cx="63500" cy="92075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5" name="Freeform 1420">
              <a:extLst>
                <a:ext uri="{FF2B5EF4-FFF2-40B4-BE49-F238E27FC236}">
                  <a16:creationId xmlns:a16="http://schemas.microsoft.com/office/drawing/2014/main" id="{EBD4227D-B7A4-670A-9F59-40DBAAE42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150" y="5349875"/>
              <a:ext cx="33337" cy="444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6" name="Oval 1421">
              <a:extLst>
                <a:ext uri="{FF2B5EF4-FFF2-40B4-BE49-F238E27FC236}">
                  <a16:creationId xmlns:a16="http://schemas.microsoft.com/office/drawing/2014/main" id="{889A59C8-22D4-9DBB-B9C5-BA6178486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3513" y="5257800"/>
              <a:ext cx="285750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7" name="Freeform 1422">
              <a:extLst>
                <a:ext uri="{FF2B5EF4-FFF2-40B4-BE49-F238E27FC236}">
                  <a16:creationId xmlns:a16="http://schemas.microsoft.com/office/drawing/2014/main" id="{0F971931-DF39-3360-6241-2A9C83FA43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525" y="5287963"/>
              <a:ext cx="87312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8" name="Freeform 1423">
              <a:extLst>
                <a:ext uri="{FF2B5EF4-FFF2-40B4-BE49-F238E27FC236}">
                  <a16:creationId xmlns:a16="http://schemas.microsoft.com/office/drawing/2014/main" id="{92812C7A-5301-1691-87DA-AA2AFE0B39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3675" y="5268913"/>
              <a:ext cx="225425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9" name="Freeform 1424">
              <a:extLst>
                <a:ext uri="{FF2B5EF4-FFF2-40B4-BE49-F238E27FC236}">
                  <a16:creationId xmlns:a16="http://schemas.microsoft.com/office/drawing/2014/main" id="{14001275-9184-0012-51AB-4551C79A2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400" y="5246688"/>
              <a:ext cx="285750" cy="114300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0" name="Freeform 1425">
              <a:extLst>
                <a:ext uri="{FF2B5EF4-FFF2-40B4-BE49-F238E27FC236}">
                  <a16:creationId xmlns:a16="http://schemas.microsoft.com/office/drawing/2014/main" id="{3D791C76-C404-4C44-D9A3-E9917C0CC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400" y="5257800"/>
              <a:ext cx="63500" cy="93663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1" name="Freeform 1426">
              <a:extLst>
                <a:ext uri="{FF2B5EF4-FFF2-40B4-BE49-F238E27FC236}">
                  <a16:creationId xmlns:a16="http://schemas.microsoft.com/office/drawing/2014/main" id="{2F73C42F-91A7-2F8D-FC2A-9F14FC885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625" y="5316538"/>
              <a:ext cx="31750" cy="444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2" name="Oval 1427">
              <a:extLst>
                <a:ext uri="{FF2B5EF4-FFF2-40B4-BE49-F238E27FC236}">
                  <a16:creationId xmlns:a16="http://schemas.microsoft.com/office/drawing/2014/main" id="{C136A104-1707-4ECD-ACC5-D5745D5688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2400" y="522287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3" name="Freeform 1428">
              <a:extLst>
                <a:ext uri="{FF2B5EF4-FFF2-40B4-BE49-F238E27FC236}">
                  <a16:creationId xmlns:a16="http://schemas.microsoft.com/office/drawing/2014/main" id="{64B9F8AF-CDEB-7F7B-FD9F-6BF8DAFB5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413" y="5254625"/>
              <a:ext cx="88900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4" name="Freeform 1429">
              <a:extLst>
                <a:ext uri="{FF2B5EF4-FFF2-40B4-BE49-F238E27FC236}">
                  <a16:creationId xmlns:a16="http://schemas.microsoft.com/office/drawing/2014/main" id="{738B985A-406B-8605-A3D0-78D736F46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2563" y="5235575"/>
              <a:ext cx="227012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5" name="Oval 1430">
              <a:extLst>
                <a:ext uri="{FF2B5EF4-FFF2-40B4-BE49-F238E27FC236}">
                  <a16:creationId xmlns:a16="http://schemas.microsoft.com/office/drawing/2014/main" id="{43836BA4-A373-A151-EB8D-FC4E54409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7675" y="6111875"/>
              <a:ext cx="287337" cy="112713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6" name="Freeform 1431">
              <a:extLst>
                <a:ext uri="{FF2B5EF4-FFF2-40B4-BE49-F238E27FC236}">
                  <a16:creationId xmlns:a16="http://schemas.microsoft.com/office/drawing/2014/main" id="{101FB55A-A48E-9F23-DA5B-9AD55FBA9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750" y="6089650"/>
              <a:ext cx="285750" cy="114300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7" name="Freeform 1432">
              <a:extLst>
                <a:ext uri="{FF2B5EF4-FFF2-40B4-BE49-F238E27FC236}">
                  <a16:creationId xmlns:a16="http://schemas.microsoft.com/office/drawing/2014/main" id="{17D9ADCD-7214-DA30-5CFD-DF33F6AB5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750" y="6100763"/>
              <a:ext cx="61912" cy="93663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8" name="Freeform 1433">
              <a:extLst>
                <a:ext uri="{FF2B5EF4-FFF2-40B4-BE49-F238E27FC236}">
                  <a16:creationId xmlns:a16="http://schemas.microsoft.com/office/drawing/2014/main" id="{3AEF250C-D021-4ACC-B31E-1AB29BD36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8800" y="6157913"/>
              <a:ext cx="33337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9" name="Oval 1434">
              <a:extLst>
                <a:ext uri="{FF2B5EF4-FFF2-40B4-BE49-F238E27FC236}">
                  <a16:creationId xmlns:a16="http://schemas.microsoft.com/office/drawing/2014/main" id="{0A5BF491-F091-871B-BAA3-B9BD1FF02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2750" y="6065838"/>
              <a:ext cx="285750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0" name="Freeform 1435">
              <a:extLst>
                <a:ext uri="{FF2B5EF4-FFF2-40B4-BE49-F238E27FC236}">
                  <a16:creationId xmlns:a16="http://schemas.microsoft.com/office/drawing/2014/main" id="{739242AE-942E-08EB-E049-48C9D6D0D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1175" y="6097588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1" name="Freeform 1436">
              <a:extLst>
                <a:ext uri="{FF2B5EF4-FFF2-40B4-BE49-F238E27FC236}">
                  <a16:creationId xmlns:a16="http://schemas.microsoft.com/office/drawing/2014/main" id="{F00625C2-AB3A-6D77-2B19-A1DB0BAB90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2913" y="6076950"/>
              <a:ext cx="225425" cy="49213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2" name="Freeform 1437">
              <a:extLst>
                <a:ext uri="{FF2B5EF4-FFF2-40B4-BE49-F238E27FC236}">
                  <a16:creationId xmlns:a16="http://schemas.microsoft.com/office/drawing/2014/main" id="{47CB77CE-ECF0-FDEE-C10D-D462D55D5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3388" y="6065838"/>
              <a:ext cx="285750" cy="114300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3" name="Freeform 1438">
              <a:extLst>
                <a:ext uri="{FF2B5EF4-FFF2-40B4-BE49-F238E27FC236}">
                  <a16:creationId xmlns:a16="http://schemas.microsoft.com/office/drawing/2014/main" id="{6FF8F824-ADFC-687B-9F5A-663703BE5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3388" y="6076950"/>
              <a:ext cx="61912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4" name="Freeform 1439">
              <a:extLst>
                <a:ext uri="{FF2B5EF4-FFF2-40B4-BE49-F238E27FC236}">
                  <a16:creationId xmlns:a16="http://schemas.microsoft.com/office/drawing/2014/main" id="{6E7BB932-A826-306A-4290-EEE732A630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438" y="6135688"/>
              <a:ext cx="33337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5" name="Oval 1440">
              <a:extLst>
                <a:ext uri="{FF2B5EF4-FFF2-40B4-BE49-F238E27FC236}">
                  <a16:creationId xmlns:a16="http://schemas.microsoft.com/office/drawing/2014/main" id="{E0319E83-DAB1-96B1-A553-0DFAFE2E2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3388" y="604202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6" name="Freeform 1441">
              <a:extLst>
                <a:ext uri="{FF2B5EF4-FFF2-40B4-BE49-F238E27FC236}">
                  <a16:creationId xmlns:a16="http://schemas.microsoft.com/office/drawing/2014/main" id="{5FED394F-BA44-0EA5-C200-5A279B82F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1813" y="6073775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2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7" name="Freeform 1442">
              <a:extLst>
                <a:ext uri="{FF2B5EF4-FFF2-40B4-BE49-F238E27FC236}">
                  <a16:creationId xmlns:a16="http://schemas.microsoft.com/office/drawing/2014/main" id="{9B05472D-74AE-81D7-10F2-74A44DEF5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550" y="6054725"/>
              <a:ext cx="225425" cy="47625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8" name="Freeform 1443">
              <a:extLst>
                <a:ext uri="{FF2B5EF4-FFF2-40B4-BE49-F238E27FC236}">
                  <a16:creationId xmlns:a16="http://schemas.microsoft.com/office/drawing/2014/main" id="{094A4344-93A2-73B6-96E1-046B5255D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275" y="6032500"/>
              <a:ext cx="285750" cy="112713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9" name="Freeform 1444">
              <a:extLst>
                <a:ext uri="{FF2B5EF4-FFF2-40B4-BE49-F238E27FC236}">
                  <a16:creationId xmlns:a16="http://schemas.microsoft.com/office/drawing/2014/main" id="{130A9D23-9EC0-F382-4F0A-1865D67C7F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275" y="6043613"/>
              <a:ext cx="63500" cy="92075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0" name="Freeform 1445">
              <a:extLst>
                <a:ext uri="{FF2B5EF4-FFF2-40B4-BE49-F238E27FC236}">
                  <a16:creationId xmlns:a16="http://schemas.microsoft.com/office/drawing/2014/main" id="{9F7FFCB5-FE89-61A6-7624-28F795B08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913" y="6100763"/>
              <a:ext cx="31750" cy="444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1" name="Oval 1446">
              <a:extLst>
                <a:ext uri="{FF2B5EF4-FFF2-40B4-BE49-F238E27FC236}">
                  <a16:creationId xmlns:a16="http://schemas.microsoft.com/office/drawing/2014/main" id="{888AE51D-5DFF-0E63-D33A-136041F09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2275" y="6007100"/>
              <a:ext cx="285750" cy="11588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2" name="Freeform 1447">
              <a:extLst>
                <a:ext uri="{FF2B5EF4-FFF2-40B4-BE49-F238E27FC236}">
                  <a16:creationId xmlns:a16="http://schemas.microsoft.com/office/drawing/2014/main" id="{25A9F447-6BA4-6A95-5555-FC3083EB3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00" y="6038850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3" name="Freeform 1448">
              <a:extLst>
                <a:ext uri="{FF2B5EF4-FFF2-40B4-BE49-F238E27FC236}">
                  <a16:creationId xmlns:a16="http://schemas.microsoft.com/office/drawing/2014/main" id="{66C2EB83-BB46-0C1D-8DED-D151F0F52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438" y="6019800"/>
              <a:ext cx="225425" cy="492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4" name="Freeform 1449">
              <a:extLst>
                <a:ext uri="{FF2B5EF4-FFF2-40B4-BE49-F238E27FC236}">
                  <a16:creationId xmlns:a16="http://schemas.microsoft.com/office/drawing/2014/main" id="{3BD1AC5C-DB1E-F67B-2E6C-E059F163F5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800" y="6002338"/>
              <a:ext cx="287337" cy="114300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5" name="Freeform 1450">
              <a:extLst>
                <a:ext uri="{FF2B5EF4-FFF2-40B4-BE49-F238E27FC236}">
                  <a16:creationId xmlns:a16="http://schemas.microsoft.com/office/drawing/2014/main" id="{58386714-A729-7753-C827-D2840850E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800" y="6015038"/>
              <a:ext cx="63500" cy="92075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6" name="Freeform 1451">
              <a:extLst>
                <a:ext uri="{FF2B5EF4-FFF2-40B4-BE49-F238E27FC236}">
                  <a16:creationId xmlns:a16="http://schemas.microsoft.com/office/drawing/2014/main" id="{C274B74C-1DB7-9443-CB8D-A541A495C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438" y="6070600"/>
              <a:ext cx="33337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7" name="Oval 1452">
              <a:extLst>
                <a:ext uri="{FF2B5EF4-FFF2-40B4-BE49-F238E27FC236}">
                  <a16:creationId xmlns:a16="http://schemas.microsoft.com/office/drawing/2014/main" id="{B2218E85-7FCF-C126-AC9B-061BDB9DF6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800" y="5978525"/>
              <a:ext cx="287337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8" name="Freeform 1453">
              <a:extLst>
                <a:ext uri="{FF2B5EF4-FFF2-40B4-BE49-F238E27FC236}">
                  <a16:creationId xmlns:a16="http://schemas.microsoft.com/office/drawing/2014/main" id="{D41CA50D-E949-BDF5-442A-8A0777FE9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1813" y="6010275"/>
              <a:ext cx="87312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9" name="Freeform 1454">
              <a:extLst>
                <a:ext uri="{FF2B5EF4-FFF2-40B4-BE49-F238E27FC236}">
                  <a16:creationId xmlns:a16="http://schemas.microsoft.com/office/drawing/2014/main" id="{176A409D-8080-2E98-F36F-C93803DD1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1963" y="5989638"/>
              <a:ext cx="227012" cy="50800"/>
            </a:xfrm>
            <a:custGeom>
              <a:avLst/>
              <a:gdLst>
                <a:gd name="T0" fmla="*/ 98 w 196"/>
                <a:gd name="T1" fmla="*/ 7 h 43"/>
                <a:gd name="T2" fmla="*/ 195 w 196"/>
                <a:gd name="T3" fmla="*/ 43 h 43"/>
                <a:gd name="T4" fmla="*/ 196 w 196"/>
                <a:gd name="T5" fmla="*/ 39 h 43"/>
                <a:gd name="T6" fmla="*/ 98 w 196"/>
                <a:gd name="T7" fmla="*/ 0 h 43"/>
                <a:gd name="T8" fmla="*/ 0 w 196"/>
                <a:gd name="T9" fmla="*/ 39 h 43"/>
                <a:gd name="T10" fmla="*/ 1 w 196"/>
                <a:gd name="T11" fmla="*/ 43 h 43"/>
                <a:gd name="T12" fmla="*/ 98 w 196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2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0" name="Freeform 1455">
              <a:extLst>
                <a:ext uri="{FF2B5EF4-FFF2-40B4-BE49-F238E27FC236}">
                  <a16:creationId xmlns:a16="http://schemas.microsoft.com/office/drawing/2014/main" id="{7C6B5F64-B94A-C941-D4E0-E4CB31ED18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275" y="5969000"/>
              <a:ext cx="285750" cy="114300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50 h 99"/>
                <a:gd name="T10" fmla="*/ 124 w 248"/>
                <a:gd name="T11" fmla="*/ 99 h 99"/>
                <a:gd name="T12" fmla="*/ 248 w 248"/>
                <a:gd name="T13" fmla="*/ 50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50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1" name="Freeform 1456">
              <a:extLst>
                <a:ext uri="{FF2B5EF4-FFF2-40B4-BE49-F238E27FC236}">
                  <a16:creationId xmlns:a16="http://schemas.microsoft.com/office/drawing/2014/main" id="{0A0B18A5-A50E-45CB-F453-5DB77FDAF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275" y="5980113"/>
              <a:ext cx="63500" cy="92075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2" name="Freeform 1457">
              <a:extLst>
                <a:ext uri="{FF2B5EF4-FFF2-40B4-BE49-F238E27FC236}">
                  <a16:creationId xmlns:a16="http://schemas.microsoft.com/office/drawing/2014/main" id="{011552C4-1BD7-DA34-49B2-793C2AA78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913" y="6037263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3" name="Oval 1458">
              <a:extLst>
                <a:ext uri="{FF2B5EF4-FFF2-40B4-BE49-F238E27FC236}">
                  <a16:creationId xmlns:a16="http://schemas.microsoft.com/office/drawing/2014/main" id="{8CCD44E2-E786-1117-B136-C010252C9C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2275" y="5945188"/>
              <a:ext cx="285750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4" name="Freeform 1459">
              <a:extLst>
                <a:ext uri="{FF2B5EF4-FFF2-40B4-BE49-F238E27FC236}">
                  <a16:creationId xmlns:a16="http://schemas.microsoft.com/office/drawing/2014/main" id="{6336F940-3305-505D-D1B9-76E35E3E3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00" y="5976938"/>
              <a:ext cx="88900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5" name="Freeform 1460">
              <a:extLst>
                <a:ext uri="{FF2B5EF4-FFF2-40B4-BE49-F238E27FC236}">
                  <a16:creationId xmlns:a16="http://schemas.microsoft.com/office/drawing/2014/main" id="{84459D1D-0A07-2834-D9EA-0518213EE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438" y="5956300"/>
              <a:ext cx="225425" cy="492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6" name="Freeform 1461">
              <a:extLst>
                <a:ext uri="{FF2B5EF4-FFF2-40B4-BE49-F238E27FC236}">
                  <a16:creationId xmlns:a16="http://schemas.microsoft.com/office/drawing/2014/main" id="{DB7D5348-54E2-66C1-93A8-0C8D9ED9F2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513" y="5943600"/>
              <a:ext cx="285750" cy="114300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7" name="Freeform 1462">
              <a:extLst>
                <a:ext uri="{FF2B5EF4-FFF2-40B4-BE49-F238E27FC236}">
                  <a16:creationId xmlns:a16="http://schemas.microsoft.com/office/drawing/2014/main" id="{86E375FA-FB5C-B590-EB78-496B80910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513" y="5956300"/>
              <a:ext cx="61912" cy="92075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8" name="Freeform 1463">
              <a:extLst>
                <a:ext uri="{FF2B5EF4-FFF2-40B4-BE49-F238E27FC236}">
                  <a16:creationId xmlns:a16="http://schemas.microsoft.com/office/drawing/2014/main" id="{0B6D8793-8716-C5DC-B56C-47A87FD66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150" y="6013450"/>
              <a:ext cx="31750" cy="44450"/>
            </a:xfrm>
            <a:custGeom>
              <a:avLst/>
              <a:gdLst>
                <a:gd name="T0" fmla="*/ 27 w 27"/>
                <a:gd name="T1" fmla="*/ 36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6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7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9" name="Oval 1464">
              <a:extLst>
                <a:ext uri="{FF2B5EF4-FFF2-40B4-BE49-F238E27FC236}">
                  <a16:creationId xmlns:a16="http://schemas.microsoft.com/office/drawing/2014/main" id="{C350C478-0E05-49F6-D8BC-4A7037CE6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7513" y="5919788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0" name="Freeform 1465">
              <a:extLst>
                <a:ext uri="{FF2B5EF4-FFF2-40B4-BE49-F238E27FC236}">
                  <a16:creationId xmlns:a16="http://schemas.microsoft.com/office/drawing/2014/main" id="{5B1F67A0-4071-E311-67E5-189EBB182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938" y="5951538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1" name="Freeform 1466">
              <a:extLst>
                <a:ext uri="{FF2B5EF4-FFF2-40B4-BE49-F238E27FC236}">
                  <a16:creationId xmlns:a16="http://schemas.microsoft.com/office/drawing/2014/main" id="{C13CFE3E-9BE1-59DA-4310-B7C94AABA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675" y="5932488"/>
              <a:ext cx="225425" cy="49213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2" name="Freeform 1467">
              <a:extLst>
                <a:ext uri="{FF2B5EF4-FFF2-40B4-BE49-F238E27FC236}">
                  <a16:creationId xmlns:a16="http://schemas.microsoft.com/office/drawing/2014/main" id="{8F54B181-7EF0-B92F-4C29-CC08847350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919788"/>
              <a:ext cx="285750" cy="114300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3" name="Freeform 1468">
              <a:extLst>
                <a:ext uri="{FF2B5EF4-FFF2-40B4-BE49-F238E27FC236}">
                  <a16:creationId xmlns:a16="http://schemas.microsoft.com/office/drawing/2014/main" id="{5299B0E6-2EFA-CAD0-9B23-73E964650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930900"/>
              <a:ext cx="61912" cy="936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4" name="Freeform 1469">
              <a:extLst>
                <a:ext uri="{FF2B5EF4-FFF2-40B4-BE49-F238E27FC236}">
                  <a16:creationId xmlns:a16="http://schemas.microsoft.com/office/drawing/2014/main" id="{217BC090-B635-6C75-B4B8-27F4D4DE06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5788" y="5989638"/>
              <a:ext cx="33337" cy="44450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5" name="Oval 1470">
              <a:extLst>
                <a:ext uri="{FF2B5EF4-FFF2-40B4-BE49-F238E27FC236}">
                  <a16:creationId xmlns:a16="http://schemas.microsoft.com/office/drawing/2014/main" id="{0E0E80C6-C786-CFF9-0D0A-4E414678B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150" y="589597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6" name="Freeform 1471">
              <a:extLst>
                <a:ext uri="{FF2B5EF4-FFF2-40B4-BE49-F238E27FC236}">
                  <a16:creationId xmlns:a16="http://schemas.microsoft.com/office/drawing/2014/main" id="{11A68F8D-C77C-A3CB-84C2-5A0F7B4AC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575" y="5927725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1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1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7" name="Freeform 1472">
              <a:extLst>
                <a:ext uri="{FF2B5EF4-FFF2-40B4-BE49-F238E27FC236}">
                  <a16:creationId xmlns:a16="http://schemas.microsoft.com/office/drawing/2014/main" id="{3C46BD5F-F1EE-58B2-D484-EAD093C29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13" y="5908675"/>
              <a:ext cx="225425" cy="476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8" name="Freeform 1473">
              <a:extLst>
                <a:ext uri="{FF2B5EF4-FFF2-40B4-BE49-F238E27FC236}">
                  <a16:creationId xmlns:a16="http://schemas.microsoft.com/office/drawing/2014/main" id="{18C4DC2D-AA30-E3AC-FA00-8EA3F75FC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038" y="5886450"/>
              <a:ext cx="285750" cy="112713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9" name="Freeform 1474">
              <a:extLst>
                <a:ext uri="{FF2B5EF4-FFF2-40B4-BE49-F238E27FC236}">
                  <a16:creationId xmlns:a16="http://schemas.microsoft.com/office/drawing/2014/main" id="{F72FC9D8-206B-7E42-5F31-9217EAE6B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038" y="5897563"/>
              <a:ext cx="63500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0" name="Freeform 1475">
              <a:extLst>
                <a:ext uri="{FF2B5EF4-FFF2-40B4-BE49-F238E27FC236}">
                  <a16:creationId xmlns:a16="http://schemas.microsoft.com/office/drawing/2014/main" id="{4D104C0B-BE40-C843-193E-D456CD2DF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6263" y="5956300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1" name="Oval 1476">
              <a:extLst>
                <a:ext uri="{FF2B5EF4-FFF2-40B4-BE49-F238E27FC236}">
                  <a16:creationId xmlns:a16="http://schemas.microsoft.com/office/drawing/2014/main" id="{4D3BDD2B-0D5C-2271-2CA7-26A81BD6F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7038" y="5861050"/>
              <a:ext cx="285750" cy="11588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2" name="Freeform 1477">
              <a:extLst>
                <a:ext uri="{FF2B5EF4-FFF2-40B4-BE49-F238E27FC236}">
                  <a16:creationId xmlns:a16="http://schemas.microsoft.com/office/drawing/2014/main" id="{CF1EB255-0AED-3C53-9E47-9AB4619A67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5463" y="5892800"/>
              <a:ext cx="88900" cy="50800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8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8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3" name="Freeform 1478">
              <a:extLst>
                <a:ext uri="{FF2B5EF4-FFF2-40B4-BE49-F238E27FC236}">
                  <a16:creationId xmlns:a16="http://schemas.microsoft.com/office/drawing/2014/main" id="{5D72733D-522A-CFD1-780C-FC68987CE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7200" y="5873750"/>
              <a:ext cx="225425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4" name="Freeform 1479">
              <a:extLst>
                <a:ext uri="{FF2B5EF4-FFF2-40B4-BE49-F238E27FC236}">
                  <a16:creationId xmlns:a16="http://schemas.microsoft.com/office/drawing/2014/main" id="{1F479DB5-B767-326D-7B42-CA95D503D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857875"/>
              <a:ext cx="285750" cy="112713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5" name="Freeform 1480">
              <a:extLst>
                <a:ext uri="{FF2B5EF4-FFF2-40B4-BE49-F238E27FC236}">
                  <a16:creationId xmlns:a16="http://schemas.microsoft.com/office/drawing/2014/main" id="{C1E0CC24-87E5-31F1-167C-6A9DB691B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868988"/>
              <a:ext cx="61912" cy="92075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6" name="Freeform 1481">
              <a:extLst>
                <a:ext uri="{FF2B5EF4-FFF2-40B4-BE49-F238E27FC236}">
                  <a16:creationId xmlns:a16="http://schemas.microsoft.com/office/drawing/2014/main" id="{403B8A3D-8134-A206-27BF-CAC1B81828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200" y="5926138"/>
              <a:ext cx="33337" cy="444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7" name="Oval 1482">
              <a:extLst>
                <a:ext uri="{FF2B5EF4-FFF2-40B4-BE49-F238E27FC236}">
                  <a16:creationId xmlns:a16="http://schemas.microsoft.com/office/drawing/2014/main" id="{DE88539C-6627-35D7-38F2-A761467BC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150" y="583247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8" name="Freeform 1483">
              <a:extLst>
                <a:ext uri="{FF2B5EF4-FFF2-40B4-BE49-F238E27FC236}">
                  <a16:creationId xmlns:a16="http://schemas.microsoft.com/office/drawing/2014/main" id="{CAD191E8-4861-A4B9-8EB8-1F8B68CAF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575" y="5864225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1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4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9" name="Freeform 1484">
              <a:extLst>
                <a:ext uri="{FF2B5EF4-FFF2-40B4-BE49-F238E27FC236}">
                  <a16:creationId xmlns:a16="http://schemas.microsoft.com/office/drawing/2014/main" id="{DBEFFD76-772E-A4C4-E9C0-77CB4EBF7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13" y="5845175"/>
              <a:ext cx="225425" cy="492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0" name="Freeform 1485">
              <a:extLst>
                <a:ext uri="{FF2B5EF4-FFF2-40B4-BE49-F238E27FC236}">
                  <a16:creationId xmlns:a16="http://schemas.microsoft.com/office/drawing/2014/main" id="{9E3FC236-BC64-F713-27E4-B28B84F36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038" y="5822950"/>
              <a:ext cx="285750" cy="114300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1" name="Freeform 1486">
              <a:extLst>
                <a:ext uri="{FF2B5EF4-FFF2-40B4-BE49-F238E27FC236}">
                  <a16:creationId xmlns:a16="http://schemas.microsoft.com/office/drawing/2014/main" id="{DE28CFF0-EF99-741D-D818-72718F83F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038" y="5834063"/>
              <a:ext cx="63500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2" name="Freeform 1487">
              <a:extLst>
                <a:ext uri="{FF2B5EF4-FFF2-40B4-BE49-F238E27FC236}">
                  <a16:creationId xmlns:a16="http://schemas.microsoft.com/office/drawing/2014/main" id="{2A9D1EB8-CA3E-8348-C8C4-29D895F7C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675" y="5891213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3" name="Oval 1488">
              <a:extLst>
                <a:ext uri="{FF2B5EF4-FFF2-40B4-BE49-F238E27FC236}">
                  <a16:creationId xmlns:a16="http://schemas.microsoft.com/office/drawing/2014/main" id="{47A63DAE-F10C-59ED-3F1E-263E5DB6A7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7038" y="5799138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4" name="Freeform 1489">
              <a:extLst>
                <a:ext uri="{FF2B5EF4-FFF2-40B4-BE49-F238E27FC236}">
                  <a16:creationId xmlns:a16="http://schemas.microsoft.com/office/drawing/2014/main" id="{E0813222-7D6E-0EF9-B118-3A1978870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5463" y="5830888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5" name="Freeform 1490">
              <a:extLst>
                <a:ext uri="{FF2B5EF4-FFF2-40B4-BE49-F238E27FC236}">
                  <a16:creationId xmlns:a16="http://schemas.microsoft.com/office/drawing/2014/main" id="{40E2EF90-8D46-799C-B35E-9E4B43B0B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7200" y="5810250"/>
              <a:ext cx="22542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6" name="Freeform 1491">
              <a:extLst>
                <a:ext uri="{FF2B5EF4-FFF2-40B4-BE49-F238E27FC236}">
                  <a16:creationId xmlns:a16="http://schemas.microsoft.com/office/drawing/2014/main" id="{44D5DE26-BB74-9A75-816E-CE24888AC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789613"/>
              <a:ext cx="287337" cy="114300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7" name="Freeform 1492">
              <a:extLst>
                <a:ext uri="{FF2B5EF4-FFF2-40B4-BE49-F238E27FC236}">
                  <a16:creationId xmlns:a16="http://schemas.microsoft.com/office/drawing/2014/main" id="{159CF749-E7EF-D9DD-32AD-4B4D7738D2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800725"/>
              <a:ext cx="63500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8" name="Freeform 1493">
              <a:extLst>
                <a:ext uri="{FF2B5EF4-FFF2-40B4-BE49-F238E27FC236}">
                  <a16:creationId xmlns:a16="http://schemas.microsoft.com/office/drawing/2014/main" id="{E199B8E8-4F86-8174-6DA5-1983A6AA1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5788" y="5857875"/>
              <a:ext cx="33337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9" name="Oval 1494">
              <a:extLst>
                <a:ext uri="{FF2B5EF4-FFF2-40B4-BE49-F238E27FC236}">
                  <a16:creationId xmlns:a16="http://schemas.microsoft.com/office/drawing/2014/main" id="{4E1F337D-C20A-D705-659F-31F04A0F3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150" y="5765800"/>
              <a:ext cx="287337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0" name="Freeform 1495">
              <a:extLst>
                <a:ext uri="{FF2B5EF4-FFF2-40B4-BE49-F238E27FC236}">
                  <a16:creationId xmlns:a16="http://schemas.microsoft.com/office/drawing/2014/main" id="{BAC0F4E6-ADD6-3D86-192A-A374451017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575" y="5797550"/>
              <a:ext cx="90487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1" name="Freeform 1496">
              <a:extLst>
                <a:ext uri="{FF2B5EF4-FFF2-40B4-BE49-F238E27FC236}">
                  <a16:creationId xmlns:a16="http://schemas.microsoft.com/office/drawing/2014/main" id="{E216536C-75E3-041B-7DA9-454F39F31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13" y="5776913"/>
              <a:ext cx="227012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2" name="Freeform 1497">
              <a:extLst>
                <a:ext uri="{FF2B5EF4-FFF2-40B4-BE49-F238E27FC236}">
                  <a16:creationId xmlns:a16="http://schemas.microsoft.com/office/drawing/2014/main" id="{9F537A2D-B02D-1FAA-0FCA-BDA3D694E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375" y="5765800"/>
              <a:ext cx="285750" cy="112713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3" name="Freeform 1498">
              <a:extLst>
                <a:ext uri="{FF2B5EF4-FFF2-40B4-BE49-F238E27FC236}">
                  <a16:creationId xmlns:a16="http://schemas.microsoft.com/office/drawing/2014/main" id="{6834E9BF-8AEF-E4A9-DCC4-D35832992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375" y="5776913"/>
              <a:ext cx="61912" cy="93663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4" name="Freeform 1499">
              <a:extLst>
                <a:ext uri="{FF2B5EF4-FFF2-40B4-BE49-F238E27FC236}">
                  <a16:creationId xmlns:a16="http://schemas.microsoft.com/office/drawing/2014/main" id="{AA85DDEF-D4A4-8794-A837-EC0FF08A4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013" y="5835650"/>
              <a:ext cx="31750" cy="42863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8" y="37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5" name="Oval 1500">
              <a:extLst>
                <a:ext uri="{FF2B5EF4-FFF2-40B4-BE49-F238E27FC236}">
                  <a16:creationId xmlns:a16="http://schemas.microsoft.com/office/drawing/2014/main" id="{1AA0F671-EA2E-3799-8A68-8E8DE4B2F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375" y="5741988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6" name="Freeform 1501">
              <a:extLst>
                <a:ext uri="{FF2B5EF4-FFF2-40B4-BE49-F238E27FC236}">
                  <a16:creationId xmlns:a16="http://schemas.microsoft.com/office/drawing/2014/main" id="{1A1908AC-DE14-F0C0-5ABA-E3795EFDB6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8800" y="5772150"/>
              <a:ext cx="88900" cy="50800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1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4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7" name="Freeform 1502">
              <a:extLst>
                <a:ext uri="{FF2B5EF4-FFF2-40B4-BE49-F238E27FC236}">
                  <a16:creationId xmlns:a16="http://schemas.microsoft.com/office/drawing/2014/main" id="{840AE1DA-13D3-342D-C563-49ECE1A11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38" y="5754688"/>
              <a:ext cx="225425" cy="47625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8" name="Freeform 1503">
              <a:extLst>
                <a:ext uri="{FF2B5EF4-FFF2-40B4-BE49-F238E27FC236}">
                  <a16:creationId xmlns:a16="http://schemas.microsoft.com/office/drawing/2014/main" id="{4D5FD6D8-5087-9E1F-EF10-9FB713B422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263" y="5732463"/>
              <a:ext cx="285750" cy="112713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9" name="Freeform 1504">
              <a:extLst>
                <a:ext uri="{FF2B5EF4-FFF2-40B4-BE49-F238E27FC236}">
                  <a16:creationId xmlns:a16="http://schemas.microsoft.com/office/drawing/2014/main" id="{87C6EC7D-054F-9A1A-46ED-67AA1ACEAB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263" y="5741988"/>
              <a:ext cx="61912" cy="936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0" name="Freeform 1505">
              <a:extLst>
                <a:ext uri="{FF2B5EF4-FFF2-40B4-BE49-F238E27FC236}">
                  <a16:creationId xmlns:a16="http://schemas.microsoft.com/office/drawing/2014/main" id="{E563E82E-94DB-6968-5BB2-B34A3F0918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900" y="5800725"/>
              <a:ext cx="31750" cy="44450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1" name="Oval 1506">
              <a:extLst>
                <a:ext uri="{FF2B5EF4-FFF2-40B4-BE49-F238E27FC236}">
                  <a16:creationId xmlns:a16="http://schemas.microsoft.com/office/drawing/2014/main" id="{C27295F0-3A3D-DF5D-3E2F-39E82F65F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63" y="5707063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2" name="Freeform 1507">
              <a:extLst>
                <a:ext uri="{FF2B5EF4-FFF2-40B4-BE49-F238E27FC236}">
                  <a16:creationId xmlns:a16="http://schemas.microsoft.com/office/drawing/2014/main" id="{584B6D3F-AE97-D0A1-0A33-2851FA5E6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7688" y="5738813"/>
              <a:ext cx="88900" cy="50800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3" name="Freeform 1508">
              <a:extLst>
                <a:ext uri="{FF2B5EF4-FFF2-40B4-BE49-F238E27FC236}">
                  <a16:creationId xmlns:a16="http://schemas.microsoft.com/office/drawing/2014/main" id="{AF005252-482C-3AED-1B70-D6C13E9DD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25" y="5719763"/>
              <a:ext cx="225425" cy="47625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4" name="Freeform 1509">
              <a:extLst>
                <a:ext uri="{FF2B5EF4-FFF2-40B4-BE49-F238E27FC236}">
                  <a16:creationId xmlns:a16="http://schemas.microsoft.com/office/drawing/2014/main" id="{0C1E5A44-C543-BA49-3511-747DE0C06F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8788" y="5702300"/>
              <a:ext cx="287337" cy="114300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50 h 99"/>
                <a:gd name="T10" fmla="*/ 124 w 248"/>
                <a:gd name="T11" fmla="*/ 99 h 99"/>
                <a:gd name="T12" fmla="*/ 248 w 248"/>
                <a:gd name="T13" fmla="*/ 50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50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5" name="Freeform 1510">
              <a:extLst>
                <a:ext uri="{FF2B5EF4-FFF2-40B4-BE49-F238E27FC236}">
                  <a16:creationId xmlns:a16="http://schemas.microsoft.com/office/drawing/2014/main" id="{27586B0C-BE0D-413E-E0E9-39BE4EE720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8788" y="5713413"/>
              <a:ext cx="63500" cy="92075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6" name="Freeform 1511">
              <a:extLst>
                <a:ext uri="{FF2B5EF4-FFF2-40B4-BE49-F238E27FC236}">
                  <a16:creationId xmlns:a16="http://schemas.microsoft.com/office/drawing/2014/main" id="{5FCBB27E-3281-6F70-6283-D49E235A54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425" y="5772150"/>
              <a:ext cx="33337" cy="44450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7" name="Oval 1512">
              <a:extLst>
                <a:ext uri="{FF2B5EF4-FFF2-40B4-BE49-F238E27FC236}">
                  <a16:creationId xmlns:a16="http://schemas.microsoft.com/office/drawing/2014/main" id="{65C071E6-CFBE-9B23-1338-E00FB6739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788" y="5678488"/>
              <a:ext cx="287337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8" name="Freeform 1513">
              <a:extLst>
                <a:ext uri="{FF2B5EF4-FFF2-40B4-BE49-F238E27FC236}">
                  <a16:creationId xmlns:a16="http://schemas.microsoft.com/office/drawing/2014/main" id="{50607A82-CB3A-B45A-0C60-2C6217001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8800" y="5710238"/>
              <a:ext cx="87312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4"/>
                  </a:cubicBezTo>
                  <a:cubicBezTo>
                    <a:pt x="20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9" name="Freeform 1514">
              <a:extLst>
                <a:ext uri="{FF2B5EF4-FFF2-40B4-BE49-F238E27FC236}">
                  <a16:creationId xmlns:a16="http://schemas.microsoft.com/office/drawing/2014/main" id="{B023371C-F52B-06B2-0888-5D1A3CA9E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950" y="5691188"/>
              <a:ext cx="227012" cy="47625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0" name="Freeform 1515">
              <a:extLst>
                <a:ext uri="{FF2B5EF4-FFF2-40B4-BE49-F238E27FC236}">
                  <a16:creationId xmlns:a16="http://schemas.microsoft.com/office/drawing/2014/main" id="{7959E191-1A05-0F05-2684-5D6A6A237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675" y="5668963"/>
              <a:ext cx="287337" cy="112713"/>
            </a:xfrm>
            <a:custGeom>
              <a:avLst/>
              <a:gdLst>
                <a:gd name="T0" fmla="*/ 236 w 248"/>
                <a:gd name="T1" fmla="*/ 29 h 98"/>
                <a:gd name="T2" fmla="*/ 124 w 248"/>
                <a:gd name="T3" fmla="*/ 0 h 98"/>
                <a:gd name="T4" fmla="*/ 12 w 248"/>
                <a:gd name="T5" fmla="*/ 29 h 98"/>
                <a:gd name="T6" fmla="*/ 0 w 248"/>
                <a:gd name="T7" fmla="*/ 29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9 h 98"/>
                <a:gd name="T16" fmla="*/ 236 w 248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1" name="Freeform 1516">
              <a:extLst>
                <a:ext uri="{FF2B5EF4-FFF2-40B4-BE49-F238E27FC236}">
                  <a16:creationId xmlns:a16="http://schemas.microsoft.com/office/drawing/2014/main" id="{9C75292A-2E94-6A75-1E5C-B3462C933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675" y="5680075"/>
              <a:ext cx="63500" cy="92075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2" name="Freeform 1517">
              <a:extLst>
                <a:ext uri="{FF2B5EF4-FFF2-40B4-BE49-F238E27FC236}">
                  <a16:creationId xmlns:a16="http://schemas.microsoft.com/office/drawing/2014/main" id="{18C8A680-03B7-C48A-89D1-022A5FF79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900" y="5737225"/>
              <a:ext cx="31750" cy="444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3" name="Oval 1518">
              <a:extLst>
                <a:ext uri="{FF2B5EF4-FFF2-40B4-BE49-F238E27FC236}">
                  <a16:creationId xmlns:a16="http://schemas.microsoft.com/office/drawing/2014/main" id="{2AF9E940-115F-752B-E67D-8759BA582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7675" y="5645150"/>
              <a:ext cx="287337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4" name="Freeform 1519">
              <a:extLst>
                <a:ext uri="{FF2B5EF4-FFF2-40B4-BE49-F238E27FC236}">
                  <a16:creationId xmlns:a16="http://schemas.microsoft.com/office/drawing/2014/main" id="{5E89DF49-1C04-2917-F55D-F536F40EB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7688" y="5676900"/>
              <a:ext cx="87312" cy="47625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5" name="Freeform 1520">
              <a:extLst>
                <a:ext uri="{FF2B5EF4-FFF2-40B4-BE49-F238E27FC236}">
                  <a16:creationId xmlns:a16="http://schemas.microsoft.com/office/drawing/2014/main" id="{9D7961C2-7E5D-C9CE-FB1B-CBBCBE90B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838" y="5656263"/>
              <a:ext cx="227012" cy="492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6" name="Freeform 1521">
              <a:extLst>
                <a:ext uri="{FF2B5EF4-FFF2-40B4-BE49-F238E27FC236}">
                  <a16:creationId xmlns:a16="http://schemas.microsoft.com/office/drawing/2014/main" id="{922D5DA7-1087-9CA7-221D-69569645E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325" y="5640388"/>
              <a:ext cx="285750" cy="114300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7" name="Freeform 1522">
              <a:extLst>
                <a:ext uri="{FF2B5EF4-FFF2-40B4-BE49-F238E27FC236}">
                  <a16:creationId xmlns:a16="http://schemas.microsoft.com/office/drawing/2014/main" id="{4F906E8F-EBFF-CDF0-D6E5-42921D38A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325" y="5651500"/>
              <a:ext cx="63500" cy="936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8" name="Freeform 1523">
              <a:extLst>
                <a:ext uri="{FF2B5EF4-FFF2-40B4-BE49-F238E27FC236}">
                  <a16:creationId xmlns:a16="http://schemas.microsoft.com/office/drawing/2014/main" id="{9ADF0899-6E1D-D130-6645-841CD72BDB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63" y="5710238"/>
              <a:ext cx="33337" cy="44450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9" name="Oval 1524">
              <a:extLst>
                <a:ext uri="{FF2B5EF4-FFF2-40B4-BE49-F238E27FC236}">
                  <a16:creationId xmlns:a16="http://schemas.microsoft.com/office/drawing/2014/main" id="{BBC5BF40-6C6C-22A3-04DF-F9C64B850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1325" y="5618163"/>
              <a:ext cx="285750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0" name="Freeform 1525">
              <a:extLst>
                <a:ext uri="{FF2B5EF4-FFF2-40B4-BE49-F238E27FC236}">
                  <a16:creationId xmlns:a16="http://schemas.microsoft.com/office/drawing/2014/main" id="{A07AA2EE-AAF1-D08D-A38A-1CE67C4B5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1338" y="5648325"/>
              <a:ext cx="87312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9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2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3"/>
                    <a:pt x="46" y="31"/>
                    <a:pt x="52" y="29"/>
                  </a:cubicBezTo>
                  <a:cubicBezTo>
                    <a:pt x="55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3" y="2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2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1" name="Freeform 1526">
              <a:extLst>
                <a:ext uri="{FF2B5EF4-FFF2-40B4-BE49-F238E27FC236}">
                  <a16:creationId xmlns:a16="http://schemas.microsoft.com/office/drawing/2014/main" id="{5A41B006-C545-E1A0-E7D5-DDD5E0DBE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1488" y="5629275"/>
              <a:ext cx="225425" cy="476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2" name="Freeform 1527">
              <a:extLst>
                <a:ext uri="{FF2B5EF4-FFF2-40B4-BE49-F238E27FC236}">
                  <a16:creationId xmlns:a16="http://schemas.microsoft.com/office/drawing/2014/main" id="{E63298B7-05BD-C13E-D758-188056036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1963" y="5618163"/>
              <a:ext cx="285750" cy="112713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3" name="Freeform 1528">
              <a:extLst>
                <a:ext uri="{FF2B5EF4-FFF2-40B4-BE49-F238E27FC236}">
                  <a16:creationId xmlns:a16="http://schemas.microsoft.com/office/drawing/2014/main" id="{E2524760-2CC3-50B1-265C-8397B030F3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1963" y="5629275"/>
              <a:ext cx="63500" cy="92075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4" name="Freeform 1529">
              <a:extLst>
                <a:ext uri="{FF2B5EF4-FFF2-40B4-BE49-F238E27FC236}">
                  <a16:creationId xmlns:a16="http://schemas.microsoft.com/office/drawing/2014/main" id="{11811E73-579F-2D48-8B4F-38DFD8099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9600" y="5686425"/>
              <a:ext cx="33337" cy="44450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5" name="Oval 1530">
              <a:extLst>
                <a:ext uri="{FF2B5EF4-FFF2-40B4-BE49-F238E27FC236}">
                  <a16:creationId xmlns:a16="http://schemas.microsoft.com/office/drawing/2014/main" id="{C72E284D-D12B-EAEA-722B-DB41FDFDE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1963" y="5592763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6" name="Freeform 1531">
              <a:extLst>
                <a:ext uri="{FF2B5EF4-FFF2-40B4-BE49-F238E27FC236}">
                  <a16:creationId xmlns:a16="http://schemas.microsoft.com/office/drawing/2014/main" id="{C93A0AC5-750F-32EE-69DF-7C407BC70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1975" y="5624513"/>
              <a:ext cx="87312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5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7" name="Freeform 1532">
              <a:extLst>
                <a:ext uri="{FF2B5EF4-FFF2-40B4-BE49-F238E27FC236}">
                  <a16:creationId xmlns:a16="http://schemas.microsoft.com/office/drawing/2014/main" id="{369E8A28-55B8-D91C-A719-5AA55352D7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2125" y="5605463"/>
              <a:ext cx="225425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8" name="Freeform 1533">
              <a:extLst>
                <a:ext uri="{FF2B5EF4-FFF2-40B4-BE49-F238E27FC236}">
                  <a16:creationId xmlns:a16="http://schemas.microsoft.com/office/drawing/2014/main" id="{81CA2DEC-9C9B-42D0-CBE0-6236F65E3D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438" y="5583238"/>
              <a:ext cx="285750" cy="114300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9" name="Freeform 1534">
              <a:extLst>
                <a:ext uri="{FF2B5EF4-FFF2-40B4-BE49-F238E27FC236}">
                  <a16:creationId xmlns:a16="http://schemas.microsoft.com/office/drawing/2014/main" id="{1B8E1551-7426-98B8-FD4F-ED155DD3D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438" y="5594350"/>
              <a:ext cx="63500" cy="92075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0" name="Freeform 1535">
              <a:extLst>
                <a:ext uri="{FF2B5EF4-FFF2-40B4-BE49-F238E27FC236}">
                  <a16:creationId xmlns:a16="http://schemas.microsoft.com/office/drawing/2014/main" id="{A44464B7-FE69-87D7-D015-5F338D1C9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075" y="5651500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1" name="Oval 1536">
              <a:extLst>
                <a:ext uri="{FF2B5EF4-FFF2-40B4-BE49-F238E27FC236}">
                  <a16:creationId xmlns:a16="http://schemas.microsoft.com/office/drawing/2014/main" id="{70BC6D48-1746-78A7-90F9-F3626A58D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438" y="555942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2" name="Freeform 1537">
              <a:extLst>
                <a:ext uri="{FF2B5EF4-FFF2-40B4-BE49-F238E27FC236}">
                  <a16:creationId xmlns:a16="http://schemas.microsoft.com/office/drawing/2014/main" id="{CD5F0F07-D21D-501A-B8C2-5FFF20969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863" y="5591175"/>
              <a:ext cx="88900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9"/>
                    <a:pt x="27" y="11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3" name="Freeform 1538">
              <a:extLst>
                <a:ext uri="{FF2B5EF4-FFF2-40B4-BE49-F238E27FC236}">
                  <a16:creationId xmlns:a16="http://schemas.microsoft.com/office/drawing/2014/main" id="{9DF1EDD7-04FF-67F7-A3C4-833EDD616A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13" y="5570538"/>
              <a:ext cx="227012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4" name="Freeform 1539">
              <a:extLst>
                <a:ext uri="{FF2B5EF4-FFF2-40B4-BE49-F238E27FC236}">
                  <a16:creationId xmlns:a16="http://schemas.microsoft.com/office/drawing/2014/main" id="{116A03A2-F3D3-1EF7-3C1F-0743CC099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1963" y="5553075"/>
              <a:ext cx="285750" cy="115888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5" name="Freeform 1540">
              <a:extLst>
                <a:ext uri="{FF2B5EF4-FFF2-40B4-BE49-F238E27FC236}">
                  <a16:creationId xmlns:a16="http://schemas.microsoft.com/office/drawing/2014/main" id="{5FFAA8E6-E8C4-6296-1655-D3886223D1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1963" y="5565775"/>
              <a:ext cx="63500" cy="92075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6" name="Freeform 1541">
              <a:extLst>
                <a:ext uri="{FF2B5EF4-FFF2-40B4-BE49-F238E27FC236}">
                  <a16:creationId xmlns:a16="http://schemas.microsoft.com/office/drawing/2014/main" id="{8098F3B3-CAD6-51C8-61EF-2AB5214413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9600" y="5622925"/>
              <a:ext cx="33337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7" name="Oval 1542">
              <a:extLst>
                <a:ext uri="{FF2B5EF4-FFF2-40B4-BE49-F238E27FC236}">
                  <a16:creationId xmlns:a16="http://schemas.microsoft.com/office/drawing/2014/main" id="{C328EC3D-9CB7-FB04-2455-8D8D6BDD89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1963" y="5530850"/>
              <a:ext cx="285750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8" name="Freeform 1543">
              <a:extLst>
                <a:ext uri="{FF2B5EF4-FFF2-40B4-BE49-F238E27FC236}">
                  <a16:creationId xmlns:a16="http://schemas.microsoft.com/office/drawing/2014/main" id="{71DE0E90-8EED-58CC-0893-B43D390D2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0388" y="5562600"/>
              <a:ext cx="88900" cy="49213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1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3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8" y="25"/>
                    <a:pt x="55" y="23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9" name="Freeform 1544">
              <a:extLst>
                <a:ext uri="{FF2B5EF4-FFF2-40B4-BE49-F238E27FC236}">
                  <a16:creationId xmlns:a16="http://schemas.microsoft.com/office/drawing/2014/main" id="{D2CE98CB-EC95-006C-830A-8D2D9B3206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2125" y="5541963"/>
              <a:ext cx="225425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0" name="Freeform 1545">
              <a:extLst>
                <a:ext uri="{FF2B5EF4-FFF2-40B4-BE49-F238E27FC236}">
                  <a16:creationId xmlns:a16="http://schemas.microsoft.com/office/drawing/2014/main" id="{C82FA225-5380-709B-EAE5-A05AE0246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438" y="5519738"/>
              <a:ext cx="285750" cy="114300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1" name="Freeform 1546">
              <a:extLst>
                <a:ext uri="{FF2B5EF4-FFF2-40B4-BE49-F238E27FC236}">
                  <a16:creationId xmlns:a16="http://schemas.microsoft.com/office/drawing/2014/main" id="{FE211F88-B692-758B-A35F-AB06139A04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438" y="5532438"/>
              <a:ext cx="63500" cy="92075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2" name="Freeform 1547">
              <a:extLst>
                <a:ext uri="{FF2B5EF4-FFF2-40B4-BE49-F238E27FC236}">
                  <a16:creationId xmlns:a16="http://schemas.microsoft.com/office/drawing/2014/main" id="{DA49FF57-F849-E577-DB84-533231E9E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075" y="5589588"/>
              <a:ext cx="31750" cy="444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3" name="Oval 1548">
              <a:extLst>
                <a:ext uri="{FF2B5EF4-FFF2-40B4-BE49-F238E27FC236}">
                  <a16:creationId xmlns:a16="http://schemas.microsoft.com/office/drawing/2014/main" id="{D985357D-08DE-0B8E-C9F3-F2C660C50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438" y="549592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4" name="Freeform 1549">
              <a:extLst>
                <a:ext uri="{FF2B5EF4-FFF2-40B4-BE49-F238E27FC236}">
                  <a16:creationId xmlns:a16="http://schemas.microsoft.com/office/drawing/2014/main" id="{A05B9D89-3A3D-2E7C-2B6F-AFE7078C7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863" y="5527675"/>
              <a:ext cx="88900" cy="49213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8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20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5" name="Freeform 1550">
              <a:extLst>
                <a:ext uri="{FF2B5EF4-FFF2-40B4-BE49-F238E27FC236}">
                  <a16:creationId xmlns:a16="http://schemas.microsoft.com/office/drawing/2014/main" id="{7FAF04FB-5E3E-64A6-8DA9-157A0D911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13" y="5508625"/>
              <a:ext cx="227012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6" name="Freeform 1551">
              <a:extLst>
                <a:ext uri="{FF2B5EF4-FFF2-40B4-BE49-F238E27FC236}">
                  <a16:creationId xmlns:a16="http://schemas.microsoft.com/office/drawing/2014/main" id="{B3821ADA-2B0C-BD8B-C645-4FD72930C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484813"/>
              <a:ext cx="287337" cy="115888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7" name="Freeform 1552">
              <a:extLst>
                <a:ext uri="{FF2B5EF4-FFF2-40B4-BE49-F238E27FC236}">
                  <a16:creationId xmlns:a16="http://schemas.microsoft.com/office/drawing/2014/main" id="{FD99AD52-46E2-4F20-1AF5-633F5CC99D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497513"/>
              <a:ext cx="63500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8" name="Freeform 1553">
              <a:extLst>
                <a:ext uri="{FF2B5EF4-FFF2-40B4-BE49-F238E27FC236}">
                  <a16:creationId xmlns:a16="http://schemas.microsoft.com/office/drawing/2014/main" id="{BD416C64-8FDF-B4A5-6EEF-CBF43B1FA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7375" y="5554663"/>
              <a:ext cx="31750" cy="460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9" name="Oval 1554">
              <a:extLst>
                <a:ext uri="{FF2B5EF4-FFF2-40B4-BE49-F238E27FC236}">
                  <a16:creationId xmlns:a16="http://schemas.microsoft.com/office/drawing/2014/main" id="{B718C2E3-A289-4DFB-F7C9-2A1A2A466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150" y="5462588"/>
              <a:ext cx="287337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0" name="Freeform 1555">
              <a:extLst>
                <a:ext uri="{FF2B5EF4-FFF2-40B4-BE49-F238E27FC236}">
                  <a16:creationId xmlns:a16="http://schemas.microsoft.com/office/drawing/2014/main" id="{F386009F-0E64-461F-8A75-FE803A716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575" y="5494338"/>
              <a:ext cx="90487" cy="47625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1" name="Freeform 1556">
              <a:extLst>
                <a:ext uri="{FF2B5EF4-FFF2-40B4-BE49-F238E27FC236}">
                  <a16:creationId xmlns:a16="http://schemas.microsoft.com/office/drawing/2014/main" id="{4896A408-57E6-5800-855A-592553E8A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13" y="5473700"/>
              <a:ext cx="227012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2" name="Freeform 1557">
              <a:extLst>
                <a:ext uri="{FF2B5EF4-FFF2-40B4-BE49-F238E27FC236}">
                  <a16:creationId xmlns:a16="http://schemas.microsoft.com/office/drawing/2014/main" id="{5881DB18-D39D-3D91-54E3-1690ADF39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375" y="5462588"/>
              <a:ext cx="285750" cy="112713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3" name="Freeform 1558">
              <a:extLst>
                <a:ext uri="{FF2B5EF4-FFF2-40B4-BE49-F238E27FC236}">
                  <a16:creationId xmlns:a16="http://schemas.microsoft.com/office/drawing/2014/main" id="{E7FDFECB-0D66-C07B-591A-B3C2DAF34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375" y="5473700"/>
              <a:ext cx="61912" cy="92075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4" name="Freeform 1559">
              <a:extLst>
                <a:ext uri="{FF2B5EF4-FFF2-40B4-BE49-F238E27FC236}">
                  <a16:creationId xmlns:a16="http://schemas.microsoft.com/office/drawing/2014/main" id="{429CEC56-AA60-41D0-C03C-A8598E7D7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013" y="5530850"/>
              <a:ext cx="31750" cy="44450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5" name="Oval 1560">
              <a:extLst>
                <a:ext uri="{FF2B5EF4-FFF2-40B4-BE49-F238E27FC236}">
                  <a16:creationId xmlns:a16="http://schemas.microsoft.com/office/drawing/2014/main" id="{606768EA-9FE4-FC02-40B0-C529CB08F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375" y="543877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6" name="Freeform 1561">
              <a:extLst>
                <a:ext uri="{FF2B5EF4-FFF2-40B4-BE49-F238E27FC236}">
                  <a16:creationId xmlns:a16="http://schemas.microsoft.com/office/drawing/2014/main" id="{5CF7C3C5-C98D-CBA5-59D1-B8368E8E1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8800" y="5468938"/>
              <a:ext cx="88900" cy="50800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7" name="Freeform 1562">
              <a:extLst>
                <a:ext uri="{FF2B5EF4-FFF2-40B4-BE49-F238E27FC236}">
                  <a16:creationId xmlns:a16="http://schemas.microsoft.com/office/drawing/2014/main" id="{2D315B24-5897-0A7D-840A-C7CABFFF5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38" y="5449888"/>
              <a:ext cx="225425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0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5" y="23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8" name="Freeform 1563">
              <a:extLst>
                <a:ext uri="{FF2B5EF4-FFF2-40B4-BE49-F238E27FC236}">
                  <a16:creationId xmlns:a16="http://schemas.microsoft.com/office/drawing/2014/main" id="{A2648A38-CC54-0FB5-8B27-041105D45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263" y="5427663"/>
              <a:ext cx="285750" cy="114300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9" name="Freeform 1564">
              <a:extLst>
                <a:ext uri="{FF2B5EF4-FFF2-40B4-BE49-F238E27FC236}">
                  <a16:creationId xmlns:a16="http://schemas.microsoft.com/office/drawing/2014/main" id="{6CC20E34-2008-994E-8E03-4E9237180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263" y="5438775"/>
              <a:ext cx="61912" cy="936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0" name="Freeform 1565">
              <a:extLst>
                <a:ext uri="{FF2B5EF4-FFF2-40B4-BE49-F238E27FC236}">
                  <a16:creationId xmlns:a16="http://schemas.microsoft.com/office/drawing/2014/main" id="{DA15BFE7-64BF-060B-65AF-53C7C7CCB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900" y="5497513"/>
              <a:ext cx="33337" cy="44450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1" name="Oval 1566">
              <a:extLst>
                <a:ext uri="{FF2B5EF4-FFF2-40B4-BE49-F238E27FC236}">
                  <a16:creationId xmlns:a16="http://schemas.microsoft.com/office/drawing/2014/main" id="{5F7D6D22-621A-D294-EC51-6E11C2282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63" y="5403850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2" name="Freeform 1567">
              <a:extLst>
                <a:ext uri="{FF2B5EF4-FFF2-40B4-BE49-F238E27FC236}">
                  <a16:creationId xmlns:a16="http://schemas.microsoft.com/office/drawing/2014/main" id="{C4983164-0AD9-B67B-C975-10C7B7079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7688" y="5435600"/>
              <a:ext cx="88900" cy="49213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3" name="Freeform 1568">
              <a:extLst>
                <a:ext uri="{FF2B5EF4-FFF2-40B4-BE49-F238E27FC236}">
                  <a16:creationId xmlns:a16="http://schemas.microsoft.com/office/drawing/2014/main" id="{78E08AE9-D445-F83D-C3F3-D73621B501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25" y="5416550"/>
              <a:ext cx="225425" cy="476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4" name="Freeform 1569">
              <a:extLst>
                <a:ext uri="{FF2B5EF4-FFF2-40B4-BE49-F238E27FC236}">
                  <a16:creationId xmlns:a16="http://schemas.microsoft.com/office/drawing/2014/main" id="{52874889-BFB6-3F58-BDC8-6A2DC03250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375" y="5399088"/>
              <a:ext cx="285750" cy="114300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5" name="Freeform 1570">
              <a:extLst>
                <a:ext uri="{FF2B5EF4-FFF2-40B4-BE49-F238E27FC236}">
                  <a16:creationId xmlns:a16="http://schemas.microsoft.com/office/drawing/2014/main" id="{82464A76-FCE1-8BC6-A347-BDA6AB35E5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375" y="5410200"/>
              <a:ext cx="61912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6" name="Freeform 1571">
              <a:extLst>
                <a:ext uri="{FF2B5EF4-FFF2-40B4-BE49-F238E27FC236}">
                  <a16:creationId xmlns:a16="http://schemas.microsoft.com/office/drawing/2014/main" id="{3C62D091-72C4-DBB2-75E8-EC40D9E333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425" y="5467350"/>
              <a:ext cx="33337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7" name="Oval 1572">
              <a:extLst>
                <a:ext uri="{FF2B5EF4-FFF2-40B4-BE49-F238E27FC236}">
                  <a16:creationId xmlns:a16="http://schemas.microsoft.com/office/drawing/2014/main" id="{2354D6FD-3DC6-0C9E-BCB7-6729F7074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375" y="537527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8" name="Freeform 1573">
              <a:extLst>
                <a:ext uri="{FF2B5EF4-FFF2-40B4-BE49-F238E27FC236}">
                  <a16:creationId xmlns:a16="http://schemas.microsoft.com/office/drawing/2014/main" id="{43241CEF-4E47-FAE8-2637-37F46E423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8800" y="5407025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1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2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9" name="Freeform 1574">
              <a:extLst>
                <a:ext uri="{FF2B5EF4-FFF2-40B4-BE49-F238E27FC236}">
                  <a16:creationId xmlns:a16="http://schemas.microsoft.com/office/drawing/2014/main" id="{783A036E-C860-0535-1708-53AE0CBDA4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38" y="5386388"/>
              <a:ext cx="22542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0" name="Freeform 1575">
              <a:extLst>
                <a:ext uri="{FF2B5EF4-FFF2-40B4-BE49-F238E27FC236}">
                  <a16:creationId xmlns:a16="http://schemas.microsoft.com/office/drawing/2014/main" id="{D75093C7-6614-74EB-312A-C5C965A90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263" y="5365750"/>
              <a:ext cx="285750" cy="112713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1" name="Freeform 1576">
              <a:extLst>
                <a:ext uri="{FF2B5EF4-FFF2-40B4-BE49-F238E27FC236}">
                  <a16:creationId xmlns:a16="http://schemas.microsoft.com/office/drawing/2014/main" id="{ADAD4F60-C236-480A-04B2-7537B49F05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263" y="5376863"/>
              <a:ext cx="61912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2" name="Freeform 1577">
              <a:extLst>
                <a:ext uri="{FF2B5EF4-FFF2-40B4-BE49-F238E27FC236}">
                  <a16:creationId xmlns:a16="http://schemas.microsoft.com/office/drawing/2014/main" id="{996E2D3F-4539-DE30-1509-C998B1811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900" y="5434013"/>
              <a:ext cx="31750" cy="444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3" name="Oval 1578">
              <a:extLst>
                <a:ext uri="{FF2B5EF4-FFF2-40B4-BE49-F238E27FC236}">
                  <a16:creationId xmlns:a16="http://schemas.microsoft.com/office/drawing/2014/main" id="{A1BD950E-324D-B1D3-5E4E-054AA9F64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63" y="5340350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4" name="Freeform 1579">
              <a:extLst>
                <a:ext uri="{FF2B5EF4-FFF2-40B4-BE49-F238E27FC236}">
                  <a16:creationId xmlns:a16="http://schemas.microsoft.com/office/drawing/2014/main" id="{9C2766AD-ECA1-F6AC-7F2A-5C38BED830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7688" y="5372100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8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8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5" name="Freeform 1580">
              <a:extLst>
                <a:ext uri="{FF2B5EF4-FFF2-40B4-BE49-F238E27FC236}">
                  <a16:creationId xmlns:a16="http://schemas.microsoft.com/office/drawing/2014/main" id="{575F67FC-14B1-7BFF-306E-DE599CD7B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25" y="5353050"/>
              <a:ext cx="225425" cy="492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6" name="Freeform 1581">
              <a:extLst>
                <a:ext uri="{FF2B5EF4-FFF2-40B4-BE49-F238E27FC236}">
                  <a16:creationId xmlns:a16="http://schemas.microsoft.com/office/drawing/2014/main" id="{AED71DC1-156C-B169-F96A-BF7424EAA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5138" y="5338763"/>
              <a:ext cx="285750" cy="114300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7" name="Freeform 1582">
              <a:extLst>
                <a:ext uri="{FF2B5EF4-FFF2-40B4-BE49-F238E27FC236}">
                  <a16:creationId xmlns:a16="http://schemas.microsoft.com/office/drawing/2014/main" id="{58CE1F0F-9553-7559-946B-6846B27AF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5138" y="5349875"/>
              <a:ext cx="63500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8" name="Freeform 1583">
              <a:extLst>
                <a:ext uri="{FF2B5EF4-FFF2-40B4-BE49-F238E27FC236}">
                  <a16:creationId xmlns:a16="http://schemas.microsoft.com/office/drawing/2014/main" id="{BFC6CCB9-264D-22B3-9125-268F0E668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363" y="5408613"/>
              <a:ext cx="30162" cy="44450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9" name="Oval 1584">
              <a:extLst>
                <a:ext uri="{FF2B5EF4-FFF2-40B4-BE49-F238E27FC236}">
                  <a16:creationId xmlns:a16="http://schemas.microsoft.com/office/drawing/2014/main" id="{41C8EFBD-2A8E-CBE7-7528-9F706BB18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5138" y="5314950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0" name="Freeform 1585">
              <a:extLst>
                <a:ext uri="{FF2B5EF4-FFF2-40B4-BE49-F238E27FC236}">
                  <a16:creationId xmlns:a16="http://schemas.microsoft.com/office/drawing/2014/main" id="{F6953658-D0D7-2287-C595-61EFF66C4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3563" y="5346700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1" name="Freeform 1586">
              <a:extLst>
                <a:ext uri="{FF2B5EF4-FFF2-40B4-BE49-F238E27FC236}">
                  <a16:creationId xmlns:a16="http://schemas.microsoft.com/office/drawing/2014/main" id="{87354989-4683-99BA-CB58-840CEA66B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300" y="5326063"/>
              <a:ext cx="225425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2" name="Freeform 1587">
              <a:extLst>
                <a:ext uri="{FF2B5EF4-FFF2-40B4-BE49-F238E27FC236}">
                  <a16:creationId xmlns:a16="http://schemas.microsoft.com/office/drawing/2014/main" id="{A93C900A-59A4-B463-AB5D-E893ADA7C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5775" y="5314950"/>
              <a:ext cx="287337" cy="114300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3" name="Freeform 1588">
              <a:extLst>
                <a:ext uri="{FF2B5EF4-FFF2-40B4-BE49-F238E27FC236}">
                  <a16:creationId xmlns:a16="http://schemas.microsoft.com/office/drawing/2014/main" id="{EBCB642D-E0D7-7A1F-4FB8-DB7B48B8C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5775" y="5326063"/>
              <a:ext cx="63500" cy="93663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4" name="Freeform 1589">
              <a:extLst>
                <a:ext uri="{FF2B5EF4-FFF2-40B4-BE49-F238E27FC236}">
                  <a16:creationId xmlns:a16="http://schemas.microsoft.com/office/drawing/2014/main" id="{5FE66D91-202E-4414-DD9D-844CD303F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000" y="5383213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5" name="Oval 1590">
              <a:extLst>
                <a:ext uri="{FF2B5EF4-FFF2-40B4-BE49-F238E27FC236}">
                  <a16:creationId xmlns:a16="http://schemas.microsoft.com/office/drawing/2014/main" id="{94ABF453-3CB6-8771-78A4-257A4F643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5775" y="5291138"/>
              <a:ext cx="287337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6" name="Freeform 1591">
              <a:extLst>
                <a:ext uri="{FF2B5EF4-FFF2-40B4-BE49-F238E27FC236}">
                  <a16:creationId xmlns:a16="http://schemas.microsoft.com/office/drawing/2014/main" id="{C58C6F8A-5D30-ABDF-01B3-2A785CE9B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200" y="5322888"/>
              <a:ext cx="90487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7" name="Freeform 1592">
              <a:extLst>
                <a:ext uri="{FF2B5EF4-FFF2-40B4-BE49-F238E27FC236}">
                  <a16:creationId xmlns:a16="http://schemas.microsoft.com/office/drawing/2014/main" id="{4F46EACC-812E-A83F-90E4-9A9776D4C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938" y="5302250"/>
              <a:ext cx="227012" cy="50800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0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5" y="23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8" name="Freeform 1593">
              <a:extLst>
                <a:ext uri="{FF2B5EF4-FFF2-40B4-BE49-F238E27FC236}">
                  <a16:creationId xmlns:a16="http://schemas.microsoft.com/office/drawing/2014/main" id="{C534D1AF-590E-212F-28BA-83015103F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250" y="5280025"/>
              <a:ext cx="285750" cy="115888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9" name="Freeform 1594">
              <a:extLst>
                <a:ext uri="{FF2B5EF4-FFF2-40B4-BE49-F238E27FC236}">
                  <a16:creationId xmlns:a16="http://schemas.microsoft.com/office/drawing/2014/main" id="{1F30FD7F-C13A-3D72-27A8-DC4998C342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250" y="5292725"/>
              <a:ext cx="61912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0" name="Freeform 1595">
              <a:extLst>
                <a:ext uri="{FF2B5EF4-FFF2-40B4-BE49-F238E27FC236}">
                  <a16:creationId xmlns:a16="http://schemas.microsoft.com/office/drawing/2014/main" id="{8E1B936B-E925-F2C4-C416-B1B2F5F2C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3888" y="5349875"/>
              <a:ext cx="33337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1" name="Oval 1596">
              <a:extLst>
                <a:ext uri="{FF2B5EF4-FFF2-40B4-BE49-F238E27FC236}">
                  <a16:creationId xmlns:a16="http://schemas.microsoft.com/office/drawing/2014/main" id="{424D3620-369C-EA81-8A12-19116D17A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250" y="5257800"/>
              <a:ext cx="285750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2" name="Freeform 1597">
              <a:extLst>
                <a:ext uri="{FF2B5EF4-FFF2-40B4-BE49-F238E27FC236}">
                  <a16:creationId xmlns:a16="http://schemas.microsoft.com/office/drawing/2014/main" id="{5E2C9819-68E0-1691-C8C9-44D6CA6FA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675" y="5287963"/>
              <a:ext cx="88900" cy="50800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3" name="Freeform 1598">
              <a:extLst>
                <a:ext uri="{FF2B5EF4-FFF2-40B4-BE49-F238E27FC236}">
                  <a16:creationId xmlns:a16="http://schemas.microsoft.com/office/drawing/2014/main" id="{067A73EC-FCE8-3B69-AF16-519F63E6E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413" y="5268913"/>
              <a:ext cx="225425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4" name="Freeform 1599">
              <a:extLst>
                <a:ext uri="{FF2B5EF4-FFF2-40B4-BE49-F238E27FC236}">
                  <a16:creationId xmlns:a16="http://schemas.microsoft.com/office/drawing/2014/main" id="{1AD8034D-EBB2-5419-CF5C-D8FB7D1A8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5775" y="5251450"/>
              <a:ext cx="287337" cy="114300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5" name="Freeform 1600">
              <a:extLst>
                <a:ext uri="{FF2B5EF4-FFF2-40B4-BE49-F238E27FC236}">
                  <a16:creationId xmlns:a16="http://schemas.microsoft.com/office/drawing/2014/main" id="{DE5262D3-746A-0CF0-0132-F35F97A7A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5775" y="5262563"/>
              <a:ext cx="63500" cy="936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6" name="Freeform 1601">
              <a:extLst>
                <a:ext uri="{FF2B5EF4-FFF2-40B4-BE49-F238E27FC236}">
                  <a16:creationId xmlns:a16="http://schemas.microsoft.com/office/drawing/2014/main" id="{EDD564BD-AF4A-AF09-ADCD-56023B7CD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3413" y="5321300"/>
              <a:ext cx="31750" cy="44450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7" name="Oval 1602">
              <a:extLst>
                <a:ext uri="{FF2B5EF4-FFF2-40B4-BE49-F238E27FC236}">
                  <a16:creationId xmlns:a16="http://schemas.microsoft.com/office/drawing/2014/main" id="{CB6CEBA9-BD61-F79B-4836-EBBD01654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5775" y="5227638"/>
              <a:ext cx="287337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8" name="Freeform 1603">
              <a:extLst>
                <a:ext uri="{FF2B5EF4-FFF2-40B4-BE49-F238E27FC236}">
                  <a16:creationId xmlns:a16="http://schemas.microsoft.com/office/drawing/2014/main" id="{0C890491-E874-3D2E-F20B-C2E22A4E6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200" y="5259388"/>
              <a:ext cx="90487" cy="50800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1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2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9" name="Freeform 1604">
              <a:extLst>
                <a:ext uri="{FF2B5EF4-FFF2-40B4-BE49-F238E27FC236}">
                  <a16:creationId xmlns:a16="http://schemas.microsoft.com/office/drawing/2014/main" id="{2362736B-DE59-FD9A-0434-40AE38F0C8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938" y="5240338"/>
              <a:ext cx="227012" cy="47625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0" name="Freeform 1605">
              <a:extLst>
                <a:ext uri="{FF2B5EF4-FFF2-40B4-BE49-F238E27FC236}">
                  <a16:creationId xmlns:a16="http://schemas.microsoft.com/office/drawing/2014/main" id="{DE468363-9ED7-DD3F-26CF-B20E5EC6C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250" y="5218113"/>
              <a:ext cx="285750" cy="112713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1" name="Freeform 1606">
              <a:extLst>
                <a:ext uri="{FF2B5EF4-FFF2-40B4-BE49-F238E27FC236}">
                  <a16:creationId xmlns:a16="http://schemas.microsoft.com/office/drawing/2014/main" id="{4BE55ABE-BC3A-6114-FCF4-068982FE1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250" y="5229225"/>
              <a:ext cx="61912" cy="936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2" name="Freeform 1607">
              <a:extLst>
                <a:ext uri="{FF2B5EF4-FFF2-40B4-BE49-F238E27FC236}">
                  <a16:creationId xmlns:a16="http://schemas.microsoft.com/office/drawing/2014/main" id="{947208A8-5634-8C5E-4E7C-D8BBA8672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2300" y="5287963"/>
              <a:ext cx="33337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3" name="Oval 1608">
              <a:extLst>
                <a:ext uri="{FF2B5EF4-FFF2-40B4-BE49-F238E27FC236}">
                  <a16:creationId xmlns:a16="http://schemas.microsoft.com/office/drawing/2014/main" id="{5FAB014C-AF35-EA8B-6ED8-A564ED8F6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250" y="5194300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4" name="Freeform 1609">
              <a:extLst>
                <a:ext uri="{FF2B5EF4-FFF2-40B4-BE49-F238E27FC236}">
                  <a16:creationId xmlns:a16="http://schemas.microsoft.com/office/drawing/2014/main" id="{96030B0E-E318-5D7E-7685-7E91FCBEB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675" y="5224463"/>
              <a:ext cx="88900" cy="50800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8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8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5" name="Freeform 1610">
              <a:extLst>
                <a:ext uri="{FF2B5EF4-FFF2-40B4-BE49-F238E27FC236}">
                  <a16:creationId xmlns:a16="http://schemas.microsoft.com/office/drawing/2014/main" id="{48CAA5EB-6241-30C4-9C82-AFDD1D20C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413" y="5207000"/>
              <a:ext cx="225425" cy="47625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646" name="Group 2645">
            <a:extLst>
              <a:ext uri="{FF2B5EF4-FFF2-40B4-BE49-F238E27FC236}">
                <a16:creationId xmlns:a16="http://schemas.microsoft.com/office/drawing/2014/main" id="{26388DA3-790A-1786-F063-A8453F15CF7F}"/>
              </a:ext>
            </a:extLst>
          </p:cNvPr>
          <p:cNvGrpSpPr/>
          <p:nvPr/>
        </p:nvGrpSpPr>
        <p:grpSpPr>
          <a:xfrm>
            <a:off x="1858169" y="1714197"/>
            <a:ext cx="2137112" cy="3935658"/>
            <a:chOff x="1550407" y="1697714"/>
            <a:chExt cx="2284991" cy="4207990"/>
          </a:xfrm>
        </p:grpSpPr>
        <p:sp>
          <p:nvSpPr>
            <p:cNvPr id="927" name="Oval 926">
              <a:extLst>
                <a:ext uri="{FF2B5EF4-FFF2-40B4-BE49-F238E27FC236}">
                  <a16:creationId xmlns:a16="http://schemas.microsoft.com/office/drawing/2014/main" id="{63F1508C-7C42-872E-92BD-D540CB6BFEC1}"/>
                </a:ext>
              </a:extLst>
            </p:cNvPr>
            <p:cNvSpPr/>
            <p:nvPr/>
          </p:nvSpPr>
          <p:spPr>
            <a:xfrm rot="5400000">
              <a:off x="2281290" y="4816365"/>
              <a:ext cx="816069" cy="1362609"/>
            </a:xfrm>
            <a:prstGeom prst="ellipse">
              <a:avLst/>
            </a:prstGeom>
            <a:gradFill>
              <a:gsLst>
                <a:gs pos="500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30000"/>
                  </a:schemeClr>
                </a:gs>
              </a:gsLst>
              <a:lin ang="0" scaled="0"/>
            </a:gradFill>
            <a:ln w="38100">
              <a:gradFill>
                <a:gsLst>
                  <a:gs pos="500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EDB4420-A1D6-F21E-EF0D-2165625FCDA7}"/>
                </a:ext>
              </a:extLst>
            </p:cNvPr>
            <p:cNvSpPr/>
            <p:nvPr/>
          </p:nvSpPr>
          <p:spPr>
            <a:xfrm rot="5400000">
              <a:off x="2162019" y="3159651"/>
              <a:ext cx="1054612" cy="1760911"/>
            </a:xfrm>
            <a:prstGeom prst="ellipse">
              <a:avLst/>
            </a:prstGeom>
            <a:gradFill>
              <a:gsLst>
                <a:gs pos="500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30000"/>
                  </a:schemeClr>
                </a:gs>
              </a:gsLst>
              <a:lin ang="0" scaled="0"/>
            </a:gradFill>
            <a:ln w="38100">
              <a:gradFill>
                <a:gsLst>
                  <a:gs pos="500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59B5820-DEEB-A892-4C49-7B128B56BD69}"/>
                </a:ext>
              </a:extLst>
            </p:cNvPr>
            <p:cNvSpPr/>
            <p:nvPr/>
          </p:nvSpPr>
          <p:spPr>
            <a:xfrm rot="5400000">
              <a:off x="2008661" y="1239460"/>
              <a:ext cx="1368484" cy="2284991"/>
            </a:xfrm>
            <a:prstGeom prst="ellipse">
              <a:avLst/>
            </a:prstGeom>
            <a:gradFill>
              <a:gsLst>
                <a:gs pos="500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30000"/>
                  </a:schemeClr>
                </a:gs>
              </a:gsLst>
              <a:lin ang="0" scaled="0"/>
            </a:gradFill>
            <a:ln w="38100">
              <a:gradFill>
                <a:gsLst>
                  <a:gs pos="500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4" name="Group 11">
              <a:extLst>
                <a:ext uri="{FF2B5EF4-FFF2-40B4-BE49-F238E27FC236}">
                  <a16:creationId xmlns:a16="http://schemas.microsoft.com/office/drawing/2014/main" id="{1DA1BAB1-FFD1-96BD-288A-34608F874E9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1506058">
              <a:off x="2474495" y="2565574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perspectiveContrastingLeftFacing"/>
              <a:lightRig rig="threePt" dir="t"/>
            </a:scene3d>
          </p:grpSpPr>
          <p:sp>
            <p:nvSpPr>
              <p:cNvPr id="955" name="Oval 12">
                <a:extLst>
                  <a:ext uri="{FF2B5EF4-FFF2-40B4-BE49-F238E27FC236}">
                    <a16:creationId xmlns:a16="http://schemas.microsoft.com/office/drawing/2014/main" id="{73C50FB8-6DCC-9DD4-4FCE-1675C7B0E1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6" name="Oval 13">
                <a:extLst>
                  <a:ext uri="{FF2B5EF4-FFF2-40B4-BE49-F238E27FC236}">
                    <a16:creationId xmlns:a16="http://schemas.microsoft.com/office/drawing/2014/main" id="{07040390-55AC-E388-406D-7D9372EDB2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7" name="Freeform 14">
                <a:extLst>
                  <a:ext uri="{FF2B5EF4-FFF2-40B4-BE49-F238E27FC236}">
                    <a16:creationId xmlns:a16="http://schemas.microsoft.com/office/drawing/2014/main" id="{32CE1C84-825A-807E-3554-16255EAA7A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11">
              <a:extLst>
                <a:ext uri="{FF2B5EF4-FFF2-40B4-BE49-F238E27FC236}">
                  <a16:creationId xmlns:a16="http://schemas.microsoft.com/office/drawing/2014/main" id="{40CE8762-FC9B-D7A6-F119-D56248A876A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2238297" y="2254207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isometricOffAxis2Left"/>
              <a:lightRig rig="threePt" dir="t"/>
            </a:scene3d>
          </p:grpSpPr>
          <p:sp>
            <p:nvSpPr>
              <p:cNvPr id="952" name="Oval 12">
                <a:extLst>
                  <a:ext uri="{FF2B5EF4-FFF2-40B4-BE49-F238E27FC236}">
                    <a16:creationId xmlns:a16="http://schemas.microsoft.com/office/drawing/2014/main" id="{ACFD39DC-176B-5E3B-51EE-33E672FA0F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3" name="Oval 13">
                <a:extLst>
                  <a:ext uri="{FF2B5EF4-FFF2-40B4-BE49-F238E27FC236}">
                    <a16:creationId xmlns:a16="http://schemas.microsoft.com/office/drawing/2014/main" id="{4EE216A1-F28E-9B96-9E3E-A5E69BA5EF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4" name="Freeform 14">
                <a:extLst>
                  <a:ext uri="{FF2B5EF4-FFF2-40B4-BE49-F238E27FC236}">
                    <a16:creationId xmlns:a16="http://schemas.microsoft.com/office/drawing/2014/main" id="{CDC6C85D-5564-8E56-ACEA-AADD61AA1E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11">
              <a:extLst>
                <a:ext uri="{FF2B5EF4-FFF2-40B4-BE49-F238E27FC236}">
                  <a16:creationId xmlns:a16="http://schemas.microsoft.com/office/drawing/2014/main" id="{C3190C23-2399-C614-D446-8283027914D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4064389">
              <a:off x="3038810" y="2301292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isometricOffAxis2Left"/>
              <a:lightRig rig="threePt" dir="t"/>
            </a:scene3d>
          </p:grpSpPr>
          <p:sp>
            <p:nvSpPr>
              <p:cNvPr id="949" name="Oval 12">
                <a:extLst>
                  <a:ext uri="{FF2B5EF4-FFF2-40B4-BE49-F238E27FC236}">
                    <a16:creationId xmlns:a16="http://schemas.microsoft.com/office/drawing/2014/main" id="{0C142D9D-484F-08AB-084C-985DDF589B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0" name="Oval 13">
                <a:extLst>
                  <a:ext uri="{FF2B5EF4-FFF2-40B4-BE49-F238E27FC236}">
                    <a16:creationId xmlns:a16="http://schemas.microsoft.com/office/drawing/2014/main" id="{963D663E-B952-CBB0-A1ED-663343705B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1" name="Freeform 14">
                <a:extLst>
                  <a:ext uri="{FF2B5EF4-FFF2-40B4-BE49-F238E27FC236}">
                    <a16:creationId xmlns:a16="http://schemas.microsoft.com/office/drawing/2014/main" id="{1CED7812-734D-3ED8-8B66-2E4287E199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6DCFC34-2B2F-4FC3-A56C-14B88841E633}"/>
                </a:ext>
              </a:extLst>
            </p:cNvPr>
            <p:cNvCxnSpPr/>
            <p:nvPr/>
          </p:nvCxnSpPr>
          <p:spPr bwMode="auto">
            <a:xfrm rot="5400000">
              <a:off x="2948424" y="2188919"/>
              <a:ext cx="570760" cy="0"/>
            </a:xfrm>
            <a:prstGeom prst="line">
              <a:avLst/>
            </a:prstGeom>
            <a:noFill/>
            <a:ln w="19050" cap="rnd" cmpd="sng" algn="ctr">
              <a:solidFill>
                <a:srgbClr val="DFE3E6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27E5F60-2A82-44B5-5CDA-A9B6CF5259AB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 flipV="1">
              <a:off x="3167585" y="2467275"/>
              <a:ext cx="33327" cy="36707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B284610-BB97-C4B6-AC46-DCBF0629AB86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>
              <a:off x="3225944" y="2489501"/>
              <a:ext cx="44663" cy="34293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E66083B-6171-13F3-D5A2-A6DC396EACE0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3246584" y="2387202"/>
              <a:ext cx="46405" cy="11354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109CC9-F9B8-F650-650C-7594B2D55DBC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536424" y="2864704"/>
              <a:ext cx="318676" cy="0"/>
            </a:xfrm>
            <a:prstGeom prst="line">
              <a:avLst/>
            </a:prstGeom>
            <a:noFill/>
            <a:ln w="19050" cap="rnd" cmpd="sng" algn="ctr">
              <a:solidFill>
                <a:srgbClr val="DFE3E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C27BEA9-6B4F-F6F3-FA00-0DAA9A040CC8}"/>
                </a:ext>
              </a:extLst>
            </p:cNvPr>
            <p:cNvCxnSpPr/>
            <p:nvPr/>
          </p:nvCxnSpPr>
          <p:spPr bwMode="auto">
            <a:xfrm rot="5400000">
              <a:off x="2186722" y="2164736"/>
              <a:ext cx="570760" cy="0"/>
            </a:xfrm>
            <a:prstGeom prst="line">
              <a:avLst/>
            </a:prstGeom>
            <a:noFill/>
            <a:ln w="19050" cap="rnd" cmpd="sng" algn="ctr">
              <a:solidFill>
                <a:srgbClr val="DFE3E6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BEF3B7E-0216-D42F-975D-7D066FD00F3F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V="1">
              <a:off x="2414717" y="2438534"/>
              <a:ext cx="14412" cy="46823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14EBA72-E5E7-A308-F487-95F0227B232F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 flipV="1">
              <a:off x="2435134" y="2532635"/>
              <a:ext cx="66329" cy="12624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77AC179-DC9B-2515-C606-B3CDDF22A435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524276" y="2411670"/>
              <a:ext cx="22707" cy="53450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86919B2-C842-FFD5-9039-E1B33B6402F1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V="1">
              <a:off x="2557930" y="3268366"/>
              <a:ext cx="272805" cy="2859"/>
            </a:xfrm>
            <a:prstGeom prst="line">
              <a:avLst/>
            </a:prstGeom>
            <a:noFill/>
            <a:ln w="19050" cap="rnd" cmpd="sng" algn="ctr">
              <a:solidFill>
                <a:srgbClr val="DFE3E6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grpSp>
          <p:nvGrpSpPr>
            <p:cNvPr id="47" name="Group 11">
              <a:extLst>
                <a:ext uri="{FF2B5EF4-FFF2-40B4-BE49-F238E27FC236}">
                  <a16:creationId xmlns:a16="http://schemas.microsoft.com/office/drawing/2014/main" id="{716C8F41-1BA2-4D48-EC56-AF007D6E1D0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6490041">
              <a:off x="2602854" y="3900153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perspectiveContrastingLeftFacing"/>
              <a:lightRig rig="threePt" dir="t"/>
            </a:scene3d>
          </p:grpSpPr>
          <p:sp>
            <p:nvSpPr>
              <p:cNvPr id="946" name="Oval 12">
                <a:extLst>
                  <a:ext uri="{FF2B5EF4-FFF2-40B4-BE49-F238E27FC236}">
                    <a16:creationId xmlns:a16="http://schemas.microsoft.com/office/drawing/2014/main" id="{8122F4A3-4D91-F1A7-B006-EE1163880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7" name="Oval 13">
                <a:extLst>
                  <a:ext uri="{FF2B5EF4-FFF2-40B4-BE49-F238E27FC236}">
                    <a16:creationId xmlns:a16="http://schemas.microsoft.com/office/drawing/2014/main" id="{0A67D36A-02B6-ACA0-D08B-387C717CA2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8" name="Freeform 14">
                <a:extLst>
                  <a:ext uri="{FF2B5EF4-FFF2-40B4-BE49-F238E27FC236}">
                    <a16:creationId xmlns:a16="http://schemas.microsoft.com/office/drawing/2014/main" id="{5E7453A1-9623-8595-29C2-5421AA3993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11">
              <a:extLst>
                <a:ext uri="{FF2B5EF4-FFF2-40B4-BE49-F238E27FC236}">
                  <a16:creationId xmlns:a16="http://schemas.microsoft.com/office/drawing/2014/main" id="{D01C232F-98EB-800E-441E-A211692D58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1506058">
              <a:off x="3049091" y="4008080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perspectiveContrastingLeftFacing"/>
              <a:lightRig rig="threePt" dir="t"/>
            </a:scene3d>
          </p:grpSpPr>
          <p:sp>
            <p:nvSpPr>
              <p:cNvPr id="943" name="Oval 12">
                <a:extLst>
                  <a:ext uri="{FF2B5EF4-FFF2-40B4-BE49-F238E27FC236}">
                    <a16:creationId xmlns:a16="http://schemas.microsoft.com/office/drawing/2014/main" id="{2C809A74-B3CE-259E-402F-F08E7BB862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4" name="Oval 13">
                <a:extLst>
                  <a:ext uri="{FF2B5EF4-FFF2-40B4-BE49-F238E27FC236}">
                    <a16:creationId xmlns:a16="http://schemas.microsoft.com/office/drawing/2014/main" id="{BFFF5642-4A69-79C3-471E-345CC4C4D6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5" name="Freeform 14">
                <a:extLst>
                  <a:ext uri="{FF2B5EF4-FFF2-40B4-BE49-F238E27FC236}">
                    <a16:creationId xmlns:a16="http://schemas.microsoft.com/office/drawing/2014/main" id="{6C7BA665-850E-DD0C-0BCF-8DF21925DC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11">
              <a:extLst>
                <a:ext uri="{FF2B5EF4-FFF2-40B4-BE49-F238E27FC236}">
                  <a16:creationId xmlns:a16="http://schemas.microsoft.com/office/drawing/2014/main" id="{AA223248-03FF-5DD7-EFF9-3B58A69C8A5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6490041">
              <a:off x="2299132" y="3747880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perspectiveContrastingLeftFacing"/>
              <a:lightRig rig="threePt" dir="t"/>
            </a:scene3d>
          </p:grpSpPr>
          <p:sp>
            <p:nvSpPr>
              <p:cNvPr id="940" name="Oval 12">
                <a:extLst>
                  <a:ext uri="{FF2B5EF4-FFF2-40B4-BE49-F238E27FC236}">
                    <a16:creationId xmlns:a16="http://schemas.microsoft.com/office/drawing/2014/main" id="{02585EAA-5133-1145-B048-804110AC4D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1" name="Oval 13">
                <a:extLst>
                  <a:ext uri="{FF2B5EF4-FFF2-40B4-BE49-F238E27FC236}">
                    <a16:creationId xmlns:a16="http://schemas.microsoft.com/office/drawing/2014/main" id="{F50DC474-AE34-2DAA-335F-80D90768CF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2" name="Freeform 14">
                <a:extLst>
                  <a:ext uri="{FF2B5EF4-FFF2-40B4-BE49-F238E27FC236}">
                    <a16:creationId xmlns:a16="http://schemas.microsoft.com/office/drawing/2014/main" id="{0512397C-F5D9-8A03-7E95-95746B1740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0" name="Group 11">
              <a:extLst>
                <a:ext uri="{FF2B5EF4-FFF2-40B4-BE49-F238E27FC236}">
                  <a16:creationId xmlns:a16="http://schemas.microsoft.com/office/drawing/2014/main" id="{FE241D5D-57F8-8C51-10D9-6BBE5513CE0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4064389">
              <a:off x="2528472" y="3393838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isometricOffAxis2Left"/>
              <a:lightRig rig="threePt" dir="t"/>
            </a:scene3d>
          </p:grpSpPr>
          <p:sp>
            <p:nvSpPr>
              <p:cNvPr id="937" name="Oval 12">
                <a:extLst>
                  <a:ext uri="{FF2B5EF4-FFF2-40B4-BE49-F238E27FC236}">
                    <a16:creationId xmlns:a16="http://schemas.microsoft.com/office/drawing/2014/main" id="{6EB381C0-8140-08F8-9B2F-29D4940FA8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8" name="Oval 13">
                <a:extLst>
                  <a:ext uri="{FF2B5EF4-FFF2-40B4-BE49-F238E27FC236}">
                    <a16:creationId xmlns:a16="http://schemas.microsoft.com/office/drawing/2014/main" id="{DA67234C-27B6-0C33-A400-453B94DC7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9" name="Freeform 14">
                <a:extLst>
                  <a:ext uri="{FF2B5EF4-FFF2-40B4-BE49-F238E27FC236}">
                    <a16:creationId xmlns:a16="http://schemas.microsoft.com/office/drawing/2014/main" id="{94EB767E-72A7-61AD-DAEC-52BD82968A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18C4176-2A7E-84AB-1061-2CE2B9004A1D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651552" y="3790441"/>
              <a:ext cx="438505" cy="0"/>
            </a:xfrm>
            <a:prstGeom prst="line">
              <a:avLst/>
            </a:prstGeom>
            <a:noFill/>
            <a:ln w="19050" cap="rnd" cmpd="sng" algn="ctr">
              <a:solidFill>
                <a:srgbClr val="DFE3E6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7B4D9A0-DF62-9FE1-9C73-81D3EB7D57C1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V="1">
              <a:off x="2813419" y="3998111"/>
              <a:ext cx="14412" cy="46823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69FDCE5-244B-525F-5289-398827CC66F3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 flipV="1">
              <a:off x="2833837" y="4092213"/>
              <a:ext cx="66329" cy="12624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C2F58CD-EF39-DB2E-195C-B1584DC03C94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922978" y="3971247"/>
              <a:ext cx="22707" cy="53450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10" name="Straight Connector 909">
              <a:extLst>
                <a:ext uri="{FF2B5EF4-FFF2-40B4-BE49-F238E27FC236}">
                  <a16:creationId xmlns:a16="http://schemas.microsoft.com/office/drawing/2014/main" id="{B1BD5F50-D226-2744-2E8D-594F214D7C3A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991662" y="3554585"/>
              <a:ext cx="291956" cy="0"/>
            </a:xfrm>
            <a:prstGeom prst="line">
              <a:avLst/>
            </a:prstGeom>
            <a:noFill/>
            <a:ln w="19050" cap="rnd" cmpd="sng" algn="ctr">
              <a:solidFill>
                <a:srgbClr val="DFE3E6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12" name="Straight Connector 911">
              <a:extLst>
                <a:ext uri="{FF2B5EF4-FFF2-40B4-BE49-F238E27FC236}">
                  <a16:creationId xmlns:a16="http://schemas.microsoft.com/office/drawing/2014/main" id="{E12C7B84-6CB1-A408-2E88-5287EE37175D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257682" y="4069277"/>
              <a:ext cx="282072" cy="0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13" name="Straight Connector 912">
              <a:extLst>
                <a:ext uri="{FF2B5EF4-FFF2-40B4-BE49-F238E27FC236}">
                  <a16:creationId xmlns:a16="http://schemas.microsoft.com/office/drawing/2014/main" id="{F0A943AE-98A8-F021-AF65-7B62B16DB8CB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 flipV="1">
              <a:off x="2332498" y="4203289"/>
              <a:ext cx="33327" cy="36707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14" name="Straight Connector 913">
              <a:extLst>
                <a:ext uri="{FF2B5EF4-FFF2-40B4-BE49-F238E27FC236}">
                  <a16:creationId xmlns:a16="http://schemas.microsoft.com/office/drawing/2014/main" id="{D7F08053-4F4B-C70E-E0FA-637B5B91A112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>
              <a:off x="2390858" y="4225516"/>
              <a:ext cx="44663" cy="34293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15" name="Straight Connector 914">
              <a:extLst>
                <a:ext uri="{FF2B5EF4-FFF2-40B4-BE49-F238E27FC236}">
                  <a16:creationId xmlns:a16="http://schemas.microsoft.com/office/drawing/2014/main" id="{975E1B67-9BB1-5FD8-53EE-E6CF487B4BC5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411498" y="4123217"/>
              <a:ext cx="46405" cy="11354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916" name="Group 11">
              <a:extLst>
                <a:ext uri="{FF2B5EF4-FFF2-40B4-BE49-F238E27FC236}">
                  <a16:creationId xmlns:a16="http://schemas.microsoft.com/office/drawing/2014/main" id="{3D8A4A95-D53D-E249-732A-8FB309B1C99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114608">
              <a:off x="2538539" y="5560088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perspectiveContrastingLeftFacing"/>
              <a:lightRig rig="threePt" dir="t"/>
            </a:scene3d>
          </p:grpSpPr>
          <p:sp>
            <p:nvSpPr>
              <p:cNvPr id="934" name="Oval 12">
                <a:extLst>
                  <a:ext uri="{FF2B5EF4-FFF2-40B4-BE49-F238E27FC236}">
                    <a16:creationId xmlns:a16="http://schemas.microsoft.com/office/drawing/2014/main" id="{7069FEFA-3F40-C3CD-BDCB-F691CA957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5" name="Oval 13">
                <a:extLst>
                  <a:ext uri="{FF2B5EF4-FFF2-40B4-BE49-F238E27FC236}">
                    <a16:creationId xmlns:a16="http://schemas.microsoft.com/office/drawing/2014/main" id="{5BAA155A-CFE6-AE3C-34E5-DE793068D0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6" name="Freeform 14">
                <a:extLst>
                  <a:ext uri="{FF2B5EF4-FFF2-40B4-BE49-F238E27FC236}">
                    <a16:creationId xmlns:a16="http://schemas.microsoft.com/office/drawing/2014/main" id="{3A337335-046E-2AD9-3D6B-5D8E6C9D1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17" name="Group 11">
              <a:extLst>
                <a:ext uri="{FF2B5EF4-FFF2-40B4-BE49-F238E27FC236}">
                  <a16:creationId xmlns:a16="http://schemas.microsoft.com/office/drawing/2014/main" id="{02DBD8DE-ED7F-7B4D-4C91-8C173011491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8365996">
              <a:off x="2910054" y="5404501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perspectiveContrastingLeftFacing"/>
              <a:lightRig rig="threePt" dir="t"/>
            </a:scene3d>
          </p:grpSpPr>
          <p:sp>
            <p:nvSpPr>
              <p:cNvPr id="931" name="Oval 12">
                <a:extLst>
                  <a:ext uri="{FF2B5EF4-FFF2-40B4-BE49-F238E27FC236}">
                    <a16:creationId xmlns:a16="http://schemas.microsoft.com/office/drawing/2014/main" id="{4812236F-5984-4AAE-904E-49549C7F54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2" name="Oval 13">
                <a:extLst>
                  <a:ext uri="{FF2B5EF4-FFF2-40B4-BE49-F238E27FC236}">
                    <a16:creationId xmlns:a16="http://schemas.microsoft.com/office/drawing/2014/main" id="{67F1A905-D610-D18C-F2FE-CADB69BF98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3" name="Freeform 14">
                <a:extLst>
                  <a:ext uri="{FF2B5EF4-FFF2-40B4-BE49-F238E27FC236}">
                    <a16:creationId xmlns:a16="http://schemas.microsoft.com/office/drawing/2014/main" id="{4503578B-DEBB-A2FB-1C9A-E63BD371F3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18" name="Group 11">
              <a:extLst>
                <a:ext uri="{FF2B5EF4-FFF2-40B4-BE49-F238E27FC236}">
                  <a16:creationId xmlns:a16="http://schemas.microsoft.com/office/drawing/2014/main" id="{D4A07862-B608-C522-FA5D-5938531DE38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2883803">
              <a:off x="2399717" y="5195583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perspectiveContrastingLeftFacing"/>
              <a:lightRig rig="threePt" dir="t"/>
            </a:scene3d>
          </p:grpSpPr>
          <p:sp>
            <p:nvSpPr>
              <p:cNvPr id="928" name="Oval 12">
                <a:extLst>
                  <a:ext uri="{FF2B5EF4-FFF2-40B4-BE49-F238E27FC236}">
                    <a16:creationId xmlns:a16="http://schemas.microsoft.com/office/drawing/2014/main" id="{647DF47D-38DF-7280-3E60-FA885FF76C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9" name="Oval 13">
                <a:extLst>
                  <a:ext uri="{FF2B5EF4-FFF2-40B4-BE49-F238E27FC236}">
                    <a16:creationId xmlns:a16="http://schemas.microsoft.com/office/drawing/2014/main" id="{A12B17CA-C182-9770-BEA5-213C13A393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0" name="Freeform 14">
                <a:extLst>
                  <a:ext uri="{FF2B5EF4-FFF2-40B4-BE49-F238E27FC236}">
                    <a16:creationId xmlns:a16="http://schemas.microsoft.com/office/drawing/2014/main" id="{281BB850-1848-EE4E-1024-15A9CFA4F8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919" name="Straight Connector 918">
              <a:extLst>
                <a:ext uri="{FF2B5EF4-FFF2-40B4-BE49-F238E27FC236}">
                  <a16:creationId xmlns:a16="http://schemas.microsoft.com/office/drawing/2014/main" id="{70F272AA-1739-B2D0-3DD9-20A159572D71}"/>
                </a:ext>
              </a:extLst>
            </p:cNvPr>
            <p:cNvCxnSpPr/>
            <p:nvPr/>
          </p:nvCxnSpPr>
          <p:spPr bwMode="auto">
            <a:xfrm rot="5400000">
              <a:off x="2617886" y="4979251"/>
              <a:ext cx="570760" cy="0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20" name="Straight Connector 919">
              <a:extLst>
                <a:ext uri="{FF2B5EF4-FFF2-40B4-BE49-F238E27FC236}">
                  <a16:creationId xmlns:a16="http://schemas.microsoft.com/office/drawing/2014/main" id="{93980037-385D-9C81-C9E6-2662CC496FB9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V="1">
              <a:off x="2817998" y="5205878"/>
              <a:ext cx="38774" cy="78713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21" name="Straight Connector 920">
              <a:extLst>
                <a:ext uri="{FF2B5EF4-FFF2-40B4-BE49-F238E27FC236}">
                  <a16:creationId xmlns:a16="http://schemas.microsoft.com/office/drawing/2014/main" id="{6CCFC816-464E-0D39-AB5E-B1FABB5C57CC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 flipV="1">
              <a:off x="2846599" y="5319775"/>
              <a:ext cx="70905" cy="10620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22" name="Straight Connector 921">
              <a:extLst>
                <a:ext uri="{FF2B5EF4-FFF2-40B4-BE49-F238E27FC236}">
                  <a16:creationId xmlns:a16="http://schemas.microsoft.com/office/drawing/2014/main" id="{3FB5CFE1-CE43-68D5-02F3-387BB93E0FE1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946499" y="5219416"/>
              <a:ext cx="38416" cy="51280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23" name="Straight Connector 922">
              <a:extLst>
                <a:ext uri="{FF2B5EF4-FFF2-40B4-BE49-F238E27FC236}">
                  <a16:creationId xmlns:a16="http://schemas.microsoft.com/office/drawing/2014/main" id="{E9665D3E-F1A7-7A4C-ADC0-09FB2F8DD73F}"/>
                </a:ext>
              </a:extLst>
            </p:cNvPr>
            <p:cNvCxnSpPr/>
            <p:nvPr/>
          </p:nvCxnSpPr>
          <p:spPr bwMode="auto">
            <a:xfrm rot="5400000">
              <a:off x="2279292" y="5145149"/>
              <a:ext cx="570760" cy="0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24" name="Straight Connector 923">
              <a:extLst>
                <a:ext uri="{FF2B5EF4-FFF2-40B4-BE49-F238E27FC236}">
                  <a16:creationId xmlns:a16="http://schemas.microsoft.com/office/drawing/2014/main" id="{EE885CBE-BC25-F896-EBF1-A874828FA760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 flipV="1">
              <a:off x="2498453" y="5423504"/>
              <a:ext cx="33327" cy="36707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25" name="Straight Connector 924">
              <a:extLst>
                <a:ext uri="{FF2B5EF4-FFF2-40B4-BE49-F238E27FC236}">
                  <a16:creationId xmlns:a16="http://schemas.microsoft.com/office/drawing/2014/main" id="{23CEA347-E711-9D7A-65DD-1CE39BA3DE69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>
              <a:off x="2556812" y="5445732"/>
              <a:ext cx="44663" cy="34293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035" name="TextBox 1034">
            <a:extLst>
              <a:ext uri="{FF2B5EF4-FFF2-40B4-BE49-F238E27FC236}">
                <a16:creationId xmlns:a16="http://schemas.microsoft.com/office/drawing/2014/main" id="{2A2B4C6C-4361-D742-AEDE-595E3458C9FC}"/>
              </a:ext>
            </a:extLst>
          </p:cNvPr>
          <p:cNvSpPr txBox="1"/>
          <p:nvPr/>
        </p:nvSpPr>
        <p:spPr>
          <a:xfrm>
            <a:off x="227288" y="2008811"/>
            <a:ext cx="1536199" cy="459442"/>
          </a:xfrm>
          <a:prstGeom prst="roundRect">
            <a:avLst>
              <a:gd name="adj" fmla="val 13821"/>
            </a:avLst>
          </a:prstGeom>
          <a:solidFill>
            <a:srgbClr val="B2E0FA"/>
          </a:solidFill>
          <a:ln w="6350" cmpd="sng">
            <a:noFill/>
          </a:ln>
          <a:effectLst>
            <a:outerShdw blurRad="190500" dist="38100" dir="5400000" rotWithShape="0">
              <a:srgbClr val="7ECAF8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Excepte ursi ntocc aecatcupid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26178D53-DF5C-8A70-6CDB-F56DA6B22886}"/>
              </a:ext>
            </a:extLst>
          </p:cNvPr>
          <p:cNvSpPr txBox="1"/>
          <p:nvPr/>
        </p:nvSpPr>
        <p:spPr>
          <a:xfrm>
            <a:off x="227288" y="3537643"/>
            <a:ext cx="1536199" cy="459442"/>
          </a:xfrm>
          <a:prstGeom prst="roundRect">
            <a:avLst>
              <a:gd name="adj" fmla="val 13821"/>
            </a:avLst>
          </a:prstGeom>
          <a:solidFill>
            <a:srgbClr val="B2E0FA"/>
          </a:solidFill>
          <a:ln w="6350" cmpd="sng">
            <a:noFill/>
          </a:ln>
          <a:effectLst>
            <a:outerShdw blurRad="190500" dist="38100" dir="5400000" rotWithShape="0">
              <a:srgbClr val="7ECAF8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Atatnon proident suntinculp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B5427176-04A0-8AE6-3380-ADCEB0456124}"/>
              </a:ext>
            </a:extLst>
          </p:cNvPr>
          <p:cNvSpPr txBox="1"/>
          <p:nvPr/>
        </p:nvSpPr>
        <p:spPr>
          <a:xfrm>
            <a:off x="227288" y="5066474"/>
            <a:ext cx="1536199" cy="459442"/>
          </a:xfrm>
          <a:prstGeom prst="roundRect">
            <a:avLst>
              <a:gd name="adj" fmla="val 13821"/>
            </a:avLst>
          </a:prstGeom>
          <a:solidFill>
            <a:srgbClr val="B2E0FA"/>
          </a:solidFill>
          <a:ln w="6350" cmpd="sng">
            <a:noFill/>
          </a:ln>
          <a:effectLst>
            <a:outerShdw blurRad="190500" dist="38100" dir="5400000" rotWithShape="0">
              <a:srgbClr val="7ECAF8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Aquioff iciadeser untmollit</a:t>
            </a:r>
          </a:p>
        </p:txBody>
      </p:sp>
      <p:grpSp>
        <p:nvGrpSpPr>
          <p:cNvPr id="4251" name="Group 4250">
            <a:extLst>
              <a:ext uri="{FF2B5EF4-FFF2-40B4-BE49-F238E27FC236}">
                <a16:creationId xmlns:a16="http://schemas.microsoft.com/office/drawing/2014/main" id="{B88173AF-C0A8-70DE-CC0A-9F03B3687812}"/>
              </a:ext>
            </a:extLst>
          </p:cNvPr>
          <p:cNvGrpSpPr/>
          <p:nvPr/>
        </p:nvGrpSpPr>
        <p:grpSpPr>
          <a:xfrm>
            <a:off x="2764372" y="5651609"/>
            <a:ext cx="324706" cy="437326"/>
            <a:chOff x="10718801" y="3465513"/>
            <a:chExt cx="627062" cy="844549"/>
          </a:xfrm>
        </p:grpSpPr>
        <p:sp>
          <p:nvSpPr>
            <p:cNvPr id="4252" name="AutoShape 1612">
              <a:extLst>
                <a:ext uri="{FF2B5EF4-FFF2-40B4-BE49-F238E27FC236}">
                  <a16:creationId xmlns:a16="http://schemas.microsoft.com/office/drawing/2014/main" id="{768E2316-3CB6-4CB7-C30B-3950D2E8223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0720388" y="3465513"/>
              <a:ext cx="623887" cy="842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53" name="Oval 1614">
              <a:extLst>
                <a:ext uri="{FF2B5EF4-FFF2-40B4-BE49-F238E27FC236}">
                  <a16:creationId xmlns:a16="http://schemas.microsoft.com/office/drawing/2014/main" id="{E6845491-4B7A-FC07-2116-061E3A5DD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1513" y="4132262"/>
              <a:ext cx="273050" cy="84137"/>
            </a:xfrm>
            <a:prstGeom prst="ellipse">
              <a:avLst/>
            </a:prstGeom>
            <a:solidFill>
              <a:srgbClr val="DAB7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54" name="Freeform 1615">
              <a:extLst>
                <a:ext uri="{FF2B5EF4-FFF2-40B4-BE49-F238E27FC236}">
                  <a16:creationId xmlns:a16="http://schemas.microsoft.com/office/drawing/2014/main" id="{E27E3BD6-B86A-CCAF-369B-D95556F3D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7226" y="4119562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55" name="Freeform 1616">
              <a:extLst>
                <a:ext uri="{FF2B5EF4-FFF2-40B4-BE49-F238E27FC236}">
                  <a16:creationId xmlns:a16="http://schemas.microsoft.com/office/drawing/2014/main" id="{F78B4791-A645-7A97-B52F-79B0DDA021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7226" y="4127500"/>
              <a:ext cx="58737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56" name="Freeform 1617">
              <a:extLst>
                <a:ext uri="{FF2B5EF4-FFF2-40B4-BE49-F238E27FC236}">
                  <a16:creationId xmlns:a16="http://schemas.microsoft.com/office/drawing/2014/main" id="{10EA1C82-3C08-5068-EC52-A2176647E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8513" y="4170362"/>
              <a:ext cx="30162" cy="33337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57" name="Oval 1618">
              <a:extLst>
                <a:ext uri="{FF2B5EF4-FFF2-40B4-BE49-F238E27FC236}">
                  <a16:creationId xmlns:a16="http://schemas.microsoft.com/office/drawing/2014/main" id="{6E0DDF89-7DCB-31A0-BE42-8C5E2A039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7226" y="4100512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58" name="Freeform 1619">
              <a:extLst>
                <a:ext uri="{FF2B5EF4-FFF2-40B4-BE49-F238E27FC236}">
                  <a16:creationId xmlns:a16="http://schemas.microsoft.com/office/drawing/2014/main" id="{0949EEAF-EEFD-35DF-13B9-98CF8D17A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0888" y="4124325"/>
              <a:ext cx="85725" cy="36512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59" name="Freeform 1620">
              <a:extLst>
                <a:ext uri="{FF2B5EF4-FFF2-40B4-BE49-F238E27FC236}">
                  <a16:creationId xmlns:a16="http://schemas.microsoft.com/office/drawing/2014/main" id="{BACCB604-2094-80D5-B964-149B554A2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5801" y="4110037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0" name="Freeform 1621">
              <a:extLst>
                <a:ext uri="{FF2B5EF4-FFF2-40B4-BE49-F238E27FC236}">
                  <a16:creationId xmlns:a16="http://schemas.microsoft.com/office/drawing/2014/main" id="{7B817FAF-0DD3-03BA-6A1D-FA02F532AF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276" y="4100512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1" name="Freeform 1622">
              <a:extLst>
                <a:ext uri="{FF2B5EF4-FFF2-40B4-BE49-F238E27FC236}">
                  <a16:creationId xmlns:a16="http://schemas.microsoft.com/office/drawing/2014/main" id="{A029B1D2-48B9-5273-FF10-C78756FB3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276" y="4110037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2" name="Freeform 1623">
              <a:extLst>
                <a:ext uri="{FF2B5EF4-FFF2-40B4-BE49-F238E27FC236}">
                  <a16:creationId xmlns:a16="http://schemas.microsoft.com/office/drawing/2014/main" id="{05923B6C-D17E-6868-012A-259EE3CE13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7563" y="4152900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3" name="Oval 1624">
              <a:extLst>
                <a:ext uri="{FF2B5EF4-FFF2-40B4-BE49-F238E27FC236}">
                  <a16:creationId xmlns:a16="http://schemas.microsoft.com/office/drawing/2014/main" id="{F679435E-0EDE-EA92-D152-2E17D1624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6276" y="4084637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4" name="Freeform 1625">
              <a:extLst>
                <a:ext uri="{FF2B5EF4-FFF2-40B4-BE49-F238E27FC236}">
                  <a16:creationId xmlns:a16="http://schemas.microsoft.com/office/drawing/2014/main" id="{0DFB9978-C5BF-6C7A-6B9A-0593D0B95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9938" y="4106862"/>
              <a:ext cx="85725" cy="36512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5" name="Freeform 1626">
              <a:extLst>
                <a:ext uri="{FF2B5EF4-FFF2-40B4-BE49-F238E27FC236}">
                  <a16:creationId xmlns:a16="http://schemas.microsoft.com/office/drawing/2014/main" id="{C5FA4C67-F726-B3E9-208F-C0C4550837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4092575"/>
              <a:ext cx="215900" cy="36512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6" name="Freeform 1627">
              <a:extLst>
                <a:ext uri="{FF2B5EF4-FFF2-40B4-BE49-F238E27FC236}">
                  <a16:creationId xmlns:a16="http://schemas.microsoft.com/office/drawing/2014/main" id="{3E9E8F12-5289-4F74-FCC5-40E3F6E599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6751" y="4076700"/>
              <a:ext cx="273050" cy="84137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7" name="Freeform 1628">
              <a:extLst>
                <a:ext uri="{FF2B5EF4-FFF2-40B4-BE49-F238E27FC236}">
                  <a16:creationId xmlns:a16="http://schemas.microsoft.com/office/drawing/2014/main" id="{22AE724A-637F-C629-9B26-816D1B4F6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6751" y="4084637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8" name="Freeform 1629">
              <a:extLst>
                <a:ext uri="{FF2B5EF4-FFF2-40B4-BE49-F238E27FC236}">
                  <a16:creationId xmlns:a16="http://schemas.microsoft.com/office/drawing/2014/main" id="{667E12C8-2C4B-254E-5626-7332E2C39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8038" y="4127500"/>
              <a:ext cx="31750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9" name="Oval 1630">
              <a:extLst>
                <a:ext uri="{FF2B5EF4-FFF2-40B4-BE49-F238E27FC236}">
                  <a16:creationId xmlns:a16="http://schemas.microsoft.com/office/drawing/2014/main" id="{02B81B00-AFEB-E4F7-50CE-5BF9D8258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6751" y="4059237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0" name="Freeform 1631">
              <a:extLst>
                <a:ext uri="{FF2B5EF4-FFF2-40B4-BE49-F238E27FC236}">
                  <a16:creationId xmlns:a16="http://schemas.microsoft.com/office/drawing/2014/main" id="{D5A4FCF1-CEAE-1A41-1699-633F84358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0413" y="4083050"/>
              <a:ext cx="85725" cy="34925"/>
            </a:xfrm>
            <a:custGeom>
              <a:avLst/>
              <a:gdLst>
                <a:gd name="T0" fmla="*/ 67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20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7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7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1" name="Freeform 1632">
              <a:extLst>
                <a:ext uri="{FF2B5EF4-FFF2-40B4-BE49-F238E27FC236}">
                  <a16:creationId xmlns:a16="http://schemas.microsoft.com/office/drawing/2014/main" id="{09FD76AA-15F3-9552-CCE8-F92DD1B7F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4067175"/>
              <a:ext cx="215900" cy="36512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2" name="Freeform 1633">
              <a:extLst>
                <a:ext uri="{FF2B5EF4-FFF2-40B4-BE49-F238E27FC236}">
                  <a16:creationId xmlns:a16="http://schemas.microsoft.com/office/drawing/2014/main" id="{EA88287B-828A-F554-E2FD-4867C5BBA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276" y="4054475"/>
              <a:ext cx="273050" cy="84137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3" name="Freeform 1634">
              <a:extLst>
                <a:ext uri="{FF2B5EF4-FFF2-40B4-BE49-F238E27FC236}">
                  <a16:creationId xmlns:a16="http://schemas.microsoft.com/office/drawing/2014/main" id="{98B7C179-24C2-55BD-C2A1-8D26166A06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276" y="4064000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4" name="Freeform 1635">
              <a:extLst>
                <a:ext uri="{FF2B5EF4-FFF2-40B4-BE49-F238E27FC236}">
                  <a16:creationId xmlns:a16="http://schemas.microsoft.com/office/drawing/2014/main" id="{E1D4180A-74C3-9491-F0CD-3ADFEA503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7563" y="4106862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5" name="Oval 1636">
              <a:extLst>
                <a:ext uri="{FF2B5EF4-FFF2-40B4-BE49-F238E27FC236}">
                  <a16:creationId xmlns:a16="http://schemas.microsoft.com/office/drawing/2014/main" id="{602D26EF-E103-CFF1-B80C-1F49A7DE2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6276" y="4037012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6" name="Freeform 1637">
              <a:extLst>
                <a:ext uri="{FF2B5EF4-FFF2-40B4-BE49-F238E27FC236}">
                  <a16:creationId xmlns:a16="http://schemas.microsoft.com/office/drawing/2014/main" id="{071A4CF2-DA9E-5C21-65C7-8EE5B340C0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9938" y="4060825"/>
              <a:ext cx="85725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7" name="Freeform 1638">
              <a:extLst>
                <a:ext uri="{FF2B5EF4-FFF2-40B4-BE49-F238E27FC236}">
                  <a16:creationId xmlns:a16="http://schemas.microsoft.com/office/drawing/2014/main" id="{67A303C9-C324-96A2-9F20-B836FEFB7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4046537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8" name="Freeform 1639">
              <a:extLst>
                <a:ext uri="{FF2B5EF4-FFF2-40B4-BE49-F238E27FC236}">
                  <a16:creationId xmlns:a16="http://schemas.microsoft.com/office/drawing/2014/main" id="{DE950013-8182-9924-5A83-AFE1B443A0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6751" y="4030662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9" name="Freeform 1640">
              <a:extLst>
                <a:ext uri="{FF2B5EF4-FFF2-40B4-BE49-F238E27FC236}">
                  <a16:creationId xmlns:a16="http://schemas.microsoft.com/office/drawing/2014/main" id="{7B7B4297-3431-9FE8-1B2E-F494AB0FF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6751" y="4038600"/>
              <a:ext cx="60325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0" name="Freeform 1641">
              <a:extLst>
                <a:ext uri="{FF2B5EF4-FFF2-40B4-BE49-F238E27FC236}">
                  <a16:creationId xmlns:a16="http://schemas.microsoft.com/office/drawing/2014/main" id="{13160180-6214-39E7-CC8E-6F13CC45C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6451" y="4081462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1" name="Oval 1642">
              <a:extLst>
                <a:ext uri="{FF2B5EF4-FFF2-40B4-BE49-F238E27FC236}">
                  <a16:creationId xmlns:a16="http://schemas.microsoft.com/office/drawing/2014/main" id="{0C97F80C-7C57-F722-3F62-AE4FC948E7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6751" y="4011612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2" name="Freeform 1643">
              <a:extLst>
                <a:ext uri="{FF2B5EF4-FFF2-40B4-BE49-F238E27FC236}">
                  <a16:creationId xmlns:a16="http://schemas.microsoft.com/office/drawing/2014/main" id="{1376CF5E-D81F-6CD6-19C9-6B87AF5455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0413" y="4035425"/>
              <a:ext cx="85725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8" y="17"/>
                  </a:cubicBezTo>
                  <a:cubicBezTo>
                    <a:pt x="77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3" name="Freeform 1644">
              <a:extLst>
                <a:ext uri="{FF2B5EF4-FFF2-40B4-BE49-F238E27FC236}">
                  <a16:creationId xmlns:a16="http://schemas.microsoft.com/office/drawing/2014/main" id="{FD8261B9-6B6B-BE49-A39E-BCA46F4FFA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4021137"/>
              <a:ext cx="215900" cy="36512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4" name="Freeform 1645">
              <a:extLst>
                <a:ext uri="{FF2B5EF4-FFF2-40B4-BE49-F238E27FC236}">
                  <a16:creationId xmlns:a16="http://schemas.microsoft.com/office/drawing/2014/main" id="{89214EFE-34B3-A21A-6CEE-BDB4F1CAC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9288" y="4010025"/>
              <a:ext cx="274637" cy="84137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5" name="Freeform 1646">
              <a:extLst>
                <a:ext uri="{FF2B5EF4-FFF2-40B4-BE49-F238E27FC236}">
                  <a16:creationId xmlns:a16="http://schemas.microsoft.com/office/drawing/2014/main" id="{B934B432-A52C-9517-B8F9-ACD228950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9288" y="4019550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6" name="Freeform 1647">
              <a:extLst>
                <a:ext uri="{FF2B5EF4-FFF2-40B4-BE49-F238E27FC236}">
                  <a16:creationId xmlns:a16="http://schemas.microsoft.com/office/drawing/2014/main" id="{E9C9E218-AA4D-75BD-F4F3-16B8FDF36B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0576" y="4062412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7" name="Oval 1648">
              <a:extLst>
                <a:ext uri="{FF2B5EF4-FFF2-40B4-BE49-F238E27FC236}">
                  <a16:creationId xmlns:a16="http://schemas.microsoft.com/office/drawing/2014/main" id="{A5485F22-64DB-305C-1D6E-9DEA5FA6C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9288" y="3992562"/>
              <a:ext cx="274637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8" name="Freeform 1649">
              <a:extLst>
                <a:ext uri="{FF2B5EF4-FFF2-40B4-BE49-F238E27FC236}">
                  <a16:creationId xmlns:a16="http://schemas.microsoft.com/office/drawing/2014/main" id="{E04C0BBB-33FD-244B-7460-CCBD847170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4538" y="4016375"/>
              <a:ext cx="84137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9" name="Freeform 1650">
              <a:extLst>
                <a:ext uri="{FF2B5EF4-FFF2-40B4-BE49-F238E27FC236}">
                  <a16:creationId xmlns:a16="http://schemas.microsoft.com/office/drawing/2014/main" id="{52AEF49D-394D-380C-7A2A-9913613A5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9451" y="4002087"/>
              <a:ext cx="214312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0" name="Freeform 1651">
              <a:extLst>
                <a:ext uri="{FF2B5EF4-FFF2-40B4-BE49-F238E27FC236}">
                  <a16:creationId xmlns:a16="http://schemas.microsoft.com/office/drawing/2014/main" id="{03B83F1A-AB38-8FB9-FE86-0FB6F6C65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9926" y="3992562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1" name="Freeform 1652">
              <a:extLst>
                <a:ext uri="{FF2B5EF4-FFF2-40B4-BE49-F238E27FC236}">
                  <a16:creationId xmlns:a16="http://schemas.microsoft.com/office/drawing/2014/main" id="{C74E1371-79AC-74AC-E027-E404A8F2B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9926" y="4000500"/>
              <a:ext cx="60325" cy="69850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2" name="Freeform 1653">
              <a:extLst>
                <a:ext uri="{FF2B5EF4-FFF2-40B4-BE49-F238E27FC236}">
                  <a16:creationId xmlns:a16="http://schemas.microsoft.com/office/drawing/2014/main" id="{6401F1F4-3B25-BA41-9F2F-6F107F606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1213" y="4043362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3" name="Oval 1654">
              <a:extLst>
                <a:ext uri="{FF2B5EF4-FFF2-40B4-BE49-F238E27FC236}">
                  <a16:creationId xmlns:a16="http://schemas.microsoft.com/office/drawing/2014/main" id="{54546D1F-0515-3ED7-2906-8DCA94F7A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9926" y="397510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4" name="Freeform 1655">
              <a:extLst>
                <a:ext uri="{FF2B5EF4-FFF2-40B4-BE49-F238E27FC236}">
                  <a16:creationId xmlns:a16="http://schemas.microsoft.com/office/drawing/2014/main" id="{F746E8FF-C73D-FEB5-39EE-86E809D65E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3588" y="3998912"/>
              <a:ext cx="85725" cy="36512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5" name="Freeform 1656">
              <a:extLst>
                <a:ext uri="{FF2B5EF4-FFF2-40B4-BE49-F238E27FC236}">
                  <a16:creationId xmlns:a16="http://schemas.microsoft.com/office/drawing/2014/main" id="{A0EA8904-684C-1D7A-2D89-8D5C3A137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8501" y="3984625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6" name="Freeform 1657">
              <a:extLst>
                <a:ext uri="{FF2B5EF4-FFF2-40B4-BE49-F238E27FC236}">
                  <a16:creationId xmlns:a16="http://schemas.microsoft.com/office/drawing/2014/main" id="{A6436141-CF3A-1CA6-765C-0170C608D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0401" y="3967162"/>
              <a:ext cx="273050" cy="84137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7" name="Freeform 1658">
              <a:extLst>
                <a:ext uri="{FF2B5EF4-FFF2-40B4-BE49-F238E27FC236}">
                  <a16:creationId xmlns:a16="http://schemas.microsoft.com/office/drawing/2014/main" id="{8ED19225-78B6-C8DC-1FDA-FD7E78654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0401" y="3976687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8" name="Freeform 1659">
              <a:extLst>
                <a:ext uri="{FF2B5EF4-FFF2-40B4-BE49-F238E27FC236}">
                  <a16:creationId xmlns:a16="http://schemas.microsoft.com/office/drawing/2014/main" id="{3141AE22-F8D4-C448-EB00-ED57302B9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1688" y="4019550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9" name="Oval 1660">
              <a:extLst>
                <a:ext uri="{FF2B5EF4-FFF2-40B4-BE49-F238E27FC236}">
                  <a16:creationId xmlns:a16="http://schemas.microsoft.com/office/drawing/2014/main" id="{3D415FF9-9F88-9765-E20F-ADB39946F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1" y="394970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0" name="Freeform 1661">
              <a:extLst>
                <a:ext uri="{FF2B5EF4-FFF2-40B4-BE49-F238E27FC236}">
                  <a16:creationId xmlns:a16="http://schemas.microsoft.com/office/drawing/2014/main" id="{1D9593BF-9569-87BE-FF33-E1BE7616B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4063" y="3973512"/>
              <a:ext cx="85725" cy="36512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1" name="Freeform 1662">
              <a:extLst>
                <a:ext uri="{FF2B5EF4-FFF2-40B4-BE49-F238E27FC236}">
                  <a16:creationId xmlns:a16="http://schemas.microsoft.com/office/drawing/2014/main" id="{75C487CF-46F1-9FF2-EF13-4CEC399758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8976" y="3959225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2" name="Freeform 1663">
              <a:extLst>
                <a:ext uri="{FF2B5EF4-FFF2-40B4-BE49-F238E27FC236}">
                  <a16:creationId xmlns:a16="http://schemas.microsoft.com/office/drawing/2014/main" id="{F0B40F19-C1B0-1D10-A581-1F7BC85E2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9926" y="3946525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3" name="Freeform 1664">
              <a:extLst>
                <a:ext uri="{FF2B5EF4-FFF2-40B4-BE49-F238E27FC236}">
                  <a16:creationId xmlns:a16="http://schemas.microsoft.com/office/drawing/2014/main" id="{D05F95AD-FEFB-1E3D-A1FC-7DE01025D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9926" y="3954462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4" name="Freeform 1665">
              <a:extLst>
                <a:ext uri="{FF2B5EF4-FFF2-40B4-BE49-F238E27FC236}">
                  <a16:creationId xmlns:a16="http://schemas.microsoft.com/office/drawing/2014/main" id="{7452D858-A0D8-FA0A-3FA4-E2FF142F5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1213" y="3997325"/>
              <a:ext cx="30162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5" name="Oval 1666">
              <a:extLst>
                <a:ext uri="{FF2B5EF4-FFF2-40B4-BE49-F238E27FC236}">
                  <a16:creationId xmlns:a16="http://schemas.microsoft.com/office/drawing/2014/main" id="{5E7CDF1D-2A11-0100-63C6-7449B533F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9926" y="3927475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6" name="Freeform 1667">
              <a:extLst>
                <a:ext uri="{FF2B5EF4-FFF2-40B4-BE49-F238E27FC236}">
                  <a16:creationId xmlns:a16="http://schemas.microsoft.com/office/drawing/2014/main" id="{E039341A-CDA4-AA89-5ECA-C61C1D99D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3588" y="3951287"/>
              <a:ext cx="85725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7" name="Freeform 1668">
              <a:extLst>
                <a:ext uri="{FF2B5EF4-FFF2-40B4-BE49-F238E27FC236}">
                  <a16:creationId xmlns:a16="http://schemas.microsoft.com/office/drawing/2014/main" id="{F4FFCA0A-AF1E-083D-A372-AE1D1CB46C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8501" y="3937000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8" name="Freeform 1669">
              <a:extLst>
                <a:ext uri="{FF2B5EF4-FFF2-40B4-BE49-F238E27FC236}">
                  <a16:creationId xmlns:a16="http://schemas.microsoft.com/office/drawing/2014/main" id="{E56ABD0B-D36F-3BCE-255D-DF10BE7F2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0401" y="3921125"/>
              <a:ext cx="273050" cy="84137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9" name="Freeform 1670">
              <a:extLst>
                <a:ext uri="{FF2B5EF4-FFF2-40B4-BE49-F238E27FC236}">
                  <a16:creationId xmlns:a16="http://schemas.microsoft.com/office/drawing/2014/main" id="{00092F97-8EA8-0C18-F5D4-806E2174B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0401" y="3930650"/>
              <a:ext cx="58737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0" name="Freeform 1671">
              <a:extLst>
                <a:ext uri="{FF2B5EF4-FFF2-40B4-BE49-F238E27FC236}">
                  <a16:creationId xmlns:a16="http://schemas.microsoft.com/office/drawing/2014/main" id="{680F43B8-CD82-7476-4E34-C7596799C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0101" y="3971925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1" name="Oval 1672">
              <a:extLst>
                <a:ext uri="{FF2B5EF4-FFF2-40B4-BE49-F238E27FC236}">
                  <a16:creationId xmlns:a16="http://schemas.microsoft.com/office/drawing/2014/main" id="{FFD55C41-9E96-27F1-BFA0-8E0232F3E5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1" y="3903662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2" name="Freeform 1673">
              <a:extLst>
                <a:ext uri="{FF2B5EF4-FFF2-40B4-BE49-F238E27FC236}">
                  <a16:creationId xmlns:a16="http://schemas.microsoft.com/office/drawing/2014/main" id="{12B3413E-5FD1-C2DE-8E25-D9124D3A42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4063" y="3925887"/>
              <a:ext cx="85725" cy="38100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3" name="Freeform 1674">
              <a:extLst>
                <a:ext uri="{FF2B5EF4-FFF2-40B4-BE49-F238E27FC236}">
                  <a16:creationId xmlns:a16="http://schemas.microsoft.com/office/drawing/2014/main" id="{F57482CC-1F2C-57C6-3AC6-3955EF0F2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8976" y="3911600"/>
              <a:ext cx="215900" cy="36512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4" name="Freeform 1675">
              <a:extLst>
                <a:ext uri="{FF2B5EF4-FFF2-40B4-BE49-F238E27FC236}">
                  <a16:creationId xmlns:a16="http://schemas.microsoft.com/office/drawing/2014/main" id="{38D28A5A-4DAF-1765-7E5C-8F80C182C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1988" y="3902075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5" name="Freeform 1676">
              <a:extLst>
                <a:ext uri="{FF2B5EF4-FFF2-40B4-BE49-F238E27FC236}">
                  <a16:creationId xmlns:a16="http://schemas.microsoft.com/office/drawing/2014/main" id="{4F650A62-F738-321B-1936-928F1278D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1988" y="3910012"/>
              <a:ext cx="60325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6" name="Freeform 1677">
              <a:extLst>
                <a:ext uri="{FF2B5EF4-FFF2-40B4-BE49-F238E27FC236}">
                  <a16:creationId xmlns:a16="http://schemas.microsoft.com/office/drawing/2014/main" id="{80FCC4BD-CEAE-D9E4-3056-878B31BEB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3276" y="3952875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7" name="Oval 1678">
              <a:extLst>
                <a:ext uri="{FF2B5EF4-FFF2-40B4-BE49-F238E27FC236}">
                  <a16:creationId xmlns:a16="http://schemas.microsoft.com/office/drawing/2014/main" id="{8C308261-9D94-142A-2C81-B1D13BA92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1988" y="3884613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8" name="Freeform 1679">
              <a:extLst>
                <a:ext uri="{FF2B5EF4-FFF2-40B4-BE49-F238E27FC236}">
                  <a16:creationId xmlns:a16="http://schemas.microsoft.com/office/drawing/2014/main" id="{498A5ECE-A126-AC82-8485-25E42B9EC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7238" y="3908425"/>
              <a:ext cx="84137" cy="36512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1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4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9" name="Freeform 1680">
              <a:extLst>
                <a:ext uri="{FF2B5EF4-FFF2-40B4-BE49-F238E27FC236}">
                  <a16:creationId xmlns:a16="http://schemas.microsoft.com/office/drawing/2014/main" id="{DE9B2F5E-4CAD-D0E8-FFDB-8FBCB0B45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0563" y="3892550"/>
              <a:ext cx="215900" cy="36512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0" name="Freeform 1681">
              <a:extLst>
                <a:ext uri="{FF2B5EF4-FFF2-40B4-BE49-F238E27FC236}">
                  <a16:creationId xmlns:a16="http://schemas.microsoft.com/office/drawing/2014/main" id="{1FC96266-7D04-E408-0FFD-CB2CA6AC76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2626" y="3884613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1" name="Freeform 1682">
              <a:extLst>
                <a:ext uri="{FF2B5EF4-FFF2-40B4-BE49-F238E27FC236}">
                  <a16:creationId xmlns:a16="http://schemas.microsoft.com/office/drawing/2014/main" id="{44A53151-E023-7E73-0636-5D21C4F8B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2626" y="3892550"/>
              <a:ext cx="60325" cy="69850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2" name="Freeform 1683">
              <a:extLst>
                <a:ext uri="{FF2B5EF4-FFF2-40B4-BE49-F238E27FC236}">
                  <a16:creationId xmlns:a16="http://schemas.microsoft.com/office/drawing/2014/main" id="{B81D1F1A-E01C-B17B-E05E-DD837CE08E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83913" y="3935412"/>
              <a:ext cx="30162" cy="33337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3" name="Oval 1684">
              <a:extLst>
                <a:ext uri="{FF2B5EF4-FFF2-40B4-BE49-F238E27FC236}">
                  <a16:creationId xmlns:a16="http://schemas.microsoft.com/office/drawing/2014/main" id="{FF0B18B9-DECA-3FB2-A6EF-D22A57C10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2626" y="38671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4" name="Freeform 1685">
              <a:extLst>
                <a:ext uri="{FF2B5EF4-FFF2-40B4-BE49-F238E27FC236}">
                  <a16:creationId xmlns:a16="http://schemas.microsoft.com/office/drawing/2014/main" id="{06F12656-AFA1-180B-9F6B-E74DA711D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7876" y="3889375"/>
              <a:ext cx="84137" cy="36512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5" name="Freeform 1686">
              <a:extLst>
                <a:ext uri="{FF2B5EF4-FFF2-40B4-BE49-F238E27FC236}">
                  <a16:creationId xmlns:a16="http://schemas.microsoft.com/office/drawing/2014/main" id="{290CDE5E-52EB-8F23-9B83-10B8D5DA2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1201" y="3876675"/>
              <a:ext cx="215900" cy="34925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6" name="Freeform 1687">
              <a:extLst>
                <a:ext uri="{FF2B5EF4-FFF2-40B4-BE49-F238E27FC236}">
                  <a16:creationId xmlns:a16="http://schemas.microsoft.com/office/drawing/2014/main" id="{8E1282E5-81F5-6D6D-3737-9A5BB88B0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1513" y="3859213"/>
              <a:ext cx="274637" cy="84137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7" name="Freeform 1688">
              <a:extLst>
                <a:ext uri="{FF2B5EF4-FFF2-40B4-BE49-F238E27FC236}">
                  <a16:creationId xmlns:a16="http://schemas.microsoft.com/office/drawing/2014/main" id="{CC3E127C-9E06-E435-D0C5-F85855BF6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1513" y="3867150"/>
              <a:ext cx="61912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8" name="Freeform 1689">
              <a:extLst>
                <a:ext uri="{FF2B5EF4-FFF2-40B4-BE49-F238E27FC236}">
                  <a16:creationId xmlns:a16="http://schemas.microsoft.com/office/drawing/2014/main" id="{46C3AEA2-B2D5-BDA7-2D6A-39675EF0CE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4388" y="3910012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9" name="Oval 1690">
              <a:extLst>
                <a:ext uri="{FF2B5EF4-FFF2-40B4-BE49-F238E27FC236}">
                  <a16:creationId xmlns:a16="http://schemas.microsoft.com/office/drawing/2014/main" id="{0FD7BB5D-2775-300D-B5C7-EFAF8623F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1513" y="3841750"/>
              <a:ext cx="274637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0" name="Freeform 1691">
              <a:extLst>
                <a:ext uri="{FF2B5EF4-FFF2-40B4-BE49-F238E27FC236}">
                  <a16:creationId xmlns:a16="http://schemas.microsoft.com/office/drawing/2014/main" id="{88E48037-3944-EAC5-B371-E1F8AFF46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6763" y="3865563"/>
              <a:ext cx="84137" cy="36512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9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1" name="Freeform 1692">
              <a:extLst>
                <a:ext uri="{FF2B5EF4-FFF2-40B4-BE49-F238E27FC236}">
                  <a16:creationId xmlns:a16="http://schemas.microsoft.com/office/drawing/2014/main" id="{6655D6E3-4E45-FD91-9263-7B0064A1D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1676" y="3849688"/>
              <a:ext cx="215900" cy="36512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2" name="Freeform 1693">
              <a:extLst>
                <a:ext uri="{FF2B5EF4-FFF2-40B4-BE49-F238E27FC236}">
                  <a16:creationId xmlns:a16="http://schemas.microsoft.com/office/drawing/2014/main" id="{78B21D5B-2614-E889-CDD0-73CDC1018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2626" y="3836988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3" name="Freeform 1694">
              <a:extLst>
                <a:ext uri="{FF2B5EF4-FFF2-40B4-BE49-F238E27FC236}">
                  <a16:creationId xmlns:a16="http://schemas.microsoft.com/office/drawing/2014/main" id="{BF10E6AD-06FE-D635-F83B-0CB049ECD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2626" y="3846513"/>
              <a:ext cx="60325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4" name="Freeform 1695">
              <a:extLst>
                <a:ext uri="{FF2B5EF4-FFF2-40B4-BE49-F238E27FC236}">
                  <a16:creationId xmlns:a16="http://schemas.microsoft.com/office/drawing/2014/main" id="{BAAB36D7-C9DF-62D3-BE6B-E2A3A7B08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83913" y="3889375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5" name="Oval 1696">
              <a:extLst>
                <a:ext uri="{FF2B5EF4-FFF2-40B4-BE49-F238E27FC236}">
                  <a16:creationId xmlns:a16="http://schemas.microsoft.com/office/drawing/2014/main" id="{8EAB70D3-6BD6-6757-D539-FBA0D2E7A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2626" y="381952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6" name="Freeform 1697">
              <a:extLst>
                <a:ext uri="{FF2B5EF4-FFF2-40B4-BE49-F238E27FC236}">
                  <a16:creationId xmlns:a16="http://schemas.microsoft.com/office/drawing/2014/main" id="{8ABBAB7F-48B2-53FB-D0A4-06A00123F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6288" y="3843338"/>
              <a:ext cx="85725" cy="36512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7" name="Freeform 1698">
              <a:extLst>
                <a:ext uri="{FF2B5EF4-FFF2-40B4-BE49-F238E27FC236}">
                  <a16:creationId xmlns:a16="http://schemas.microsoft.com/office/drawing/2014/main" id="{5991CEEB-8A14-93C3-CFDB-DFE4FE0A2F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1201" y="3829050"/>
              <a:ext cx="215900" cy="36512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8" name="Freeform 1699">
              <a:extLst>
                <a:ext uri="{FF2B5EF4-FFF2-40B4-BE49-F238E27FC236}">
                  <a16:creationId xmlns:a16="http://schemas.microsoft.com/office/drawing/2014/main" id="{1967AB34-AE07-4F55-B138-C7E829585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1513" y="3813175"/>
              <a:ext cx="274637" cy="84137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9" name="Freeform 1700">
              <a:extLst>
                <a:ext uri="{FF2B5EF4-FFF2-40B4-BE49-F238E27FC236}">
                  <a16:creationId xmlns:a16="http://schemas.microsoft.com/office/drawing/2014/main" id="{1BBDA7F4-A9FD-99C4-25F3-BE5CF9AB3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1513" y="3821113"/>
              <a:ext cx="61912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0" name="Freeform 1701">
              <a:extLst>
                <a:ext uri="{FF2B5EF4-FFF2-40B4-BE49-F238E27FC236}">
                  <a16:creationId xmlns:a16="http://schemas.microsoft.com/office/drawing/2014/main" id="{F7174B81-F5A4-9CEF-7E2C-A277B74F24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4388" y="3863975"/>
              <a:ext cx="30162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1" name="Oval 1702">
              <a:extLst>
                <a:ext uri="{FF2B5EF4-FFF2-40B4-BE49-F238E27FC236}">
                  <a16:creationId xmlns:a16="http://schemas.microsoft.com/office/drawing/2014/main" id="{DE074EA3-BC3F-F305-C742-34758C7A0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1513" y="3794125"/>
              <a:ext cx="274637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2" name="Freeform 1703">
              <a:extLst>
                <a:ext uri="{FF2B5EF4-FFF2-40B4-BE49-F238E27FC236}">
                  <a16:creationId xmlns:a16="http://schemas.microsoft.com/office/drawing/2014/main" id="{4848A501-0460-01AB-F670-B37C190662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6763" y="3817938"/>
              <a:ext cx="84137" cy="36512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8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1"/>
                    <a:pt x="71" y="41"/>
                    <a:pt x="67" y="43"/>
                  </a:cubicBezTo>
                  <a:cubicBezTo>
                    <a:pt x="63" y="41"/>
                    <a:pt x="61" y="40"/>
                    <a:pt x="57" y="38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8"/>
                    <a:pt x="27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8" y="26"/>
                    <a:pt x="55" y="24"/>
                  </a:cubicBezTo>
                  <a:cubicBezTo>
                    <a:pt x="47" y="20"/>
                    <a:pt x="25" y="35"/>
                    <a:pt x="9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20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3" name="Freeform 1704">
              <a:extLst>
                <a:ext uri="{FF2B5EF4-FFF2-40B4-BE49-F238E27FC236}">
                  <a16:creationId xmlns:a16="http://schemas.microsoft.com/office/drawing/2014/main" id="{F8BED8D1-8C66-1139-F2D5-853FADB9E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1676" y="3803650"/>
              <a:ext cx="214312" cy="36512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4" name="Freeform 1705">
              <a:extLst>
                <a:ext uri="{FF2B5EF4-FFF2-40B4-BE49-F238E27FC236}">
                  <a16:creationId xmlns:a16="http://schemas.microsoft.com/office/drawing/2014/main" id="{819DDE6C-8F80-9A3A-CFD5-D5BB1875D8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7388" y="3792538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5" name="Freeform 1706">
              <a:extLst>
                <a:ext uri="{FF2B5EF4-FFF2-40B4-BE49-F238E27FC236}">
                  <a16:creationId xmlns:a16="http://schemas.microsoft.com/office/drawing/2014/main" id="{80D62F6C-2171-8506-65E3-CD2E3A79F5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7388" y="3802063"/>
              <a:ext cx="61912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6" name="Freeform 1707">
              <a:extLst>
                <a:ext uri="{FF2B5EF4-FFF2-40B4-BE49-F238E27FC236}">
                  <a16:creationId xmlns:a16="http://schemas.microsoft.com/office/drawing/2014/main" id="{BE1BA781-19DF-7D4C-95EA-94A8E5005F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88676" y="3844925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7" name="Oval 1708">
              <a:extLst>
                <a:ext uri="{FF2B5EF4-FFF2-40B4-BE49-F238E27FC236}">
                  <a16:creationId xmlns:a16="http://schemas.microsoft.com/office/drawing/2014/main" id="{9D33DB2A-0047-B1C5-DDD8-D7F37D0F17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7388" y="377507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8" name="Freeform 1709">
              <a:extLst>
                <a:ext uri="{FF2B5EF4-FFF2-40B4-BE49-F238E27FC236}">
                  <a16:creationId xmlns:a16="http://schemas.microsoft.com/office/drawing/2014/main" id="{C54C0D61-8728-ABF0-77B4-94DCBCB2BF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2638" y="3798888"/>
              <a:ext cx="84137" cy="36512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1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4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3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9" name="Freeform 1710">
              <a:extLst>
                <a:ext uri="{FF2B5EF4-FFF2-40B4-BE49-F238E27FC236}">
                  <a16:creationId xmlns:a16="http://schemas.microsoft.com/office/drawing/2014/main" id="{94EF3057-FB2A-0301-7D10-8F1641A05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3" y="3784600"/>
              <a:ext cx="215900" cy="349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0" name="Freeform 1711">
              <a:extLst>
                <a:ext uri="{FF2B5EF4-FFF2-40B4-BE49-F238E27FC236}">
                  <a16:creationId xmlns:a16="http://schemas.microsoft.com/office/drawing/2014/main" id="{A56BFC26-90EB-EDA9-3A04-13FE53109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8026" y="3775075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1" name="Freeform 1712">
              <a:extLst>
                <a:ext uri="{FF2B5EF4-FFF2-40B4-BE49-F238E27FC236}">
                  <a16:creationId xmlns:a16="http://schemas.microsoft.com/office/drawing/2014/main" id="{B6017A46-0224-F844-92D9-81D910F87B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8026" y="3784600"/>
              <a:ext cx="60325" cy="68262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2" name="Freeform 1713">
              <a:extLst>
                <a:ext uri="{FF2B5EF4-FFF2-40B4-BE49-F238E27FC236}">
                  <a16:creationId xmlns:a16="http://schemas.microsoft.com/office/drawing/2014/main" id="{9607100E-9286-71AB-E4B5-F8301C496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9313" y="3827463"/>
              <a:ext cx="30162" cy="31750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3" name="Oval 1714">
              <a:extLst>
                <a:ext uri="{FF2B5EF4-FFF2-40B4-BE49-F238E27FC236}">
                  <a16:creationId xmlns:a16="http://schemas.microsoft.com/office/drawing/2014/main" id="{59945F3E-A8DC-A152-5E7A-3B3B36F1B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6" y="3757613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4" name="Freeform 1715">
              <a:extLst>
                <a:ext uri="{FF2B5EF4-FFF2-40B4-BE49-F238E27FC236}">
                  <a16:creationId xmlns:a16="http://schemas.microsoft.com/office/drawing/2014/main" id="{FB12EF5F-7491-B91C-0335-92A72F20F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3276" y="3781425"/>
              <a:ext cx="84137" cy="36512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5" name="Freeform 1716">
              <a:extLst>
                <a:ext uri="{FF2B5EF4-FFF2-40B4-BE49-F238E27FC236}">
                  <a16:creationId xmlns:a16="http://schemas.microsoft.com/office/drawing/2014/main" id="{140E6113-EBA5-2487-9980-50CAF89A61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6601" y="3767138"/>
              <a:ext cx="215900" cy="36512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8 h 42"/>
                <a:gd name="T6" fmla="*/ 98 w 196"/>
                <a:gd name="T7" fmla="*/ 0 h 42"/>
                <a:gd name="T8" fmla="*/ 0 w 196"/>
                <a:gd name="T9" fmla="*/ 38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8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6" name="Freeform 1717">
              <a:extLst>
                <a:ext uri="{FF2B5EF4-FFF2-40B4-BE49-F238E27FC236}">
                  <a16:creationId xmlns:a16="http://schemas.microsoft.com/office/drawing/2014/main" id="{663C6702-62D3-BD8F-7501-2F5E2332C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6913" y="3749675"/>
              <a:ext cx="274637" cy="85725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7" name="Freeform 1718">
              <a:extLst>
                <a:ext uri="{FF2B5EF4-FFF2-40B4-BE49-F238E27FC236}">
                  <a16:creationId xmlns:a16="http://schemas.microsoft.com/office/drawing/2014/main" id="{F56219B8-84CC-72DE-A007-F382AA7CB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6913" y="3759200"/>
              <a:ext cx="61912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8" name="Freeform 1719">
              <a:extLst>
                <a:ext uri="{FF2B5EF4-FFF2-40B4-BE49-F238E27FC236}">
                  <a16:creationId xmlns:a16="http://schemas.microsoft.com/office/drawing/2014/main" id="{336B8876-BD89-F2E8-86FD-F07CE7BB5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9788" y="3802063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9" name="Oval 1720">
              <a:extLst>
                <a:ext uri="{FF2B5EF4-FFF2-40B4-BE49-F238E27FC236}">
                  <a16:creationId xmlns:a16="http://schemas.microsoft.com/office/drawing/2014/main" id="{CF9C95CE-5E80-D26B-6493-FEE1271DE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6913" y="3732213"/>
              <a:ext cx="274637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0" name="Freeform 1721">
              <a:extLst>
                <a:ext uri="{FF2B5EF4-FFF2-40B4-BE49-F238E27FC236}">
                  <a16:creationId xmlns:a16="http://schemas.microsoft.com/office/drawing/2014/main" id="{9A124FC3-5C76-F254-8E58-7833CE77E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2163" y="3756025"/>
              <a:ext cx="84137" cy="36512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1" name="Freeform 1722">
              <a:extLst>
                <a:ext uri="{FF2B5EF4-FFF2-40B4-BE49-F238E27FC236}">
                  <a16:creationId xmlns:a16="http://schemas.microsoft.com/office/drawing/2014/main" id="{B637A9F7-E926-55DE-DC82-DF89A3DE7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6" y="3741738"/>
              <a:ext cx="215900" cy="34925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2" name="Freeform 1723">
              <a:extLst>
                <a:ext uri="{FF2B5EF4-FFF2-40B4-BE49-F238E27FC236}">
                  <a16:creationId xmlns:a16="http://schemas.microsoft.com/office/drawing/2014/main" id="{2650D4E9-AD4E-EEB3-E574-A2C5AE8A3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8026" y="3729038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3" name="Freeform 1724">
              <a:extLst>
                <a:ext uri="{FF2B5EF4-FFF2-40B4-BE49-F238E27FC236}">
                  <a16:creationId xmlns:a16="http://schemas.microsoft.com/office/drawing/2014/main" id="{C97148A9-719A-3A60-EB26-0FDB5E482C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8026" y="3736975"/>
              <a:ext cx="60325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4" name="Freeform 1725">
              <a:extLst>
                <a:ext uri="{FF2B5EF4-FFF2-40B4-BE49-F238E27FC236}">
                  <a16:creationId xmlns:a16="http://schemas.microsoft.com/office/drawing/2014/main" id="{18264F32-AF4C-C12B-423A-9FB44FEE6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9313" y="3779838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5" name="Oval 1726">
              <a:extLst>
                <a:ext uri="{FF2B5EF4-FFF2-40B4-BE49-F238E27FC236}">
                  <a16:creationId xmlns:a16="http://schemas.microsoft.com/office/drawing/2014/main" id="{1DEF669F-3D60-335D-A95D-37C1DD3F7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6" y="371157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6" name="Freeform 1727">
              <a:extLst>
                <a:ext uri="{FF2B5EF4-FFF2-40B4-BE49-F238E27FC236}">
                  <a16:creationId xmlns:a16="http://schemas.microsoft.com/office/drawing/2014/main" id="{42235778-FB8C-3E7A-DFEF-1579F3B0B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1688" y="3735388"/>
              <a:ext cx="85725" cy="36512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7" name="Freeform 1728">
              <a:extLst>
                <a:ext uri="{FF2B5EF4-FFF2-40B4-BE49-F238E27FC236}">
                  <a16:creationId xmlns:a16="http://schemas.microsoft.com/office/drawing/2014/main" id="{AD9CEF62-6D90-39AB-A9CB-3F735D24F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6601" y="3719513"/>
              <a:ext cx="215900" cy="36512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8" name="Freeform 1729">
              <a:extLst>
                <a:ext uri="{FF2B5EF4-FFF2-40B4-BE49-F238E27FC236}">
                  <a16:creationId xmlns:a16="http://schemas.microsoft.com/office/drawing/2014/main" id="{276526DF-706B-4767-8047-934DB8551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6913" y="3703638"/>
              <a:ext cx="274637" cy="84137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9" name="Freeform 1730">
              <a:extLst>
                <a:ext uri="{FF2B5EF4-FFF2-40B4-BE49-F238E27FC236}">
                  <a16:creationId xmlns:a16="http://schemas.microsoft.com/office/drawing/2014/main" id="{3C5EA3EF-A43D-C851-0946-15905CC8A3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6913" y="3711575"/>
              <a:ext cx="61912" cy="69850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0" name="Freeform 1731">
              <a:extLst>
                <a:ext uri="{FF2B5EF4-FFF2-40B4-BE49-F238E27FC236}">
                  <a16:creationId xmlns:a16="http://schemas.microsoft.com/office/drawing/2014/main" id="{E2750EA5-C48A-0454-8464-BC3D1AB8C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9788" y="3754438"/>
              <a:ext cx="30162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1" name="Oval 1732">
              <a:extLst>
                <a:ext uri="{FF2B5EF4-FFF2-40B4-BE49-F238E27FC236}">
                  <a16:creationId xmlns:a16="http://schemas.microsoft.com/office/drawing/2014/main" id="{7289A575-D28B-3355-C048-78A2F98382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6913" y="3686175"/>
              <a:ext cx="274637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2" name="Freeform 1733">
              <a:extLst>
                <a:ext uri="{FF2B5EF4-FFF2-40B4-BE49-F238E27FC236}">
                  <a16:creationId xmlns:a16="http://schemas.microsoft.com/office/drawing/2014/main" id="{D9C4257C-2EDF-DD78-53A5-CC71A755A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2163" y="3709988"/>
              <a:ext cx="84137" cy="36512"/>
            </a:xfrm>
            <a:custGeom>
              <a:avLst/>
              <a:gdLst>
                <a:gd name="T0" fmla="*/ 67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9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20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7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7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0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8" y="25"/>
                    <a:pt x="55" y="23"/>
                  </a:cubicBezTo>
                  <a:cubicBezTo>
                    <a:pt x="47" y="19"/>
                    <a:pt x="25" y="34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3" name="Freeform 1734">
              <a:extLst>
                <a:ext uri="{FF2B5EF4-FFF2-40B4-BE49-F238E27FC236}">
                  <a16:creationId xmlns:a16="http://schemas.microsoft.com/office/drawing/2014/main" id="{E3CD9134-047D-DA4D-1BDC-0E0792E22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6" y="3695700"/>
              <a:ext cx="214312" cy="34925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4" name="Freeform 1735">
              <a:extLst>
                <a:ext uri="{FF2B5EF4-FFF2-40B4-BE49-F238E27FC236}">
                  <a16:creationId xmlns:a16="http://schemas.microsoft.com/office/drawing/2014/main" id="{0E6FF526-A1E1-6D90-F7E9-4B9F285C2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3681413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5" name="Freeform 1736">
              <a:extLst>
                <a:ext uri="{FF2B5EF4-FFF2-40B4-BE49-F238E27FC236}">
                  <a16:creationId xmlns:a16="http://schemas.microsoft.com/office/drawing/2014/main" id="{68A19D5E-C0FF-CE9F-17CB-132582E66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3689350"/>
              <a:ext cx="60325" cy="69850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6" name="Freeform 1737">
              <a:extLst>
                <a:ext uri="{FF2B5EF4-FFF2-40B4-BE49-F238E27FC236}">
                  <a16:creationId xmlns:a16="http://schemas.microsoft.com/office/drawing/2014/main" id="{309B5969-152C-45A9-5DAA-C935345507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6613" y="3732213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7" name="Oval 1738">
              <a:extLst>
                <a:ext uri="{FF2B5EF4-FFF2-40B4-BE49-F238E27FC236}">
                  <a16:creationId xmlns:a16="http://schemas.microsoft.com/office/drawing/2014/main" id="{3F425171-A8E9-0E40-B54C-9A4770EB4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5326" y="36639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8" name="Freeform 1739">
              <a:extLst>
                <a:ext uri="{FF2B5EF4-FFF2-40B4-BE49-F238E27FC236}">
                  <a16:creationId xmlns:a16="http://schemas.microsoft.com/office/drawing/2014/main" id="{3B6D70E7-EECD-856E-FB53-4325C0532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8988" y="3687763"/>
              <a:ext cx="85725" cy="36512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9" name="Freeform 1740">
              <a:extLst>
                <a:ext uri="{FF2B5EF4-FFF2-40B4-BE49-F238E27FC236}">
                  <a16:creationId xmlns:a16="http://schemas.microsoft.com/office/drawing/2014/main" id="{903DE4B0-2AE3-3BA7-B758-1D24036EB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3901" y="3673475"/>
              <a:ext cx="215900" cy="349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0" name="Freeform 1741">
              <a:extLst>
                <a:ext uri="{FF2B5EF4-FFF2-40B4-BE49-F238E27FC236}">
                  <a16:creationId xmlns:a16="http://schemas.microsoft.com/office/drawing/2014/main" id="{C6B3A7BC-FAB0-1DB5-A97D-4EE210763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3" y="3663950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1" name="Freeform 1742">
              <a:extLst>
                <a:ext uri="{FF2B5EF4-FFF2-40B4-BE49-F238E27FC236}">
                  <a16:creationId xmlns:a16="http://schemas.microsoft.com/office/drawing/2014/main" id="{269B6583-030A-7BD2-EDEE-348E9EABF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3" y="3673475"/>
              <a:ext cx="60325" cy="68262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2" name="Freeform 1743">
              <a:extLst>
                <a:ext uri="{FF2B5EF4-FFF2-40B4-BE49-F238E27FC236}">
                  <a16:creationId xmlns:a16="http://schemas.microsoft.com/office/drawing/2014/main" id="{E5D90DB3-C822-1C06-B4AB-80E121CA3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251" y="3716338"/>
              <a:ext cx="30162" cy="31750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3" name="Oval 1744">
              <a:extLst>
                <a:ext uri="{FF2B5EF4-FFF2-40B4-BE49-F238E27FC236}">
                  <a16:creationId xmlns:a16="http://schemas.microsoft.com/office/drawing/2014/main" id="{14DDA39C-276F-E94D-EDC0-C591F5B78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5963" y="3646488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4" name="Freeform 1745">
              <a:extLst>
                <a:ext uri="{FF2B5EF4-FFF2-40B4-BE49-F238E27FC236}">
                  <a16:creationId xmlns:a16="http://schemas.microsoft.com/office/drawing/2014/main" id="{BDF3FEA3-2A1F-1CC6-2AA2-1F20A669A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9626" y="3668713"/>
              <a:ext cx="84137" cy="38100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4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5" name="Freeform 1746">
              <a:extLst>
                <a:ext uri="{FF2B5EF4-FFF2-40B4-BE49-F238E27FC236}">
                  <a16:creationId xmlns:a16="http://schemas.microsoft.com/office/drawing/2014/main" id="{A283D156-87AA-2E50-C8A8-C4D05E6F8B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4538" y="3656013"/>
              <a:ext cx="215900" cy="36512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6" name="Freeform 1747">
              <a:extLst>
                <a:ext uri="{FF2B5EF4-FFF2-40B4-BE49-F238E27FC236}">
                  <a16:creationId xmlns:a16="http://schemas.microsoft.com/office/drawing/2014/main" id="{9447AC96-DC6F-52EE-0FEE-8E1A3B764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638550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7" name="Freeform 1748">
              <a:extLst>
                <a:ext uri="{FF2B5EF4-FFF2-40B4-BE49-F238E27FC236}">
                  <a16:creationId xmlns:a16="http://schemas.microsoft.com/office/drawing/2014/main" id="{00448F1F-2D35-617E-38E6-023362925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646488"/>
              <a:ext cx="61912" cy="69850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8" name="Freeform 1749">
              <a:extLst>
                <a:ext uri="{FF2B5EF4-FFF2-40B4-BE49-F238E27FC236}">
                  <a16:creationId xmlns:a16="http://schemas.microsoft.com/office/drawing/2014/main" id="{86B050EF-C184-B21F-DF7C-615E752F9F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7726" y="3689350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9" name="Oval 1750">
              <a:extLst>
                <a:ext uri="{FF2B5EF4-FFF2-40B4-BE49-F238E27FC236}">
                  <a16:creationId xmlns:a16="http://schemas.microsoft.com/office/drawing/2014/main" id="{A4800A18-2395-5DDB-B62C-96B88BC76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4851" y="3621088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0" name="Freeform 1751">
              <a:extLst>
                <a:ext uri="{FF2B5EF4-FFF2-40B4-BE49-F238E27FC236}">
                  <a16:creationId xmlns:a16="http://schemas.microsoft.com/office/drawing/2014/main" id="{EA0F332B-A9BC-C2B7-C42A-948035DB8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0101" y="3644900"/>
              <a:ext cx="84137" cy="36512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7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1" name="Freeform 1752">
              <a:extLst>
                <a:ext uri="{FF2B5EF4-FFF2-40B4-BE49-F238E27FC236}">
                  <a16:creationId xmlns:a16="http://schemas.microsoft.com/office/drawing/2014/main" id="{4DAE64B2-CBA7-C90E-0E4C-F2DA3C62F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426" y="3630613"/>
              <a:ext cx="215900" cy="349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2" name="Freeform 1753">
              <a:extLst>
                <a:ext uri="{FF2B5EF4-FFF2-40B4-BE49-F238E27FC236}">
                  <a16:creationId xmlns:a16="http://schemas.microsoft.com/office/drawing/2014/main" id="{8310310B-E42D-6796-BDDE-E67572BFC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3" y="3617913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3" name="Freeform 1754">
              <a:extLst>
                <a:ext uri="{FF2B5EF4-FFF2-40B4-BE49-F238E27FC236}">
                  <a16:creationId xmlns:a16="http://schemas.microsoft.com/office/drawing/2014/main" id="{DD8949A6-DFA4-BD24-D383-F9B093D73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3" y="3625850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4" name="Freeform 1755">
              <a:extLst>
                <a:ext uri="{FF2B5EF4-FFF2-40B4-BE49-F238E27FC236}">
                  <a16:creationId xmlns:a16="http://schemas.microsoft.com/office/drawing/2014/main" id="{47183D17-84CD-DD1B-2E73-BFA0F037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251" y="3668713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5" name="Oval 1756">
              <a:extLst>
                <a:ext uri="{FF2B5EF4-FFF2-40B4-BE49-F238E27FC236}">
                  <a16:creationId xmlns:a16="http://schemas.microsoft.com/office/drawing/2014/main" id="{F7335568-1D37-6276-3130-29584FE65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5963" y="36004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6" name="Freeform 1757">
              <a:extLst>
                <a:ext uri="{FF2B5EF4-FFF2-40B4-BE49-F238E27FC236}">
                  <a16:creationId xmlns:a16="http://schemas.microsoft.com/office/drawing/2014/main" id="{D5FC1431-EC45-F14B-AA3E-F18A674B3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9626" y="3622675"/>
              <a:ext cx="84137" cy="38100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7" name="Freeform 1758">
              <a:extLst>
                <a:ext uri="{FF2B5EF4-FFF2-40B4-BE49-F238E27FC236}">
                  <a16:creationId xmlns:a16="http://schemas.microsoft.com/office/drawing/2014/main" id="{EE32C1D6-3FBF-5D8C-5D85-61A0422539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4538" y="3608388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8" name="Freeform 1759">
              <a:extLst>
                <a:ext uri="{FF2B5EF4-FFF2-40B4-BE49-F238E27FC236}">
                  <a16:creationId xmlns:a16="http://schemas.microsoft.com/office/drawing/2014/main" id="{C2705008-4C18-11FF-195A-DEDF45A970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592513"/>
              <a:ext cx="273050" cy="84137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9" name="Freeform 1760">
              <a:extLst>
                <a:ext uri="{FF2B5EF4-FFF2-40B4-BE49-F238E27FC236}">
                  <a16:creationId xmlns:a16="http://schemas.microsoft.com/office/drawing/2014/main" id="{4984664D-9CEB-C0E5-B90D-3DF933A98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600450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0" name="Freeform 1761">
              <a:extLst>
                <a:ext uri="{FF2B5EF4-FFF2-40B4-BE49-F238E27FC236}">
                  <a16:creationId xmlns:a16="http://schemas.microsoft.com/office/drawing/2014/main" id="{B2F87DFB-1F33-0ACC-FF45-DE8D7DBC84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7726" y="3643313"/>
              <a:ext cx="28575" cy="33337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1" name="Oval 1762">
              <a:extLst>
                <a:ext uri="{FF2B5EF4-FFF2-40B4-BE49-F238E27FC236}">
                  <a16:creationId xmlns:a16="http://schemas.microsoft.com/office/drawing/2014/main" id="{0874DF4A-C207-1AB6-3B14-B795C2EDA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4851" y="35750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2" name="Freeform 1763">
              <a:extLst>
                <a:ext uri="{FF2B5EF4-FFF2-40B4-BE49-F238E27FC236}">
                  <a16:creationId xmlns:a16="http://schemas.microsoft.com/office/drawing/2014/main" id="{5C830A2E-BD93-47FC-7784-02EDBE2DB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0101" y="3598863"/>
              <a:ext cx="84137" cy="34925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3" name="Freeform 1764">
              <a:extLst>
                <a:ext uri="{FF2B5EF4-FFF2-40B4-BE49-F238E27FC236}">
                  <a16:creationId xmlns:a16="http://schemas.microsoft.com/office/drawing/2014/main" id="{09F847CD-3C59-916B-5980-5F05E3A66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426" y="3584575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4" name="Freeform 1765">
              <a:extLst>
                <a:ext uri="{FF2B5EF4-FFF2-40B4-BE49-F238E27FC236}">
                  <a16:creationId xmlns:a16="http://schemas.microsoft.com/office/drawing/2014/main" id="{D5A115EF-7C9A-7CED-3901-FBC57DDCD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5801" y="3573463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5" name="Freeform 1766">
              <a:extLst>
                <a:ext uri="{FF2B5EF4-FFF2-40B4-BE49-F238E27FC236}">
                  <a16:creationId xmlns:a16="http://schemas.microsoft.com/office/drawing/2014/main" id="{5649E800-304A-40A6-589F-92C1D05A1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5801" y="3581400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6" name="Freeform 1767">
              <a:extLst>
                <a:ext uri="{FF2B5EF4-FFF2-40B4-BE49-F238E27FC236}">
                  <a16:creationId xmlns:a16="http://schemas.microsoft.com/office/drawing/2014/main" id="{5F6A47B0-A0BF-880C-CDD2-CCE0CBD9C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87088" y="3624263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7" name="Oval 1768">
              <a:extLst>
                <a:ext uri="{FF2B5EF4-FFF2-40B4-BE49-F238E27FC236}">
                  <a16:creationId xmlns:a16="http://schemas.microsoft.com/office/drawing/2014/main" id="{811D4743-91F1-5392-3C87-42D7D0215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5801" y="355600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8" name="Freeform 1769">
              <a:extLst>
                <a:ext uri="{FF2B5EF4-FFF2-40B4-BE49-F238E27FC236}">
                  <a16:creationId xmlns:a16="http://schemas.microsoft.com/office/drawing/2014/main" id="{FFC88514-D65E-47E4-C2AA-68B809E0F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9463" y="3578225"/>
              <a:ext cx="85725" cy="38100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9" name="Freeform 1770">
              <a:extLst>
                <a:ext uri="{FF2B5EF4-FFF2-40B4-BE49-F238E27FC236}">
                  <a16:creationId xmlns:a16="http://schemas.microsoft.com/office/drawing/2014/main" id="{7744232B-DDFE-E95A-A181-C3F9CB658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4376" y="3563938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0" name="Freeform 1771">
              <a:extLst>
                <a:ext uri="{FF2B5EF4-FFF2-40B4-BE49-F238E27FC236}">
                  <a16:creationId xmlns:a16="http://schemas.microsoft.com/office/drawing/2014/main" id="{822AFD3A-4F8F-5672-6C1D-2BE4D54CF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556000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1" name="Freeform 1772">
              <a:extLst>
                <a:ext uri="{FF2B5EF4-FFF2-40B4-BE49-F238E27FC236}">
                  <a16:creationId xmlns:a16="http://schemas.microsoft.com/office/drawing/2014/main" id="{7DC38774-4A87-212B-54EA-6C6E9D5A4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563938"/>
              <a:ext cx="61912" cy="68262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2" name="Freeform 1773">
              <a:extLst>
                <a:ext uri="{FF2B5EF4-FFF2-40B4-BE49-F238E27FC236}">
                  <a16:creationId xmlns:a16="http://schemas.microsoft.com/office/drawing/2014/main" id="{59C12BA5-BF58-2D4C-5170-9404A6AB5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7726" y="3606800"/>
              <a:ext cx="30162" cy="33337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3" name="Oval 1774">
              <a:extLst>
                <a:ext uri="{FF2B5EF4-FFF2-40B4-BE49-F238E27FC236}">
                  <a16:creationId xmlns:a16="http://schemas.microsoft.com/office/drawing/2014/main" id="{D029C2A7-39C9-262A-5B75-9E8EA3420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4851" y="3536950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4" name="Freeform 1775">
              <a:extLst>
                <a:ext uri="{FF2B5EF4-FFF2-40B4-BE49-F238E27FC236}">
                  <a16:creationId xmlns:a16="http://schemas.microsoft.com/office/drawing/2014/main" id="{792FB81E-E9CC-79C6-E9B4-49A264DDA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0101" y="3560763"/>
              <a:ext cx="84137" cy="36512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4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5" name="Freeform 1776">
              <a:extLst>
                <a:ext uri="{FF2B5EF4-FFF2-40B4-BE49-F238E27FC236}">
                  <a16:creationId xmlns:a16="http://schemas.microsoft.com/office/drawing/2014/main" id="{0F06F5C5-F265-75D6-4F6B-B30492B38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426" y="3546475"/>
              <a:ext cx="215900" cy="36512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6" name="Freeform 1777">
              <a:extLst>
                <a:ext uri="{FF2B5EF4-FFF2-40B4-BE49-F238E27FC236}">
                  <a16:creationId xmlns:a16="http://schemas.microsoft.com/office/drawing/2014/main" id="{FBC67DC8-4164-FDEF-49A3-325B7BD77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3530600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7" name="Freeform 1778">
              <a:extLst>
                <a:ext uri="{FF2B5EF4-FFF2-40B4-BE49-F238E27FC236}">
                  <a16:creationId xmlns:a16="http://schemas.microsoft.com/office/drawing/2014/main" id="{20150DE2-3A91-EDF1-2DE0-35ABDB419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3538538"/>
              <a:ext cx="60325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8" name="Freeform 1779">
              <a:extLst>
                <a:ext uri="{FF2B5EF4-FFF2-40B4-BE49-F238E27FC236}">
                  <a16:creationId xmlns:a16="http://schemas.microsoft.com/office/drawing/2014/main" id="{23F9D6DC-7D4D-38E0-B221-441E1DE08A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6613" y="3581400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9" name="Oval 1780">
              <a:extLst>
                <a:ext uri="{FF2B5EF4-FFF2-40B4-BE49-F238E27FC236}">
                  <a16:creationId xmlns:a16="http://schemas.microsoft.com/office/drawing/2014/main" id="{2DC9C63F-C947-C4D9-2555-68C6DBCE4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5326" y="3513138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0" name="Freeform 1781">
              <a:extLst>
                <a:ext uri="{FF2B5EF4-FFF2-40B4-BE49-F238E27FC236}">
                  <a16:creationId xmlns:a16="http://schemas.microsoft.com/office/drawing/2014/main" id="{A89EA858-5B8E-E219-D98F-068EC1810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8988" y="3535363"/>
              <a:ext cx="85725" cy="38100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7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1" name="Freeform 1782">
              <a:extLst>
                <a:ext uri="{FF2B5EF4-FFF2-40B4-BE49-F238E27FC236}">
                  <a16:creationId xmlns:a16="http://schemas.microsoft.com/office/drawing/2014/main" id="{D8A8C76D-9EBA-96FC-0CED-88C6D7EA3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3901" y="3521075"/>
              <a:ext cx="215900" cy="36512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2" name="Freeform 1783">
              <a:extLst>
                <a:ext uri="{FF2B5EF4-FFF2-40B4-BE49-F238E27FC236}">
                  <a16:creationId xmlns:a16="http://schemas.microsoft.com/office/drawing/2014/main" id="{8404B27C-013A-A651-682C-4352AE2A2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508375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3" name="Freeform 1784">
              <a:extLst>
                <a:ext uri="{FF2B5EF4-FFF2-40B4-BE49-F238E27FC236}">
                  <a16:creationId xmlns:a16="http://schemas.microsoft.com/office/drawing/2014/main" id="{5EDE5BB9-4620-281D-8897-C4E170EF29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516313"/>
              <a:ext cx="60325" cy="69850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4" name="Freeform 1785">
              <a:extLst>
                <a:ext uri="{FF2B5EF4-FFF2-40B4-BE49-F238E27FC236}">
                  <a16:creationId xmlns:a16="http://schemas.microsoft.com/office/drawing/2014/main" id="{26425384-88DE-D93B-A1DE-E7234AEDEF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6138" y="3559175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5" name="Oval 1786">
              <a:extLst>
                <a:ext uri="{FF2B5EF4-FFF2-40B4-BE49-F238E27FC236}">
                  <a16:creationId xmlns:a16="http://schemas.microsoft.com/office/drawing/2014/main" id="{D8163870-1EC2-5888-122A-3A109AC68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4851" y="3490913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6" name="Freeform 1787">
              <a:extLst>
                <a:ext uri="{FF2B5EF4-FFF2-40B4-BE49-F238E27FC236}">
                  <a16:creationId xmlns:a16="http://schemas.microsoft.com/office/drawing/2014/main" id="{81A82B33-053D-5764-E7E3-A06A5A9E4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0101" y="3514725"/>
              <a:ext cx="84137" cy="36512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7" name="Freeform 1788">
              <a:extLst>
                <a:ext uri="{FF2B5EF4-FFF2-40B4-BE49-F238E27FC236}">
                  <a16:creationId xmlns:a16="http://schemas.microsoft.com/office/drawing/2014/main" id="{12648BC2-254B-6185-E800-B6A074016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426" y="3500438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8" name="Freeform 1789">
              <a:extLst>
                <a:ext uri="{FF2B5EF4-FFF2-40B4-BE49-F238E27FC236}">
                  <a16:creationId xmlns:a16="http://schemas.microsoft.com/office/drawing/2014/main" id="{CCEBB57D-167B-A637-0AB3-E7ED542F09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3482975"/>
              <a:ext cx="273050" cy="84137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9" name="Freeform 1790">
              <a:extLst>
                <a:ext uri="{FF2B5EF4-FFF2-40B4-BE49-F238E27FC236}">
                  <a16:creationId xmlns:a16="http://schemas.microsoft.com/office/drawing/2014/main" id="{7F1B0658-A19B-A871-8845-E99438357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3492500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0" name="Freeform 1791">
              <a:extLst>
                <a:ext uri="{FF2B5EF4-FFF2-40B4-BE49-F238E27FC236}">
                  <a16:creationId xmlns:a16="http://schemas.microsoft.com/office/drawing/2014/main" id="{05085AE4-945E-D55B-C718-89B1F4170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6613" y="3535363"/>
              <a:ext cx="30162" cy="31750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1" name="Oval 1792">
              <a:extLst>
                <a:ext uri="{FF2B5EF4-FFF2-40B4-BE49-F238E27FC236}">
                  <a16:creationId xmlns:a16="http://schemas.microsoft.com/office/drawing/2014/main" id="{9F0795B3-1089-9AD8-67C6-4DBE05F06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5326" y="3465513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2" name="Freeform 1793">
              <a:extLst>
                <a:ext uri="{FF2B5EF4-FFF2-40B4-BE49-F238E27FC236}">
                  <a16:creationId xmlns:a16="http://schemas.microsoft.com/office/drawing/2014/main" id="{52EE2DA1-3C98-8AE5-3804-9418260CA7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8988" y="3489325"/>
              <a:ext cx="85725" cy="36512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3" name="Freeform 1794">
              <a:extLst>
                <a:ext uri="{FF2B5EF4-FFF2-40B4-BE49-F238E27FC236}">
                  <a16:creationId xmlns:a16="http://schemas.microsoft.com/office/drawing/2014/main" id="{B838EF10-22D1-C0EC-FE7B-48BB8A5E4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3901" y="3475038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4" name="Oval 1795">
              <a:extLst>
                <a:ext uri="{FF2B5EF4-FFF2-40B4-BE49-F238E27FC236}">
                  <a16:creationId xmlns:a16="http://schemas.microsoft.com/office/drawing/2014/main" id="{AC7CD51D-3D98-5D21-C006-F258EB5B2A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5313" y="4225925"/>
              <a:ext cx="273050" cy="84137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5" name="Freeform 1796">
              <a:extLst>
                <a:ext uri="{FF2B5EF4-FFF2-40B4-BE49-F238E27FC236}">
                  <a16:creationId xmlns:a16="http://schemas.microsoft.com/office/drawing/2014/main" id="{0DDAF386-BAE9-CEE0-6E54-57755D255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8801" y="4208462"/>
              <a:ext cx="274637" cy="84137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6" name="Freeform 1797">
              <a:extLst>
                <a:ext uri="{FF2B5EF4-FFF2-40B4-BE49-F238E27FC236}">
                  <a16:creationId xmlns:a16="http://schemas.microsoft.com/office/drawing/2014/main" id="{81761697-03CA-2ED5-B90A-0D195509D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8801" y="4217987"/>
              <a:ext cx="61912" cy="68262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7" name="Freeform 1798">
              <a:extLst>
                <a:ext uri="{FF2B5EF4-FFF2-40B4-BE49-F238E27FC236}">
                  <a16:creationId xmlns:a16="http://schemas.microsoft.com/office/drawing/2014/main" id="{F5C578C0-6065-2E81-133F-844B96DC1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1676" y="4259262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8" name="Oval 1799">
              <a:extLst>
                <a:ext uri="{FF2B5EF4-FFF2-40B4-BE49-F238E27FC236}">
                  <a16:creationId xmlns:a16="http://schemas.microsoft.com/office/drawing/2014/main" id="{A03CF390-36BE-C374-8D36-BACD69FDF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8801" y="4191000"/>
              <a:ext cx="274637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9" name="Freeform 1800">
              <a:extLst>
                <a:ext uri="{FF2B5EF4-FFF2-40B4-BE49-F238E27FC236}">
                  <a16:creationId xmlns:a16="http://schemas.microsoft.com/office/drawing/2014/main" id="{AE16343F-B5C8-B842-2287-2A06E30B9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4051" y="4214812"/>
              <a:ext cx="84137" cy="36512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39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0" name="Freeform 1801">
              <a:extLst>
                <a:ext uri="{FF2B5EF4-FFF2-40B4-BE49-F238E27FC236}">
                  <a16:creationId xmlns:a16="http://schemas.microsoft.com/office/drawing/2014/main" id="{7BE271ED-9F51-2B3B-4917-69CF050AF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7376" y="4200525"/>
              <a:ext cx="217487" cy="36512"/>
            </a:xfrm>
            <a:custGeom>
              <a:avLst/>
              <a:gdLst>
                <a:gd name="T0" fmla="*/ 98 w 196"/>
                <a:gd name="T1" fmla="*/ 7 h 43"/>
                <a:gd name="T2" fmla="*/ 195 w 196"/>
                <a:gd name="T3" fmla="*/ 43 h 43"/>
                <a:gd name="T4" fmla="*/ 196 w 196"/>
                <a:gd name="T5" fmla="*/ 39 h 43"/>
                <a:gd name="T6" fmla="*/ 98 w 196"/>
                <a:gd name="T7" fmla="*/ 0 h 43"/>
                <a:gd name="T8" fmla="*/ 0 w 196"/>
                <a:gd name="T9" fmla="*/ 39 h 43"/>
                <a:gd name="T10" fmla="*/ 1 w 196"/>
                <a:gd name="T11" fmla="*/ 43 h 43"/>
                <a:gd name="T12" fmla="*/ 98 w 196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1" name="Freeform 1802">
              <a:extLst>
                <a:ext uri="{FF2B5EF4-FFF2-40B4-BE49-F238E27FC236}">
                  <a16:creationId xmlns:a16="http://schemas.microsoft.com/office/drawing/2014/main" id="{E891AC80-1F9C-9CF4-8358-65D234458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1026" y="4191000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2" name="Freeform 1803">
              <a:extLst>
                <a:ext uri="{FF2B5EF4-FFF2-40B4-BE49-F238E27FC236}">
                  <a16:creationId xmlns:a16="http://schemas.microsoft.com/office/drawing/2014/main" id="{9CF490AF-EFF3-369B-B354-E024D27A1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1026" y="4200525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3" name="Freeform 1804">
              <a:extLst>
                <a:ext uri="{FF2B5EF4-FFF2-40B4-BE49-F238E27FC236}">
                  <a16:creationId xmlns:a16="http://schemas.microsoft.com/office/drawing/2014/main" id="{0AFFE715-9727-C0D1-8E2B-2186DFB16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0726" y="4243387"/>
              <a:ext cx="31750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4" name="Oval 1805">
              <a:extLst>
                <a:ext uri="{FF2B5EF4-FFF2-40B4-BE49-F238E27FC236}">
                  <a16:creationId xmlns:a16="http://schemas.microsoft.com/office/drawing/2014/main" id="{D7D1F142-40E1-26AB-4202-279A26D046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6" y="4173537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5" name="Freeform 1806">
              <a:extLst>
                <a:ext uri="{FF2B5EF4-FFF2-40B4-BE49-F238E27FC236}">
                  <a16:creationId xmlns:a16="http://schemas.microsoft.com/office/drawing/2014/main" id="{4F9DA993-FB94-5F53-23CE-0521D40863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4688" y="4197350"/>
              <a:ext cx="84137" cy="36512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6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0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6" name="Freeform 1807">
              <a:extLst>
                <a:ext uri="{FF2B5EF4-FFF2-40B4-BE49-F238E27FC236}">
                  <a16:creationId xmlns:a16="http://schemas.microsoft.com/office/drawing/2014/main" id="{C78D83EC-6C5A-07A4-2FD6-FE69960D8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9601" y="4183062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7" name="Freeform 1808">
              <a:extLst>
                <a:ext uri="{FF2B5EF4-FFF2-40B4-BE49-F238E27FC236}">
                  <a16:creationId xmlns:a16="http://schemas.microsoft.com/office/drawing/2014/main" id="{EE00D511-D24A-548B-5A55-052960DBB0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9913" y="4165600"/>
              <a:ext cx="273050" cy="84137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8" name="Freeform 1809">
              <a:extLst>
                <a:ext uri="{FF2B5EF4-FFF2-40B4-BE49-F238E27FC236}">
                  <a16:creationId xmlns:a16="http://schemas.microsoft.com/office/drawing/2014/main" id="{C8B5E7B1-8308-7968-7C76-41862F06B7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9913" y="4175125"/>
              <a:ext cx="60325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9" name="Freeform 1810">
              <a:extLst>
                <a:ext uri="{FF2B5EF4-FFF2-40B4-BE49-F238E27FC236}">
                  <a16:creationId xmlns:a16="http://schemas.microsoft.com/office/drawing/2014/main" id="{1A28A2F0-CC08-E609-9C46-5BB7E6C06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1201" y="4217987"/>
              <a:ext cx="30162" cy="31750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0" name="Oval 1811">
              <a:extLst>
                <a:ext uri="{FF2B5EF4-FFF2-40B4-BE49-F238E27FC236}">
                  <a16:creationId xmlns:a16="http://schemas.microsoft.com/office/drawing/2014/main" id="{F3528F40-3685-9046-E4F9-2D9411703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9913" y="4148137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1" name="Freeform 1812">
              <a:extLst>
                <a:ext uri="{FF2B5EF4-FFF2-40B4-BE49-F238E27FC236}">
                  <a16:creationId xmlns:a16="http://schemas.microsoft.com/office/drawing/2014/main" id="{8D66F80A-9356-95E4-ABA2-0A3540CEB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5163" y="4171950"/>
              <a:ext cx="84137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2" name="Freeform 1813">
              <a:extLst>
                <a:ext uri="{FF2B5EF4-FFF2-40B4-BE49-F238E27FC236}">
                  <a16:creationId xmlns:a16="http://schemas.microsoft.com/office/drawing/2014/main" id="{35DBC413-505B-3666-D614-C3E0E80B9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8488" y="4157662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3" name="Freeform 1815">
              <a:extLst>
                <a:ext uri="{FF2B5EF4-FFF2-40B4-BE49-F238E27FC236}">
                  <a16:creationId xmlns:a16="http://schemas.microsoft.com/office/drawing/2014/main" id="{530DB63F-9052-BA18-C586-36EAE66AA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9437" y="4144963"/>
              <a:ext cx="273050" cy="84138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4" name="Freeform 1816">
              <a:extLst>
                <a:ext uri="{FF2B5EF4-FFF2-40B4-BE49-F238E27FC236}">
                  <a16:creationId xmlns:a16="http://schemas.microsoft.com/office/drawing/2014/main" id="{930908F2-C254-7AE3-108B-57410786E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9437" y="4152900"/>
              <a:ext cx="60325" cy="69850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5" name="Freeform 1817">
              <a:extLst>
                <a:ext uri="{FF2B5EF4-FFF2-40B4-BE49-F238E27FC236}">
                  <a16:creationId xmlns:a16="http://schemas.microsoft.com/office/drawing/2014/main" id="{CC8BD4A5-90B4-FB91-17A2-636A7139E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0725" y="4195763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6" name="Oval 1818">
              <a:extLst>
                <a:ext uri="{FF2B5EF4-FFF2-40B4-BE49-F238E27FC236}">
                  <a16:creationId xmlns:a16="http://schemas.microsoft.com/office/drawing/2014/main" id="{EC0D8C00-D4CE-B0E4-439F-65300EB06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9437" y="412750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7" name="Freeform 1819">
              <a:extLst>
                <a:ext uri="{FF2B5EF4-FFF2-40B4-BE49-F238E27FC236}">
                  <a16:creationId xmlns:a16="http://schemas.microsoft.com/office/drawing/2014/main" id="{6FCD87CC-5E2D-3C59-7E98-AC37EDE37D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4687" y="4149725"/>
              <a:ext cx="84137" cy="365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5" y="3"/>
                    <a:pt x="33" y="1"/>
                    <a:pt x="40" y="1"/>
                  </a:cubicBezTo>
                  <a:cubicBezTo>
                    <a:pt x="42" y="4"/>
                    <a:pt x="43" y="5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8" name="Freeform 1820">
              <a:extLst>
                <a:ext uri="{FF2B5EF4-FFF2-40B4-BE49-F238E27FC236}">
                  <a16:creationId xmlns:a16="http://schemas.microsoft.com/office/drawing/2014/main" id="{F11AAE52-2771-1417-C13E-3BB40984E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8012" y="4135438"/>
              <a:ext cx="215900" cy="365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9" name="Freeform 1821">
              <a:extLst>
                <a:ext uri="{FF2B5EF4-FFF2-40B4-BE49-F238E27FC236}">
                  <a16:creationId xmlns:a16="http://schemas.microsoft.com/office/drawing/2014/main" id="{512B8E18-2D0F-040A-E675-D1F2099EA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9912" y="4119563"/>
              <a:ext cx="273050" cy="84138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0" name="Freeform 1822">
              <a:extLst>
                <a:ext uri="{FF2B5EF4-FFF2-40B4-BE49-F238E27FC236}">
                  <a16:creationId xmlns:a16="http://schemas.microsoft.com/office/drawing/2014/main" id="{9F2D1446-8EBE-CC08-35A1-2348F4CABC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9912" y="4127500"/>
              <a:ext cx="60325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1" name="Freeform 1823">
              <a:extLst>
                <a:ext uri="{FF2B5EF4-FFF2-40B4-BE49-F238E27FC236}">
                  <a16:creationId xmlns:a16="http://schemas.microsoft.com/office/drawing/2014/main" id="{7933F6ED-7D75-1B4C-04D0-8B6F1AFA55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1200" y="4170363"/>
              <a:ext cx="30162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2" name="Oval 1824">
              <a:extLst>
                <a:ext uri="{FF2B5EF4-FFF2-40B4-BE49-F238E27FC236}">
                  <a16:creationId xmlns:a16="http://schemas.microsoft.com/office/drawing/2014/main" id="{C38DB84D-D4C5-6A42-14ED-46EC5F8C3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9912" y="410210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3" name="Freeform 1825">
              <a:extLst>
                <a:ext uri="{FF2B5EF4-FFF2-40B4-BE49-F238E27FC236}">
                  <a16:creationId xmlns:a16="http://schemas.microsoft.com/office/drawing/2014/main" id="{F4F2BDEA-31E3-DADB-36DB-635427BD4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5162" y="4125913"/>
              <a:ext cx="84137" cy="365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9"/>
                    <a:pt x="27" y="11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4" name="Freeform 1826">
              <a:extLst>
                <a:ext uri="{FF2B5EF4-FFF2-40B4-BE49-F238E27FC236}">
                  <a16:creationId xmlns:a16="http://schemas.microsoft.com/office/drawing/2014/main" id="{25935C83-C50E-A6B6-5810-7424B934C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8487" y="4110038"/>
              <a:ext cx="215900" cy="365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5" name="Freeform 1827">
              <a:extLst>
                <a:ext uri="{FF2B5EF4-FFF2-40B4-BE49-F238E27FC236}">
                  <a16:creationId xmlns:a16="http://schemas.microsoft.com/office/drawing/2014/main" id="{FEEBBA15-603A-1050-0488-D5AE64993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5150" y="4100513"/>
              <a:ext cx="273050" cy="84138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6" name="Freeform 1828">
              <a:extLst>
                <a:ext uri="{FF2B5EF4-FFF2-40B4-BE49-F238E27FC236}">
                  <a16:creationId xmlns:a16="http://schemas.microsoft.com/office/drawing/2014/main" id="{B688A50C-3B62-8945-5070-19E0EF79F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5150" y="4110038"/>
              <a:ext cx="58737" cy="68263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7" name="Freeform 1829">
              <a:extLst>
                <a:ext uri="{FF2B5EF4-FFF2-40B4-BE49-F238E27FC236}">
                  <a16:creationId xmlns:a16="http://schemas.microsoft.com/office/drawing/2014/main" id="{B7012332-DF13-59CB-B540-333F6DB6B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0" y="4151313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8" name="Oval 1830">
              <a:extLst>
                <a:ext uri="{FF2B5EF4-FFF2-40B4-BE49-F238E27FC236}">
                  <a16:creationId xmlns:a16="http://schemas.microsoft.com/office/drawing/2014/main" id="{0CEBBB4B-DBFF-5F69-C4A3-90E8BC4F8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5150" y="4083050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9" name="Freeform 1831">
              <a:extLst>
                <a:ext uri="{FF2B5EF4-FFF2-40B4-BE49-F238E27FC236}">
                  <a16:creationId xmlns:a16="http://schemas.microsoft.com/office/drawing/2014/main" id="{9174FA11-BA7D-65C1-4166-A085C6825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8812" y="4106863"/>
              <a:ext cx="85725" cy="365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0" name="Freeform 1832">
              <a:extLst>
                <a:ext uri="{FF2B5EF4-FFF2-40B4-BE49-F238E27FC236}">
                  <a16:creationId xmlns:a16="http://schemas.microsoft.com/office/drawing/2014/main" id="{4981E6FE-880D-595E-5AA4-601330E6E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3725" y="4092575"/>
              <a:ext cx="215900" cy="36513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1" name="Freeform 1833">
              <a:extLst>
                <a:ext uri="{FF2B5EF4-FFF2-40B4-BE49-F238E27FC236}">
                  <a16:creationId xmlns:a16="http://schemas.microsoft.com/office/drawing/2014/main" id="{28DD6646-BF36-CB74-DEF9-3E3DB7F6C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4200" y="4083050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2" name="Freeform 1834">
              <a:extLst>
                <a:ext uri="{FF2B5EF4-FFF2-40B4-BE49-F238E27FC236}">
                  <a16:creationId xmlns:a16="http://schemas.microsoft.com/office/drawing/2014/main" id="{E51FB9E8-4644-F098-6AC8-60F1E56DF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4200" y="4092575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3" name="Freeform 1835">
              <a:extLst>
                <a:ext uri="{FF2B5EF4-FFF2-40B4-BE49-F238E27FC236}">
                  <a16:creationId xmlns:a16="http://schemas.microsoft.com/office/drawing/2014/main" id="{645AC4CA-D563-5DFB-7E58-9A18C25844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5" y="4135438"/>
              <a:ext cx="28575" cy="333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4" name="Oval 1836">
              <a:extLst>
                <a:ext uri="{FF2B5EF4-FFF2-40B4-BE49-F238E27FC236}">
                  <a16:creationId xmlns:a16="http://schemas.microsoft.com/office/drawing/2014/main" id="{1B67C6F5-8F6C-8BB6-760E-CA391AF6B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4200" y="4065588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5" name="Freeform 1837">
              <a:extLst>
                <a:ext uri="{FF2B5EF4-FFF2-40B4-BE49-F238E27FC236}">
                  <a16:creationId xmlns:a16="http://schemas.microsoft.com/office/drawing/2014/main" id="{E98CA173-3091-82D7-7781-F763C565A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9450" y="4089400"/>
              <a:ext cx="84137" cy="36513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6" name="Freeform 1838">
              <a:extLst>
                <a:ext uri="{FF2B5EF4-FFF2-40B4-BE49-F238E27FC236}">
                  <a16:creationId xmlns:a16="http://schemas.microsoft.com/office/drawing/2014/main" id="{5CB2BC3E-7C4A-63CD-6712-E23F1915B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2775" y="4075113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7" name="Freeform 1839">
              <a:extLst>
                <a:ext uri="{FF2B5EF4-FFF2-40B4-BE49-F238E27FC236}">
                  <a16:creationId xmlns:a16="http://schemas.microsoft.com/office/drawing/2014/main" id="{A4EEEBE2-9428-829F-3E12-6AC91D20E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4675" y="4057650"/>
              <a:ext cx="273050" cy="84138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8" name="Freeform 1840">
              <a:extLst>
                <a:ext uri="{FF2B5EF4-FFF2-40B4-BE49-F238E27FC236}">
                  <a16:creationId xmlns:a16="http://schemas.microsoft.com/office/drawing/2014/main" id="{E191E7C6-CE15-B99A-BECB-25B2FD792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4675" y="4067175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9" name="Freeform 1841">
              <a:extLst>
                <a:ext uri="{FF2B5EF4-FFF2-40B4-BE49-F238E27FC236}">
                  <a16:creationId xmlns:a16="http://schemas.microsoft.com/office/drawing/2014/main" id="{6AFFF46D-DF3E-F860-4178-1207C9983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2" y="4110038"/>
              <a:ext cx="30162" cy="31750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0" name="Oval 1842">
              <a:extLst>
                <a:ext uri="{FF2B5EF4-FFF2-40B4-BE49-F238E27FC236}">
                  <a16:creationId xmlns:a16="http://schemas.microsoft.com/office/drawing/2014/main" id="{F8D0E94E-05B9-78C7-9E9F-B88224D448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4675" y="4040188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1" name="Freeform 1843">
              <a:extLst>
                <a:ext uri="{FF2B5EF4-FFF2-40B4-BE49-F238E27FC236}">
                  <a16:creationId xmlns:a16="http://schemas.microsoft.com/office/drawing/2014/main" id="{8ECB59B0-95B3-F21C-607E-564E7171E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8337" y="4064000"/>
              <a:ext cx="85725" cy="365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2" name="Freeform 1844">
              <a:extLst>
                <a:ext uri="{FF2B5EF4-FFF2-40B4-BE49-F238E27FC236}">
                  <a16:creationId xmlns:a16="http://schemas.microsoft.com/office/drawing/2014/main" id="{F4CBA58C-254E-90A0-6064-72523E148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3250" y="4049713"/>
              <a:ext cx="215900" cy="36513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3" name="Freeform 1845">
              <a:extLst>
                <a:ext uri="{FF2B5EF4-FFF2-40B4-BE49-F238E27FC236}">
                  <a16:creationId xmlns:a16="http://schemas.microsoft.com/office/drawing/2014/main" id="{745F8C2E-70D0-B595-A7BF-F646EB7D6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4200" y="4037013"/>
              <a:ext cx="273050" cy="84138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4" name="Freeform 1846">
              <a:extLst>
                <a:ext uri="{FF2B5EF4-FFF2-40B4-BE49-F238E27FC236}">
                  <a16:creationId xmlns:a16="http://schemas.microsoft.com/office/drawing/2014/main" id="{460E2240-9F7C-1326-65F1-5B4777F10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4200" y="4044950"/>
              <a:ext cx="60325" cy="69850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5" name="Freeform 1847">
              <a:extLst>
                <a:ext uri="{FF2B5EF4-FFF2-40B4-BE49-F238E27FC236}">
                  <a16:creationId xmlns:a16="http://schemas.microsoft.com/office/drawing/2014/main" id="{65995F16-5BF2-F65E-B433-5101C674E2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5487" y="4087813"/>
              <a:ext cx="30162" cy="33338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6" name="Oval 1848">
              <a:extLst>
                <a:ext uri="{FF2B5EF4-FFF2-40B4-BE49-F238E27FC236}">
                  <a16:creationId xmlns:a16="http://schemas.microsoft.com/office/drawing/2014/main" id="{B5B092CC-C665-BC7D-BC07-4FFFA0A23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4200" y="40195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7" name="Freeform 1849">
              <a:extLst>
                <a:ext uri="{FF2B5EF4-FFF2-40B4-BE49-F238E27FC236}">
                  <a16:creationId xmlns:a16="http://schemas.microsoft.com/office/drawing/2014/main" id="{DE83DDF8-68E4-E6F8-86D4-3E313F04E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9450" y="4041775"/>
              <a:ext cx="84137" cy="365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8" name="Freeform 1850">
              <a:extLst>
                <a:ext uri="{FF2B5EF4-FFF2-40B4-BE49-F238E27FC236}">
                  <a16:creationId xmlns:a16="http://schemas.microsoft.com/office/drawing/2014/main" id="{4F181BF6-5516-DF4B-151D-4635D0F06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2775" y="4029075"/>
              <a:ext cx="215900" cy="34925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9" name="Freeform 1851">
              <a:extLst>
                <a:ext uri="{FF2B5EF4-FFF2-40B4-BE49-F238E27FC236}">
                  <a16:creationId xmlns:a16="http://schemas.microsoft.com/office/drawing/2014/main" id="{BC18B380-A3A4-61DC-B01D-E2C72F9E3B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4675" y="4011613"/>
              <a:ext cx="273050" cy="84138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0" name="Freeform 1852">
              <a:extLst>
                <a:ext uri="{FF2B5EF4-FFF2-40B4-BE49-F238E27FC236}">
                  <a16:creationId xmlns:a16="http://schemas.microsoft.com/office/drawing/2014/main" id="{9D45D3F9-2251-EA53-C5FA-C03B99248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4675" y="4019550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1" name="Freeform 1853">
              <a:extLst>
                <a:ext uri="{FF2B5EF4-FFF2-40B4-BE49-F238E27FC236}">
                  <a16:creationId xmlns:a16="http://schemas.microsoft.com/office/drawing/2014/main" id="{E1C4EF1F-FEEF-CF9B-F498-39384C5BB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2" y="4062413"/>
              <a:ext cx="30162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2" name="Oval 1854">
              <a:extLst>
                <a:ext uri="{FF2B5EF4-FFF2-40B4-BE49-F238E27FC236}">
                  <a16:creationId xmlns:a16="http://schemas.microsoft.com/office/drawing/2014/main" id="{444F65AF-45E8-FC56-40A3-38E42420C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4675" y="39941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3" name="Freeform 1855">
              <a:extLst>
                <a:ext uri="{FF2B5EF4-FFF2-40B4-BE49-F238E27FC236}">
                  <a16:creationId xmlns:a16="http://schemas.microsoft.com/office/drawing/2014/main" id="{3DD3BF23-9375-EA2A-3A5A-22892FB9A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8337" y="4017963"/>
              <a:ext cx="85725" cy="365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4" name="Freeform 1856">
              <a:extLst>
                <a:ext uri="{FF2B5EF4-FFF2-40B4-BE49-F238E27FC236}">
                  <a16:creationId xmlns:a16="http://schemas.microsoft.com/office/drawing/2014/main" id="{03A8DC6E-FC2D-94A9-D592-83743DD051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3250" y="4002088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5" name="Freeform 1857">
              <a:extLst>
                <a:ext uri="{FF2B5EF4-FFF2-40B4-BE49-F238E27FC236}">
                  <a16:creationId xmlns:a16="http://schemas.microsoft.com/office/drawing/2014/main" id="{1A845978-E83D-9611-4E67-8DCD87B59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4200" y="3986213"/>
              <a:ext cx="274637" cy="85725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49 h 99"/>
                <a:gd name="T10" fmla="*/ 124 w 248"/>
                <a:gd name="T11" fmla="*/ 99 h 99"/>
                <a:gd name="T12" fmla="*/ 248 w 248"/>
                <a:gd name="T13" fmla="*/ 49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6" name="Freeform 1858">
              <a:extLst>
                <a:ext uri="{FF2B5EF4-FFF2-40B4-BE49-F238E27FC236}">
                  <a16:creationId xmlns:a16="http://schemas.microsoft.com/office/drawing/2014/main" id="{98C6AF7D-7F41-008D-9027-800882158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4200" y="3995738"/>
              <a:ext cx="61912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7" name="Freeform 1859">
              <a:extLst>
                <a:ext uri="{FF2B5EF4-FFF2-40B4-BE49-F238E27FC236}">
                  <a16:creationId xmlns:a16="http://schemas.microsoft.com/office/drawing/2014/main" id="{83D8726D-A782-8626-FAAB-121D11E9C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5" y="4038600"/>
              <a:ext cx="30162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8" name="Oval 1860">
              <a:extLst>
                <a:ext uri="{FF2B5EF4-FFF2-40B4-BE49-F238E27FC236}">
                  <a16:creationId xmlns:a16="http://schemas.microsoft.com/office/drawing/2014/main" id="{7BA79E2D-33E4-F1FD-9DE0-37CF0E412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4200" y="3968750"/>
              <a:ext cx="274637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9" name="Freeform 1861">
              <a:extLst>
                <a:ext uri="{FF2B5EF4-FFF2-40B4-BE49-F238E27FC236}">
                  <a16:creationId xmlns:a16="http://schemas.microsoft.com/office/drawing/2014/main" id="{517C785B-655C-CD45-20F9-7EC3F9840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9450" y="3992563"/>
              <a:ext cx="84137" cy="365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1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4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3 h 43"/>
                <a:gd name="T32" fmla="*/ 21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0" name="Freeform 1862">
              <a:extLst>
                <a:ext uri="{FF2B5EF4-FFF2-40B4-BE49-F238E27FC236}">
                  <a16:creationId xmlns:a16="http://schemas.microsoft.com/office/drawing/2014/main" id="{B95D92D4-9B00-EFE7-CE57-97F5147DEB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2775" y="3978275"/>
              <a:ext cx="217487" cy="34925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1" name="Freeform 1863">
              <a:extLst>
                <a:ext uri="{FF2B5EF4-FFF2-40B4-BE49-F238E27FC236}">
                  <a16:creationId xmlns:a16="http://schemas.microsoft.com/office/drawing/2014/main" id="{4BEE0062-5893-17C0-ED1D-D1A57BAE2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6425" y="3968750"/>
              <a:ext cx="273050" cy="84138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2" name="Freeform 1864">
              <a:extLst>
                <a:ext uri="{FF2B5EF4-FFF2-40B4-BE49-F238E27FC236}">
                  <a16:creationId xmlns:a16="http://schemas.microsoft.com/office/drawing/2014/main" id="{CB941D76-D942-5DB6-BADE-8AA58DB45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6425" y="3978275"/>
              <a:ext cx="58737" cy="68263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3" name="Freeform 1865">
              <a:extLst>
                <a:ext uri="{FF2B5EF4-FFF2-40B4-BE49-F238E27FC236}">
                  <a16:creationId xmlns:a16="http://schemas.microsoft.com/office/drawing/2014/main" id="{08B83C82-2463-64E2-6CFA-3815A2B2D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6125" y="4021138"/>
              <a:ext cx="31750" cy="31750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4" name="Oval 1866">
              <a:extLst>
                <a:ext uri="{FF2B5EF4-FFF2-40B4-BE49-F238E27FC236}">
                  <a16:creationId xmlns:a16="http://schemas.microsoft.com/office/drawing/2014/main" id="{69B16ED3-DE84-4927-CD38-517B5130F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6425" y="3951288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5" name="Freeform 1867">
              <a:extLst>
                <a:ext uri="{FF2B5EF4-FFF2-40B4-BE49-F238E27FC236}">
                  <a16:creationId xmlns:a16="http://schemas.microsoft.com/office/drawing/2014/main" id="{C03F1B40-37F1-CFA8-1BF5-A91F3DCFF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0087" y="3975100"/>
              <a:ext cx="85725" cy="365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4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6" name="Freeform 1868">
              <a:extLst>
                <a:ext uri="{FF2B5EF4-FFF2-40B4-BE49-F238E27FC236}">
                  <a16:creationId xmlns:a16="http://schemas.microsoft.com/office/drawing/2014/main" id="{D99967C0-AB10-F49E-744B-6475B4E6D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5000" y="3960813"/>
              <a:ext cx="215900" cy="365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7" name="Freeform 1869">
              <a:extLst>
                <a:ext uri="{FF2B5EF4-FFF2-40B4-BE49-F238E27FC236}">
                  <a16:creationId xmlns:a16="http://schemas.microsoft.com/office/drawing/2014/main" id="{EEFA829E-BF8D-FE05-4F39-62B245A15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943350"/>
              <a:ext cx="273050" cy="85725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8" name="Freeform 1870">
              <a:extLst>
                <a:ext uri="{FF2B5EF4-FFF2-40B4-BE49-F238E27FC236}">
                  <a16:creationId xmlns:a16="http://schemas.microsoft.com/office/drawing/2014/main" id="{60DBAEBD-6882-DDB4-FEEB-382F7960A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952875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9" name="Freeform 1871">
              <a:extLst>
                <a:ext uri="{FF2B5EF4-FFF2-40B4-BE49-F238E27FC236}">
                  <a16:creationId xmlns:a16="http://schemas.microsoft.com/office/drawing/2014/main" id="{287C7B90-ECD3-202E-84FF-978EE7CD9D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6600" y="3995738"/>
              <a:ext cx="30162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0" name="Oval 1872">
              <a:extLst>
                <a:ext uri="{FF2B5EF4-FFF2-40B4-BE49-F238E27FC236}">
                  <a16:creationId xmlns:a16="http://schemas.microsoft.com/office/drawing/2014/main" id="{2DFADFCE-8F61-93AF-4484-88B43E0BD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5312" y="3925888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1" name="Freeform 1873">
              <a:extLst>
                <a:ext uri="{FF2B5EF4-FFF2-40B4-BE49-F238E27FC236}">
                  <a16:creationId xmlns:a16="http://schemas.microsoft.com/office/drawing/2014/main" id="{39A0A5EA-DF54-E845-F7C0-C7F7640FFD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0562" y="3949700"/>
              <a:ext cx="84137" cy="365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2" name="Freeform 1874">
              <a:extLst>
                <a:ext uri="{FF2B5EF4-FFF2-40B4-BE49-F238E27FC236}">
                  <a16:creationId xmlns:a16="http://schemas.microsoft.com/office/drawing/2014/main" id="{FABFBB82-7081-9D58-8330-626B40925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3887" y="3935413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3" name="Freeform 1875">
              <a:extLst>
                <a:ext uri="{FF2B5EF4-FFF2-40B4-BE49-F238E27FC236}">
                  <a16:creationId xmlns:a16="http://schemas.microsoft.com/office/drawing/2014/main" id="{6C0EF43E-F573-7A77-274E-A9D4B70B9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4837" y="3922713"/>
              <a:ext cx="273050" cy="84138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4" name="Freeform 1876">
              <a:extLst>
                <a:ext uri="{FF2B5EF4-FFF2-40B4-BE49-F238E27FC236}">
                  <a16:creationId xmlns:a16="http://schemas.microsoft.com/office/drawing/2014/main" id="{A33300DE-D52B-43D2-A517-DB73C3B7A7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4837" y="3930650"/>
              <a:ext cx="60325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5" name="Freeform 1877">
              <a:extLst>
                <a:ext uri="{FF2B5EF4-FFF2-40B4-BE49-F238E27FC236}">
                  <a16:creationId xmlns:a16="http://schemas.microsoft.com/office/drawing/2014/main" id="{1925FEFA-B433-ECC8-66AD-54D7B765F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6125" y="3973513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6" name="Oval 1878">
              <a:extLst>
                <a:ext uri="{FF2B5EF4-FFF2-40B4-BE49-F238E27FC236}">
                  <a16:creationId xmlns:a16="http://schemas.microsoft.com/office/drawing/2014/main" id="{FCEAB769-1E4A-D406-5882-07822E7C2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4837" y="39052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7" name="Freeform 1879">
              <a:extLst>
                <a:ext uri="{FF2B5EF4-FFF2-40B4-BE49-F238E27FC236}">
                  <a16:creationId xmlns:a16="http://schemas.microsoft.com/office/drawing/2014/main" id="{553D725D-93B4-8CD0-8C3D-35EA90064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0087" y="3927475"/>
              <a:ext cx="84137" cy="38100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8" name="Freeform 1880">
              <a:extLst>
                <a:ext uri="{FF2B5EF4-FFF2-40B4-BE49-F238E27FC236}">
                  <a16:creationId xmlns:a16="http://schemas.microsoft.com/office/drawing/2014/main" id="{39B6F718-090E-4E53-EDE2-580079537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3412" y="3913188"/>
              <a:ext cx="215900" cy="365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9" name="Freeform 1881">
              <a:extLst>
                <a:ext uri="{FF2B5EF4-FFF2-40B4-BE49-F238E27FC236}">
                  <a16:creationId xmlns:a16="http://schemas.microsoft.com/office/drawing/2014/main" id="{F527F4F1-D392-B53F-4412-113B78D2C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897313"/>
              <a:ext cx="273050" cy="84138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0" name="Freeform 1882">
              <a:extLst>
                <a:ext uri="{FF2B5EF4-FFF2-40B4-BE49-F238E27FC236}">
                  <a16:creationId xmlns:a16="http://schemas.microsoft.com/office/drawing/2014/main" id="{6495001D-E62D-8A76-BFB6-406838BC7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905250"/>
              <a:ext cx="60325" cy="69850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1" name="Freeform 1883">
              <a:extLst>
                <a:ext uri="{FF2B5EF4-FFF2-40B4-BE49-F238E27FC236}">
                  <a16:creationId xmlns:a16="http://schemas.microsoft.com/office/drawing/2014/main" id="{93B33A3F-78E3-6AEB-6085-68B5BC71B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6600" y="3948113"/>
              <a:ext cx="30162" cy="33338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2" name="Oval 1884">
              <a:extLst>
                <a:ext uri="{FF2B5EF4-FFF2-40B4-BE49-F238E27FC236}">
                  <a16:creationId xmlns:a16="http://schemas.microsoft.com/office/drawing/2014/main" id="{37E0BFF1-726A-B8DC-A7F7-F8387ADC4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5312" y="38798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3" name="Freeform 1885">
              <a:extLst>
                <a:ext uri="{FF2B5EF4-FFF2-40B4-BE49-F238E27FC236}">
                  <a16:creationId xmlns:a16="http://schemas.microsoft.com/office/drawing/2014/main" id="{0EFDC836-F68B-3767-88A3-E2557EF44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0562" y="3903663"/>
              <a:ext cx="84137" cy="34925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4" name="Freeform 1886">
              <a:extLst>
                <a:ext uri="{FF2B5EF4-FFF2-40B4-BE49-F238E27FC236}">
                  <a16:creationId xmlns:a16="http://schemas.microsoft.com/office/drawing/2014/main" id="{1E41435E-6A40-EF93-8061-65F37519BD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3887" y="3889375"/>
              <a:ext cx="215900" cy="349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5" name="Freeform 1887">
              <a:extLst>
                <a:ext uri="{FF2B5EF4-FFF2-40B4-BE49-F238E27FC236}">
                  <a16:creationId xmlns:a16="http://schemas.microsoft.com/office/drawing/2014/main" id="{577B1F42-B4D3-62A0-E563-DACFA743F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7375" y="3876675"/>
              <a:ext cx="274637" cy="84138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6" name="Freeform 1888">
              <a:extLst>
                <a:ext uri="{FF2B5EF4-FFF2-40B4-BE49-F238E27FC236}">
                  <a16:creationId xmlns:a16="http://schemas.microsoft.com/office/drawing/2014/main" id="{638F26A1-327B-D8CC-48C4-E7041519C7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7375" y="3884613"/>
              <a:ext cx="61912" cy="69850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7" name="Freeform 1889">
              <a:extLst>
                <a:ext uri="{FF2B5EF4-FFF2-40B4-BE49-F238E27FC236}">
                  <a16:creationId xmlns:a16="http://schemas.microsoft.com/office/drawing/2014/main" id="{09E0C174-9CF6-5922-F5DF-426A7C531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0250" y="3927475"/>
              <a:ext cx="30162" cy="33338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8" name="Oval 1890">
              <a:extLst>
                <a:ext uri="{FF2B5EF4-FFF2-40B4-BE49-F238E27FC236}">
                  <a16:creationId xmlns:a16="http://schemas.microsoft.com/office/drawing/2014/main" id="{69165BD6-A0EF-9DE9-FF21-94EAD7A5B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7375" y="3859213"/>
              <a:ext cx="274637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9" name="Freeform 1891">
              <a:extLst>
                <a:ext uri="{FF2B5EF4-FFF2-40B4-BE49-F238E27FC236}">
                  <a16:creationId xmlns:a16="http://schemas.microsoft.com/office/drawing/2014/main" id="{8FA1408E-D4F9-F603-D44F-1C4367AD6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2625" y="3883025"/>
              <a:ext cx="84137" cy="36513"/>
            </a:xfrm>
            <a:custGeom>
              <a:avLst/>
              <a:gdLst>
                <a:gd name="T0" fmla="*/ 67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20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7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7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8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0" name="Freeform 1892">
              <a:extLst>
                <a:ext uri="{FF2B5EF4-FFF2-40B4-BE49-F238E27FC236}">
                  <a16:creationId xmlns:a16="http://schemas.microsoft.com/office/drawing/2014/main" id="{80C76C67-E549-4B91-838D-88D8DB72A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7537" y="3868738"/>
              <a:ext cx="214312" cy="349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1" name="Freeform 1893">
              <a:extLst>
                <a:ext uri="{FF2B5EF4-FFF2-40B4-BE49-F238E27FC236}">
                  <a16:creationId xmlns:a16="http://schemas.microsoft.com/office/drawing/2014/main" id="{177C415D-83A8-43FE-0825-3B35911ED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8012" y="3859213"/>
              <a:ext cx="273050" cy="84138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4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2" name="Freeform 1894">
              <a:extLst>
                <a:ext uri="{FF2B5EF4-FFF2-40B4-BE49-F238E27FC236}">
                  <a16:creationId xmlns:a16="http://schemas.microsoft.com/office/drawing/2014/main" id="{3FE675E2-6D39-E627-C9B8-5734CD09C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8012" y="3868738"/>
              <a:ext cx="60325" cy="68263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3" name="Freeform 1895">
              <a:extLst>
                <a:ext uri="{FF2B5EF4-FFF2-40B4-BE49-F238E27FC236}">
                  <a16:creationId xmlns:a16="http://schemas.microsoft.com/office/drawing/2014/main" id="{4A2D646E-7C3C-EDBE-D9F5-95CA44B36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9300" y="3910013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4" name="Oval 1896">
              <a:extLst>
                <a:ext uri="{FF2B5EF4-FFF2-40B4-BE49-F238E27FC236}">
                  <a16:creationId xmlns:a16="http://schemas.microsoft.com/office/drawing/2014/main" id="{4D0DB3E9-C498-2540-5CDF-AE7C8B060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8012" y="38417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5" name="Freeform 1897">
              <a:extLst>
                <a:ext uri="{FF2B5EF4-FFF2-40B4-BE49-F238E27FC236}">
                  <a16:creationId xmlns:a16="http://schemas.microsoft.com/office/drawing/2014/main" id="{594AE792-0A37-8228-9C41-1F1A9A0E64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3262" y="3865563"/>
              <a:ext cx="84137" cy="365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2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39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5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5" y="3"/>
                    <a:pt x="33" y="1"/>
                    <a:pt x="40" y="1"/>
                  </a:cubicBezTo>
                  <a:cubicBezTo>
                    <a:pt x="42" y="4"/>
                    <a:pt x="43" y="5"/>
                    <a:pt x="44" y="9"/>
                  </a:cubicBezTo>
                  <a:cubicBezTo>
                    <a:pt x="36" y="10"/>
                    <a:pt x="27" y="12"/>
                    <a:pt x="22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6" name="Freeform 1898">
              <a:extLst>
                <a:ext uri="{FF2B5EF4-FFF2-40B4-BE49-F238E27FC236}">
                  <a16:creationId xmlns:a16="http://schemas.microsoft.com/office/drawing/2014/main" id="{07A4A8E0-6525-E0B9-AA65-CB95B2E736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6587" y="3849688"/>
              <a:ext cx="215900" cy="38100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7" name="Freeform 1899">
              <a:extLst>
                <a:ext uri="{FF2B5EF4-FFF2-40B4-BE49-F238E27FC236}">
                  <a16:creationId xmlns:a16="http://schemas.microsoft.com/office/drawing/2014/main" id="{846FD7B1-1F64-9556-A438-EC64CB7308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8487" y="3833813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8" name="Freeform 1900">
              <a:extLst>
                <a:ext uri="{FF2B5EF4-FFF2-40B4-BE49-F238E27FC236}">
                  <a16:creationId xmlns:a16="http://schemas.microsoft.com/office/drawing/2014/main" id="{A5BFCFA2-EC17-4C17-CFE7-79C4A614F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8487" y="3843338"/>
              <a:ext cx="60325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9" name="Freeform 1901">
              <a:extLst>
                <a:ext uri="{FF2B5EF4-FFF2-40B4-BE49-F238E27FC236}">
                  <a16:creationId xmlns:a16="http://schemas.microsoft.com/office/drawing/2014/main" id="{7338DD59-C005-7107-EA89-3DEC93707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9775" y="3884613"/>
              <a:ext cx="30162" cy="34925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0" name="Oval 1902">
              <a:extLst>
                <a:ext uri="{FF2B5EF4-FFF2-40B4-BE49-F238E27FC236}">
                  <a16:creationId xmlns:a16="http://schemas.microsoft.com/office/drawing/2014/main" id="{078D0E3E-B72B-4CA6-CECC-C58CA934B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8487" y="38163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1" name="Freeform 1903">
              <a:extLst>
                <a:ext uri="{FF2B5EF4-FFF2-40B4-BE49-F238E27FC236}">
                  <a16:creationId xmlns:a16="http://schemas.microsoft.com/office/drawing/2014/main" id="{10102459-B02A-B79F-0385-62D8715C11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3737" y="3840163"/>
              <a:ext cx="84137" cy="365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2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4"/>
                    <a:pt x="46" y="31"/>
                    <a:pt x="52" y="29"/>
                  </a:cubicBezTo>
                  <a:cubicBezTo>
                    <a:pt x="55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9"/>
                    <a:pt x="27" y="11"/>
                    <a:pt x="22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2" name="Freeform 1904">
              <a:extLst>
                <a:ext uri="{FF2B5EF4-FFF2-40B4-BE49-F238E27FC236}">
                  <a16:creationId xmlns:a16="http://schemas.microsoft.com/office/drawing/2014/main" id="{B562A25E-36AB-370D-5F9E-13E83AEBB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7062" y="3825875"/>
              <a:ext cx="215900" cy="349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3" name="Freeform 1905">
              <a:extLst>
                <a:ext uri="{FF2B5EF4-FFF2-40B4-BE49-F238E27FC236}">
                  <a16:creationId xmlns:a16="http://schemas.microsoft.com/office/drawing/2014/main" id="{2C943EE6-D98E-3458-542F-E97A80907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8012" y="3813175"/>
              <a:ext cx="273050" cy="84138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4" name="Freeform 1906">
              <a:extLst>
                <a:ext uri="{FF2B5EF4-FFF2-40B4-BE49-F238E27FC236}">
                  <a16:creationId xmlns:a16="http://schemas.microsoft.com/office/drawing/2014/main" id="{18252710-6F6D-06DE-77E7-FD1523EBF8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8012" y="3821113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5" name="Freeform 1907">
              <a:extLst>
                <a:ext uri="{FF2B5EF4-FFF2-40B4-BE49-F238E27FC236}">
                  <a16:creationId xmlns:a16="http://schemas.microsoft.com/office/drawing/2014/main" id="{A181ECB8-BFFF-401B-E189-FBE682A23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9300" y="3863975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6" name="Oval 1908">
              <a:extLst>
                <a:ext uri="{FF2B5EF4-FFF2-40B4-BE49-F238E27FC236}">
                  <a16:creationId xmlns:a16="http://schemas.microsoft.com/office/drawing/2014/main" id="{472B33AE-E9A9-00D8-5F0E-260870533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8012" y="3795713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7" name="Freeform 1909">
              <a:extLst>
                <a:ext uri="{FF2B5EF4-FFF2-40B4-BE49-F238E27FC236}">
                  <a16:creationId xmlns:a16="http://schemas.microsoft.com/office/drawing/2014/main" id="{4A44E2AB-FDA8-743D-C720-56D08E758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1675" y="3817938"/>
              <a:ext cx="85725" cy="36513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1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8" name="Freeform 1910">
              <a:extLst>
                <a:ext uri="{FF2B5EF4-FFF2-40B4-BE49-F238E27FC236}">
                  <a16:creationId xmlns:a16="http://schemas.microsoft.com/office/drawing/2014/main" id="{40333EFB-4CF8-0A31-DFCE-60B3B115A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6587" y="3803650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9" name="Freeform 1911">
              <a:extLst>
                <a:ext uri="{FF2B5EF4-FFF2-40B4-BE49-F238E27FC236}">
                  <a16:creationId xmlns:a16="http://schemas.microsoft.com/office/drawing/2014/main" id="{6AD0ECEA-B1BA-81F8-82DE-A87F5122F3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8487" y="3787775"/>
              <a:ext cx="273050" cy="84138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0" name="Freeform 1912">
              <a:extLst>
                <a:ext uri="{FF2B5EF4-FFF2-40B4-BE49-F238E27FC236}">
                  <a16:creationId xmlns:a16="http://schemas.microsoft.com/office/drawing/2014/main" id="{1E975076-9151-0E57-EAF0-7D2AF71BA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8487" y="3795713"/>
              <a:ext cx="58737" cy="69850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1" name="Freeform 1913">
              <a:extLst>
                <a:ext uri="{FF2B5EF4-FFF2-40B4-BE49-F238E27FC236}">
                  <a16:creationId xmlns:a16="http://schemas.microsoft.com/office/drawing/2014/main" id="{837743BD-2839-FFB8-4F0F-E975B1A98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9775" y="3838575"/>
              <a:ext cx="30162" cy="33338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2" name="Oval 1914">
              <a:extLst>
                <a:ext uri="{FF2B5EF4-FFF2-40B4-BE49-F238E27FC236}">
                  <a16:creationId xmlns:a16="http://schemas.microsoft.com/office/drawing/2014/main" id="{8B125AB4-6A79-884D-961C-E553CEDC9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8487" y="3770313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3" name="Freeform 1915">
              <a:extLst>
                <a:ext uri="{FF2B5EF4-FFF2-40B4-BE49-F238E27FC236}">
                  <a16:creationId xmlns:a16="http://schemas.microsoft.com/office/drawing/2014/main" id="{69757375-BAF6-9312-DD67-BCB56D0CA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2150" y="3792538"/>
              <a:ext cx="85725" cy="365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4" name="Freeform 1916">
              <a:extLst>
                <a:ext uri="{FF2B5EF4-FFF2-40B4-BE49-F238E27FC236}">
                  <a16:creationId xmlns:a16="http://schemas.microsoft.com/office/drawing/2014/main" id="{A63218F6-A7FD-99E0-89BF-DD4EE0FCF4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7062" y="3779838"/>
              <a:ext cx="215900" cy="34925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5" name="Freeform 1917">
              <a:extLst>
                <a:ext uri="{FF2B5EF4-FFF2-40B4-BE49-F238E27FC236}">
                  <a16:creationId xmlns:a16="http://schemas.microsoft.com/office/drawing/2014/main" id="{880DFD20-2B46-1607-7821-1B61F650D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5787" y="3762375"/>
              <a:ext cx="273050" cy="84138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6" name="Freeform 1918">
              <a:extLst>
                <a:ext uri="{FF2B5EF4-FFF2-40B4-BE49-F238E27FC236}">
                  <a16:creationId xmlns:a16="http://schemas.microsoft.com/office/drawing/2014/main" id="{4349AE25-62BB-CEE7-31C0-92EB04483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5787" y="3770313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7" name="Freeform 1919">
              <a:extLst>
                <a:ext uri="{FF2B5EF4-FFF2-40B4-BE49-F238E27FC236}">
                  <a16:creationId xmlns:a16="http://schemas.microsoft.com/office/drawing/2014/main" id="{F6DF69E6-8C4A-EA76-457F-C9697DBC17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5" y="3813175"/>
              <a:ext cx="30162" cy="33338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8" name="Oval 1920">
              <a:extLst>
                <a:ext uri="{FF2B5EF4-FFF2-40B4-BE49-F238E27FC236}">
                  <a16:creationId xmlns:a16="http://schemas.microsoft.com/office/drawing/2014/main" id="{E33C80C1-9D67-C1CF-4F55-3DDDE4518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5787" y="3744913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9" name="Freeform 1921">
              <a:extLst>
                <a:ext uri="{FF2B5EF4-FFF2-40B4-BE49-F238E27FC236}">
                  <a16:creationId xmlns:a16="http://schemas.microsoft.com/office/drawing/2014/main" id="{2749A920-5C65-EFEB-4048-56240A2EF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9450" y="3768725"/>
              <a:ext cx="85725" cy="34925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2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0" name="Freeform 1922">
              <a:extLst>
                <a:ext uri="{FF2B5EF4-FFF2-40B4-BE49-F238E27FC236}">
                  <a16:creationId xmlns:a16="http://schemas.microsoft.com/office/drawing/2014/main" id="{EB34FEAB-4051-8E47-CF06-7E1DFDC6C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4362" y="3752850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1" name="Freeform 1923">
              <a:extLst>
                <a:ext uri="{FF2B5EF4-FFF2-40B4-BE49-F238E27FC236}">
                  <a16:creationId xmlns:a16="http://schemas.microsoft.com/office/drawing/2014/main" id="{05838F41-F0B4-9298-0246-8B1D1BEF4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6425" y="3744913"/>
              <a:ext cx="273050" cy="84138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2" name="Freeform 1924">
              <a:extLst>
                <a:ext uri="{FF2B5EF4-FFF2-40B4-BE49-F238E27FC236}">
                  <a16:creationId xmlns:a16="http://schemas.microsoft.com/office/drawing/2014/main" id="{7BDE42B9-4681-FC0E-79B4-7289DA1AF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6425" y="3752850"/>
              <a:ext cx="58737" cy="69850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3" name="Freeform 1925">
              <a:extLst>
                <a:ext uri="{FF2B5EF4-FFF2-40B4-BE49-F238E27FC236}">
                  <a16:creationId xmlns:a16="http://schemas.microsoft.com/office/drawing/2014/main" id="{4C2FD36A-4BAB-CD69-3C68-427D0A2BE1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7712" y="3795713"/>
              <a:ext cx="30162" cy="333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4" name="Oval 1926">
              <a:extLst>
                <a:ext uri="{FF2B5EF4-FFF2-40B4-BE49-F238E27FC236}">
                  <a16:creationId xmlns:a16="http://schemas.microsoft.com/office/drawing/2014/main" id="{0A532274-100F-BD4F-108E-261FB1B8D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6425" y="37274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5" name="Freeform 1927">
              <a:extLst>
                <a:ext uri="{FF2B5EF4-FFF2-40B4-BE49-F238E27FC236}">
                  <a16:creationId xmlns:a16="http://schemas.microsoft.com/office/drawing/2014/main" id="{CC6B38E6-B259-503B-D084-0B16BC633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0087" y="3749675"/>
              <a:ext cx="85725" cy="365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6" name="Freeform 1928">
              <a:extLst>
                <a:ext uri="{FF2B5EF4-FFF2-40B4-BE49-F238E27FC236}">
                  <a16:creationId xmlns:a16="http://schemas.microsoft.com/office/drawing/2014/main" id="{8787E416-69BD-F1B7-313F-BF296549A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5000" y="3735388"/>
              <a:ext cx="215900" cy="36513"/>
            </a:xfrm>
            <a:custGeom>
              <a:avLst/>
              <a:gdLst>
                <a:gd name="T0" fmla="*/ 97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7" name="Freeform 1929">
              <a:extLst>
                <a:ext uri="{FF2B5EF4-FFF2-40B4-BE49-F238E27FC236}">
                  <a16:creationId xmlns:a16="http://schemas.microsoft.com/office/drawing/2014/main" id="{46335780-12B8-0754-07FE-A7F40A126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719513"/>
              <a:ext cx="273050" cy="84138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8" name="Freeform 1930">
              <a:extLst>
                <a:ext uri="{FF2B5EF4-FFF2-40B4-BE49-F238E27FC236}">
                  <a16:creationId xmlns:a16="http://schemas.microsoft.com/office/drawing/2014/main" id="{31FEE3C1-A70A-03BB-4CEB-CD5E2673A6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727450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9" name="Freeform 1931">
              <a:extLst>
                <a:ext uri="{FF2B5EF4-FFF2-40B4-BE49-F238E27FC236}">
                  <a16:creationId xmlns:a16="http://schemas.microsoft.com/office/drawing/2014/main" id="{549C81C5-201D-A570-7390-A51692A8C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8187" y="3770313"/>
              <a:ext cx="28575" cy="333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0" name="Oval 1932">
              <a:extLst>
                <a:ext uri="{FF2B5EF4-FFF2-40B4-BE49-F238E27FC236}">
                  <a16:creationId xmlns:a16="http://schemas.microsoft.com/office/drawing/2014/main" id="{9DD11438-3CCB-054F-75E6-38DE7E71F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5312" y="37020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1" name="Freeform 1933">
              <a:extLst>
                <a:ext uri="{FF2B5EF4-FFF2-40B4-BE49-F238E27FC236}">
                  <a16:creationId xmlns:a16="http://schemas.microsoft.com/office/drawing/2014/main" id="{773107C0-83E8-BD01-52D8-549E15D5E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0562" y="3725863"/>
              <a:ext cx="84137" cy="36513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2" name="Freeform 1934">
              <a:extLst>
                <a:ext uri="{FF2B5EF4-FFF2-40B4-BE49-F238E27FC236}">
                  <a16:creationId xmlns:a16="http://schemas.microsoft.com/office/drawing/2014/main" id="{DF43F13B-5967-3198-0A52-A582844CE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3887" y="3709988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3" name="Freeform 1935">
              <a:extLst>
                <a:ext uri="{FF2B5EF4-FFF2-40B4-BE49-F238E27FC236}">
                  <a16:creationId xmlns:a16="http://schemas.microsoft.com/office/drawing/2014/main" id="{D7ABF2BD-B7AA-91CA-5690-99DB38EBDA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6425" y="3697288"/>
              <a:ext cx="273050" cy="85725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4" name="Freeform 1936">
              <a:extLst>
                <a:ext uri="{FF2B5EF4-FFF2-40B4-BE49-F238E27FC236}">
                  <a16:creationId xmlns:a16="http://schemas.microsoft.com/office/drawing/2014/main" id="{C8EFCB3A-F08E-3282-BCCF-5ADAD764F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6425" y="3706813"/>
              <a:ext cx="58737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5" name="Freeform 1937">
              <a:extLst>
                <a:ext uri="{FF2B5EF4-FFF2-40B4-BE49-F238E27FC236}">
                  <a16:creationId xmlns:a16="http://schemas.microsoft.com/office/drawing/2014/main" id="{3E3D0A84-D568-2D59-8B19-4000F8EDA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6125" y="3749675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6" name="Oval 1938">
              <a:extLst>
                <a:ext uri="{FF2B5EF4-FFF2-40B4-BE49-F238E27FC236}">
                  <a16:creationId xmlns:a16="http://schemas.microsoft.com/office/drawing/2014/main" id="{FC9E0704-4736-3E50-452F-ADB8BFBE3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6425" y="3681413"/>
              <a:ext cx="273050" cy="8255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7" name="Freeform 1939">
              <a:extLst>
                <a:ext uri="{FF2B5EF4-FFF2-40B4-BE49-F238E27FC236}">
                  <a16:creationId xmlns:a16="http://schemas.microsoft.com/office/drawing/2014/main" id="{3FD4965D-742B-8ABF-EA18-8CC636AB3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0087" y="3703638"/>
              <a:ext cx="85725" cy="365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6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0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8" name="Freeform 1940">
              <a:extLst>
                <a:ext uri="{FF2B5EF4-FFF2-40B4-BE49-F238E27FC236}">
                  <a16:creationId xmlns:a16="http://schemas.microsoft.com/office/drawing/2014/main" id="{ACBD1896-11D8-AEDB-C5EB-CBDE03BB5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5000" y="3689350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9" name="Freeform 1941">
              <a:extLst>
                <a:ext uri="{FF2B5EF4-FFF2-40B4-BE49-F238E27FC236}">
                  <a16:creationId xmlns:a16="http://schemas.microsoft.com/office/drawing/2014/main" id="{67F2C5A1-6E66-DEA5-55B3-47F874F46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673475"/>
              <a:ext cx="273050" cy="84138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0" name="Freeform 1942">
              <a:extLst>
                <a:ext uri="{FF2B5EF4-FFF2-40B4-BE49-F238E27FC236}">
                  <a16:creationId xmlns:a16="http://schemas.microsoft.com/office/drawing/2014/main" id="{FB26C7B6-CAFE-1237-6B4E-C3EEC9AD3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681413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1" name="Freeform 1943">
              <a:extLst>
                <a:ext uri="{FF2B5EF4-FFF2-40B4-BE49-F238E27FC236}">
                  <a16:creationId xmlns:a16="http://schemas.microsoft.com/office/drawing/2014/main" id="{E85A33F6-64E4-ABDA-953C-57FF752AF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6600" y="3724275"/>
              <a:ext cx="30162" cy="33338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2" name="Oval 1944">
              <a:extLst>
                <a:ext uri="{FF2B5EF4-FFF2-40B4-BE49-F238E27FC236}">
                  <a16:creationId xmlns:a16="http://schemas.microsoft.com/office/drawing/2014/main" id="{798CB116-C223-80FB-3AFB-9EB4F7B18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5312" y="3654425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3" name="Freeform 1945">
              <a:extLst>
                <a:ext uri="{FF2B5EF4-FFF2-40B4-BE49-F238E27FC236}">
                  <a16:creationId xmlns:a16="http://schemas.microsoft.com/office/drawing/2014/main" id="{BA82BDD3-468B-CDBE-5D75-1FED36DD56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0562" y="3678238"/>
              <a:ext cx="84137" cy="365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4" name="Freeform 1946">
              <a:extLst>
                <a:ext uri="{FF2B5EF4-FFF2-40B4-BE49-F238E27FC236}">
                  <a16:creationId xmlns:a16="http://schemas.microsoft.com/office/drawing/2014/main" id="{8CA9751D-F240-517C-0073-78BCBBF58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3887" y="3663950"/>
              <a:ext cx="215900" cy="365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5" name="Freeform 1947">
              <a:extLst>
                <a:ext uri="{FF2B5EF4-FFF2-40B4-BE49-F238E27FC236}">
                  <a16:creationId xmlns:a16="http://schemas.microsoft.com/office/drawing/2014/main" id="{52510F33-1E3E-1600-0A3D-A586332410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1187" y="3652838"/>
              <a:ext cx="273050" cy="85725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6" name="Freeform 1948">
              <a:extLst>
                <a:ext uri="{FF2B5EF4-FFF2-40B4-BE49-F238E27FC236}">
                  <a16:creationId xmlns:a16="http://schemas.microsoft.com/office/drawing/2014/main" id="{8BF46589-2B2E-1936-8CE7-B7AEE3C2C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1187" y="3662363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7" name="Freeform 1949">
              <a:extLst>
                <a:ext uri="{FF2B5EF4-FFF2-40B4-BE49-F238E27FC236}">
                  <a16:creationId xmlns:a16="http://schemas.microsoft.com/office/drawing/2014/main" id="{CE32FCD9-84B2-18E5-0F7D-7D0B680E9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2475" y="3705225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8" name="Oval 1950">
              <a:extLst>
                <a:ext uri="{FF2B5EF4-FFF2-40B4-BE49-F238E27FC236}">
                  <a16:creationId xmlns:a16="http://schemas.microsoft.com/office/drawing/2014/main" id="{54154444-29BE-FAA0-7A50-D95B7C9FD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1187" y="3635375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9" name="Freeform 1951">
              <a:extLst>
                <a:ext uri="{FF2B5EF4-FFF2-40B4-BE49-F238E27FC236}">
                  <a16:creationId xmlns:a16="http://schemas.microsoft.com/office/drawing/2014/main" id="{329453B4-EDAA-215A-2F8E-537951764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0" y="3659188"/>
              <a:ext cx="85725" cy="365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2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0" name="Freeform 1952">
              <a:extLst>
                <a:ext uri="{FF2B5EF4-FFF2-40B4-BE49-F238E27FC236}">
                  <a16:creationId xmlns:a16="http://schemas.microsoft.com/office/drawing/2014/main" id="{FA6698E0-138B-B35F-982D-8D6B717AD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9762" y="3644900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1" name="Freeform 1953">
              <a:extLst>
                <a:ext uri="{FF2B5EF4-FFF2-40B4-BE49-F238E27FC236}">
                  <a16:creationId xmlns:a16="http://schemas.microsoft.com/office/drawing/2014/main" id="{68D717EF-4B49-122A-2241-4CCA3BA0C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1825" y="3635375"/>
              <a:ext cx="273050" cy="84138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2" name="Freeform 1954">
              <a:extLst>
                <a:ext uri="{FF2B5EF4-FFF2-40B4-BE49-F238E27FC236}">
                  <a16:creationId xmlns:a16="http://schemas.microsoft.com/office/drawing/2014/main" id="{8AE2D6C3-A54C-4FEA-FBC5-B3208AB88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1825" y="3644900"/>
              <a:ext cx="58737" cy="68263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3" name="Freeform 1955">
              <a:extLst>
                <a:ext uri="{FF2B5EF4-FFF2-40B4-BE49-F238E27FC236}">
                  <a16:creationId xmlns:a16="http://schemas.microsoft.com/office/drawing/2014/main" id="{FBD9066D-54B8-142B-1CBF-F2EF9D21C2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3112" y="3686175"/>
              <a:ext cx="30162" cy="333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4" name="Oval 1956">
              <a:extLst>
                <a:ext uri="{FF2B5EF4-FFF2-40B4-BE49-F238E27FC236}">
                  <a16:creationId xmlns:a16="http://schemas.microsoft.com/office/drawing/2014/main" id="{7F20E091-6F96-A9DA-668A-7EC9D4BBA1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1825" y="3617913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5" name="Freeform 1957">
              <a:extLst>
                <a:ext uri="{FF2B5EF4-FFF2-40B4-BE49-F238E27FC236}">
                  <a16:creationId xmlns:a16="http://schemas.microsoft.com/office/drawing/2014/main" id="{8153A8E1-1263-C7CD-735F-E033EA1671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5487" y="3641725"/>
              <a:ext cx="85725" cy="365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6" name="Freeform 1958">
              <a:extLst>
                <a:ext uri="{FF2B5EF4-FFF2-40B4-BE49-F238E27FC236}">
                  <a16:creationId xmlns:a16="http://schemas.microsoft.com/office/drawing/2014/main" id="{24BC3A07-EB15-7DF9-1F70-9D5880105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0400" y="3627438"/>
              <a:ext cx="215900" cy="36513"/>
            </a:xfrm>
            <a:custGeom>
              <a:avLst/>
              <a:gdLst>
                <a:gd name="T0" fmla="*/ 97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7" name="Freeform 1959">
              <a:extLst>
                <a:ext uri="{FF2B5EF4-FFF2-40B4-BE49-F238E27FC236}">
                  <a16:creationId xmlns:a16="http://schemas.microsoft.com/office/drawing/2014/main" id="{84772B57-B71A-D816-D9FB-B218C52839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0712" y="3609975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8" name="Freeform 1960">
              <a:extLst>
                <a:ext uri="{FF2B5EF4-FFF2-40B4-BE49-F238E27FC236}">
                  <a16:creationId xmlns:a16="http://schemas.microsoft.com/office/drawing/2014/main" id="{141AC28F-8F86-3A4D-66DD-29F3646C0B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0712" y="3619500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9" name="Freeform 1961">
              <a:extLst>
                <a:ext uri="{FF2B5EF4-FFF2-40B4-BE49-F238E27FC236}">
                  <a16:creationId xmlns:a16="http://schemas.microsoft.com/office/drawing/2014/main" id="{123D19A7-4541-5F30-0F06-C7B98E4EC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3587" y="3662363"/>
              <a:ext cx="28575" cy="333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0" name="Oval 1962">
              <a:extLst>
                <a:ext uri="{FF2B5EF4-FFF2-40B4-BE49-F238E27FC236}">
                  <a16:creationId xmlns:a16="http://schemas.microsoft.com/office/drawing/2014/main" id="{A70A237F-7553-456C-50E2-C7BFD86FC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0712" y="3592513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1" name="Freeform 1963">
              <a:extLst>
                <a:ext uri="{FF2B5EF4-FFF2-40B4-BE49-F238E27FC236}">
                  <a16:creationId xmlns:a16="http://schemas.microsoft.com/office/drawing/2014/main" id="{DDDAB34F-DCA3-72E9-5AC1-A38FC8218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2" y="3616325"/>
              <a:ext cx="84137" cy="36513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2" name="Freeform 1964">
              <a:extLst>
                <a:ext uri="{FF2B5EF4-FFF2-40B4-BE49-F238E27FC236}">
                  <a16:creationId xmlns:a16="http://schemas.microsoft.com/office/drawing/2014/main" id="{CF5563F4-086E-908F-ACB1-5AD7F77D4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9287" y="3602038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3" name="Freeform 1965">
              <a:extLst>
                <a:ext uri="{FF2B5EF4-FFF2-40B4-BE49-F238E27FC236}">
                  <a16:creationId xmlns:a16="http://schemas.microsoft.com/office/drawing/2014/main" id="{644D0A79-644F-2962-D00F-246FC41F55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1825" y="3589338"/>
              <a:ext cx="273050" cy="84138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4" name="Freeform 1966">
              <a:extLst>
                <a:ext uri="{FF2B5EF4-FFF2-40B4-BE49-F238E27FC236}">
                  <a16:creationId xmlns:a16="http://schemas.microsoft.com/office/drawing/2014/main" id="{39C216E3-AA57-22E3-1F88-E47269663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1825" y="3597275"/>
              <a:ext cx="58737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5" name="Freeform 1967">
              <a:extLst>
                <a:ext uri="{FF2B5EF4-FFF2-40B4-BE49-F238E27FC236}">
                  <a16:creationId xmlns:a16="http://schemas.microsoft.com/office/drawing/2014/main" id="{BC4CC06F-E2F4-6D7F-E5BA-386689512E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1525" y="3640138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6" name="Oval 1968">
              <a:extLst>
                <a:ext uri="{FF2B5EF4-FFF2-40B4-BE49-F238E27FC236}">
                  <a16:creationId xmlns:a16="http://schemas.microsoft.com/office/drawing/2014/main" id="{043BCABF-F614-9E3B-E13B-88CE747C4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1825" y="3571875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7" name="Freeform 1969">
              <a:extLst>
                <a:ext uri="{FF2B5EF4-FFF2-40B4-BE49-F238E27FC236}">
                  <a16:creationId xmlns:a16="http://schemas.microsoft.com/office/drawing/2014/main" id="{5717D4E2-88EB-598C-C6C8-B964023CD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5487" y="3595688"/>
              <a:ext cx="85725" cy="365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1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3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8" name="Freeform 1970">
              <a:extLst>
                <a:ext uri="{FF2B5EF4-FFF2-40B4-BE49-F238E27FC236}">
                  <a16:creationId xmlns:a16="http://schemas.microsoft.com/office/drawing/2014/main" id="{52C976E9-822F-E077-1CB5-0058F2C6E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0400" y="3579813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9" name="Freeform 1971">
              <a:extLst>
                <a:ext uri="{FF2B5EF4-FFF2-40B4-BE49-F238E27FC236}">
                  <a16:creationId xmlns:a16="http://schemas.microsoft.com/office/drawing/2014/main" id="{886449A0-01C4-A714-ACDE-6B9AD21AD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0712" y="3563938"/>
              <a:ext cx="273050" cy="84138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0" name="Freeform 1972">
              <a:extLst>
                <a:ext uri="{FF2B5EF4-FFF2-40B4-BE49-F238E27FC236}">
                  <a16:creationId xmlns:a16="http://schemas.microsoft.com/office/drawing/2014/main" id="{CA0CA5BF-0D24-D609-B05E-FFF51BA6A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0712" y="3573463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1" name="Freeform 1973">
              <a:extLst>
                <a:ext uri="{FF2B5EF4-FFF2-40B4-BE49-F238E27FC236}">
                  <a16:creationId xmlns:a16="http://schemas.microsoft.com/office/drawing/2014/main" id="{1162C6AC-5EC7-6360-4571-221F3BB55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000" y="3616325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2" name="Oval 1974">
              <a:extLst>
                <a:ext uri="{FF2B5EF4-FFF2-40B4-BE49-F238E27FC236}">
                  <a16:creationId xmlns:a16="http://schemas.microsoft.com/office/drawing/2014/main" id="{1DF3677F-A149-500B-28AB-75C21D195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0712" y="3546475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3" name="Freeform 1975">
              <a:extLst>
                <a:ext uri="{FF2B5EF4-FFF2-40B4-BE49-F238E27FC236}">
                  <a16:creationId xmlns:a16="http://schemas.microsoft.com/office/drawing/2014/main" id="{3AFB25F6-2248-0E2B-1AB1-C47329F6A4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2" y="3568700"/>
              <a:ext cx="84137" cy="38100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4" name="Freeform 1976">
              <a:extLst>
                <a:ext uri="{FF2B5EF4-FFF2-40B4-BE49-F238E27FC236}">
                  <a16:creationId xmlns:a16="http://schemas.microsoft.com/office/drawing/2014/main" id="{68EFA3BA-77C5-071C-8ECF-A69CCC485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9287" y="3556000"/>
              <a:ext cx="215900" cy="34925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5" name="Oval 1977">
              <a:extLst>
                <a:ext uri="{FF2B5EF4-FFF2-40B4-BE49-F238E27FC236}">
                  <a16:creationId xmlns:a16="http://schemas.microsoft.com/office/drawing/2014/main" id="{3E29F654-61F5-44DA-BBA9-915CDF716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9475" y="4217988"/>
              <a:ext cx="273050" cy="84138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6" name="Freeform 1978">
              <a:extLst>
                <a:ext uri="{FF2B5EF4-FFF2-40B4-BE49-F238E27FC236}">
                  <a16:creationId xmlns:a16="http://schemas.microsoft.com/office/drawing/2014/main" id="{EEDD40EE-B0D1-6B7B-CBA3-2521AAD74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2962" y="4202113"/>
              <a:ext cx="274637" cy="84138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7" name="Freeform 1979">
              <a:extLst>
                <a:ext uri="{FF2B5EF4-FFF2-40B4-BE49-F238E27FC236}">
                  <a16:creationId xmlns:a16="http://schemas.microsoft.com/office/drawing/2014/main" id="{0CCEFBF7-00F1-2D32-57A7-AA58B4C92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2962" y="4211638"/>
              <a:ext cx="61912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8" name="Freeform 1980">
              <a:extLst>
                <a:ext uri="{FF2B5EF4-FFF2-40B4-BE49-F238E27FC236}">
                  <a16:creationId xmlns:a16="http://schemas.microsoft.com/office/drawing/2014/main" id="{92AE16F8-1243-530D-BC99-7BF720A9DF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5837" y="4254500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9" name="Oval 1981">
              <a:extLst>
                <a:ext uri="{FF2B5EF4-FFF2-40B4-BE49-F238E27FC236}">
                  <a16:creationId xmlns:a16="http://schemas.microsoft.com/office/drawing/2014/main" id="{CED73BE6-D771-4977-F250-63CEBB31E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2962" y="4184650"/>
              <a:ext cx="274637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0" name="Freeform 1982">
              <a:extLst>
                <a:ext uri="{FF2B5EF4-FFF2-40B4-BE49-F238E27FC236}">
                  <a16:creationId xmlns:a16="http://schemas.microsoft.com/office/drawing/2014/main" id="{3D94ED66-08D4-6C72-534A-D0949B82A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8212" y="4206875"/>
              <a:ext cx="84137" cy="38100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8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30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9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8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30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5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1" name="Freeform 1983">
              <a:extLst>
                <a:ext uri="{FF2B5EF4-FFF2-40B4-BE49-F238E27FC236}">
                  <a16:creationId xmlns:a16="http://schemas.microsoft.com/office/drawing/2014/main" id="{9637436A-96BA-8C28-7131-DA39AE74A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3125" y="4194175"/>
              <a:ext cx="214312" cy="34925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2" name="Freeform 1984">
              <a:extLst>
                <a:ext uri="{FF2B5EF4-FFF2-40B4-BE49-F238E27FC236}">
                  <a16:creationId xmlns:a16="http://schemas.microsoft.com/office/drawing/2014/main" id="{DF6DE0F1-50E1-0A27-1810-B2E18F6258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3600" y="4184650"/>
              <a:ext cx="274637" cy="84138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50 h 99"/>
                <a:gd name="T10" fmla="*/ 124 w 248"/>
                <a:gd name="T11" fmla="*/ 99 h 99"/>
                <a:gd name="T12" fmla="*/ 248 w 248"/>
                <a:gd name="T13" fmla="*/ 50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50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3" name="Freeform 1985">
              <a:extLst>
                <a:ext uri="{FF2B5EF4-FFF2-40B4-BE49-F238E27FC236}">
                  <a16:creationId xmlns:a16="http://schemas.microsoft.com/office/drawing/2014/main" id="{A12E9334-7779-571A-A092-6BDB41EFCA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3600" y="4192588"/>
              <a:ext cx="60325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4" name="Freeform 1986">
              <a:extLst>
                <a:ext uri="{FF2B5EF4-FFF2-40B4-BE49-F238E27FC236}">
                  <a16:creationId xmlns:a16="http://schemas.microsoft.com/office/drawing/2014/main" id="{A3732E28-B232-3442-579D-E0EA3E5CF6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4887" y="4235450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5" name="Oval 1987">
              <a:extLst>
                <a:ext uri="{FF2B5EF4-FFF2-40B4-BE49-F238E27FC236}">
                  <a16:creationId xmlns:a16="http://schemas.microsoft.com/office/drawing/2014/main" id="{11369F2C-C78E-A535-54C2-DFAD970F05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4167188"/>
              <a:ext cx="274637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6" name="Freeform 1988">
              <a:extLst>
                <a:ext uri="{FF2B5EF4-FFF2-40B4-BE49-F238E27FC236}">
                  <a16:creationId xmlns:a16="http://schemas.microsoft.com/office/drawing/2014/main" id="{E516AC88-D42E-ABAA-AEB4-0F6DF4118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8850" y="4191000"/>
              <a:ext cx="84137" cy="365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7" name="Freeform 1989">
              <a:extLst>
                <a:ext uri="{FF2B5EF4-FFF2-40B4-BE49-F238E27FC236}">
                  <a16:creationId xmlns:a16="http://schemas.microsoft.com/office/drawing/2014/main" id="{89C8770D-DC6C-CB89-ACE7-B4AD132A13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2175" y="4175125"/>
              <a:ext cx="217487" cy="365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8" name="Freeform 1990">
              <a:extLst>
                <a:ext uri="{FF2B5EF4-FFF2-40B4-BE49-F238E27FC236}">
                  <a16:creationId xmlns:a16="http://schemas.microsoft.com/office/drawing/2014/main" id="{6FC45908-3B25-2205-10AE-F1683A98D4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4075" y="4159250"/>
              <a:ext cx="274637" cy="85725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49 h 99"/>
                <a:gd name="T10" fmla="*/ 124 w 248"/>
                <a:gd name="T11" fmla="*/ 99 h 99"/>
                <a:gd name="T12" fmla="*/ 248 w 248"/>
                <a:gd name="T13" fmla="*/ 49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9" name="Freeform 1991">
              <a:extLst>
                <a:ext uri="{FF2B5EF4-FFF2-40B4-BE49-F238E27FC236}">
                  <a16:creationId xmlns:a16="http://schemas.microsoft.com/office/drawing/2014/main" id="{54C2218A-3A86-40A0-5392-0453EF0AB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4075" y="4168775"/>
              <a:ext cx="60325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0" name="Freeform 1992">
              <a:extLst>
                <a:ext uri="{FF2B5EF4-FFF2-40B4-BE49-F238E27FC236}">
                  <a16:creationId xmlns:a16="http://schemas.microsoft.com/office/drawing/2014/main" id="{A39A3CB1-EFBA-8199-BCAB-F1DCC802D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5362" y="4211638"/>
              <a:ext cx="30162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1" name="Oval 1993">
              <a:extLst>
                <a:ext uri="{FF2B5EF4-FFF2-40B4-BE49-F238E27FC236}">
                  <a16:creationId xmlns:a16="http://schemas.microsoft.com/office/drawing/2014/main" id="{10ECE1C8-F70F-7843-F6D2-65E89E70F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4075" y="4141788"/>
              <a:ext cx="274637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2" name="Freeform 1994">
              <a:extLst>
                <a:ext uri="{FF2B5EF4-FFF2-40B4-BE49-F238E27FC236}">
                  <a16:creationId xmlns:a16="http://schemas.microsoft.com/office/drawing/2014/main" id="{2840D82E-F5FF-E8FF-E3C4-D7E37CB3A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9325" y="4165600"/>
              <a:ext cx="84137" cy="365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3" name="Freeform 1995">
              <a:extLst>
                <a:ext uri="{FF2B5EF4-FFF2-40B4-BE49-F238E27FC236}">
                  <a16:creationId xmlns:a16="http://schemas.microsoft.com/office/drawing/2014/main" id="{1E120C6E-9209-D849-C8BB-DFFDF9FFF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2650" y="4151313"/>
              <a:ext cx="215900" cy="34925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4" name="Freeform 1996">
              <a:extLst>
                <a:ext uri="{FF2B5EF4-FFF2-40B4-BE49-F238E27FC236}">
                  <a16:creationId xmlns:a16="http://schemas.microsoft.com/office/drawing/2014/main" id="{7BDDFB7A-F5C2-8DC8-FBF8-8B5100BC1C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3600" y="4138613"/>
              <a:ext cx="273050" cy="84138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5" name="Freeform 1997">
              <a:extLst>
                <a:ext uri="{FF2B5EF4-FFF2-40B4-BE49-F238E27FC236}">
                  <a16:creationId xmlns:a16="http://schemas.microsoft.com/office/drawing/2014/main" id="{0C919492-8750-23CE-8130-67E3DCB04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3600" y="4146550"/>
              <a:ext cx="60325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6" name="Freeform 1998">
              <a:extLst>
                <a:ext uri="{FF2B5EF4-FFF2-40B4-BE49-F238E27FC236}">
                  <a16:creationId xmlns:a16="http://schemas.microsoft.com/office/drawing/2014/main" id="{064BCA66-4A0A-307F-51E2-8D69C01CC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4887" y="4189413"/>
              <a:ext cx="31750" cy="33338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7" name="Oval 1999">
              <a:extLst>
                <a:ext uri="{FF2B5EF4-FFF2-40B4-BE49-F238E27FC236}">
                  <a16:creationId xmlns:a16="http://schemas.microsoft.com/office/drawing/2014/main" id="{FB2FA558-AD93-1196-C978-00A020A0E8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4119563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8" name="Freeform 2000">
              <a:extLst>
                <a:ext uri="{FF2B5EF4-FFF2-40B4-BE49-F238E27FC236}">
                  <a16:creationId xmlns:a16="http://schemas.microsoft.com/office/drawing/2014/main" id="{E0622DDF-F51A-3921-EB23-600AFB2E0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7262" y="4143375"/>
              <a:ext cx="85725" cy="36513"/>
            </a:xfrm>
            <a:custGeom>
              <a:avLst/>
              <a:gdLst>
                <a:gd name="T0" fmla="*/ 67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9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20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7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7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0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8" y="25"/>
                    <a:pt x="55" y="23"/>
                  </a:cubicBezTo>
                  <a:cubicBezTo>
                    <a:pt x="47" y="19"/>
                    <a:pt x="25" y="34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9" name="Freeform 2001">
              <a:extLst>
                <a:ext uri="{FF2B5EF4-FFF2-40B4-BE49-F238E27FC236}">
                  <a16:creationId xmlns:a16="http://schemas.microsoft.com/office/drawing/2014/main" id="{254CCB86-7679-38B9-8D19-F20773A3CA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2175" y="4129088"/>
              <a:ext cx="215900" cy="365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0" name="Freeform 2002">
              <a:extLst>
                <a:ext uri="{FF2B5EF4-FFF2-40B4-BE49-F238E27FC236}">
                  <a16:creationId xmlns:a16="http://schemas.microsoft.com/office/drawing/2014/main" id="{CF3F43DC-BD99-9403-4F61-8DA1AB7B6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4075" y="4113213"/>
              <a:ext cx="273050" cy="84138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1" name="Freeform 2003">
              <a:extLst>
                <a:ext uri="{FF2B5EF4-FFF2-40B4-BE49-F238E27FC236}">
                  <a16:creationId xmlns:a16="http://schemas.microsoft.com/office/drawing/2014/main" id="{035706AB-F853-A76F-9F70-6C81B1048F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4075" y="4121150"/>
              <a:ext cx="60325" cy="69850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2" name="Freeform 2004">
              <a:extLst>
                <a:ext uri="{FF2B5EF4-FFF2-40B4-BE49-F238E27FC236}">
                  <a16:creationId xmlns:a16="http://schemas.microsoft.com/office/drawing/2014/main" id="{D93D29A1-ADBC-5365-11E1-FCB272CDD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5362" y="4164013"/>
              <a:ext cx="30162" cy="33338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3" name="Oval 2005">
              <a:extLst>
                <a:ext uri="{FF2B5EF4-FFF2-40B4-BE49-F238E27FC236}">
                  <a16:creationId xmlns:a16="http://schemas.microsoft.com/office/drawing/2014/main" id="{182C3C41-F97B-0C30-C234-F8C32C164B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4075" y="40957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4" name="Freeform 2006">
              <a:extLst>
                <a:ext uri="{FF2B5EF4-FFF2-40B4-BE49-F238E27FC236}">
                  <a16:creationId xmlns:a16="http://schemas.microsoft.com/office/drawing/2014/main" id="{FD84CC41-080C-A184-7275-D9E6F3DE4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7737" y="4117975"/>
              <a:ext cx="85725" cy="36513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5" name="Freeform 2007">
              <a:extLst>
                <a:ext uri="{FF2B5EF4-FFF2-40B4-BE49-F238E27FC236}">
                  <a16:creationId xmlns:a16="http://schemas.microsoft.com/office/drawing/2014/main" id="{869073D3-9656-3D0A-1BBD-64D22BE65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2650" y="4105275"/>
              <a:ext cx="215900" cy="34925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39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39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6" name="Freeform 2008">
              <a:extLst>
                <a:ext uri="{FF2B5EF4-FFF2-40B4-BE49-F238E27FC236}">
                  <a16:creationId xmlns:a16="http://schemas.microsoft.com/office/drawing/2014/main" id="{7654233A-91CF-3D01-0CCB-F5F073E8B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8362" y="4094163"/>
              <a:ext cx="274637" cy="84138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7" name="Freeform 2009">
              <a:extLst>
                <a:ext uri="{FF2B5EF4-FFF2-40B4-BE49-F238E27FC236}">
                  <a16:creationId xmlns:a16="http://schemas.microsoft.com/office/drawing/2014/main" id="{4B23AEE9-7055-DBA1-07FA-36114EC0FA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8362" y="4102100"/>
              <a:ext cx="61912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8" name="Freeform 2010">
              <a:extLst>
                <a:ext uri="{FF2B5EF4-FFF2-40B4-BE49-F238E27FC236}">
                  <a16:creationId xmlns:a16="http://schemas.microsoft.com/office/drawing/2014/main" id="{4CA91B50-8791-C8A0-6789-C60DFF7CE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1237" y="4144963"/>
              <a:ext cx="30162" cy="33338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9" name="Oval 2011">
              <a:extLst>
                <a:ext uri="{FF2B5EF4-FFF2-40B4-BE49-F238E27FC236}">
                  <a16:creationId xmlns:a16="http://schemas.microsoft.com/office/drawing/2014/main" id="{1851F637-1373-33EC-F60A-57E5244F8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8362" y="4075113"/>
              <a:ext cx="274637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0" name="Freeform 2012">
              <a:extLst>
                <a:ext uri="{FF2B5EF4-FFF2-40B4-BE49-F238E27FC236}">
                  <a16:creationId xmlns:a16="http://schemas.microsoft.com/office/drawing/2014/main" id="{99B4EF70-AEB9-9A01-7B21-B43B021634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3612" y="4098925"/>
              <a:ext cx="84137" cy="365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8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30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9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8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30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5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1" name="Freeform 2013">
              <a:extLst>
                <a:ext uri="{FF2B5EF4-FFF2-40B4-BE49-F238E27FC236}">
                  <a16:creationId xmlns:a16="http://schemas.microsoft.com/office/drawing/2014/main" id="{D958A768-14FB-D539-38C3-D228E1712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8525" y="4084638"/>
              <a:ext cx="214312" cy="365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2" name="Freeform 2014">
              <a:extLst>
                <a:ext uri="{FF2B5EF4-FFF2-40B4-BE49-F238E27FC236}">
                  <a16:creationId xmlns:a16="http://schemas.microsoft.com/office/drawing/2014/main" id="{C7296E45-7176-08B5-7FEC-CEE88563C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9000" y="4075113"/>
              <a:ext cx="274637" cy="85725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50 h 99"/>
                <a:gd name="T10" fmla="*/ 124 w 248"/>
                <a:gd name="T11" fmla="*/ 99 h 99"/>
                <a:gd name="T12" fmla="*/ 248 w 248"/>
                <a:gd name="T13" fmla="*/ 50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50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3" name="Freeform 2016">
              <a:extLst>
                <a:ext uri="{FF2B5EF4-FFF2-40B4-BE49-F238E27FC236}">
                  <a16:creationId xmlns:a16="http://schemas.microsoft.com/office/drawing/2014/main" id="{D4992906-20FB-877F-DEA1-A0B1FD1EAD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9000" y="4084638"/>
              <a:ext cx="60325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4" name="Freeform 2017">
              <a:extLst>
                <a:ext uri="{FF2B5EF4-FFF2-40B4-BE49-F238E27FC236}">
                  <a16:creationId xmlns:a16="http://schemas.microsoft.com/office/drawing/2014/main" id="{DF171A49-91F9-69B1-73CB-FFB881225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0288" y="4127500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5" name="Oval 2018">
              <a:extLst>
                <a:ext uri="{FF2B5EF4-FFF2-40B4-BE49-F238E27FC236}">
                  <a16:creationId xmlns:a16="http://schemas.microsoft.com/office/drawing/2014/main" id="{E144A939-2C07-727C-D697-629CB9FE8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0" y="4057650"/>
              <a:ext cx="274637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6" name="Freeform 2019">
              <a:extLst>
                <a:ext uri="{FF2B5EF4-FFF2-40B4-BE49-F238E27FC236}">
                  <a16:creationId xmlns:a16="http://schemas.microsoft.com/office/drawing/2014/main" id="{EB556531-BC4D-086E-D639-86406F99A8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4250" y="4081463"/>
              <a:ext cx="84137" cy="36512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7" name="Freeform 2020">
              <a:extLst>
                <a:ext uri="{FF2B5EF4-FFF2-40B4-BE49-F238E27FC236}">
                  <a16:creationId xmlns:a16="http://schemas.microsoft.com/office/drawing/2014/main" id="{67D49465-9784-530B-DD9E-E94DE4ECF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7575" y="4067175"/>
              <a:ext cx="217487" cy="36512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8" name="Freeform 2021">
              <a:extLst>
                <a:ext uri="{FF2B5EF4-FFF2-40B4-BE49-F238E27FC236}">
                  <a16:creationId xmlns:a16="http://schemas.microsoft.com/office/drawing/2014/main" id="{BE81AAFD-7752-66E2-04FD-ECB1B6CA6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9475" y="4051300"/>
              <a:ext cx="274637" cy="84137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49 h 99"/>
                <a:gd name="T10" fmla="*/ 124 w 248"/>
                <a:gd name="T11" fmla="*/ 99 h 99"/>
                <a:gd name="T12" fmla="*/ 248 w 248"/>
                <a:gd name="T13" fmla="*/ 49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9" name="Freeform 2022">
              <a:extLst>
                <a:ext uri="{FF2B5EF4-FFF2-40B4-BE49-F238E27FC236}">
                  <a16:creationId xmlns:a16="http://schemas.microsoft.com/office/drawing/2014/main" id="{C8021C87-B7F0-3CD4-894B-282EFE9B37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9475" y="4059238"/>
              <a:ext cx="60325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0" name="Freeform 2023">
              <a:extLst>
                <a:ext uri="{FF2B5EF4-FFF2-40B4-BE49-F238E27FC236}">
                  <a16:creationId xmlns:a16="http://schemas.microsoft.com/office/drawing/2014/main" id="{56C5F752-970B-F926-332F-C4FDD9DBA6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0763" y="4102100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1" name="Oval 2024">
              <a:extLst>
                <a:ext uri="{FF2B5EF4-FFF2-40B4-BE49-F238E27FC236}">
                  <a16:creationId xmlns:a16="http://schemas.microsoft.com/office/drawing/2014/main" id="{18FE7314-348F-B211-D93B-C15FE59BC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9475" y="4033838"/>
              <a:ext cx="274637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2" name="Freeform 2025">
              <a:extLst>
                <a:ext uri="{FF2B5EF4-FFF2-40B4-BE49-F238E27FC236}">
                  <a16:creationId xmlns:a16="http://schemas.microsoft.com/office/drawing/2014/main" id="{83533B9E-270D-4CB3-3213-4069456D5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4725" y="4056063"/>
              <a:ext cx="84137" cy="36512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3" name="Freeform 2026">
              <a:extLst>
                <a:ext uri="{FF2B5EF4-FFF2-40B4-BE49-F238E27FC236}">
                  <a16:creationId xmlns:a16="http://schemas.microsoft.com/office/drawing/2014/main" id="{1BA174F3-76E8-5FAA-5DCE-7DAF3EEEF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8050" y="4041775"/>
              <a:ext cx="215900" cy="36512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4" name="Freeform 2027">
              <a:extLst>
                <a:ext uri="{FF2B5EF4-FFF2-40B4-BE49-F238E27FC236}">
                  <a16:creationId xmlns:a16="http://schemas.microsoft.com/office/drawing/2014/main" id="{A150E2B0-D091-E7F8-DA09-4AA0ADAAF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9000" y="4029075"/>
              <a:ext cx="273050" cy="84137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5" name="Freeform 2028">
              <a:extLst>
                <a:ext uri="{FF2B5EF4-FFF2-40B4-BE49-F238E27FC236}">
                  <a16:creationId xmlns:a16="http://schemas.microsoft.com/office/drawing/2014/main" id="{F8AFA80D-BE36-EFAB-86B2-30BD36534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9000" y="4038600"/>
              <a:ext cx="60325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6" name="Freeform 2029">
              <a:extLst>
                <a:ext uri="{FF2B5EF4-FFF2-40B4-BE49-F238E27FC236}">
                  <a16:creationId xmlns:a16="http://schemas.microsoft.com/office/drawing/2014/main" id="{D0EF2170-699D-AE88-F4D9-ABDA6A8B1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0288" y="4081463"/>
              <a:ext cx="31750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7" name="Oval 2030">
              <a:extLst>
                <a:ext uri="{FF2B5EF4-FFF2-40B4-BE49-F238E27FC236}">
                  <a16:creationId xmlns:a16="http://schemas.microsoft.com/office/drawing/2014/main" id="{5DB41A4E-0154-7CCF-CDF5-0B3436932B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0" y="4011613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8" name="Freeform 2031">
              <a:extLst>
                <a:ext uri="{FF2B5EF4-FFF2-40B4-BE49-F238E27FC236}">
                  <a16:creationId xmlns:a16="http://schemas.microsoft.com/office/drawing/2014/main" id="{66D5E34C-25AF-D96B-951E-0A6BB23141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2663" y="4035425"/>
              <a:ext cx="85725" cy="36512"/>
            </a:xfrm>
            <a:custGeom>
              <a:avLst/>
              <a:gdLst>
                <a:gd name="T0" fmla="*/ 67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9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20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7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7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0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8" y="25"/>
                    <a:pt x="55" y="23"/>
                  </a:cubicBezTo>
                  <a:cubicBezTo>
                    <a:pt x="47" y="19"/>
                    <a:pt x="25" y="34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9" name="Freeform 2032">
              <a:extLst>
                <a:ext uri="{FF2B5EF4-FFF2-40B4-BE49-F238E27FC236}">
                  <a16:creationId xmlns:a16="http://schemas.microsoft.com/office/drawing/2014/main" id="{57450341-5339-FA41-EC40-0760C5E19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7575" y="4021138"/>
              <a:ext cx="215900" cy="349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0" name="Freeform 2033">
              <a:extLst>
                <a:ext uri="{FF2B5EF4-FFF2-40B4-BE49-F238E27FC236}">
                  <a16:creationId xmlns:a16="http://schemas.microsoft.com/office/drawing/2014/main" id="{56AE7A86-2B7B-DF12-643D-37D3EF3E4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9475" y="4003675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1" name="Freeform 2034">
              <a:extLst>
                <a:ext uri="{FF2B5EF4-FFF2-40B4-BE49-F238E27FC236}">
                  <a16:creationId xmlns:a16="http://schemas.microsoft.com/office/drawing/2014/main" id="{6FDE3661-7F3E-E6CA-D492-51084215D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9475" y="4013200"/>
              <a:ext cx="60325" cy="68262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2" name="Freeform 2035">
              <a:extLst>
                <a:ext uri="{FF2B5EF4-FFF2-40B4-BE49-F238E27FC236}">
                  <a16:creationId xmlns:a16="http://schemas.microsoft.com/office/drawing/2014/main" id="{5956D958-9EC6-B4D1-48AE-85CB7609ED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0763" y="4056063"/>
              <a:ext cx="30162" cy="31750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3" name="Oval 2036">
              <a:extLst>
                <a:ext uri="{FF2B5EF4-FFF2-40B4-BE49-F238E27FC236}">
                  <a16:creationId xmlns:a16="http://schemas.microsoft.com/office/drawing/2014/main" id="{E0355B74-27C0-2540-4276-42882F459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9475" y="3986213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4" name="Freeform 2037">
              <a:extLst>
                <a:ext uri="{FF2B5EF4-FFF2-40B4-BE49-F238E27FC236}">
                  <a16:creationId xmlns:a16="http://schemas.microsoft.com/office/drawing/2014/main" id="{C537B01C-4444-5838-2E0F-67CB273DC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3138" y="4010025"/>
              <a:ext cx="85725" cy="36512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5" name="Freeform 2038">
              <a:extLst>
                <a:ext uri="{FF2B5EF4-FFF2-40B4-BE49-F238E27FC236}">
                  <a16:creationId xmlns:a16="http://schemas.microsoft.com/office/drawing/2014/main" id="{770A0F8C-03D8-BEC5-211D-BAF4CEF0E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8050" y="3995738"/>
              <a:ext cx="215900" cy="36512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39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39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6" name="Freeform 2039">
              <a:extLst>
                <a:ext uri="{FF2B5EF4-FFF2-40B4-BE49-F238E27FC236}">
                  <a16:creationId xmlns:a16="http://schemas.microsoft.com/office/drawing/2014/main" id="{6B76BFBD-65CE-9768-20CF-2E56E7C87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0900" y="3981450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7" name="Freeform 2040">
              <a:extLst>
                <a:ext uri="{FF2B5EF4-FFF2-40B4-BE49-F238E27FC236}">
                  <a16:creationId xmlns:a16="http://schemas.microsoft.com/office/drawing/2014/main" id="{694AD840-DDB9-99A7-D850-1F045030C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0900" y="3989388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8" name="Freeform 2041">
              <a:extLst>
                <a:ext uri="{FF2B5EF4-FFF2-40B4-BE49-F238E27FC236}">
                  <a16:creationId xmlns:a16="http://schemas.microsoft.com/office/drawing/2014/main" id="{65AD9F1F-944D-B8C5-DF82-C6D8E9700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2188" y="4032250"/>
              <a:ext cx="30162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9" name="Oval 2042">
              <a:extLst>
                <a:ext uri="{FF2B5EF4-FFF2-40B4-BE49-F238E27FC236}">
                  <a16:creationId xmlns:a16="http://schemas.microsoft.com/office/drawing/2014/main" id="{24FE97DD-76B1-DCF3-9EA8-CC1166C892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0900" y="3963988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0" name="Freeform 2043">
              <a:extLst>
                <a:ext uri="{FF2B5EF4-FFF2-40B4-BE49-F238E27FC236}">
                  <a16:creationId xmlns:a16="http://schemas.microsoft.com/office/drawing/2014/main" id="{E8F0287C-55F9-99C4-2F36-96E50FF5D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6150" y="3986213"/>
              <a:ext cx="84137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8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8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1" name="Freeform 2044">
              <a:extLst>
                <a:ext uri="{FF2B5EF4-FFF2-40B4-BE49-F238E27FC236}">
                  <a16:creationId xmlns:a16="http://schemas.microsoft.com/office/drawing/2014/main" id="{A4241EB8-52D7-08AB-EBF0-7DA2177F4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9475" y="3973513"/>
              <a:ext cx="215900" cy="34925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2" name="Freeform 2045">
              <a:extLst>
                <a:ext uri="{FF2B5EF4-FFF2-40B4-BE49-F238E27FC236}">
                  <a16:creationId xmlns:a16="http://schemas.microsoft.com/office/drawing/2014/main" id="{73137066-16F3-0893-6A49-9382EC280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1538" y="3963988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3" name="Freeform 2046">
              <a:extLst>
                <a:ext uri="{FF2B5EF4-FFF2-40B4-BE49-F238E27FC236}">
                  <a16:creationId xmlns:a16="http://schemas.microsoft.com/office/drawing/2014/main" id="{9A84AE59-EA94-C4A9-DE5C-4E25436E1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1538" y="3971925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4" name="Freeform 2047">
              <a:extLst>
                <a:ext uri="{FF2B5EF4-FFF2-40B4-BE49-F238E27FC236}">
                  <a16:creationId xmlns:a16="http://schemas.microsoft.com/office/drawing/2014/main" id="{90EFFCBF-C6D6-77FA-5091-6E4959736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2825" y="4014788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5" name="Oval 2048">
              <a:extLst>
                <a:ext uri="{FF2B5EF4-FFF2-40B4-BE49-F238E27FC236}">
                  <a16:creationId xmlns:a16="http://schemas.microsoft.com/office/drawing/2014/main" id="{DAB77FAB-5CBF-0FBC-FAC8-DF8E3BB91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1538" y="394652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6" name="Freeform 2049">
              <a:extLst>
                <a:ext uri="{FF2B5EF4-FFF2-40B4-BE49-F238E27FC236}">
                  <a16:creationId xmlns:a16="http://schemas.microsoft.com/office/drawing/2014/main" id="{5B30C346-5A99-3F36-91E8-7A92729AF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5200" y="3968750"/>
              <a:ext cx="85725" cy="38100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7" name="Freeform 2050">
              <a:extLst>
                <a:ext uri="{FF2B5EF4-FFF2-40B4-BE49-F238E27FC236}">
                  <a16:creationId xmlns:a16="http://schemas.microsoft.com/office/drawing/2014/main" id="{597B2AC0-D000-CBE7-188E-FCB3649B25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0113" y="3954463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8" name="Freeform 2051">
              <a:extLst>
                <a:ext uri="{FF2B5EF4-FFF2-40B4-BE49-F238E27FC236}">
                  <a16:creationId xmlns:a16="http://schemas.microsoft.com/office/drawing/2014/main" id="{1A7DFF3F-0CB6-1E2C-B729-8A4FF4E2B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2013" y="3938588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9" name="Freeform 2052">
              <a:extLst>
                <a:ext uri="{FF2B5EF4-FFF2-40B4-BE49-F238E27FC236}">
                  <a16:creationId xmlns:a16="http://schemas.microsoft.com/office/drawing/2014/main" id="{7FD272FA-6BD3-2FA1-48A7-26B0E5102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2013" y="3946525"/>
              <a:ext cx="58737" cy="69850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0" name="Freeform 2053">
              <a:extLst>
                <a:ext uri="{FF2B5EF4-FFF2-40B4-BE49-F238E27FC236}">
                  <a16:creationId xmlns:a16="http://schemas.microsoft.com/office/drawing/2014/main" id="{288FA2A8-322F-6E77-35C4-BF3E85C3EC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3300" y="3989388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1" name="Oval 2054">
              <a:extLst>
                <a:ext uri="{FF2B5EF4-FFF2-40B4-BE49-F238E27FC236}">
                  <a16:creationId xmlns:a16="http://schemas.microsoft.com/office/drawing/2014/main" id="{95540E35-D5DA-AE71-F8AA-DEE31754C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392112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2" name="Freeform 2055">
              <a:extLst>
                <a:ext uri="{FF2B5EF4-FFF2-40B4-BE49-F238E27FC236}">
                  <a16:creationId xmlns:a16="http://schemas.microsoft.com/office/drawing/2014/main" id="{4C225EC4-AEFE-0705-55AF-076F19735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5675" y="3944938"/>
              <a:ext cx="84137" cy="34925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3" name="Freeform 2056">
              <a:extLst>
                <a:ext uri="{FF2B5EF4-FFF2-40B4-BE49-F238E27FC236}">
                  <a16:creationId xmlns:a16="http://schemas.microsoft.com/office/drawing/2014/main" id="{CF8C76DD-6646-59D9-C2F8-C11609509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0588" y="3930650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4" name="Freeform 2057">
              <a:extLst>
                <a:ext uri="{FF2B5EF4-FFF2-40B4-BE49-F238E27FC236}">
                  <a16:creationId xmlns:a16="http://schemas.microsoft.com/office/drawing/2014/main" id="{15AFC3ED-3AFC-830C-E962-D2FFFC7567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1538" y="3916363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5" name="Freeform 2058">
              <a:extLst>
                <a:ext uri="{FF2B5EF4-FFF2-40B4-BE49-F238E27FC236}">
                  <a16:creationId xmlns:a16="http://schemas.microsoft.com/office/drawing/2014/main" id="{2EBBE026-717A-AD6D-4550-DF24BB77D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1538" y="3925888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6" name="Freeform 2059">
              <a:extLst>
                <a:ext uri="{FF2B5EF4-FFF2-40B4-BE49-F238E27FC236}">
                  <a16:creationId xmlns:a16="http://schemas.microsoft.com/office/drawing/2014/main" id="{05583E3A-4EC0-A525-BD7A-03A116106B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1238" y="3968750"/>
              <a:ext cx="31750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7" name="Oval 2060">
              <a:extLst>
                <a:ext uri="{FF2B5EF4-FFF2-40B4-BE49-F238E27FC236}">
                  <a16:creationId xmlns:a16="http://schemas.microsoft.com/office/drawing/2014/main" id="{E3097619-D768-92BA-5ADE-4761EB697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1538" y="3898900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8" name="Freeform 2061">
              <a:extLst>
                <a:ext uri="{FF2B5EF4-FFF2-40B4-BE49-F238E27FC236}">
                  <a16:creationId xmlns:a16="http://schemas.microsoft.com/office/drawing/2014/main" id="{C0E5F302-8CD0-C892-80AA-60E4DD2E8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5200" y="3922713"/>
              <a:ext cx="84137" cy="36512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9" name="Freeform 2062">
              <a:extLst>
                <a:ext uri="{FF2B5EF4-FFF2-40B4-BE49-F238E27FC236}">
                  <a16:creationId xmlns:a16="http://schemas.microsoft.com/office/drawing/2014/main" id="{12F8E9FD-065E-275E-43ED-901017F6EE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0113" y="3908425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4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0" name="Freeform 2063">
              <a:extLst>
                <a:ext uri="{FF2B5EF4-FFF2-40B4-BE49-F238E27FC236}">
                  <a16:creationId xmlns:a16="http://schemas.microsoft.com/office/drawing/2014/main" id="{3C7C1AF2-A0F0-ED01-6451-FC1CA49CD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2013" y="3892550"/>
              <a:ext cx="273050" cy="84137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1" name="Freeform 2064">
              <a:extLst>
                <a:ext uri="{FF2B5EF4-FFF2-40B4-BE49-F238E27FC236}">
                  <a16:creationId xmlns:a16="http://schemas.microsoft.com/office/drawing/2014/main" id="{8688AFF3-2121-76DC-77FD-4E1CC513E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2013" y="3900488"/>
              <a:ext cx="58737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2" name="Freeform 2065">
              <a:extLst>
                <a:ext uri="{FF2B5EF4-FFF2-40B4-BE49-F238E27FC236}">
                  <a16:creationId xmlns:a16="http://schemas.microsoft.com/office/drawing/2014/main" id="{BF6AB460-F866-67DE-E2C3-E05780FBA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1713" y="3943350"/>
              <a:ext cx="31750" cy="33337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3" name="Oval 2066">
              <a:extLst>
                <a:ext uri="{FF2B5EF4-FFF2-40B4-BE49-F238E27FC236}">
                  <a16:creationId xmlns:a16="http://schemas.microsoft.com/office/drawing/2014/main" id="{1DC0BBCF-2FF3-7184-D322-FF7CCFA24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3873500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4" name="Freeform 2067">
              <a:extLst>
                <a:ext uri="{FF2B5EF4-FFF2-40B4-BE49-F238E27FC236}">
                  <a16:creationId xmlns:a16="http://schemas.microsoft.com/office/drawing/2014/main" id="{0D661405-2505-A671-D6BE-792B01798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5675" y="3897313"/>
              <a:ext cx="84137" cy="36512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5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5" name="Freeform 2068">
              <a:extLst>
                <a:ext uri="{FF2B5EF4-FFF2-40B4-BE49-F238E27FC236}">
                  <a16:creationId xmlns:a16="http://schemas.microsoft.com/office/drawing/2014/main" id="{1B11107C-6330-BA53-BCB3-F60170DB8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0588" y="3883025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39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39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6" name="Freeform 2069">
              <a:extLst>
                <a:ext uri="{FF2B5EF4-FFF2-40B4-BE49-F238E27FC236}">
                  <a16:creationId xmlns:a16="http://schemas.microsoft.com/office/drawing/2014/main" id="{E75288AD-0522-CDEB-8716-8769DFF031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6300" y="3871913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7" name="Freeform 2070">
              <a:extLst>
                <a:ext uri="{FF2B5EF4-FFF2-40B4-BE49-F238E27FC236}">
                  <a16:creationId xmlns:a16="http://schemas.microsoft.com/office/drawing/2014/main" id="{1E8B9C33-9619-09B1-B6A4-8971D4CCF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6300" y="3881438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8" name="Freeform 2071">
              <a:extLst>
                <a:ext uri="{FF2B5EF4-FFF2-40B4-BE49-F238E27FC236}">
                  <a16:creationId xmlns:a16="http://schemas.microsoft.com/office/drawing/2014/main" id="{A76B7446-3429-D4C4-6D68-2164119DA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7588" y="3924300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9" name="Oval 2072">
              <a:extLst>
                <a:ext uri="{FF2B5EF4-FFF2-40B4-BE49-F238E27FC236}">
                  <a16:creationId xmlns:a16="http://schemas.microsoft.com/office/drawing/2014/main" id="{9EDCF877-E46F-D78A-8CFD-4D7AFEF1BC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6300" y="38544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0" name="Freeform 2073">
              <a:extLst>
                <a:ext uri="{FF2B5EF4-FFF2-40B4-BE49-F238E27FC236}">
                  <a16:creationId xmlns:a16="http://schemas.microsoft.com/office/drawing/2014/main" id="{EE4D8FE0-1593-22E8-E408-8AB10C49DF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1550" y="3878263"/>
              <a:ext cx="84137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8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8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1" name="Freeform 2074">
              <a:extLst>
                <a:ext uri="{FF2B5EF4-FFF2-40B4-BE49-F238E27FC236}">
                  <a16:creationId xmlns:a16="http://schemas.microsoft.com/office/drawing/2014/main" id="{395EC3BC-F74D-AC6E-2850-1064D445E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4875" y="3863975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2" name="Freeform 2075">
              <a:extLst>
                <a:ext uri="{FF2B5EF4-FFF2-40B4-BE49-F238E27FC236}">
                  <a16:creationId xmlns:a16="http://schemas.microsoft.com/office/drawing/2014/main" id="{64F13BBC-743D-05A1-CC4A-4E594C6B3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6938" y="3854450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3" name="Freeform 2076">
              <a:extLst>
                <a:ext uri="{FF2B5EF4-FFF2-40B4-BE49-F238E27FC236}">
                  <a16:creationId xmlns:a16="http://schemas.microsoft.com/office/drawing/2014/main" id="{2CF1F4BC-CBA7-3F96-F7D5-1BA8F3F45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6938" y="3862388"/>
              <a:ext cx="60325" cy="69850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4" name="Freeform 2077">
              <a:extLst>
                <a:ext uri="{FF2B5EF4-FFF2-40B4-BE49-F238E27FC236}">
                  <a16:creationId xmlns:a16="http://schemas.microsoft.com/office/drawing/2014/main" id="{B534FBA6-B210-D600-80E1-589606FC63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8225" y="3905250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5" name="Oval 2078">
              <a:extLst>
                <a:ext uri="{FF2B5EF4-FFF2-40B4-BE49-F238E27FC236}">
                  <a16:creationId xmlns:a16="http://schemas.microsoft.com/office/drawing/2014/main" id="{C24A7389-AD38-4631-2F7D-A61DE0894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6938" y="3836988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6" name="Freeform 2079">
              <a:extLst>
                <a:ext uri="{FF2B5EF4-FFF2-40B4-BE49-F238E27FC236}">
                  <a16:creationId xmlns:a16="http://schemas.microsoft.com/office/drawing/2014/main" id="{7464EEA2-C334-4827-3193-550DDED8E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0600" y="3860800"/>
              <a:ext cx="85725" cy="36512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7" name="Freeform 2080">
              <a:extLst>
                <a:ext uri="{FF2B5EF4-FFF2-40B4-BE49-F238E27FC236}">
                  <a16:creationId xmlns:a16="http://schemas.microsoft.com/office/drawing/2014/main" id="{ACF75A03-8605-A195-378E-E9B7F6F83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5513" y="3846513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8" name="Freeform 2081">
              <a:extLst>
                <a:ext uri="{FF2B5EF4-FFF2-40B4-BE49-F238E27FC236}">
                  <a16:creationId xmlns:a16="http://schemas.microsoft.com/office/drawing/2014/main" id="{B80196A2-5388-746E-E3AB-232012838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829050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9" name="Freeform 2082">
              <a:extLst>
                <a:ext uri="{FF2B5EF4-FFF2-40B4-BE49-F238E27FC236}">
                  <a16:creationId xmlns:a16="http://schemas.microsoft.com/office/drawing/2014/main" id="{C9DD815E-2FB5-B67E-B313-709312244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838575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0" name="Freeform 2083">
              <a:extLst>
                <a:ext uri="{FF2B5EF4-FFF2-40B4-BE49-F238E27FC236}">
                  <a16:creationId xmlns:a16="http://schemas.microsoft.com/office/drawing/2014/main" id="{8F0EAC8B-9FDD-AB9D-C17A-5CAA77FF3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8700" y="3881438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1" name="Oval 2084">
              <a:extLst>
                <a:ext uri="{FF2B5EF4-FFF2-40B4-BE49-F238E27FC236}">
                  <a16:creationId xmlns:a16="http://schemas.microsoft.com/office/drawing/2014/main" id="{E548B46D-96A0-AD8C-29F9-33EF69429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7413" y="381317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2" name="Freeform 2085">
              <a:extLst>
                <a:ext uri="{FF2B5EF4-FFF2-40B4-BE49-F238E27FC236}">
                  <a16:creationId xmlns:a16="http://schemas.microsoft.com/office/drawing/2014/main" id="{2C4CCBC4-B2BC-6C7B-C3AE-C37921981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1075" y="3835400"/>
              <a:ext cx="84137" cy="36512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3" name="Freeform 2086">
              <a:extLst>
                <a:ext uri="{FF2B5EF4-FFF2-40B4-BE49-F238E27FC236}">
                  <a16:creationId xmlns:a16="http://schemas.microsoft.com/office/drawing/2014/main" id="{182A8680-D3A5-FE51-A5A4-A309C5451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5988" y="3821113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4" name="Freeform 2087">
              <a:extLst>
                <a:ext uri="{FF2B5EF4-FFF2-40B4-BE49-F238E27FC236}">
                  <a16:creationId xmlns:a16="http://schemas.microsoft.com/office/drawing/2014/main" id="{F706F15D-CAA0-559F-7F83-CA3D5B53AB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6938" y="3808413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5" name="Freeform 2088">
              <a:extLst>
                <a:ext uri="{FF2B5EF4-FFF2-40B4-BE49-F238E27FC236}">
                  <a16:creationId xmlns:a16="http://schemas.microsoft.com/office/drawing/2014/main" id="{673D23BB-63C3-A0CC-4C1A-146899069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6938" y="3816350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6" name="Freeform 2089">
              <a:extLst>
                <a:ext uri="{FF2B5EF4-FFF2-40B4-BE49-F238E27FC236}">
                  <a16:creationId xmlns:a16="http://schemas.microsoft.com/office/drawing/2014/main" id="{9E7E4BFC-F972-245E-16D6-265FED9FCE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6638" y="3859213"/>
              <a:ext cx="31750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7" name="Oval 2090">
              <a:extLst>
                <a:ext uri="{FF2B5EF4-FFF2-40B4-BE49-F238E27FC236}">
                  <a16:creationId xmlns:a16="http://schemas.microsoft.com/office/drawing/2014/main" id="{3DE04EAD-BA10-D685-4EE0-DC9060119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6938" y="37909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8" name="Freeform 2091">
              <a:extLst>
                <a:ext uri="{FF2B5EF4-FFF2-40B4-BE49-F238E27FC236}">
                  <a16:creationId xmlns:a16="http://schemas.microsoft.com/office/drawing/2014/main" id="{5660B799-9B0D-E51B-39EB-581A6E25BC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0600" y="3814763"/>
              <a:ext cx="84137" cy="34925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9" name="Freeform 2092">
              <a:extLst>
                <a:ext uri="{FF2B5EF4-FFF2-40B4-BE49-F238E27FC236}">
                  <a16:creationId xmlns:a16="http://schemas.microsoft.com/office/drawing/2014/main" id="{14DC4B22-881A-127D-D28D-FD371CFB9D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5513" y="3800475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0" name="Freeform 2093">
              <a:extLst>
                <a:ext uri="{FF2B5EF4-FFF2-40B4-BE49-F238E27FC236}">
                  <a16:creationId xmlns:a16="http://schemas.microsoft.com/office/drawing/2014/main" id="{13E119AC-462B-4922-A839-EF351AC64C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783013"/>
              <a:ext cx="273050" cy="84137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1" name="Freeform 2094">
              <a:extLst>
                <a:ext uri="{FF2B5EF4-FFF2-40B4-BE49-F238E27FC236}">
                  <a16:creationId xmlns:a16="http://schemas.microsoft.com/office/drawing/2014/main" id="{EA9A479A-2747-B583-91AC-507722E0B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792538"/>
              <a:ext cx="58737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2" name="Freeform 2095">
              <a:extLst>
                <a:ext uri="{FF2B5EF4-FFF2-40B4-BE49-F238E27FC236}">
                  <a16:creationId xmlns:a16="http://schemas.microsoft.com/office/drawing/2014/main" id="{2B7BE932-5A43-605B-A03E-1B72FD01F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7113" y="3835400"/>
              <a:ext cx="31750" cy="31750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3" name="Oval 2096">
              <a:extLst>
                <a:ext uri="{FF2B5EF4-FFF2-40B4-BE49-F238E27FC236}">
                  <a16:creationId xmlns:a16="http://schemas.microsoft.com/office/drawing/2014/main" id="{2EA588F6-2029-ADCD-35A4-5D99A6E45D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7413" y="37655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4" name="Freeform 2097">
              <a:extLst>
                <a:ext uri="{FF2B5EF4-FFF2-40B4-BE49-F238E27FC236}">
                  <a16:creationId xmlns:a16="http://schemas.microsoft.com/office/drawing/2014/main" id="{8009575A-E1D7-90A5-B9A6-363CA6362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1075" y="3789363"/>
              <a:ext cx="84137" cy="36512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5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5" name="Freeform 2098">
              <a:extLst>
                <a:ext uri="{FF2B5EF4-FFF2-40B4-BE49-F238E27FC236}">
                  <a16:creationId xmlns:a16="http://schemas.microsoft.com/office/drawing/2014/main" id="{745D0672-A945-6437-C7FC-9C0931A80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5988" y="3775075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6" name="Freeform 2099">
              <a:extLst>
                <a:ext uri="{FF2B5EF4-FFF2-40B4-BE49-F238E27FC236}">
                  <a16:creationId xmlns:a16="http://schemas.microsoft.com/office/drawing/2014/main" id="{6E4F383D-0F90-6BB2-2D58-C2A7B4071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6775" y="3752850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7" name="Freeform 2100">
              <a:extLst>
                <a:ext uri="{FF2B5EF4-FFF2-40B4-BE49-F238E27FC236}">
                  <a16:creationId xmlns:a16="http://schemas.microsoft.com/office/drawing/2014/main" id="{64DC57E1-24F5-BD45-DDFE-CE11FF6CB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6775" y="3760788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8" name="Freeform 2101">
              <a:extLst>
                <a:ext uri="{FF2B5EF4-FFF2-40B4-BE49-F238E27FC236}">
                  <a16:creationId xmlns:a16="http://schemas.microsoft.com/office/drawing/2014/main" id="{B7E46D6A-4015-76D6-EDC9-2FE25C5EF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8063" y="3803650"/>
              <a:ext cx="30162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9" name="Oval 2102">
              <a:extLst>
                <a:ext uri="{FF2B5EF4-FFF2-40B4-BE49-F238E27FC236}">
                  <a16:creationId xmlns:a16="http://schemas.microsoft.com/office/drawing/2014/main" id="{B3B6B764-CDBC-FF10-2BF5-973BB6DA4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6775" y="3735388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0" name="Freeform 2103">
              <a:extLst>
                <a:ext uri="{FF2B5EF4-FFF2-40B4-BE49-F238E27FC236}">
                  <a16:creationId xmlns:a16="http://schemas.microsoft.com/office/drawing/2014/main" id="{F9BA2B9A-90B4-8298-7506-90D8DBD6D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0438" y="3759200"/>
              <a:ext cx="85725" cy="34925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2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1" name="Freeform 2104">
              <a:extLst>
                <a:ext uri="{FF2B5EF4-FFF2-40B4-BE49-F238E27FC236}">
                  <a16:creationId xmlns:a16="http://schemas.microsoft.com/office/drawing/2014/main" id="{5F12D91B-B167-7458-2AA3-CB9B098AC3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5350" y="3743325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2" name="Freeform 2105">
              <a:extLst>
                <a:ext uri="{FF2B5EF4-FFF2-40B4-BE49-F238E27FC236}">
                  <a16:creationId xmlns:a16="http://schemas.microsoft.com/office/drawing/2014/main" id="{C92FB334-BA67-29A7-669E-9BDDE8812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735388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3" name="Freeform 2106">
              <a:extLst>
                <a:ext uri="{FF2B5EF4-FFF2-40B4-BE49-F238E27FC236}">
                  <a16:creationId xmlns:a16="http://schemas.microsoft.com/office/drawing/2014/main" id="{DBBC1996-1C60-5341-0808-9C6F3378F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743325"/>
              <a:ext cx="58737" cy="69850"/>
            </a:xfrm>
            <a:custGeom>
              <a:avLst/>
              <a:gdLst>
                <a:gd name="T0" fmla="*/ 0 w 54"/>
                <a:gd name="T1" fmla="*/ 19 h 81"/>
                <a:gd name="T2" fmla="*/ 0 w 54"/>
                <a:gd name="T3" fmla="*/ 40 h 81"/>
                <a:gd name="T4" fmla="*/ 54 w 54"/>
                <a:gd name="T5" fmla="*/ 81 h 81"/>
                <a:gd name="T6" fmla="*/ 54 w 54"/>
                <a:gd name="T7" fmla="*/ 0 h 81"/>
                <a:gd name="T8" fmla="*/ 49 w 54"/>
                <a:gd name="T9" fmla="*/ 0 h 81"/>
                <a:gd name="T10" fmla="*/ 11 w 54"/>
                <a:gd name="T11" fmla="*/ 19 h 81"/>
                <a:gd name="T12" fmla="*/ 0 w 54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1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4" name="Freeform 2107">
              <a:extLst>
                <a:ext uri="{FF2B5EF4-FFF2-40B4-BE49-F238E27FC236}">
                  <a16:creationId xmlns:a16="http://schemas.microsoft.com/office/drawing/2014/main" id="{56222CD8-E5D1-BA88-D9BB-23719580F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8700" y="3786188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5" name="Oval 2108">
              <a:extLst>
                <a:ext uri="{FF2B5EF4-FFF2-40B4-BE49-F238E27FC236}">
                  <a16:creationId xmlns:a16="http://schemas.microsoft.com/office/drawing/2014/main" id="{BE5EC16B-96F0-50E9-5D8D-C694FE10B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7413" y="371792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6" name="Freeform 2109">
              <a:extLst>
                <a:ext uri="{FF2B5EF4-FFF2-40B4-BE49-F238E27FC236}">
                  <a16:creationId xmlns:a16="http://schemas.microsoft.com/office/drawing/2014/main" id="{CCB038CA-2743-2FDD-678F-AF77AA132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1075" y="3740150"/>
              <a:ext cx="84137" cy="36512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7" name="Freeform 2110">
              <a:extLst>
                <a:ext uri="{FF2B5EF4-FFF2-40B4-BE49-F238E27FC236}">
                  <a16:creationId xmlns:a16="http://schemas.microsoft.com/office/drawing/2014/main" id="{CDADB813-9E48-57C4-B390-E868BAE9E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5988" y="3725863"/>
              <a:ext cx="215900" cy="36512"/>
            </a:xfrm>
            <a:custGeom>
              <a:avLst/>
              <a:gdLst>
                <a:gd name="T0" fmla="*/ 97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8" name="Freeform 2111">
              <a:extLst>
                <a:ext uri="{FF2B5EF4-FFF2-40B4-BE49-F238E27FC236}">
                  <a16:creationId xmlns:a16="http://schemas.microsoft.com/office/drawing/2014/main" id="{B40514D6-0035-B0C0-F078-3187B905D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6300" y="3709988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9" name="Freeform 2112">
              <a:extLst>
                <a:ext uri="{FF2B5EF4-FFF2-40B4-BE49-F238E27FC236}">
                  <a16:creationId xmlns:a16="http://schemas.microsoft.com/office/drawing/2014/main" id="{652BCC9C-865E-219A-281A-D2657936F6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6300" y="3717925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0" name="Freeform 2113">
              <a:extLst>
                <a:ext uri="{FF2B5EF4-FFF2-40B4-BE49-F238E27FC236}">
                  <a16:creationId xmlns:a16="http://schemas.microsoft.com/office/drawing/2014/main" id="{E9F0D2A1-E469-D015-1865-812EE2287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9175" y="3760788"/>
              <a:ext cx="28575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1" name="Oval 2114">
              <a:extLst>
                <a:ext uri="{FF2B5EF4-FFF2-40B4-BE49-F238E27FC236}">
                  <a16:creationId xmlns:a16="http://schemas.microsoft.com/office/drawing/2014/main" id="{52603F2B-7B35-5D9E-8CA7-D7024171C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6300" y="369252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2" name="Freeform 2115">
              <a:extLst>
                <a:ext uri="{FF2B5EF4-FFF2-40B4-BE49-F238E27FC236}">
                  <a16:creationId xmlns:a16="http://schemas.microsoft.com/office/drawing/2014/main" id="{2540BE27-3351-2155-031A-678444E0F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1550" y="3716338"/>
              <a:ext cx="84137" cy="36512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3" name="Freeform 2116">
              <a:extLst>
                <a:ext uri="{FF2B5EF4-FFF2-40B4-BE49-F238E27FC236}">
                  <a16:creationId xmlns:a16="http://schemas.microsoft.com/office/drawing/2014/main" id="{D2B3204E-4266-531C-F734-2ACFFA2D3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4875" y="3700463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4" name="Freeform 2117">
              <a:extLst>
                <a:ext uri="{FF2B5EF4-FFF2-40B4-BE49-F238E27FC236}">
                  <a16:creationId xmlns:a16="http://schemas.microsoft.com/office/drawing/2014/main" id="{D9D5883F-0F2A-6CBA-432B-0E5F5386F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687763"/>
              <a:ext cx="273050" cy="85725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5" name="Freeform 2118">
              <a:extLst>
                <a:ext uri="{FF2B5EF4-FFF2-40B4-BE49-F238E27FC236}">
                  <a16:creationId xmlns:a16="http://schemas.microsoft.com/office/drawing/2014/main" id="{490DD743-5A3D-E4A2-F592-8FB1D2D043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697288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6" name="Freeform 2119">
              <a:extLst>
                <a:ext uri="{FF2B5EF4-FFF2-40B4-BE49-F238E27FC236}">
                  <a16:creationId xmlns:a16="http://schemas.microsoft.com/office/drawing/2014/main" id="{5703D733-53A5-712C-5E5B-64D6402FD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7113" y="3740150"/>
              <a:ext cx="31750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7" name="Oval 2120">
              <a:extLst>
                <a:ext uri="{FF2B5EF4-FFF2-40B4-BE49-F238E27FC236}">
                  <a16:creationId xmlns:a16="http://schemas.microsoft.com/office/drawing/2014/main" id="{29F7288D-2212-8C58-7348-08FC2CFAE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7413" y="3671888"/>
              <a:ext cx="273050" cy="8255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8" name="Freeform 2121">
              <a:extLst>
                <a:ext uri="{FF2B5EF4-FFF2-40B4-BE49-F238E27FC236}">
                  <a16:creationId xmlns:a16="http://schemas.microsoft.com/office/drawing/2014/main" id="{E26BF5B0-2496-4EEB-9459-421864213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1075" y="3694113"/>
              <a:ext cx="84137" cy="36512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5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9" name="Freeform 2122">
              <a:extLst>
                <a:ext uri="{FF2B5EF4-FFF2-40B4-BE49-F238E27FC236}">
                  <a16:creationId xmlns:a16="http://schemas.microsoft.com/office/drawing/2014/main" id="{E46A87D3-9F79-D30D-03D8-E9A3B05707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5988" y="3679825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0" name="Freeform 2123">
              <a:extLst>
                <a:ext uri="{FF2B5EF4-FFF2-40B4-BE49-F238E27FC236}">
                  <a16:creationId xmlns:a16="http://schemas.microsoft.com/office/drawing/2014/main" id="{B6AC7913-93AC-0223-779D-82FBB8F60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6300" y="3663950"/>
              <a:ext cx="273050" cy="84137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1" name="Freeform 2124">
              <a:extLst>
                <a:ext uri="{FF2B5EF4-FFF2-40B4-BE49-F238E27FC236}">
                  <a16:creationId xmlns:a16="http://schemas.microsoft.com/office/drawing/2014/main" id="{F2C2B0EA-CB16-A64C-49BE-E0FF5DE8E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6300" y="3671888"/>
              <a:ext cx="60325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2" name="Freeform 2125">
              <a:extLst>
                <a:ext uri="{FF2B5EF4-FFF2-40B4-BE49-F238E27FC236}">
                  <a16:creationId xmlns:a16="http://schemas.microsoft.com/office/drawing/2014/main" id="{2712FB33-17BD-B93C-C0B5-8A21532CE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7588" y="3714750"/>
              <a:ext cx="30162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3" name="Oval 2126">
              <a:extLst>
                <a:ext uri="{FF2B5EF4-FFF2-40B4-BE49-F238E27FC236}">
                  <a16:creationId xmlns:a16="http://schemas.microsoft.com/office/drawing/2014/main" id="{316D7631-2389-73BE-BDA2-5A3CB03FFE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6300" y="3644900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4" name="Freeform 2127">
              <a:extLst>
                <a:ext uri="{FF2B5EF4-FFF2-40B4-BE49-F238E27FC236}">
                  <a16:creationId xmlns:a16="http://schemas.microsoft.com/office/drawing/2014/main" id="{461A96B9-37B1-3682-7D5D-7BB0DC933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1550" y="3668713"/>
              <a:ext cx="84137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5" name="Freeform 2128">
              <a:extLst>
                <a:ext uri="{FF2B5EF4-FFF2-40B4-BE49-F238E27FC236}">
                  <a16:creationId xmlns:a16="http://schemas.microsoft.com/office/drawing/2014/main" id="{5179621B-0AF1-7B6B-8873-0EB470E74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4875" y="3654425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6" name="Freeform 2129">
              <a:extLst>
                <a:ext uri="{FF2B5EF4-FFF2-40B4-BE49-F238E27FC236}">
                  <a16:creationId xmlns:a16="http://schemas.microsoft.com/office/drawing/2014/main" id="{A687C55C-BEFB-E223-4B86-ACD25480D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2175" y="3643313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7" name="Freeform 2130">
              <a:extLst>
                <a:ext uri="{FF2B5EF4-FFF2-40B4-BE49-F238E27FC236}">
                  <a16:creationId xmlns:a16="http://schemas.microsoft.com/office/drawing/2014/main" id="{5E17A1BD-0383-C870-3D85-F56EA8683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2175" y="3652838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8" name="Freeform 2131">
              <a:extLst>
                <a:ext uri="{FF2B5EF4-FFF2-40B4-BE49-F238E27FC236}">
                  <a16:creationId xmlns:a16="http://schemas.microsoft.com/office/drawing/2014/main" id="{BFACDF5F-467A-E733-F763-F5B7A507D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3463" y="3695700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9" name="Oval 2132">
              <a:extLst>
                <a:ext uri="{FF2B5EF4-FFF2-40B4-BE49-F238E27FC236}">
                  <a16:creationId xmlns:a16="http://schemas.microsoft.com/office/drawing/2014/main" id="{291D13DE-CF9C-5113-7917-F83CE0084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2175" y="3627438"/>
              <a:ext cx="273050" cy="8255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0" name="Freeform 2133">
              <a:extLst>
                <a:ext uri="{FF2B5EF4-FFF2-40B4-BE49-F238E27FC236}">
                  <a16:creationId xmlns:a16="http://schemas.microsoft.com/office/drawing/2014/main" id="{84884C60-C5B3-5422-F9E3-D5F8EE060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5838" y="3649663"/>
              <a:ext cx="85725" cy="36512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2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1" name="Freeform 2134">
              <a:extLst>
                <a:ext uri="{FF2B5EF4-FFF2-40B4-BE49-F238E27FC236}">
                  <a16:creationId xmlns:a16="http://schemas.microsoft.com/office/drawing/2014/main" id="{C21352EA-2781-A64A-C103-614E5E34F7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0750" y="3635375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2" name="Freeform 2135">
              <a:extLst>
                <a:ext uri="{FF2B5EF4-FFF2-40B4-BE49-F238E27FC236}">
                  <a16:creationId xmlns:a16="http://schemas.microsoft.com/office/drawing/2014/main" id="{2DB8BBD3-32E9-1C83-AF62-B58865185B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2813" y="3627438"/>
              <a:ext cx="273050" cy="82550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3" name="Freeform 2136">
              <a:extLst>
                <a:ext uri="{FF2B5EF4-FFF2-40B4-BE49-F238E27FC236}">
                  <a16:creationId xmlns:a16="http://schemas.microsoft.com/office/drawing/2014/main" id="{B487E40E-CD9E-CA4C-5910-059986B6F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2813" y="3633788"/>
              <a:ext cx="58737" cy="69850"/>
            </a:xfrm>
            <a:custGeom>
              <a:avLst/>
              <a:gdLst>
                <a:gd name="T0" fmla="*/ 0 w 54"/>
                <a:gd name="T1" fmla="*/ 19 h 81"/>
                <a:gd name="T2" fmla="*/ 0 w 54"/>
                <a:gd name="T3" fmla="*/ 40 h 81"/>
                <a:gd name="T4" fmla="*/ 54 w 54"/>
                <a:gd name="T5" fmla="*/ 81 h 81"/>
                <a:gd name="T6" fmla="*/ 54 w 54"/>
                <a:gd name="T7" fmla="*/ 0 h 81"/>
                <a:gd name="T8" fmla="*/ 49 w 54"/>
                <a:gd name="T9" fmla="*/ 0 h 81"/>
                <a:gd name="T10" fmla="*/ 11 w 54"/>
                <a:gd name="T11" fmla="*/ 19 h 81"/>
                <a:gd name="T12" fmla="*/ 0 w 54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1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4" name="Freeform 2137">
              <a:extLst>
                <a:ext uri="{FF2B5EF4-FFF2-40B4-BE49-F238E27FC236}">
                  <a16:creationId xmlns:a16="http://schemas.microsoft.com/office/drawing/2014/main" id="{44B4C3CA-83CD-8E32-C690-AC00E15B6E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4100" y="3676650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5" name="Oval 2138">
              <a:extLst>
                <a:ext uri="{FF2B5EF4-FFF2-40B4-BE49-F238E27FC236}">
                  <a16:creationId xmlns:a16="http://schemas.microsoft.com/office/drawing/2014/main" id="{F6F69845-7136-7CAB-37D7-E40E29C0C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2813" y="3608388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6" name="Freeform 2139">
              <a:extLst>
                <a:ext uri="{FF2B5EF4-FFF2-40B4-BE49-F238E27FC236}">
                  <a16:creationId xmlns:a16="http://schemas.microsoft.com/office/drawing/2014/main" id="{A25ADD00-4881-C484-71AF-55AEA560D4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6475" y="3632200"/>
              <a:ext cx="85725" cy="36512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7" name="Freeform 2140">
              <a:extLst>
                <a:ext uri="{FF2B5EF4-FFF2-40B4-BE49-F238E27FC236}">
                  <a16:creationId xmlns:a16="http://schemas.microsoft.com/office/drawing/2014/main" id="{D02A4AA4-01F0-EB24-4FCC-B725FC076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1388" y="3617913"/>
              <a:ext cx="215900" cy="36512"/>
            </a:xfrm>
            <a:custGeom>
              <a:avLst/>
              <a:gdLst>
                <a:gd name="T0" fmla="*/ 97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8" name="Freeform 2141">
              <a:extLst>
                <a:ext uri="{FF2B5EF4-FFF2-40B4-BE49-F238E27FC236}">
                  <a16:creationId xmlns:a16="http://schemas.microsoft.com/office/drawing/2014/main" id="{AE27BF09-45E1-4C37-613D-B7F117118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1700" y="3600450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9" name="Freeform 2142">
              <a:extLst>
                <a:ext uri="{FF2B5EF4-FFF2-40B4-BE49-F238E27FC236}">
                  <a16:creationId xmlns:a16="http://schemas.microsoft.com/office/drawing/2014/main" id="{D45C0BE5-4A86-E887-0784-1A3660C7E3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1700" y="3609975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0" name="Freeform 2143">
              <a:extLst>
                <a:ext uri="{FF2B5EF4-FFF2-40B4-BE49-F238E27FC236}">
                  <a16:creationId xmlns:a16="http://schemas.microsoft.com/office/drawing/2014/main" id="{B508E6B8-4975-9DF0-A2A7-DEA3FF43C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4575" y="3652838"/>
              <a:ext cx="28575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1" name="Oval 2144">
              <a:extLst>
                <a:ext uri="{FF2B5EF4-FFF2-40B4-BE49-F238E27FC236}">
                  <a16:creationId xmlns:a16="http://schemas.microsoft.com/office/drawing/2014/main" id="{C341E5FB-066F-3132-8A86-0F7914A95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1700" y="3584575"/>
              <a:ext cx="273050" cy="8255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2" name="Freeform 2145">
              <a:extLst>
                <a:ext uri="{FF2B5EF4-FFF2-40B4-BE49-F238E27FC236}">
                  <a16:creationId xmlns:a16="http://schemas.microsoft.com/office/drawing/2014/main" id="{8BC352AC-8C43-9F8A-5FF4-277851AAC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6950" y="3606800"/>
              <a:ext cx="84137" cy="36512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3" name="Freeform 2146">
              <a:extLst>
                <a:ext uri="{FF2B5EF4-FFF2-40B4-BE49-F238E27FC236}">
                  <a16:creationId xmlns:a16="http://schemas.microsoft.com/office/drawing/2014/main" id="{FB91C8A9-0980-96D9-2A72-25F28A849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0275" y="3592513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4" name="Freeform 2147">
              <a:extLst>
                <a:ext uri="{FF2B5EF4-FFF2-40B4-BE49-F238E27FC236}">
                  <a16:creationId xmlns:a16="http://schemas.microsoft.com/office/drawing/2014/main" id="{42FAD2A3-18B7-81B2-C3B7-5552A7E1E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2813" y="3579813"/>
              <a:ext cx="273050" cy="84137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5" name="Freeform 2148">
              <a:extLst>
                <a:ext uri="{FF2B5EF4-FFF2-40B4-BE49-F238E27FC236}">
                  <a16:creationId xmlns:a16="http://schemas.microsoft.com/office/drawing/2014/main" id="{DD9D5A8B-A9DB-87C0-A57A-722FE6869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2813" y="3587750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6" name="Freeform 2149">
              <a:extLst>
                <a:ext uri="{FF2B5EF4-FFF2-40B4-BE49-F238E27FC236}">
                  <a16:creationId xmlns:a16="http://schemas.microsoft.com/office/drawing/2014/main" id="{23E6D93E-8065-08D3-BB0B-6B0974933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2513" y="3630613"/>
              <a:ext cx="31750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7" name="Oval 2150">
              <a:extLst>
                <a:ext uri="{FF2B5EF4-FFF2-40B4-BE49-F238E27FC236}">
                  <a16:creationId xmlns:a16="http://schemas.microsoft.com/office/drawing/2014/main" id="{2F25E042-6061-BC91-8AB2-38A077087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2813" y="35623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8" name="Freeform 2151">
              <a:extLst>
                <a:ext uri="{FF2B5EF4-FFF2-40B4-BE49-F238E27FC236}">
                  <a16:creationId xmlns:a16="http://schemas.microsoft.com/office/drawing/2014/main" id="{8C9240F0-4CBF-FA11-3CDA-07E3091F0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6475" y="3586163"/>
              <a:ext cx="85725" cy="34925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6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0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9" name="Freeform 2152">
              <a:extLst>
                <a:ext uri="{FF2B5EF4-FFF2-40B4-BE49-F238E27FC236}">
                  <a16:creationId xmlns:a16="http://schemas.microsoft.com/office/drawing/2014/main" id="{7F803922-A4D5-2046-4762-C85EA8351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1388" y="3570288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90" name="Freeform 2153">
              <a:extLst>
                <a:ext uri="{FF2B5EF4-FFF2-40B4-BE49-F238E27FC236}">
                  <a16:creationId xmlns:a16="http://schemas.microsoft.com/office/drawing/2014/main" id="{C05EBD47-275F-8C36-C3C1-42E6EE9A5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1700" y="3554413"/>
              <a:ext cx="273050" cy="84137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91" name="Freeform 2154">
              <a:extLst>
                <a:ext uri="{FF2B5EF4-FFF2-40B4-BE49-F238E27FC236}">
                  <a16:creationId xmlns:a16="http://schemas.microsoft.com/office/drawing/2014/main" id="{806A1972-6515-28E5-E8AD-19121B38A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1700" y="3563938"/>
              <a:ext cx="60325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92" name="Freeform 2155">
              <a:extLst>
                <a:ext uri="{FF2B5EF4-FFF2-40B4-BE49-F238E27FC236}">
                  <a16:creationId xmlns:a16="http://schemas.microsoft.com/office/drawing/2014/main" id="{0F0E5AFA-668B-EAD5-8BC2-678D294D2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2988" y="3606800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93" name="Oval 2156">
              <a:extLst>
                <a:ext uri="{FF2B5EF4-FFF2-40B4-BE49-F238E27FC236}">
                  <a16:creationId xmlns:a16="http://schemas.microsoft.com/office/drawing/2014/main" id="{6DC72602-A7A5-99D2-6B95-7759BFD2F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1700" y="35369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94" name="Freeform 2157">
              <a:extLst>
                <a:ext uri="{FF2B5EF4-FFF2-40B4-BE49-F238E27FC236}">
                  <a16:creationId xmlns:a16="http://schemas.microsoft.com/office/drawing/2014/main" id="{809250B9-51EB-4F7E-5684-3B7478B2D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6950" y="3559175"/>
              <a:ext cx="84137" cy="38100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95" name="Freeform 2158">
              <a:extLst>
                <a:ext uri="{FF2B5EF4-FFF2-40B4-BE49-F238E27FC236}">
                  <a16:creationId xmlns:a16="http://schemas.microsoft.com/office/drawing/2014/main" id="{3F070156-D88A-F87A-6187-EC36D3798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0275" y="3546475"/>
              <a:ext cx="215900" cy="34925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796" name="Rectangle: Rounded Corners 4795">
            <a:extLst>
              <a:ext uri="{FF2B5EF4-FFF2-40B4-BE49-F238E27FC236}">
                <a16:creationId xmlns:a16="http://schemas.microsoft.com/office/drawing/2014/main" id="{F73627CD-4201-6D63-E058-F0FFE4641DDB}"/>
              </a:ext>
            </a:extLst>
          </p:cNvPr>
          <p:cNvSpPr/>
          <p:nvPr/>
        </p:nvSpPr>
        <p:spPr>
          <a:xfrm>
            <a:off x="4791652" y="1168733"/>
            <a:ext cx="7026334" cy="261223"/>
          </a:xfrm>
          <a:prstGeom prst="roundRect">
            <a:avLst>
              <a:gd name="adj" fmla="val 16156"/>
            </a:avLst>
          </a:prstGeom>
          <a:solidFill>
            <a:srgbClr val="DFE3E6"/>
          </a:solidFill>
          <a:ln w="6350" cap="flat" cmpd="sng" algn="ctr">
            <a:solidFill>
              <a:srgbClr val="AFB9C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Ani Midestlaborumc </a:t>
            </a: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(urabiturn Onnullasitam etnisltemp)</a:t>
            </a:r>
          </a:p>
        </p:txBody>
      </p:sp>
      <p:sp>
        <p:nvSpPr>
          <p:cNvPr id="4797" name="TextBox 4796">
            <a:extLst>
              <a:ext uri="{FF2B5EF4-FFF2-40B4-BE49-F238E27FC236}">
                <a16:creationId xmlns:a16="http://schemas.microsoft.com/office/drawing/2014/main" id="{7616B34F-0F6C-A8D3-7574-C6840548ACE8}"/>
              </a:ext>
            </a:extLst>
          </p:cNvPr>
          <p:cNvSpPr txBox="1"/>
          <p:nvPr/>
        </p:nvSpPr>
        <p:spPr>
          <a:xfrm>
            <a:off x="5011931" y="1995292"/>
            <a:ext cx="6779878" cy="486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Usconv allis quisa c lec tuspellen tesq uei nipsumidorcip ortadap ibusvi va mussusci pit; tortorege tfelisportt, itorvolut pa TCR’a sultr iciesligul as edm 65-80% ag nadic tum portalor</a:t>
            </a:r>
          </a:p>
        </p:txBody>
      </p:sp>
      <p:sp>
        <p:nvSpPr>
          <p:cNvPr id="4798" name="TextBox 4797">
            <a:extLst>
              <a:ext uri="{FF2B5EF4-FFF2-40B4-BE49-F238E27FC236}">
                <a16:creationId xmlns:a16="http://schemas.microsoft.com/office/drawing/2014/main" id="{B878FC8A-51FB-EADC-6AED-0EBF5CD5CEF8}"/>
              </a:ext>
            </a:extLst>
          </p:cNvPr>
          <p:cNvSpPr txBox="1"/>
          <p:nvPr/>
        </p:nvSpPr>
        <p:spPr>
          <a:xfrm>
            <a:off x="5011931" y="3261037"/>
            <a:ext cx="6779878" cy="89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Emipsu mdo lorsitam etconsec/teturadip iscingelit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Seddoe iusmodt / emporin cidid untu tl ab oreetdo loremagnaaliq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Uau-teni, madminimveni amqui (s.n., ostrudexe rcitation, ULLA mcol) abor isni siut aliqu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Ipexea commodocons/equatduisa ute iruredolo rin repr eh ende ritin</a:t>
            </a:r>
          </a:p>
        </p:txBody>
      </p:sp>
      <p:sp>
        <p:nvSpPr>
          <p:cNvPr id="4799" name="TextBox 4798">
            <a:extLst>
              <a:ext uri="{FF2B5EF4-FFF2-40B4-BE49-F238E27FC236}">
                <a16:creationId xmlns:a16="http://schemas.microsoft.com/office/drawing/2014/main" id="{9E6E01C5-899D-7485-0596-BCAFF9DBB692}"/>
              </a:ext>
            </a:extLst>
          </p:cNvPr>
          <p:cNvSpPr txBox="1"/>
          <p:nvPr/>
        </p:nvSpPr>
        <p:spPr>
          <a:xfrm>
            <a:off x="5011931" y="4847771"/>
            <a:ext cx="6779878" cy="69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Volupta tevel ites secillumd/oloreeufu giatnulla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Pariatur excepteur sin tocc aecatcup (i.d. atatn / onpr) oi den-tsun ti ncu lpaquioff ic iad eseru ntmol litanimi dest labor</a:t>
            </a:r>
          </a:p>
        </p:txBody>
      </p:sp>
      <p:sp>
        <p:nvSpPr>
          <p:cNvPr id="4804" name="Freeform 5">
            <a:extLst>
              <a:ext uri="{FF2B5EF4-FFF2-40B4-BE49-F238E27FC236}">
                <a16:creationId xmlns:a16="http://schemas.microsoft.com/office/drawing/2014/main" id="{354F09D6-1262-2BF1-6CA8-223114487C27}"/>
              </a:ext>
            </a:extLst>
          </p:cNvPr>
          <p:cNvSpPr>
            <a:spLocks/>
          </p:cNvSpPr>
          <p:nvPr/>
        </p:nvSpPr>
        <p:spPr bwMode="auto">
          <a:xfrm rot="5400000" flipH="1">
            <a:off x="4391263" y="2141552"/>
            <a:ext cx="254679" cy="193961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75000"/>
                  <a:alpha val="61000"/>
                </a:schemeClr>
              </a:gs>
              <a:gs pos="100000">
                <a:schemeClr val="bg1">
                  <a:lumMod val="95000"/>
                  <a:alpha val="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05" name="Freeform 5">
            <a:extLst>
              <a:ext uri="{FF2B5EF4-FFF2-40B4-BE49-F238E27FC236}">
                <a16:creationId xmlns:a16="http://schemas.microsoft.com/office/drawing/2014/main" id="{F062115D-67F2-2EB0-DFC6-3B7EBD5CB06C}"/>
              </a:ext>
            </a:extLst>
          </p:cNvPr>
          <p:cNvSpPr>
            <a:spLocks/>
          </p:cNvSpPr>
          <p:nvPr/>
        </p:nvSpPr>
        <p:spPr bwMode="auto">
          <a:xfrm rot="5400000" flipH="1">
            <a:off x="4391263" y="3670384"/>
            <a:ext cx="254679" cy="193961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75000"/>
                  <a:alpha val="61000"/>
                </a:schemeClr>
              </a:gs>
              <a:gs pos="100000">
                <a:schemeClr val="bg1">
                  <a:lumMod val="95000"/>
                  <a:alpha val="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06" name="Freeform 5">
            <a:extLst>
              <a:ext uri="{FF2B5EF4-FFF2-40B4-BE49-F238E27FC236}">
                <a16:creationId xmlns:a16="http://schemas.microsoft.com/office/drawing/2014/main" id="{7D27DFCC-213E-11D2-D20E-5BAA28BC468C}"/>
              </a:ext>
            </a:extLst>
          </p:cNvPr>
          <p:cNvSpPr>
            <a:spLocks/>
          </p:cNvSpPr>
          <p:nvPr/>
        </p:nvSpPr>
        <p:spPr bwMode="auto">
          <a:xfrm rot="5400000" flipH="1">
            <a:off x="4391263" y="5199215"/>
            <a:ext cx="254679" cy="193961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75000"/>
                  <a:alpha val="61000"/>
                </a:schemeClr>
              </a:gs>
              <a:gs pos="100000">
                <a:schemeClr val="bg1">
                  <a:lumMod val="95000"/>
                  <a:alpha val="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1692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BBAA809-AD27-C474-318C-DDAE8A4DB7C0}"/>
              </a:ext>
            </a:extLst>
          </p:cNvPr>
          <p:cNvSpPr/>
          <p:nvPr/>
        </p:nvSpPr>
        <p:spPr bwMode="auto">
          <a:xfrm>
            <a:off x="4258576" y="4769098"/>
            <a:ext cx="1416979" cy="385253"/>
          </a:xfrm>
          <a:prstGeom prst="roundRect">
            <a:avLst/>
          </a:prstGeom>
          <a:solidFill>
            <a:srgbClr val="F9ADAD"/>
          </a:soli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IN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331F0088-AF0B-E205-7DFF-894257706DD5}"/>
              </a:ext>
            </a:extLst>
          </p:cNvPr>
          <p:cNvSpPr/>
          <p:nvPr/>
        </p:nvSpPr>
        <p:spPr bwMode="auto">
          <a:xfrm>
            <a:off x="4258576" y="1866725"/>
            <a:ext cx="1416975" cy="385253"/>
          </a:xfrm>
          <a:prstGeom prst="roundRect">
            <a:avLst/>
          </a:prstGeom>
          <a:solidFill>
            <a:srgbClr val="C1C6CA"/>
          </a:soli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IN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C494EA62-A8BC-6EC5-B73F-BD541DD185C6}"/>
              </a:ext>
            </a:extLst>
          </p:cNvPr>
          <p:cNvSpPr/>
          <p:nvPr/>
        </p:nvSpPr>
        <p:spPr bwMode="auto">
          <a:xfrm>
            <a:off x="4258576" y="3170591"/>
            <a:ext cx="1416979" cy="385253"/>
          </a:xfrm>
          <a:prstGeom prst="roundRect">
            <a:avLst/>
          </a:prstGeom>
          <a:solidFill>
            <a:srgbClr val="7ECAF8"/>
          </a:soli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IN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4F68AA4A-598B-A207-0F38-6B60BAD3C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/>
              <a:t>Umcurabitu Rnonnullasi: </a:t>
            </a:r>
            <a:r>
              <a:rPr lang="en-US" sz="1800" b="0"/>
              <a:t>Ta metnislt e mpusconvall is qui </a:t>
            </a:r>
            <a:r>
              <a:rPr lang="en-US" sz="1800"/>
              <a:t>SAC lectuspel </a:t>
            </a:r>
            <a:r>
              <a:rPr lang="en-US" sz="1800" b="0"/>
              <a:t>len tesquei nipsu (midorcip ort ada) pi busviva ~30% mussusci pittortore getf 5 elisp</a:t>
            </a:r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3010453-F0BB-13FC-B221-7BA9BABF654F}"/>
              </a:ext>
            </a:extLst>
          </p:cNvPr>
          <p:cNvSpPr/>
          <p:nvPr/>
        </p:nvSpPr>
        <p:spPr bwMode="auto">
          <a:xfrm>
            <a:off x="207697" y="4928436"/>
            <a:ext cx="3211037" cy="1477322"/>
          </a:xfrm>
          <a:prstGeom prst="roundRect">
            <a:avLst>
              <a:gd name="adj" fmla="val 6877"/>
            </a:avLst>
          </a:prstGeom>
          <a:solidFill>
            <a:srgbClr val="FFE39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5A604F-FAE2-D077-9825-9C92EE49FC1A}"/>
              </a:ext>
            </a:extLst>
          </p:cNvPr>
          <p:cNvSpPr txBox="1"/>
          <p:nvPr/>
        </p:nvSpPr>
        <p:spPr>
          <a:xfrm>
            <a:off x="954900" y="5097854"/>
            <a:ext cx="2354089" cy="11849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1400" b="1" i="0" u="none" strike="noStrike" kern="1200" cap="none" spc="-30" normalizeH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Orttito Rvolu </a:t>
            </a:r>
            <a:r>
              <a:rPr kumimoji="0" lang="en-US" sz="1100" b="1" i="1" u="none" strike="noStrike" kern="1200" cap="none" spc="-30" normalizeH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(Tpatcras ult Ric)</a:t>
            </a:r>
          </a:p>
          <a:p>
            <a:pPr marL="173038" marR="0" lvl="0" indent="-1730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i="0" u="none" strike="noStrike" kern="1200" cap="none" spc="-30" normalizeH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Iesligula sed ma GNA dictu mpor Talor E2M, IpsuMdol ors.</a:t>
            </a:r>
          </a:p>
          <a:p>
            <a:pPr marL="173038" indent="-173038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200" i="0" u="none" strike="noStrike" kern="1200" cap="none" spc="-30" normalizeH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Itametconsec te TUR adipisc I2N gelit sed Do eiusm odtempori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6A5A08B-5406-2459-645F-6B994C915CC6}"/>
              </a:ext>
            </a:extLst>
          </p:cNvPr>
          <p:cNvSpPr>
            <a:spLocks/>
          </p:cNvSpPr>
          <p:nvPr/>
        </p:nvSpPr>
        <p:spPr bwMode="auto">
          <a:xfrm>
            <a:off x="343286" y="5389038"/>
            <a:ext cx="566827" cy="566827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FED05D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algn="t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algn="ctr"/>
            <a:endParaRPr lang="en-IN" sz="1400">
              <a:solidFill>
                <a:srgbClr val="20303D"/>
              </a:solidFill>
            </a:endParaRPr>
          </a:p>
        </p:txBody>
      </p:sp>
      <p:sp>
        <p:nvSpPr>
          <p:cNvPr id="7" name="Freeform 141">
            <a:extLst>
              <a:ext uri="{FF2B5EF4-FFF2-40B4-BE49-F238E27FC236}">
                <a16:creationId xmlns:a16="http://schemas.microsoft.com/office/drawing/2014/main" id="{9DDCD635-9A2A-36A0-1847-AF4EEABDB06F}"/>
              </a:ext>
            </a:extLst>
          </p:cNvPr>
          <p:cNvSpPr>
            <a:spLocks noEditPoints="1"/>
          </p:cNvSpPr>
          <p:nvPr/>
        </p:nvSpPr>
        <p:spPr bwMode="auto">
          <a:xfrm>
            <a:off x="444773" y="5466199"/>
            <a:ext cx="363852" cy="412504"/>
          </a:xfrm>
          <a:custGeom>
            <a:avLst/>
            <a:gdLst>
              <a:gd name="T0" fmla="*/ 126 w 198"/>
              <a:gd name="T1" fmla="*/ 124 h 226"/>
              <a:gd name="T2" fmla="*/ 73 w 198"/>
              <a:gd name="T3" fmla="*/ 102 h 226"/>
              <a:gd name="T4" fmla="*/ 91 w 198"/>
              <a:gd name="T5" fmla="*/ 93 h 226"/>
              <a:gd name="T6" fmla="*/ 108 w 198"/>
              <a:gd name="T7" fmla="*/ 133 h 226"/>
              <a:gd name="T8" fmla="*/ 198 w 198"/>
              <a:gd name="T9" fmla="*/ 113 h 226"/>
              <a:gd name="T10" fmla="*/ 107 w 198"/>
              <a:gd name="T11" fmla="*/ 225 h 226"/>
              <a:gd name="T12" fmla="*/ 87 w 198"/>
              <a:gd name="T13" fmla="*/ 206 h 226"/>
              <a:gd name="T14" fmla="*/ 108 w 198"/>
              <a:gd name="T15" fmla="*/ 194 h 226"/>
              <a:gd name="T16" fmla="*/ 191 w 198"/>
              <a:gd name="T17" fmla="*/ 113 h 226"/>
              <a:gd name="T18" fmla="*/ 77 w 198"/>
              <a:gd name="T19" fmla="*/ 178 h 226"/>
              <a:gd name="T20" fmla="*/ 107 w 198"/>
              <a:gd name="T21" fmla="*/ 168 h 226"/>
              <a:gd name="T22" fmla="*/ 130 w 198"/>
              <a:gd name="T23" fmla="*/ 175 h 226"/>
              <a:gd name="T24" fmla="*/ 134 w 198"/>
              <a:gd name="T25" fmla="*/ 157 h 226"/>
              <a:gd name="T26" fmla="*/ 162 w 198"/>
              <a:gd name="T27" fmla="*/ 144 h 226"/>
              <a:gd name="T28" fmla="*/ 155 w 198"/>
              <a:gd name="T29" fmla="*/ 121 h 226"/>
              <a:gd name="T30" fmla="*/ 160 w 198"/>
              <a:gd name="T31" fmla="*/ 103 h 226"/>
              <a:gd name="T32" fmla="*/ 150 w 198"/>
              <a:gd name="T33" fmla="*/ 77 h 226"/>
              <a:gd name="T34" fmla="*/ 133 w 198"/>
              <a:gd name="T35" fmla="*/ 68 h 226"/>
              <a:gd name="T36" fmla="*/ 122 w 198"/>
              <a:gd name="T37" fmla="*/ 47 h 226"/>
              <a:gd name="T38" fmla="*/ 92 w 198"/>
              <a:gd name="T39" fmla="*/ 57 h 226"/>
              <a:gd name="T40" fmla="*/ 69 w 198"/>
              <a:gd name="T41" fmla="*/ 51 h 226"/>
              <a:gd name="T42" fmla="*/ 65 w 198"/>
              <a:gd name="T43" fmla="*/ 68 h 226"/>
              <a:gd name="T44" fmla="*/ 37 w 198"/>
              <a:gd name="T45" fmla="*/ 82 h 226"/>
              <a:gd name="T46" fmla="*/ 44 w 198"/>
              <a:gd name="T47" fmla="*/ 105 h 226"/>
              <a:gd name="T48" fmla="*/ 39 w 198"/>
              <a:gd name="T49" fmla="*/ 123 h 226"/>
              <a:gd name="T50" fmla="*/ 49 w 198"/>
              <a:gd name="T51" fmla="*/ 149 h 226"/>
              <a:gd name="T52" fmla="*/ 66 w 198"/>
              <a:gd name="T53" fmla="*/ 158 h 226"/>
              <a:gd name="T54" fmla="*/ 54 w 198"/>
              <a:gd name="T55" fmla="*/ 138 h 226"/>
              <a:gd name="T56" fmla="*/ 40 w 198"/>
              <a:gd name="T57" fmla="*/ 130 h 226"/>
              <a:gd name="T58" fmla="*/ 51 w 198"/>
              <a:gd name="T59" fmla="*/ 103 h 226"/>
              <a:gd name="T60" fmla="*/ 40 w 198"/>
              <a:gd name="T61" fmla="*/ 93 h 226"/>
              <a:gd name="T62" fmla="*/ 54 w 198"/>
              <a:gd name="T63" fmla="*/ 87 h 226"/>
              <a:gd name="T64" fmla="*/ 70 w 198"/>
              <a:gd name="T65" fmla="*/ 60 h 226"/>
              <a:gd name="T66" fmla="*/ 83 w 198"/>
              <a:gd name="T67" fmla="*/ 55 h 226"/>
              <a:gd name="T68" fmla="*/ 113 w 198"/>
              <a:gd name="T69" fmla="*/ 63 h 226"/>
              <a:gd name="T70" fmla="*/ 128 w 198"/>
              <a:gd name="T71" fmla="*/ 57 h 226"/>
              <a:gd name="T72" fmla="*/ 127 w 198"/>
              <a:gd name="T73" fmla="*/ 72 h 226"/>
              <a:gd name="T74" fmla="*/ 155 w 198"/>
              <a:gd name="T75" fmla="*/ 85 h 226"/>
              <a:gd name="T76" fmla="*/ 147 w 198"/>
              <a:gd name="T77" fmla="*/ 103 h 226"/>
              <a:gd name="T78" fmla="*/ 159 w 198"/>
              <a:gd name="T79" fmla="*/ 131 h 226"/>
              <a:gd name="T80" fmla="*/ 153 w 198"/>
              <a:gd name="T81" fmla="*/ 142 h 226"/>
              <a:gd name="T82" fmla="*/ 125 w 198"/>
              <a:gd name="T83" fmla="*/ 158 h 226"/>
              <a:gd name="T84" fmla="*/ 119 w 198"/>
              <a:gd name="T85" fmla="*/ 172 h 226"/>
              <a:gd name="T86" fmla="*/ 109 w 198"/>
              <a:gd name="T87" fmla="*/ 161 h 226"/>
              <a:gd name="T88" fmla="*/ 81 w 198"/>
              <a:gd name="T89" fmla="*/ 172 h 226"/>
              <a:gd name="T90" fmla="*/ 70 w 198"/>
              <a:gd name="T91" fmla="*/ 166 h 226"/>
              <a:gd name="T92" fmla="*/ 0 w 198"/>
              <a:gd name="T93" fmla="*/ 113 h 226"/>
              <a:gd name="T94" fmla="*/ 92 w 198"/>
              <a:gd name="T95" fmla="*/ 1 h 226"/>
              <a:gd name="T96" fmla="*/ 112 w 198"/>
              <a:gd name="T97" fmla="*/ 20 h 226"/>
              <a:gd name="T98" fmla="*/ 92 w 198"/>
              <a:gd name="T99" fmla="*/ 29 h 226"/>
              <a:gd name="T100" fmla="*/ 4 w 198"/>
              <a:gd name="T101" fmla="*/ 116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98" h="226">
                <a:moveTo>
                  <a:pt x="99" y="141"/>
                </a:moveTo>
                <a:cubicBezTo>
                  <a:pt x="103" y="141"/>
                  <a:pt x="107" y="141"/>
                  <a:pt x="110" y="139"/>
                </a:cubicBezTo>
                <a:cubicBezTo>
                  <a:pt x="110" y="139"/>
                  <a:pt x="110" y="139"/>
                  <a:pt x="110" y="139"/>
                </a:cubicBezTo>
                <a:cubicBezTo>
                  <a:pt x="117" y="136"/>
                  <a:pt x="123" y="131"/>
                  <a:pt x="126" y="124"/>
                </a:cubicBezTo>
                <a:cubicBezTo>
                  <a:pt x="129" y="117"/>
                  <a:pt x="129" y="109"/>
                  <a:pt x="126" y="102"/>
                </a:cubicBezTo>
                <a:cubicBezTo>
                  <a:pt x="121" y="91"/>
                  <a:pt x="111" y="84"/>
                  <a:pt x="99" y="84"/>
                </a:cubicBezTo>
                <a:cubicBezTo>
                  <a:pt x="96" y="84"/>
                  <a:pt x="92" y="85"/>
                  <a:pt x="89" y="86"/>
                </a:cubicBezTo>
                <a:cubicBezTo>
                  <a:pt x="81" y="89"/>
                  <a:pt x="76" y="95"/>
                  <a:pt x="73" y="102"/>
                </a:cubicBezTo>
                <a:cubicBezTo>
                  <a:pt x="70" y="109"/>
                  <a:pt x="70" y="117"/>
                  <a:pt x="73" y="124"/>
                </a:cubicBezTo>
                <a:cubicBezTo>
                  <a:pt x="78" y="134"/>
                  <a:pt x="88" y="141"/>
                  <a:pt x="99" y="141"/>
                </a:cubicBezTo>
                <a:close/>
                <a:moveTo>
                  <a:pt x="80" y="105"/>
                </a:moveTo>
                <a:cubicBezTo>
                  <a:pt x="82" y="99"/>
                  <a:pt x="86" y="95"/>
                  <a:pt x="91" y="93"/>
                </a:cubicBezTo>
                <a:cubicBezTo>
                  <a:pt x="94" y="92"/>
                  <a:pt x="97" y="91"/>
                  <a:pt x="99" y="91"/>
                </a:cubicBezTo>
                <a:cubicBezTo>
                  <a:pt x="108" y="91"/>
                  <a:pt x="116" y="97"/>
                  <a:pt x="119" y="105"/>
                </a:cubicBezTo>
                <a:cubicBezTo>
                  <a:pt x="121" y="110"/>
                  <a:pt x="121" y="116"/>
                  <a:pt x="119" y="121"/>
                </a:cubicBezTo>
                <a:cubicBezTo>
                  <a:pt x="117" y="126"/>
                  <a:pt x="113" y="130"/>
                  <a:pt x="108" y="133"/>
                </a:cubicBezTo>
                <a:cubicBezTo>
                  <a:pt x="105" y="134"/>
                  <a:pt x="102" y="134"/>
                  <a:pt x="99" y="134"/>
                </a:cubicBezTo>
                <a:cubicBezTo>
                  <a:pt x="91" y="134"/>
                  <a:pt x="83" y="129"/>
                  <a:pt x="80" y="121"/>
                </a:cubicBezTo>
                <a:cubicBezTo>
                  <a:pt x="78" y="116"/>
                  <a:pt x="78" y="110"/>
                  <a:pt x="80" y="105"/>
                </a:cubicBezTo>
                <a:close/>
                <a:moveTo>
                  <a:pt x="198" y="113"/>
                </a:moveTo>
                <a:cubicBezTo>
                  <a:pt x="198" y="167"/>
                  <a:pt x="155" y="211"/>
                  <a:pt x="101" y="212"/>
                </a:cubicBezTo>
                <a:cubicBezTo>
                  <a:pt x="99" y="212"/>
                  <a:pt x="99" y="212"/>
                  <a:pt x="99" y="212"/>
                </a:cubicBezTo>
                <a:cubicBezTo>
                  <a:pt x="107" y="220"/>
                  <a:pt x="107" y="220"/>
                  <a:pt x="107" y="220"/>
                </a:cubicBezTo>
                <a:cubicBezTo>
                  <a:pt x="108" y="221"/>
                  <a:pt x="108" y="223"/>
                  <a:pt x="107" y="225"/>
                </a:cubicBezTo>
                <a:cubicBezTo>
                  <a:pt x="105" y="226"/>
                  <a:pt x="103" y="226"/>
                  <a:pt x="101" y="225"/>
                </a:cubicBezTo>
                <a:cubicBezTo>
                  <a:pt x="87" y="211"/>
                  <a:pt x="87" y="211"/>
                  <a:pt x="87" y="211"/>
                </a:cubicBezTo>
                <a:cubicBezTo>
                  <a:pt x="87" y="210"/>
                  <a:pt x="86" y="209"/>
                  <a:pt x="86" y="208"/>
                </a:cubicBezTo>
                <a:cubicBezTo>
                  <a:pt x="86" y="207"/>
                  <a:pt x="87" y="206"/>
                  <a:pt x="87" y="206"/>
                </a:cubicBezTo>
                <a:cubicBezTo>
                  <a:pt x="101" y="191"/>
                  <a:pt x="101" y="191"/>
                  <a:pt x="101" y="191"/>
                </a:cubicBezTo>
                <a:cubicBezTo>
                  <a:pt x="102" y="191"/>
                  <a:pt x="103" y="190"/>
                  <a:pt x="104" y="190"/>
                </a:cubicBezTo>
                <a:cubicBezTo>
                  <a:pt x="105" y="190"/>
                  <a:pt x="106" y="191"/>
                  <a:pt x="107" y="191"/>
                </a:cubicBezTo>
                <a:cubicBezTo>
                  <a:pt x="107" y="192"/>
                  <a:pt x="108" y="193"/>
                  <a:pt x="108" y="194"/>
                </a:cubicBezTo>
                <a:cubicBezTo>
                  <a:pt x="108" y="195"/>
                  <a:pt x="107" y="196"/>
                  <a:pt x="107" y="197"/>
                </a:cubicBezTo>
                <a:cubicBezTo>
                  <a:pt x="98" y="205"/>
                  <a:pt x="98" y="205"/>
                  <a:pt x="98" y="205"/>
                </a:cubicBezTo>
                <a:cubicBezTo>
                  <a:pt x="101" y="204"/>
                  <a:pt x="101" y="204"/>
                  <a:pt x="101" y="204"/>
                </a:cubicBezTo>
                <a:cubicBezTo>
                  <a:pt x="151" y="204"/>
                  <a:pt x="191" y="163"/>
                  <a:pt x="191" y="113"/>
                </a:cubicBezTo>
                <a:cubicBezTo>
                  <a:pt x="191" y="111"/>
                  <a:pt x="193" y="109"/>
                  <a:pt x="195" y="109"/>
                </a:cubicBezTo>
                <a:cubicBezTo>
                  <a:pt x="197" y="109"/>
                  <a:pt x="198" y="111"/>
                  <a:pt x="198" y="113"/>
                </a:cubicBezTo>
                <a:close/>
                <a:moveTo>
                  <a:pt x="69" y="175"/>
                </a:moveTo>
                <a:cubicBezTo>
                  <a:pt x="77" y="178"/>
                  <a:pt x="77" y="178"/>
                  <a:pt x="77" y="178"/>
                </a:cubicBezTo>
                <a:cubicBezTo>
                  <a:pt x="82" y="180"/>
                  <a:pt x="87" y="178"/>
                  <a:pt x="89" y="173"/>
                </a:cubicBezTo>
                <a:cubicBezTo>
                  <a:pt x="92" y="168"/>
                  <a:pt x="92" y="168"/>
                  <a:pt x="92" y="168"/>
                </a:cubicBezTo>
                <a:cubicBezTo>
                  <a:pt x="92" y="168"/>
                  <a:pt x="92" y="168"/>
                  <a:pt x="92" y="168"/>
                </a:cubicBezTo>
                <a:cubicBezTo>
                  <a:pt x="97" y="169"/>
                  <a:pt x="102" y="169"/>
                  <a:pt x="107" y="168"/>
                </a:cubicBezTo>
                <a:cubicBezTo>
                  <a:pt x="107" y="168"/>
                  <a:pt x="107" y="168"/>
                  <a:pt x="107" y="168"/>
                </a:cubicBezTo>
                <a:cubicBezTo>
                  <a:pt x="110" y="173"/>
                  <a:pt x="110" y="173"/>
                  <a:pt x="110" y="173"/>
                </a:cubicBezTo>
                <a:cubicBezTo>
                  <a:pt x="112" y="178"/>
                  <a:pt x="117" y="180"/>
                  <a:pt x="122" y="178"/>
                </a:cubicBezTo>
                <a:cubicBezTo>
                  <a:pt x="130" y="175"/>
                  <a:pt x="130" y="175"/>
                  <a:pt x="130" y="175"/>
                </a:cubicBezTo>
                <a:cubicBezTo>
                  <a:pt x="133" y="174"/>
                  <a:pt x="134" y="172"/>
                  <a:pt x="135" y="170"/>
                </a:cubicBezTo>
                <a:cubicBezTo>
                  <a:pt x="136" y="168"/>
                  <a:pt x="136" y="165"/>
                  <a:pt x="135" y="163"/>
                </a:cubicBezTo>
                <a:cubicBezTo>
                  <a:pt x="133" y="158"/>
                  <a:pt x="133" y="158"/>
                  <a:pt x="133" y="158"/>
                </a:cubicBezTo>
                <a:cubicBezTo>
                  <a:pt x="134" y="157"/>
                  <a:pt x="134" y="157"/>
                  <a:pt x="134" y="157"/>
                </a:cubicBezTo>
                <a:cubicBezTo>
                  <a:pt x="138" y="154"/>
                  <a:pt x="141" y="151"/>
                  <a:pt x="144" y="147"/>
                </a:cubicBezTo>
                <a:cubicBezTo>
                  <a:pt x="144" y="146"/>
                  <a:pt x="144" y="146"/>
                  <a:pt x="144" y="146"/>
                </a:cubicBezTo>
                <a:cubicBezTo>
                  <a:pt x="150" y="148"/>
                  <a:pt x="150" y="148"/>
                  <a:pt x="150" y="148"/>
                </a:cubicBezTo>
                <a:cubicBezTo>
                  <a:pt x="155" y="150"/>
                  <a:pt x="160" y="148"/>
                  <a:pt x="162" y="144"/>
                </a:cubicBezTo>
                <a:cubicBezTo>
                  <a:pt x="165" y="135"/>
                  <a:pt x="165" y="135"/>
                  <a:pt x="165" y="135"/>
                </a:cubicBezTo>
                <a:cubicBezTo>
                  <a:pt x="166" y="133"/>
                  <a:pt x="166" y="130"/>
                  <a:pt x="165" y="128"/>
                </a:cubicBezTo>
                <a:cubicBezTo>
                  <a:pt x="164" y="126"/>
                  <a:pt x="163" y="124"/>
                  <a:pt x="160" y="123"/>
                </a:cubicBezTo>
                <a:cubicBezTo>
                  <a:pt x="155" y="121"/>
                  <a:pt x="155" y="121"/>
                  <a:pt x="155" y="121"/>
                </a:cubicBezTo>
                <a:cubicBezTo>
                  <a:pt x="155" y="120"/>
                  <a:pt x="155" y="120"/>
                  <a:pt x="155" y="120"/>
                </a:cubicBezTo>
                <a:cubicBezTo>
                  <a:pt x="156" y="115"/>
                  <a:pt x="156" y="110"/>
                  <a:pt x="155" y="105"/>
                </a:cubicBezTo>
                <a:cubicBezTo>
                  <a:pt x="155" y="105"/>
                  <a:pt x="155" y="105"/>
                  <a:pt x="155" y="105"/>
                </a:cubicBezTo>
                <a:cubicBezTo>
                  <a:pt x="160" y="103"/>
                  <a:pt x="160" y="103"/>
                  <a:pt x="160" y="103"/>
                </a:cubicBezTo>
                <a:cubicBezTo>
                  <a:pt x="163" y="102"/>
                  <a:pt x="164" y="100"/>
                  <a:pt x="165" y="98"/>
                </a:cubicBezTo>
                <a:cubicBezTo>
                  <a:pt x="166" y="95"/>
                  <a:pt x="166" y="93"/>
                  <a:pt x="165" y="91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160" y="77"/>
                  <a:pt x="155" y="75"/>
                  <a:pt x="150" y="77"/>
                </a:cubicBezTo>
                <a:cubicBezTo>
                  <a:pt x="144" y="79"/>
                  <a:pt x="144" y="79"/>
                  <a:pt x="144" y="79"/>
                </a:cubicBezTo>
                <a:cubicBezTo>
                  <a:pt x="144" y="79"/>
                  <a:pt x="144" y="79"/>
                  <a:pt x="144" y="79"/>
                </a:cubicBezTo>
                <a:cubicBezTo>
                  <a:pt x="141" y="75"/>
                  <a:pt x="137" y="71"/>
                  <a:pt x="134" y="68"/>
                </a:cubicBezTo>
                <a:cubicBezTo>
                  <a:pt x="133" y="68"/>
                  <a:pt x="133" y="68"/>
                  <a:pt x="133" y="68"/>
                </a:cubicBezTo>
                <a:cubicBezTo>
                  <a:pt x="135" y="63"/>
                  <a:pt x="135" y="63"/>
                  <a:pt x="135" y="63"/>
                </a:cubicBezTo>
                <a:cubicBezTo>
                  <a:pt x="136" y="60"/>
                  <a:pt x="136" y="58"/>
                  <a:pt x="135" y="56"/>
                </a:cubicBezTo>
                <a:cubicBezTo>
                  <a:pt x="134" y="53"/>
                  <a:pt x="133" y="52"/>
                  <a:pt x="130" y="51"/>
                </a:cubicBezTo>
                <a:cubicBezTo>
                  <a:pt x="122" y="47"/>
                  <a:pt x="122" y="47"/>
                  <a:pt x="122" y="47"/>
                </a:cubicBezTo>
                <a:cubicBezTo>
                  <a:pt x="117" y="45"/>
                  <a:pt x="112" y="47"/>
                  <a:pt x="110" y="52"/>
                </a:cubicBezTo>
                <a:cubicBezTo>
                  <a:pt x="107" y="57"/>
                  <a:pt x="107" y="57"/>
                  <a:pt x="107" y="57"/>
                </a:cubicBezTo>
                <a:cubicBezTo>
                  <a:pt x="107" y="57"/>
                  <a:pt x="107" y="57"/>
                  <a:pt x="107" y="57"/>
                </a:cubicBezTo>
                <a:cubicBezTo>
                  <a:pt x="102" y="57"/>
                  <a:pt x="97" y="57"/>
                  <a:pt x="92" y="57"/>
                </a:cubicBezTo>
                <a:cubicBezTo>
                  <a:pt x="92" y="57"/>
                  <a:pt x="92" y="57"/>
                  <a:pt x="92" y="57"/>
                </a:cubicBezTo>
                <a:cubicBezTo>
                  <a:pt x="89" y="52"/>
                  <a:pt x="89" y="52"/>
                  <a:pt x="89" y="52"/>
                </a:cubicBezTo>
                <a:cubicBezTo>
                  <a:pt x="87" y="47"/>
                  <a:pt x="82" y="45"/>
                  <a:pt x="77" y="47"/>
                </a:cubicBezTo>
                <a:cubicBezTo>
                  <a:pt x="69" y="51"/>
                  <a:pt x="69" y="51"/>
                  <a:pt x="69" y="51"/>
                </a:cubicBezTo>
                <a:cubicBezTo>
                  <a:pt x="66" y="51"/>
                  <a:pt x="65" y="53"/>
                  <a:pt x="64" y="56"/>
                </a:cubicBezTo>
                <a:cubicBezTo>
                  <a:pt x="63" y="58"/>
                  <a:pt x="63" y="60"/>
                  <a:pt x="64" y="63"/>
                </a:cubicBezTo>
                <a:cubicBezTo>
                  <a:pt x="66" y="68"/>
                  <a:pt x="66" y="68"/>
                  <a:pt x="66" y="68"/>
                </a:cubicBezTo>
                <a:cubicBezTo>
                  <a:pt x="65" y="68"/>
                  <a:pt x="65" y="68"/>
                  <a:pt x="65" y="68"/>
                </a:cubicBezTo>
                <a:cubicBezTo>
                  <a:pt x="61" y="71"/>
                  <a:pt x="58" y="75"/>
                  <a:pt x="55" y="79"/>
                </a:cubicBezTo>
                <a:cubicBezTo>
                  <a:pt x="55" y="79"/>
                  <a:pt x="55" y="79"/>
                  <a:pt x="55" y="79"/>
                </a:cubicBezTo>
                <a:cubicBezTo>
                  <a:pt x="49" y="77"/>
                  <a:pt x="49" y="77"/>
                  <a:pt x="49" y="77"/>
                </a:cubicBezTo>
                <a:cubicBezTo>
                  <a:pt x="44" y="75"/>
                  <a:pt x="39" y="77"/>
                  <a:pt x="37" y="82"/>
                </a:cubicBezTo>
                <a:cubicBezTo>
                  <a:pt x="34" y="91"/>
                  <a:pt x="34" y="91"/>
                  <a:pt x="34" y="91"/>
                </a:cubicBezTo>
                <a:cubicBezTo>
                  <a:pt x="33" y="93"/>
                  <a:pt x="33" y="95"/>
                  <a:pt x="34" y="98"/>
                </a:cubicBezTo>
                <a:cubicBezTo>
                  <a:pt x="35" y="100"/>
                  <a:pt x="36" y="102"/>
                  <a:pt x="39" y="103"/>
                </a:cubicBezTo>
                <a:cubicBezTo>
                  <a:pt x="44" y="105"/>
                  <a:pt x="44" y="105"/>
                  <a:pt x="44" y="105"/>
                </a:cubicBezTo>
                <a:cubicBezTo>
                  <a:pt x="44" y="106"/>
                  <a:pt x="44" y="106"/>
                  <a:pt x="44" y="106"/>
                </a:cubicBezTo>
                <a:cubicBezTo>
                  <a:pt x="43" y="110"/>
                  <a:pt x="43" y="115"/>
                  <a:pt x="44" y="120"/>
                </a:cubicBezTo>
                <a:cubicBezTo>
                  <a:pt x="44" y="121"/>
                  <a:pt x="44" y="121"/>
                  <a:pt x="44" y="121"/>
                </a:cubicBezTo>
                <a:cubicBezTo>
                  <a:pt x="39" y="123"/>
                  <a:pt x="39" y="123"/>
                  <a:pt x="39" y="123"/>
                </a:cubicBezTo>
                <a:cubicBezTo>
                  <a:pt x="36" y="124"/>
                  <a:pt x="35" y="126"/>
                  <a:pt x="34" y="128"/>
                </a:cubicBezTo>
                <a:cubicBezTo>
                  <a:pt x="33" y="130"/>
                  <a:pt x="33" y="133"/>
                  <a:pt x="34" y="135"/>
                </a:cubicBezTo>
                <a:cubicBezTo>
                  <a:pt x="37" y="144"/>
                  <a:pt x="37" y="144"/>
                  <a:pt x="37" y="144"/>
                </a:cubicBezTo>
                <a:cubicBezTo>
                  <a:pt x="39" y="148"/>
                  <a:pt x="44" y="150"/>
                  <a:pt x="49" y="149"/>
                </a:cubicBezTo>
                <a:cubicBezTo>
                  <a:pt x="55" y="146"/>
                  <a:pt x="55" y="146"/>
                  <a:pt x="55" y="146"/>
                </a:cubicBezTo>
                <a:cubicBezTo>
                  <a:pt x="55" y="147"/>
                  <a:pt x="55" y="147"/>
                  <a:pt x="55" y="147"/>
                </a:cubicBezTo>
                <a:cubicBezTo>
                  <a:pt x="58" y="151"/>
                  <a:pt x="62" y="154"/>
                  <a:pt x="65" y="157"/>
                </a:cubicBezTo>
                <a:cubicBezTo>
                  <a:pt x="66" y="158"/>
                  <a:pt x="66" y="158"/>
                  <a:pt x="66" y="158"/>
                </a:cubicBezTo>
                <a:cubicBezTo>
                  <a:pt x="64" y="163"/>
                  <a:pt x="64" y="163"/>
                  <a:pt x="64" y="163"/>
                </a:cubicBezTo>
                <a:cubicBezTo>
                  <a:pt x="62" y="168"/>
                  <a:pt x="64" y="173"/>
                  <a:pt x="69" y="175"/>
                </a:cubicBezTo>
                <a:close/>
                <a:moveTo>
                  <a:pt x="59" y="140"/>
                </a:moveTo>
                <a:cubicBezTo>
                  <a:pt x="58" y="138"/>
                  <a:pt x="56" y="138"/>
                  <a:pt x="54" y="138"/>
                </a:cubicBezTo>
                <a:cubicBezTo>
                  <a:pt x="46" y="142"/>
                  <a:pt x="46" y="142"/>
                  <a:pt x="46" y="142"/>
                </a:cubicBezTo>
                <a:cubicBezTo>
                  <a:pt x="45" y="142"/>
                  <a:pt x="44" y="142"/>
                  <a:pt x="44" y="141"/>
                </a:cubicBezTo>
                <a:cubicBezTo>
                  <a:pt x="40" y="132"/>
                  <a:pt x="40" y="132"/>
                  <a:pt x="40" y="132"/>
                </a:cubicBezTo>
                <a:cubicBezTo>
                  <a:pt x="40" y="131"/>
                  <a:pt x="40" y="131"/>
                  <a:pt x="40" y="130"/>
                </a:cubicBezTo>
                <a:cubicBezTo>
                  <a:pt x="40" y="130"/>
                  <a:pt x="41" y="130"/>
                  <a:pt x="41" y="129"/>
                </a:cubicBezTo>
                <a:cubicBezTo>
                  <a:pt x="49" y="126"/>
                  <a:pt x="49" y="126"/>
                  <a:pt x="49" y="126"/>
                </a:cubicBezTo>
                <a:cubicBezTo>
                  <a:pt x="51" y="126"/>
                  <a:pt x="52" y="124"/>
                  <a:pt x="51" y="122"/>
                </a:cubicBezTo>
                <a:cubicBezTo>
                  <a:pt x="50" y="116"/>
                  <a:pt x="50" y="110"/>
                  <a:pt x="51" y="103"/>
                </a:cubicBezTo>
                <a:cubicBezTo>
                  <a:pt x="52" y="101"/>
                  <a:pt x="51" y="100"/>
                  <a:pt x="49" y="99"/>
                </a:cubicBezTo>
                <a:cubicBezTo>
                  <a:pt x="41" y="96"/>
                  <a:pt x="41" y="96"/>
                  <a:pt x="41" y="96"/>
                </a:cubicBezTo>
                <a:cubicBezTo>
                  <a:pt x="41" y="96"/>
                  <a:pt x="40" y="95"/>
                  <a:pt x="40" y="95"/>
                </a:cubicBezTo>
                <a:cubicBezTo>
                  <a:pt x="40" y="94"/>
                  <a:pt x="40" y="94"/>
                  <a:pt x="40" y="93"/>
                </a:cubicBezTo>
                <a:cubicBezTo>
                  <a:pt x="44" y="85"/>
                  <a:pt x="44" y="85"/>
                  <a:pt x="44" y="85"/>
                </a:cubicBezTo>
                <a:cubicBezTo>
                  <a:pt x="44" y="84"/>
                  <a:pt x="45" y="83"/>
                  <a:pt x="46" y="83"/>
                </a:cubicBezTo>
                <a:cubicBezTo>
                  <a:pt x="46" y="83"/>
                  <a:pt x="46" y="83"/>
                  <a:pt x="46" y="83"/>
                </a:cubicBezTo>
                <a:cubicBezTo>
                  <a:pt x="54" y="87"/>
                  <a:pt x="54" y="87"/>
                  <a:pt x="54" y="87"/>
                </a:cubicBezTo>
                <a:cubicBezTo>
                  <a:pt x="56" y="87"/>
                  <a:pt x="58" y="87"/>
                  <a:pt x="59" y="86"/>
                </a:cubicBezTo>
                <a:cubicBezTo>
                  <a:pt x="62" y="80"/>
                  <a:pt x="67" y="76"/>
                  <a:pt x="72" y="72"/>
                </a:cubicBezTo>
                <a:cubicBezTo>
                  <a:pt x="74" y="71"/>
                  <a:pt x="74" y="69"/>
                  <a:pt x="74" y="68"/>
                </a:cubicBezTo>
                <a:cubicBezTo>
                  <a:pt x="70" y="60"/>
                  <a:pt x="70" y="60"/>
                  <a:pt x="70" y="60"/>
                </a:cubicBezTo>
                <a:cubicBezTo>
                  <a:pt x="70" y="59"/>
                  <a:pt x="70" y="59"/>
                  <a:pt x="70" y="58"/>
                </a:cubicBezTo>
                <a:cubicBezTo>
                  <a:pt x="70" y="58"/>
                  <a:pt x="71" y="57"/>
                  <a:pt x="71" y="57"/>
                </a:cubicBezTo>
                <a:cubicBezTo>
                  <a:pt x="80" y="54"/>
                  <a:pt x="80" y="54"/>
                  <a:pt x="80" y="54"/>
                </a:cubicBezTo>
                <a:cubicBezTo>
                  <a:pt x="81" y="53"/>
                  <a:pt x="82" y="54"/>
                  <a:pt x="83" y="55"/>
                </a:cubicBezTo>
                <a:cubicBezTo>
                  <a:pt x="86" y="63"/>
                  <a:pt x="86" y="63"/>
                  <a:pt x="86" y="63"/>
                </a:cubicBezTo>
                <a:cubicBezTo>
                  <a:pt x="87" y="64"/>
                  <a:pt x="88" y="65"/>
                  <a:pt x="90" y="65"/>
                </a:cubicBezTo>
                <a:cubicBezTo>
                  <a:pt x="96" y="63"/>
                  <a:pt x="103" y="63"/>
                  <a:pt x="109" y="65"/>
                </a:cubicBezTo>
                <a:cubicBezTo>
                  <a:pt x="111" y="65"/>
                  <a:pt x="112" y="64"/>
                  <a:pt x="113" y="63"/>
                </a:cubicBezTo>
                <a:cubicBezTo>
                  <a:pt x="116" y="55"/>
                  <a:pt x="116" y="55"/>
                  <a:pt x="116" y="55"/>
                </a:cubicBezTo>
                <a:cubicBezTo>
                  <a:pt x="117" y="54"/>
                  <a:pt x="117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ubicBezTo>
                  <a:pt x="128" y="57"/>
                  <a:pt x="128" y="57"/>
                  <a:pt x="128" y="57"/>
                </a:cubicBezTo>
                <a:cubicBezTo>
                  <a:pt x="128" y="57"/>
                  <a:pt x="128" y="58"/>
                  <a:pt x="129" y="58"/>
                </a:cubicBezTo>
                <a:cubicBezTo>
                  <a:pt x="129" y="59"/>
                  <a:pt x="129" y="59"/>
                  <a:pt x="129" y="60"/>
                </a:cubicBezTo>
                <a:cubicBezTo>
                  <a:pt x="125" y="68"/>
                  <a:pt x="125" y="68"/>
                  <a:pt x="125" y="68"/>
                </a:cubicBezTo>
                <a:cubicBezTo>
                  <a:pt x="125" y="69"/>
                  <a:pt x="125" y="71"/>
                  <a:pt x="127" y="72"/>
                </a:cubicBezTo>
                <a:cubicBezTo>
                  <a:pt x="132" y="76"/>
                  <a:pt x="137" y="80"/>
                  <a:pt x="140" y="86"/>
                </a:cubicBezTo>
                <a:cubicBezTo>
                  <a:pt x="141" y="87"/>
                  <a:pt x="143" y="87"/>
                  <a:pt x="144" y="87"/>
                </a:cubicBezTo>
                <a:cubicBezTo>
                  <a:pt x="152" y="84"/>
                  <a:pt x="152" y="84"/>
                  <a:pt x="152" y="84"/>
                </a:cubicBezTo>
                <a:cubicBezTo>
                  <a:pt x="153" y="83"/>
                  <a:pt x="155" y="84"/>
                  <a:pt x="155" y="85"/>
                </a:cubicBezTo>
                <a:cubicBezTo>
                  <a:pt x="159" y="93"/>
                  <a:pt x="159" y="93"/>
                  <a:pt x="159" y="93"/>
                </a:cubicBezTo>
                <a:cubicBezTo>
                  <a:pt x="159" y="94"/>
                  <a:pt x="159" y="95"/>
                  <a:pt x="158" y="96"/>
                </a:cubicBezTo>
                <a:cubicBezTo>
                  <a:pt x="150" y="99"/>
                  <a:pt x="150" y="99"/>
                  <a:pt x="150" y="99"/>
                </a:cubicBezTo>
                <a:cubicBezTo>
                  <a:pt x="148" y="100"/>
                  <a:pt x="147" y="101"/>
                  <a:pt x="147" y="103"/>
                </a:cubicBezTo>
                <a:cubicBezTo>
                  <a:pt x="149" y="109"/>
                  <a:pt x="149" y="116"/>
                  <a:pt x="147" y="122"/>
                </a:cubicBezTo>
                <a:cubicBezTo>
                  <a:pt x="147" y="124"/>
                  <a:pt x="148" y="126"/>
                  <a:pt x="150" y="126"/>
                </a:cubicBezTo>
                <a:cubicBezTo>
                  <a:pt x="158" y="130"/>
                  <a:pt x="158" y="130"/>
                  <a:pt x="158" y="130"/>
                </a:cubicBezTo>
                <a:cubicBezTo>
                  <a:pt x="158" y="130"/>
                  <a:pt x="158" y="130"/>
                  <a:pt x="159" y="131"/>
                </a:cubicBezTo>
                <a:cubicBezTo>
                  <a:pt x="159" y="131"/>
                  <a:pt x="159" y="132"/>
                  <a:pt x="159" y="132"/>
                </a:cubicBezTo>
                <a:cubicBezTo>
                  <a:pt x="155" y="141"/>
                  <a:pt x="155" y="141"/>
                  <a:pt x="155" y="141"/>
                </a:cubicBezTo>
                <a:cubicBezTo>
                  <a:pt x="155" y="142"/>
                  <a:pt x="154" y="142"/>
                  <a:pt x="153" y="142"/>
                </a:cubicBezTo>
                <a:cubicBezTo>
                  <a:pt x="153" y="142"/>
                  <a:pt x="153" y="142"/>
                  <a:pt x="153" y="142"/>
                </a:cubicBezTo>
                <a:cubicBezTo>
                  <a:pt x="144" y="139"/>
                  <a:pt x="144" y="139"/>
                  <a:pt x="144" y="139"/>
                </a:cubicBezTo>
                <a:cubicBezTo>
                  <a:pt x="143" y="138"/>
                  <a:pt x="141" y="138"/>
                  <a:pt x="140" y="140"/>
                </a:cubicBezTo>
                <a:cubicBezTo>
                  <a:pt x="136" y="145"/>
                  <a:pt x="132" y="150"/>
                  <a:pt x="127" y="153"/>
                </a:cubicBezTo>
                <a:cubicBezTo>
                  <a:pt x="125" y="154"/>
                  <a:pt x="125" y="156"/>
                  <a:pt x="125" y="158"/>
                </a:cubicBezTo>
                <a:cubicBezTo>
                  <a:pt x="129" y="166"/>
                  <a:pt x="129" y="166"/>
                  <a:pt x="129" y="166"/>
                </a:cubicBezTo>
                <a:cubicBezTo>
                  <a:pt x="129" y="166"/>
                  <a:pt x="129" y="167"/>
                  <a:pt x="128" y="167"/>
                </a:cubicBezTo>
                <a:cubicBezTo>
                  <a:pt x="128" y="168"/>
                  <a:pt x="128" y="168"/>
                  <a:pt x="127" y="168"/>
                </a:cubicBezTo>
                <a:cubicBezTo>
                  <a:pt x="119" y="172"/>
                  <a:pt x="119" y="172"/>
                  <a:pt x="119" y="172"/>
                </a:cubicBezTo>
                <a:cubicBezTo>
                  <a:pt x="119" y="172"/>
                  <a:pt x="118" y="172"/>
                  <a:pt x="118" y="172"/>
                </a:cubicBezTo>
                <a:cubicBezTo>
                  <a:pt x="117" y="172"/>
                  <a:pt x="117" y="171"/>
                  <a:pt x="116" y="171"/>
                </a:cubicBezTo>
                <a:cubicBezTo>
                  <a:pt x="113" y="163"/>
                  <a:pt x="113" y="163"/>
                  <a:pt x="113" y="163"/>
                </a:cubicBezTo>
                <a:cubicBezTo>
                  <a:pt x="112" y="161"/>
                  <a:pt x="111" y="160"/>
                  <a:pt x="109" y="161"/>
                </a:cubicBezTo>
                <a:cubicBezTo>
                  <a:pt x="103" y="162"/>
                  <a:pt x="96" y="162"/>
                  <a:pt x="90" y="161"/>
                </a:cubicBezTo>
                <a:cubicBezTo>
                  <a:pt x="88" y="160"/>
                  <a:pt x="87" y="161"/>
                  <a:pt x="86" y="163"/>
                </a:cubicBezTo>
                <a:cubicBezTo>
                  <a:pt x="83" y="171"/>
                  <a:pt x="83" y="171"/>
                  <a:pt x="83" y="171"/>
                </a:cubicBezTo>
                <a:cubicBezTo>
                  <a:pt x="82" y="171"/>
                  <a:pt x="82" y="172"/>
                  <a:pt x="81" y="172"/>
                </a:cubicBezTo>
                <a:cubicBezTo>
                  <a:pt x="80" y="172"/>
                  <a:pt x="80" y="172"/>
                  <a:pt x="80" y="172"/>
                </a:cubicBezTo>
                <a:cubicBezTo>
                  <a:pt x="71" y="168"/>
                  <a:pt x="71" y="168"/>
                  <a:pt x="71" y="168"/>
                </a:cubicBezTo>
                <a:cubicBezTo>
                  <a:pt x="71" y="168"/>
                  <a:pt x="70" y="168"/>
                  <a:pt x="70" y="167"/>
                </a:cubicBezTo>
                <a:cubicBezTo>
                  <a:pt x="70" y="167"/>
                  <a:pt x="70" y="166"/>
                  <a:pt x="70" y="166"/>
                </a:cubicBezTo>
                <a:cubicBezTo>
                  <a:pt x="74" y="158"/>
                  <a:pt x="74" y="158"/>
                  <a:pt x="74" y="158"/>
                </a:cubicBezTo>
                <a:cubicBezTo>
                  <a:pt x="74" y="156"/>
                  <a:pt x="74" y="154"/>
                  <a:pt x="72" y="153"/>
                </a:cubicBezTo>
                <a:cubicBezTo>
                  <a:pt x="67" y="150"/>
                  <a:pt x="62" y="145"/>
                  <a:pt x="59" y="140"/>
                </a:cubicBezTo>
                <a:close/>
                <a:moveTo>
                  <a:pt x="0" y="113"/>
                </a:moveTo>
                <a:cubicBezTo>
                  <a:pt x="0" y="59"/>
                  <a:pt x="44" y="14"/>
                  <a:pt x="98" y="14"/>
                </a:cubicBezTo>
                <a:cubicBezTo>
                  <a:pt x="100" y="14"/>
                  <a:pt x="100" y="14"/>
                  <a:pt x="100" y="14"/>
                </a:cubicBezTo>
                <a:cubicBezTo>
                  <a:pt x="92" y="6"/>
                  <a:pt x="92" y="6"/>
                  <a:pt x="92" y="6"/>
                </a:cubicBezTo>
                <a:cubicBezTo>
                  <a:pt x="91" y="4"/>
                  <a:pt x="91" y="2"/>
                  <a:pt x="92" y="1"/>
                </a:cubicBezTo>
                <a:cubicBezTo>
                  <a:pt x="93" y="0"/>
                  <a:pt x="94" y="0"/>
                  <a:pt x="95" y="0"/>
                </a:cubicBezTo>
                <a:cubicBezTo>
                  <a:pt x="96" y="0"/>
                  <a:pt x="97" y="0"/>
                  <a:pt x="98" y="1"/>
                </a:cubicBezTo>
                <a:cubicBezTo>
                  <a:pt x="112" y="15"/>
                  <a:pt x="112" y="15"/>
                  <a:pt x="112" y="15"/>
                </a:cubicBezTo>
                <a:cubicBezTo>
                  <a:pt x="113" y="16"/>
                  <a:pt x="113" y="18"/>
                  <a:pt x="112" y="20"/>
                </a:cubicBezTo>
                <a:cubicBezTo>
                  <a:pt x="98" y="34"/>
                  <a:pt x="98" y="34"/>
                  <a:pt x="98" y="34"/>
                </a:cubicBezTo>
                <a:cubicBezTo>
                  <a:pt x="96" y="35"/>
                  <a:pt x="94" y="35"/>
                  <a:pt x="92" y="34"/>
                </a:cubicBezTo>
                <a:cubicBezTo>
                  <a:pt x="92" y="33"/>
                  <a:pt x="91" y="32"/>
                  <a:pt x="91" y="31"/>
                </a:cubicBezTo>
                <a:cubicBezTo>
                  <a:pt x="91" y="30"/>
                  <a:pt x="92" y="30"/>
                  <a:pt x="92" y="29"/>
                </a:cubicBezTo>
                <a:cubicBezTo>
                  <a:pt x="100" y="21"/>
                  <a:pt x="100" y="21"/>
                  <a:pt x="100" y="21"/>
                </a:cubicBezTo>
                <a:cubicBezTo>
                  <a:pt x="98" y="21"/>
                  <a:pt x="98" y="21"/>
                  <a:pt x="98" y="21"/>
                </a:cubicBezTo>
                <a:cubicBezTo>
                  <a:pt x="48" y="22"/>
                  <a:pt x="8" y="63"/>
                  <a:pt x="8" y="113"/>
                </a:cubicBezTo>
                <a:cubicBezTo>
                  <a:pt x="8" y="115"/>
                  <a:pt x="6" y="116"/>
                  <a:pt x="4" y="116"/>
                </a:cubicBezTo>
                <a:cubicBezTo>
                  <a:pt x="2" y="116"/>
                  <a:pt x="0" y="115"/>
                  <a:pt x="0" y="11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B8FFB6-D4D3-05A3-B98A-DAF73A51C4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389" y="894463"/>
            <a:ext cx="3467909" cy="4075981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2C56E1-99BF-187C-687E-F5D3EE0BA258}"/>
              </a:ext>
            </a:extLst>
          </p:cNvPr>
          <p:cNvSpPr txBox="1"/>
          <p:nvPr/>
        </p:nvSpPr>
        <p:spPr>
          <a:xfrm>
            <a:off x="914402" y="1953427"/>
            <a:ext cx="193456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Ncididuntut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Laboreetdolo</a:t>
            </a:r>
          </a:p>
        </p:txBody>
      </p:sp>
      <p:sp>
        <p:nvSpPr>
          <p:cNvPr id="10" name="Trapezoid 9">
            <a:extLst>
              <a:ext uri="{FF2B5EF4-FFF2-40B4-BE49-F238E27FC236}">
                <a16:creationId xmlns:a16="http://schemas.microsoft.com/office/drawing/2014/main" id="{5F164B41-E4C0-DD50-E35C-9AB38BA4D9A5}"/>
              </a:ext>
            </a:extLst>
          </p:cNvPr>
          <p:cNvSpPr/>
          <p:nvPr/>
        </p:nvSpPr>
        <p:spPr bwMode="auto">
          <a:xfrm rot="16200000">
            <a:off x="1094954" y="3326602"/>
            <a:ext cx="5464306" cy="653081"/>
          </a:xfrm>
          <a:prstGeom prst="trapezoid">
            <a:avLst>
              <a:gd name="adj" fmla="val 85431"/>
            </a:avLst>
          </a:prstGeom>
          <a:gradFill flip="none" rotWithShape="1">
            <a:gsLst>
              <a:gs pos="0">
                <a:srgbClr val="4DB4BF">
                  <a:alpha val="0"/>
                </a:srgbClr>
              </a:gs>
              <a:gs pos="100000">
                <a:srgbClr val="B5C6CF">
                  <a:alpha val="51000"/>
                </a:srgbClr>
              </a:gs>
            </a:gsLst>
            <a:lin ang="54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A0BDB5D-BA12-872D-7BA2-B27EC692FD8A}"/>
              </a:ext>
            </a:extLst>
          </p:cNvPr>
          <p:cNvSpPr/>
          <p:nvPr/>
        </p:nvSpPr>
        <p:spPr>
          <a:xfrm>
            <a:off x="3850058" y="1810097"/>
            <a:ext cx="518458" cy="518458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rgbClr val="66737C"/>
            </a:solidFill>
            <a:prstDash val="solid"/>
            <a:miter lim="800000"/>
          </a:ln>
          <a:effectLst>
            <a:glow>
              <a:scrgbClr r="0" g="0" b="0">
                <a:alpha val="0"/>
              </a:sc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Freeform 209">
            <a:extLst>
              <a:ext uri="{FF2B5EF4-FFF2-40B4-BE49-F238E27FC236}">
                <a16:creationId xmlns:a16="http://schemas.microsoft.com/office/drawing/2014/main" id="{7677237B-9F28-FD30-FDA5-1B2E26FF97CF}"/>
              </a:ext>
            </a:extLst>
          </p:cNvPr>
          <p:cNvSpPr>
            <a:spLocks noEditPoints="1"/>
          </p:cNvSpPr>
          <p:nvPr/>
        </p:nvSpPr>
        <p:spPr bwMode="auto">
          <a:xfrm>
            <a:off x="3943356" y="1898015"/>
            <a:ext cx="350980" cy="342816"/>
          </a:xfrm>
          <a:custGeom>
            <a:avLst/>
            <a:gdLst>
              <a:gd name="T0" fmla="*/ 22 w 198"/>
              <a:gd name="T1" fmla="*/ 176 h 194"/>
              <a:gd name="T2" fmla="*/ 24 w 198"/>
              <a:gd name="T3" fmla="*/ 154 h 194"/>
              <a:gd name="T4" fmla="*/ 44 w 198"/>
              <a:gd name="T5" fmla="*/ 153 h 194"/>
              <a:gd name="T6" fmla="*/ 44 w 198"/>
              <a:gd name="T7" fmla="*/ 162 h 194"/>
              <a:gd name="T8" fmla="*/ 41 w 198"/>
              <a:gd name="T9" fmla="*/ 166 h 194"/>
              <a:gd name="T10" fmla="*/ 159 w 198"/>
              <a:gd name="T11" fmla="*/ 155 h 194"/>
              <a:gd name="T12" fmla="*/ 166 w 198"/>
              <a:gd name="T13" fmla="*/ 161 h 194"/>
              <a:gd name="T14" fmla="*/ 78 w 198"/>
              <a:gd name="T15" fmla="*/ 192 h 194"/>
              <a:gd name="T16" fmla="*/ 31 w 198"/>
              <a:gd name="T17" fmla="*/ 169 h 194"/>
              <a:gd name="T18" fmla="*/ 27 w 198"/>
              <a:gd name="T19" fmla="*/ 180 h 194"/>
              <a:gd name="T20" fmla="*/ 194 w 198"/>
              <a:gd name="T21" fmla="*/ 119 h 194"/>
              <a:gd name="T22" fmla="*/ 185 w 198"/>
              <a:gd name="T23" fmla="*/ 123 h 194"/>
              <a:gd name="T24" fmla="*/ 170 w 198"/>
              <a:gd name="T25" fmla="*/ 48 h 194"/>
              <a:gd name="T26" fmla="*/ 107 w 198"/>
              <a:gd name="T27" fmla="*/ 10 h 194"/>
              <a:gd name="T28" fmla="*/ 106 w 198"/>
              <a:gd name="T29" fmla="*/ 16 h 194"/>
              <a:gd name="T30" fmla="*/ 163 w 198"/>
              <a:gd name="T31" fmla="*/ 53 h 194"/>
              <a:gd name="T32" fmla="*/ 176 w 198"/>
              <a:gd name="T33" fmla="*/ 121 h 194"/>
              <a:gd name="T34" fmla="*/ 169 w 198"/>
              <a:gd name="T35" fmla="*/ 112 h 194"/>
              <a:gd name="T36" fmla="*/ 165 w 198"/>
              <a:gd name="T37" fmla="*/ 119 h 194"/>
              <a:gd name="T38" fmla="*/ 176 w 198"/>
              <a:gd name="T39" fmla="*/ 136 h 194"/>
              <a:gd name="T40" fmla="*/ 195 w 198"/>
              <a:gd name="T41" fmla="*/ 127 h 194"/>
              <a:gd name="T42" fmla="*/ 13 w 198"/>
              <a:gd name="T43" fmla="*/ 135 h 194"/>
              <a:gd name="T44" fmla="*/ 15 w 198"/>
              <a:gd name="T45" fmla="*/ 130 h 194"/>
              <a:gd name="T46" fmla="*/ 66 w 198"/>
              <a:gd name="T47" fmla="*/ 22 h 194"/>
              <a:gd name="T48" fmla="*/ 67 w 198"/>
              <a:gd name="T49" fmla="*/ 27 h 194"/>
              <a:gd name="T50" fmla="*/ 75 w 198"/>
              <a:gd name="T51" fmla="*/ 31 h 194"/>
              <a:gd name="T52" fmla="*/ 84 w 198"/>
              <a:gd name="T53" fmla="*/ 13 h 194"/>
              <a:gd name="T54" fmla="*/ 67 w 198"/>
              <a:gd name="T55" fmla="*/ 1 h 194"/>
              <a:gd name="T56" fmla="*/ 61 w 198"/>
              <a:gd name="T57" fmla="*/ 3 h 194"/>
              <a:gd name="T58" fmla="*/ 68 w 198"/>
              <a:gd name="T59" fmla="*/ 12 h 194"/>
              <a:gd name="T60" fmla="*/ 3 w 198"/>
              <a:gd name="T61" fmla="*/ 85 h 194"/>
              <a:gd name="T62" fmla="*/ 13 w 198"/>
              <a:gd name="T63" fmla="*/ 135 h 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98" h="194">
                <a:moveTo>
                  <a:pt x="27" y="180"/>
                </a:moveTo>
                <a:cubicBezTo>
                  <a:pt x="24" y="180"/>
                  <a:pt x="22" y="178"/>
                  <a:pt x="22" y="176"/>
                </a:cubicBezTo>
                <a:cubicBezTo>
                  <a:pt x="22" y="157"/>
                  <a:pt x="22" y="157"/>
                  <a:pt x="22" y="157"/>
                </a:cubicBezTo>
                <a:cubicBezTo>
                  <a:pt x="22" y="156"/>
                  <a:pt x="23" y="155"/>
                  <a:pt x="24" y="154"/>
                </a:cubicBezTo>
                <a:cubicBezTo>
                  <a:pt x="25" y="154"/>
                  <a:pt x="26" y="153"/>
                  <a:pt x="27" y="153"/>
                </a:cubicBezTo>
                <a:cubicBezTo>
                  <a:pt x="44" y="153"/>
                  <a:pt x="44" y="153"/>
                  <a:pt x="44" y="153"/>
                </a:cubicBezTo>
                <a:cubicBezTo>
                  <a:pt x="47" y="153"/>
                  <a:pt x="49" y="155"/>
                  <a:pt x="49" y="158"/>
                </a:cubicBezTo>
                <a:cubicBezTo>
                  <a:pt x="49" y="160"/>
                  <a:pt x="47" y="162"/>
                  <a:pt x="44" y="162"/>
                </a:cubicBezTo>
                <a:cubicBezTo>
                  <a:pt x="37" y="162"/>
                  <a:pt x="37" y="162"/>
                  <a:pt x="37" y="162"/>
                </a:cubicBezTo>
                <a:cubicBezTo>
                  <a:pt x="41" y="166"/>
                  <a:pt x="41" y="166"/>
                  <a:pt x="41" y="166"/>
                </a:cubicBezTo>
                <a:cubicBezTo>
                  <a:pt x="52" y="175"/>
                  <a:pt x="66" y="181"/>
                  <a:pt x="80" y="184"/>
                </a:cubicBezTo>
                <a:cubicBezTo>
                  <a:pt x="109" y="189"/>
                  <a:pt x="139" y="178"/>
                  <a:pt x="159" y="155"/>
                </a:cubicBezTo>
                <a:cubicBezTo>
                  <a:pt x="160" y="153"/>
                  <a:pt x="163" y="153"/>
                  <a:pt x="165" y="154"/>
                </a:cubicBezTo>
                <a:cubicBezTo>
                  <a:pt x="167" y="156"/>
                  <a:pt x="167" y="159"/>
                  <a:pt x="166" y="161"/>
                </a:cubicBezTo>
                <a:cubicBezTo>
                  <a:pt x="148" y="182"/>
                  <a:pt x="122" y="194"/>
                  <a:pt x="94" y="194"/>
                </a:cubicBezTo>
                <a:cubicBezTo>
                  <a:pt x="89" y="194"/>
                  <a:pt x="83" y="193"/>
                  <a:pt x="78" y="192"/>
                </a:cubicBezTo>
                <a:cubicBezTo>
                  <a:pt x="62" y="190"/>
                  <a:pt x="47" y="182"/>
                  <a:pt x="34" y="172"/>
                </a:cubicBezTo>
                <a:cubicBezTo>
                  <a:pt x="31" y="169"/>
                  <a:pt x="31" y="169"/>
                  <a:pt x="31" y="169"/>
                </a:cubicBezTo>
                <a:cubicBezTo>
                  <a:pt x="31" y="176"/>
                  <a:pt x="31" y="176"/>
                  <a:pt x="31" y="176"/>
                </a:cubicBezTo>
                <a:cubicBezTo>
                  <a:pt x="31" y="178"/>
                  <a:pt x="29" y="180"/>
                  <a:pt x="27" y="180"/>
                </a:cubicBezTo>
                <a:close/>
                <a:moveTo>
                  <a:pt x="197" y="121"/>
                </a:moveTo>
                <a:cubicBezTo>
                  <a:pt x="196" y="120"/>
                  <a:pt x="195" y="119"/>
                  <a:pt x="194" y="119"/>
                </a:cubicBezTo>
                <a:cubicBezTo>
                  <a:pt x="193" y="119"/>
                  <a:pt x="192" y="119"/>
                  <a:pt x="191" y="119"/>
                </a:cubicBezTo>
                <a:cubicBezTo>
                  <a:pt x="185" y="123"/>
                  <a:pt x="185" y="123"/>
                  <a:pt x="185" y="123"/>
                </a:cubicBezTo>
                <a:cubicBezTo>
                  <a:pt x="186" y="117"/>
                  <a:pt x="186" y="117"/>
                  <a:pt x="186" y="117"/>
                </a:cubicBezTo>
                <a:cubicBezTo>
                  <a:pt x="190" y="93"/>
                  <a:pt x="185" y="68"/>
                  <a:pt x="170" y="48"/>
                </a:cubicBezTo>
                <a:cubicBezTo>
                  <a:pt x="156" y="27"/>
                  <a:pt x="135" y="14"/>
                  <a:pt x="110" y="9"/>
                </a:cubicBezTo>
                <a:cubicBezTo>
                  <a:pt x="109" y="9"/>
                  <a:pt x="108" y="9"/>
                  <a:pt x="107" y="10"/>
                </a:cubicBezTo>
                <a:cubicBezTo>
                  <a:pt x="106" y="11"/>
                  <a:pt x="106" y="12"/>
                  <a:pt x="105" y="13"/>
                </a:cubicBezTo>
                <a:cubicBezTo>
                  <a:pt x="105" y="14"/>
                  <a:pt x="105" y="15"/>
                  <a:pt x="106" y="16"/>
                </a:cubicBezTo>
                <a:cubicBezTo>
                  <a:pt x="107" y="17"/>
                  <a:pt x="108" y="18"/>
                  <a:pt x="109" y="18"/>
                </a:cubicBezTo>
                <a:cubicBezTo>
                  <a:pt x="131" y="22"/>
                  <a:pt x="150" y="34"/>
                  <a:pt x="163" y="53"/>
                </a:cubicBezTo>
                <a:cubicBezTo>
                  <a:pt x="176" y="71"/>
                  <a:pt x="181" y="93"/>
                  <a:pt x="177" y="115"/>
                </a:cubicBezTo>
                <a:cubicBezTo>
                  <a:pt x="176" y="121"/>
                  <a:pt x="176" y="121"/>
                  <a:pt x="176" y="121"/>
                </a:cubicBezTo>
                <a:cubicBezTo>
                  <a:pt x="172" y="114"/>
                  <a:pt x="172" y="114"/>
                  <a:pt x="172" y="114"/>
                </a:cubicBezTo>
                <a:cubicBezTo>
                  <a:pt x="172" y="113"/>
                  <a:pt x="170" y="112"/>
                  <a:pt x="169" y="112"/>
                </a:cubicBezTo>
                <a:cubicBezTo>
                  <a:pt x="168" y="112"/>
                  <a:pt x="167" y="112"/>
                  <a:pt x="166" y="113"/>
                </a:cubicBezTo>
                <a:cubicBezTo>
                  <a:pt x="164" y="114"/>
                  <a:pt x="164" y="117"/>
                  <a:pt x="165" y="119"/>
                </a:cubicBezTo>
                <a:cubicBezTo>
                  <a:pt x="174" y="134"/>
                  <a:pt x="174" y="134"/>
                  <a:pt x="174" y="134"/>
                </a:cubicBezTo>
                <a:cubicBezTo>
                  <a:pt x="174" y="135"/>
                  <a:pt x="175" y="136"/>
                  <a:pt x="176" y="136"/>
                </a:cubicBezTo>
                <a:cubicBezTo>
                  <a:pt x="177" y="137"/>
                  <a:pt x="179" y="137"/>
                  <a:pt x="180" y="136"/>
                </a:cubicBezTo>
                <a:cubicBezTo>
                  <a:pt x="195" y="127"/>
                  <a:pt x="195" y="127"/>
                  <a:pt x="195" y="127"/>
                </a:cubicBezTo>
                <a:cubicBezTo>
                  <a:pt x="197" y="126"/>
                  <a:pt x="198" y="123"/>
                  <a:pt x="197" y="121"/>
                </a:cubicBezTo>
                <a:close/>
                <a:moveTo>
                  <a:pt x="13" y="135"/>
                </a:moveTo>
                <a:cubicBezTo>
                  <a:pt x="14" y="135"/>
                  <a:pt x="15" y="134"/>
                  <a:pt x="15" y="133"/>
                </a:cubicBezTo>
                <a:cubicBezTo>
                  <a:pt x="16" y="132"/>
                  <a:pt x="16" y="131"/>
                  <a:pt x="15" y="130"/>
                </a:cubicBezTo>
                <a:cubicBezTo>
                  <a:pt x="10" y="116"/>
                  <a:pt x="9" y="101"/>
                  <a:pt x="12" y="86"/>
                </a:cubicBezTo>
                <a:cubicBezTo>
                  <a:pt x="17" y="57"/>
                  <a:pt x="38" y="32"/>
                  <a:pt x="66" y="22"/>
                </a:cubicBezTo>
                <a:cubicBezTo>
                  <a:pt x="71" y="20"/>
                  <a:pt x="71" y="20"/>
                  <a:pt x="71" y="20"/>
                </a:cubicBezTo>
                <a:cubicBezTo>
                  <a:pt x="67" y="27"/>
                  <a:pt x="67" y="27"/>
                  <a:pt x="67" y="27"/>
                </a:cubicBezTo>
                <a:cubicBezTo>
                  <a:pt x="66" y="29"/>
                  <a:pt x="67" y="32"/>
                  <a:pt x="69" y="33"/>
                </a:cubicBezTo>
                <a:cubicBezTo>
                  <a:pt x="71" y="34"/>
                  <a:pt x="74" y="33"/>
                  <a:pt x="75" y="31"/>
                </a:cubicBezTo>
                <a:cubicBezTo>
                  <a:pt x="84" y="16"/>
                  <a:pt x="84" y="16"/>
                  <a:pt x="84" y="16"/>
                </a:cubicBezTo>
                <a:cubicBezTo>
                  <a:pt x="84" y="15"/>
                  <a:pt x="84" y="14"/>
                  <a:pt x="84" y="13"/>
                </a:cubicBezTo>
                <a:cubicBezTo>
                  <a:pt x="84" y="11"/>
                  <a:pt x="83" y="10"/>
                  <a:pt x="82" y="10"/>
                </a:cubicBezTo>
                <a:cubicBezTo>
                  <a:pt x="67" y="1"/>
                  <a:pt x="67" y="1"/>
                  <a:pt x="67" y="1"/>
                </a:cubicBezTo>
                <a:cubicBezTo>
                  <a:pt x="66" y="1"/>
                  <a:pt x="65" y="0"/>
                  <a:pt x="64" y="0"/>
                </a:cubicBezTo>
                <a:cubicBezTo>
                  <a:pt x="63" y="0"/>
                  <a:pt x="61" y="1"/>
                  <a:pt x="61" y="3"/>
                </a:cubicBezTo>
                <a:cubicBezTo>
                  <a:pt x="59" y="5"/>
                  <a:pt x="60" y="7"/>
                  <a:pt x="62" y="9"/>
                </a:cubicBezTo>
                <a:cubicBezTo>
                  <a:pt x="68" y="12"/>
                  <a:pt x="68" y="12"/>
                  <a:pt x="68" y="12"/>
                </a:cubicBezTo>
                <a:cubicBezTo>
                  <a:pt x="63" y="13"/>
                  <a:pt x="63" y="13"/>
                  <a:pt x="63" y="13"/>
                </a:cubicBezTo>
                <a:cubicBezTo>
                  <a:pt x="32" y="24"/>
                  <a:pt x="9" y="52"/>
                  <a:pt x="3" y="85"/>
                </a:cubicBezTo>
                <a:cubicBezTo>
                  <a:pt x="0" y="101"/>
                  <a:pt x="1" y="117"/>
                  <a:pt x="7" y="133"/>
                </a:cubicBezTo>
                <a:cubicBezTo>
                  <a:pt x="8" y="135"/>
                  <a:pt x="10" y="136"/>
                  <a:pt x="13" y="135"/>
                </a:cubicBezTo>
                <a:close/>
              </a:path>
            </a:pathLst>
          </a:custGeom>
          <a:solidFill>
            <a:srgbClr val="5F6A7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C3B043B-73E5-1716-360F-0BE51C832E9A}"/>
              </a:ext>
            </a:extLst>
          </p:cNvPr>
          <p:cNvSpPr/>
          <p:nvPr/>
        </p:nvSpPr>
        <p:spPr>
          <a:xfrm>
            <a:off x="3833314" y="4720216"/>
            <a:ext cx="518458" cy="518458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rgbClr val="66737C"/>
            </a:solidFill>
            <a:prstDash val="solid"/>
            <a:miter lim="800000"/>
          </a:ln>
          <a:effectLst>
            <a:glow>
              <a:scrgbClr r="0" g="0" b="0">
                <a:alpha val="0"/>
              </a:sc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219EB08-F313-8E31-D9A5-514F4309D31C}"/>
              </a:ext>
            </a:extLst>
          </p:cNvPr>
          <p:cNvSpPr txBox="1">
            <a:spLocks/>
          </p:cNvSpPr>
          <p:nvPr/>
        </p:nvSpPr>
        <p:spPr>
          <a:xfrm>
            <a:off x="342507" y="1069692"/>
            <a:ext cx="2979162" cy="319615"/>
          </a:xfrm>
          <a:prstGeom prst="roundRect">
            <a:avLst>
              <a:gd name="adj" fmla="val 19868"/>
            </a:avLst>
          </a:prstGeom>
          <a:solidFill>
            <a:srgbClr val="6588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600" b="1" i="1">
                <a:latin typeface="Arial" panose="020B0604020202020204" pitchFamily="34" charset="0"/>
              </a:rPr>
              <a:t>REM AGN Aaliquaut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3AABCBE-FD8B-DCA7-734F-57DCE6D52C5E}"/>
              </a:ext>
            </a:extLst>
          </p:cNvPr>
          <p:cNvSpPr/>
          <p:nvPr/>
        </p:nvSpPr>
        <p:spPr bwMode="auto">
          <a:xfrm flipH="1" flipV="1">
            <a:off x="3229370" y="2032498"/>
            <a:ext cx="636852" cy="438960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12700">
            <a:solidFill>
              <a:srgbClr val="66737C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659A219-F5EE-1435-03CB-14F0FBA7C209}"/>
              </a:ext>
            </a:extLst>
          </p:cNvPr>
          <p:cNvSpPr/>
          <p:nvPr/>
        </p:nvSpPr>
        <p:spPr bwMode="auto">
          <a:xfrm flipH="1">
            <a:off x="2521226" y="4126729"/>
            <a:ext cx="1288987" cy="843715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12700">
            <a:solidFill>
              <a:srgbClr val="66737C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24516D0-0A29-C3E7-46B4-A1199A92ACA5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2733040" y="3372207"/>
            <a:ext cx="1100274" cy="86606"/>
          </a:xfrm>
          <a:prstGeom prst="line">
            <a:avLst/>
          </a:prstGeom>
          <a:noFill/>
          <a:ln w="12700">
            <a:solidFill>
              <a:srgbClr val="66737C"/>
            </a:solidFill>
            <a:miter lim="800000"/>
            <a:headEnd type="oval" w="sm" len="sm"/>
            <a:tailEnd type="oval" w="sm" len="sm"/>
          </a:ln>
        </p:spPr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4DDEE0AC-D6CA-2C1C-E47C-D3DFBC07C0C0}"/>
              </a:ext>
            </a:extLst>
          </p:cNvPr>
          <p:cNvSpPr/>
          <p:nvPr/>
        </p:nvSpPr>
        <p:spPr>
          <a:xfrm>
            <a:off x="3833314" y="3112978"/>
            <a:ext cx="518458" cy="518458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rgbClr val="66737C"/>
            </a:solidFill>
            <a:prstDash val="solid"/>
            <a:miter lim="800000"/>
          </a:ln>
          <a:effectLst>
            <a:glow>
              <a:scrgbClr r="0" g="0" b="0">
                <a:alpha val="0"/>
              </a:sc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FE3B9921-0A5B-E0B3-F3A4-B9D6B023A9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15042" y="3204599"/>
            <a:ext cx="355001" cy="355001"/>
          </a:xfrm>
          <a:prstGeom prst="rect">
            <a:avLst/>
          </a:prstGeom>
        </p:spPr>
      </p:pic>
      <p:sp>
        <p:nvSpPr>
          <p:cNvPr id="20" name="Freeform 21">
            <a:extLst>
              <a:ext uri="{FF2B5EF4-FFF2-40B4-BE49-F238E27FC236}">
                <a16:creationId xmlns:a16="http://schemas.microsoft.com/office/drawing/2014/main" id="{83981A46-792A-7AE1-E997-A9B978F282EF}"/>
              </a:ext>
            </a:extLst>
          </p:cNvPr>
          <p:cNvSpPr>
            <a:spLocks noEditPoints="1"/>
          </p:cNvSpPr>
          <p:nvPr/>
        </p:nvSpPr>
        <p:spPr bwMode="auto">
          <a:xfrm>
            <a:off x="3942352" y="4831766"/>
            <a:ext cx="293123" cy="293121"/>
          </a:xfrm>
          <a:custGeom>
            <a:avLst/>
            <a:gdLst>
              <a:gd name="T0" fmla="*/ 49 w 200"/>
              <a:gd name="T1" fmla="*/ 116 h 200"/>
              <a:gd name="T2" fmla="*/ 35 w 200"/>
              <a:gd name="T3" fmla="*/ 83 h 200"/>
              <a:gd name="T4" fmla="*/ 35 w 200"/>
              <a:gd name="T5" fmla="*/ 122 h 200"/>
              <a:gd name="T6" fmla="*/ 47 w 200"/>
              <a:gd name="T7" fmla="*/ 102 h 200"/>
              <a:gd name="T8" fmla="*/ 27 w 200"/>
              <a:gd name="T9" fmla="*/ 94 h 200"/>
              <a:gd name="T10" fmla="*/ 192 w 200"/>
              <a:gd name="T11" fmla="*/ 196 h 200"/>
              <a:gd name="T12" fmla="*/ 180 w 200"/>
              <a:gd name="T13" fmla="*/ 192 h 200"/>
              <a:gd name="T14" fmla="*/ 70 w 200"/>
              <a:gd name="T15" fmla="*/ 102 h 200"/>
              <a:gd name="T16" fmla="*/ 145 w 200"/>
              <a:gd name="T17" fmla="*/ 93 h 200"/>
              <a:gd name="T18" fmla="*/ 133 w 200"/>
              <a:gd name="T19" fmla="*/ 113 h 200"/>
              <a:gd name="T20" fmla="*/ 130 w 200"/>
              <a:gd name="T21" fmla="*/ 130 h 200"/>
              <a:gd name="T22" fmla="*/ 151 w 200"/>
              <a:gd name="T23" fmla="*/ 155 h 200"/>
              <a:gd name="T24" fmla="*/ 151 w 200"/>
              <a:gd name="T25" fmla="*/ 117 h 200"/>
              <a:gd name="T26" fmla="*/ 164 w 200"/>
              <a:gd name="T27" fmla="*/ 140 h 200"/>
              <a:gd name="T28" fmla="*/ 178 w 200"/>
              <a:gd name="T29" fmla="*/ 117 h 200"/>
              <a:gd name="T30" fmla="*/ 178 w 200"/>
              <a:gd name="T31" fmla="*/ 155 h 200"/>
              <a:gd name="T32" fmla="*/ 199 w 200"/>
              <a:gd name="T33" fmla="*/ 130 h 200"/>
              <a:gd name="T34" fmla="*/ 196 w 200"/>
              <a:gd name="T35" fmla="*/ 113 h 200"/>
              <a:gd name="T36" fmla="*/ 184 w 200"/>
              <a:gd name="T37" fmla="*/ 93 h 200"/>
              <a:gd name="T38" fmla="*/ 141 w 200"/>
              <a:gd name="T39" fmla="*/ 16 h 200"/>
              <a:gd name="T40" fmla="*/ 102 w 200"/>
              <a:gd name="T41" fmla="*/ 7 h 200"/>
              <a:gd name="T42" fmla="*/ 35 w 200"/>
              <a:gd name="T43" fmla="*/ 67 h 200"/>
              <a:gd name="T44" fmla="*/ 0 w 200"/>
              <a:gd name="T45" fmla="*/ 102 h 200"/>
              <a:gd name="T46" fmla="*/ 4 w 200"/>
              <a:gd name="T47" fmla="*/ 192 h 200"/>
              <a:gd name="T48" fmla="*/ 180 w 200"/>
              <a:gd name="T49" fmla="*/ 200 h 200"/>
              <a:gd name="T50" fmla="*/ 188 w 200"/>
              <a:gd name="T51" fmla="*/ 101 h 200"/>
              <a:gd name="T52" fmla="*/ 141 w 200"/>
              <a:gd name="T53" fmla="*/ 101 h 200"/>
              <a:gd name="T54" fmla="*/ 153 w 200"/>
              <a:gd name="T55" fmla="*/ 83 h 200"/>
              <a:gd name="T56" fmla="*/ 176 w 200"/>
              <a:gd name="T57" fmla="*/ 93 h 200"/>
              <a:gd name="T58" fmla="*/ 173 w 200"/>
              <a:gd name="T59" fmla="*/ 59 h 200"/>
              <a:gd name="T60" fmla="*/ 173 w 200"/>
              <a:gd name="T61" fmla="*/ 75 h 200"/>
              <a:gd name="T62" fmla="*/ 127 w 200"/>
              <a:gd name="T63" fmla="*/ 45 h 200"/>
              <a:gd name="T64" fmla="*/ 108 w 200"/>
              <a:gd name="T65" fmla="*/ 12 h 200"/>
              <a:gd name="T66" fmla="*/ 130 w 200"/>
              <a:gd name="T67" fmla="*/ 34 h 200"/>
              <a:gd name="T68" fmla="*/ 108 w 200"/>
              <a:gd name="T69" fmla="*/ 12 h 200"/>
              <a:gd name="T70" fmla="*/ 115 w 200"/>
              <a:gd name="T71" fmla="*/ 46 h 200"/>
              <a:gd name="T72" fmla="*/ 78 w 200"/>
              <a:gd name="T73" fmla="*/ 69 h 200"/>
              <a:gd name="T74" fmla="*/ 59 w 200"/>
              <a:gd name="T75" fmla="*/ 77 h 200"/>
              <a:gd name="T76" fmla="*/ 15 w 200"/>
              <a:gd name="T77" fmla="*/ 83 h 200"/>
              <a:gd name="T78" fmla="*/ 62 w 200"/>
              <a:gd name="T79" fmla="*/ 102 h 200"/>
              <a:gd name="T80" fmla="*/ 35 w 200"/>
              <a:gd name="T81" fmla="*/ 130 h 200"/>
              <a:gd name="T82" fmla="*/ 54 w 200"/>
              <a:gd name="T83" fmla="*/ 192 h 200"/>
              <a:gd name="T84" fmla="*/ 35 w 200"/>
              <a:gd name="T85" fmla="*/ 161 h 200"/>
              <a:gd name="T86" fmla="*/ 15 w 200"/>
              <a:gd name="T87" fmla="*/ 192 h 200"/>
              <a:gd name="T88" fmla="*/ 35 w 200"/>
              <a:gd name="T89" fmla="*/ 137 h 200"/>
              <a:gd name="T90" fmla="*/ 35 w 200"/>
              <a:gd name="T91" fmla="*/ 145 h 200"/>
              <a:gd name="T92" fmla="*/ 31 w 200"/>
              <a:gd name="T93" fmla="*/ 149 h 200"/>
              <a:gd name="T94" fmla="*/ 39 w 200"/>
              <a:gd name="T95" fmla="*/ 102 h 200"/>
              <a:gd name="T96" fmla="*/ 35 w 200"/>
              <a:gd name="T97" fmla="*/ 98 h 200"/>
              <a:gd name="T98" fmla="*/ 87 w 200"/>
              <a:gd name="T99" fmla="*/ 59 h 200"/>
              <a:gd name="T100" fmla="*/ 118 w 200"/>
              <a:gd name="T101" fmla="*/ 19 h 200"/>
              <a:gd name="T102" fmla="*/ 114 w 200"/>
              <a:gd name="T103" fmla="*/ 23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00" h="200">
                <a:moveTo>
                  <a:pt x="35" y="122"/>
                </a:moveTo>
                <a:cubicBezTo>
                  <a:pt x="35" y="122"/>
                  <a:pt x="35" y="122"/>
                  <a:pt x="35" y="122"/>
                </a:cubicBezTo>
                <a:cubicBezTo>
                  <a:pt x="40" y="122"/>
                  <a:pt x="45" y="120"/>
                  <a:pt x="49" y="116"/>
                </a:cubicBezTo>
                <a:cubicBezTo>
                  <a:pt x="52" y="112"/>
                  <a:pt x="54" y="107"/>
                  <a:pt x="54" y="102"/>
                </a:cubicBezTo>
                <a:cubicBezTo>
                  <a:pt x="54" y="91"/>
                  <a:pt x="46" y="83"/>
                  <a:pt x="35" y="83"/>
                </a:cubicBezTo>
                <a:cubicBezTo>
                  <a:pt x="35" y="83"/>
                  <a:pt x="35" y="83"/>
                  <a:pt x="35" y="83"/>
                </a:cubicBezTo>
                <a:cubicBezTo>
                  <a:pt x="30" y="83"/>
                  <a:pt x="25" y="85"/>
                  <a:pt x="21" y="88"/>
                </a:cubicBezTo>
                <a:cubicBezTo>
                  <a:pt x="17" y="92"/>
                  <a:pt x="15" y="97"/>
                  <a:pt x="15" y="102"/>
                </a:cubicBezTo>
                <a:cubicBezTo>
                  <a:pt x="15" y="113"/>
                  <a:pt x="24" y="122"/>
                  <a:pt x="35" y="122"/>
                </a:cubicBezTo>
                <a:close/>
                <a:moveTo>
                  <a:pt x="27" y="94"/>
                </a:moveTo>
                <a:cubicBezTo>
                  <a:pt x="29" y="92"/>
                  <a:pt x="32" y="90"/>
                  <a:pt x="35" y="90"/>
                </a:cubicBezTo>
                <a:cubicBezTo>
                  <a:pt x="41" y="90"/>
                  <a:pt x="46" y="96"/>
                  <a:pt x="47" y="102"/>
                </a:cubicBezTo>
                <a:cubicBezTo>
                  <a:pt x="47" y="109"/>
                  <a:pt x="41" y="114"/>
                  <a:pt x="35" y="114"/>
                </a:cubicBezTo>
                <a:cubicBezTo>
                  <a:pt x="28" y="114"/>
                  <a:pt x="23" y="109"/>
                  <a:pt x="23" y="102"/>
                </a:cubicBezTo>
                <a:cubicBezTo>
                  <a:pt x="23" y="99"/>
                  <a:pt x="24" y="96"/>
                  <a:pt x="27" y="94"/>
                </a:cubicBezTo>
                <a:close/>
                <a:moveTo>
                  <a:pt x="200" y="196"/>
                </a:moveTo>
                <a:cubicBezTo>
                  <a:pt x="200" y="198"/>
                  <a:pt x="198" y="200"/>
                  <a:pt x="196" y="200"/>
                </a:cubicBezTo>
                <a:cubicBezTo>
                  <a:pt x="194" y="200"/>
                  <a:pt x="192" y="198"/>
                  <a:pt x="192" y="196"/>
                </a:cubicBezTo>
                <a:cubicBezTo>
                  <a:pt x="192" y="194"/>
                  <a:pt x="194" y="192"/>
                  <a:pt x="196" y="192"/>
                </a:cubicBezTo>
                <a:cubicBezTo>
                  <a:pt x="198" y="192"/>
                  <a:pt x="200" y="194"/>
                  <a:pt x="200" y="196"/>
                </a:cubicBezTo>
                <a:close/>
                <a:moveTo>
                  <a:pt x="180" y="192"/>
                </a:moveTo>
                <a:cubicBezTo>
                  <a:pt x="62" y="192"/>
                  <a:pt x="62" y="192"/>
                  <a:pt x="62" y="192"/>
                </a:cubicBezTo>
                <a:cubicBezTo>
                  <a:pt x="62" y="124"/>
                  <a:pt x="62" y="124"/>
                  <a:pt x="62" y="124"/>
                </a:cubicBezTo>
                <a:cubicBezTo>
                  <a:pt x="67" y="118"/>
                  <a:pt x="70" y="110"/>
                  <a:pt x="70" y="102"/>
                </a:cubicBezTo>
                <a:cubicBezTo>
                  <a:pt x="121" y="51"/>
                  <a:pt x="121" y="51"/>
                  <a:pt x="121" y="51"/>
                </a:cubicBezTo>
                <a:cubicBezTo>
                  <a:pt x="145" y="75"/>
                  <a:pt x="145" y="75"/>
                  <a:pt x="145" y="75"/>
                </a:cubicBezTo>
                <a:cubicBezTo>
                  <a:pt x="145" y="93"/>
                  <a:pt x="145" y="93"/>
                  <a:pt x="145" y="93"/>
                </a:cubicBezTo>
                <a:cubicBezTo>
                  <a:pt x="137" y="93"/>
                  <a:pt x="137" y="93"/>
                  <a:pt x="137" y="93"/>
                </a:cubicBezTo>
                <a:cubicBezTo>
                  <a:pt x="135" y="93"/>
                  <a:pt x="133" y="95"/>
                  <a:pt x="133" y="97"/>
                </a:cubicBezTo>
                <a:cubicBezTo>
                  <a:pt x="133" y="113"/>
                  <a:pt x="133" y="113"/>
                  <a:pt x="133" y="113"/>
                </a:cubicBezTo>
                <a:cubicBezTo>
                  <a:pt x="133" y="115"/>
                  <a:pt x="135" y="117"/>
                  <a:pt x="137" y="117"/>
                </a:cubicBezTo>
                <a:cubicBezTo>
                  <a:pt x="141" y="117"/>
                  <a:pt x="141" y="117"/>
                  <a:pt x="141" y="117"/>
                </a:cubicBezTo>
                <a:cubicBezTo>
                  <a:pt x="130" y="130"/>
                  <a:pt x="130" y="130"/>
                  <a:pt x="130" y="130"/>
                </a:cubicBezTo>
                <a:cubicBezTo>
                  <a:pt x="129" y="131"/>
                  <a:pt x="129" y="133"/>
                  <a:pt x="130" y="135"/>
                </a:cubicBezTo>
                <a:cubicBezTo>
                  <a:pt x="130" y="135"/>
                  <a:pt x="146" y="154"/>
                  <a:pt x="146" y="154"/>
                </a:cubicBezTo>
                <a:cubicBezTo>
                  <a:pt x="147" y="156"/>
                  <a:pt x="150" y="156"/>
                  <a:pt x="151" y="155"/>
                </a:cubicBezTo>
                <a:cubicBezTo>
                  <a:pt x="153" y="154"/>
                  <a:pt x="153" y="151"/>
                  <a:pt x="152" y="149"/>
                </a:cubicBezTo>
                <a:cubicBezTo>
                  <a:pt x="138" y="132"/>
                  <a:pt x="138" y="132"/>
                  <a:pt x="138" y="132"/>
                </a:cubicBezTo>
                <a:cubicBezTo>
                  <a:pt x="151" y="117"/>
                  <a:pt x="151" y="117"/>
                  <a:pt x="151" y="117"/>
                </a:cubicBezTo>
                <a:cubicBezTo>
                  <a:pt x="161" y="117"/>
                  <a:pt x="161" y="117"/>
                  <a:pt x="161" y="117"/>
                </a:cubicBezTo>
                <a:cubicBezTo>
                  <a:pt x="161" y="136"/>
                  <a:pt x="161" y="136"/>
                  <a:pt x="161" y="136"/>
                </a:cubicBezTo>
                <a:cubicBezTo>
                  <a:pt x="161" y="138"/>
                  <a:pt x="162" y="140"/>
                  <a:pt x="164" y="140"/>
                </a:cubicBezTo>
                <a:cubicBezTo>
                  <a:pt x="167" y="140"/>
                  <a:pt x="168" y="138"/>
                  <a:pt x="168" y="136"/>
                </a:cubicBezTo>
                <a:cubicBezTo>
                  <a:pt x="168" y="117"/>
                  <a:pt x="168" y="117"/>
                  <a:pt x="168" y="117"/>
                </a:cubicBezTo>
                <a:cubicBezTo>
                  <a:pt x="178" y="117"/>
                  <a:pt x="178" y="117"/>
                  <a:pt x="178" y="117"/>
                </a:cubicBezTo>
                <a:cubicBezTo>
                  <a:pt x="191" y="132"/>
                  <a:pt x="191" y="132"/>
                  <a:pt x="191" y="132"/>
                </a:cubicBezTo>
                <a:cubicBezTo>
                  <a:pt x="177" y="149"/>
                  <a:pt x="177" y="149"/>
                  <a:pt x="177" y="149"/>
                </a:cubicBezTo>
                <a:cubicBezTo>
                  <a:pt x="176" y="151"/>
                  <a:pt x="176" y="153"/>
                  <a:pt x="178" y="155"/>
                </a:cubicBezTo>
                <a:cubicBezTo>
                  <a:pt x="179" y="156"/>
                  <a:pt x="182" y="156"/>
                  <a:pt x="183" y="154"/>
                </a:cubicBezTo>
                <a:cubicBezTo>
                  <a:pt x="199" y="135"/>
                  <a:pt x="199" y="135"/>
                  <a:pt x="199" y="135"/>
                </a:cubicBezTo>
                <a:cubicBezTo>
                  <a:pt x="200" y="133"/>
                  <a:pt x="200" y="131"/>
                  <a:pt x="199" y="130"/>
                </a:cubicBezTo>
                <a:cubicBezTo>
                  <a:pt x="188" y="117"/>
                  <a:pt x="188" y="117"/>
                  <a:pt x="188" y="117"/>
                </a:cubicBezTo>
                <a:cubicBezTo>
                  <a:pt x="192" y="117"/>
                  <a:pt x="192" y="117"/>
                  <a:pt x="192" y="117"/>
                </a:cubicBezTo>
                <a:cubicBezTo>
                  <a:pt x="194" y="117"/>
                  <a:pt x="196" y="115"/>
                  <a:pt x="196" y="113"/>
                </a:cubicBezTo>
                <a:cubicBezTo>
                  <a:pt x="196" y="97"/>
                  <a:pt x="196" y="97"/>
                  <a:pt x="196" y="97"/>
                </a:cubicBezTo>
                <a:cubicBezTo>
                  <a:pt x="196" y="95"/>
                  <a:pt x="194" y="93"/>
                  <a:pt x="192" y="93"/>
                </a:cubicBezTo>
                <a:cubicBezTo>
                  <a:pt x="184" y="93"/>
                  <a:pt x="184" y="93"/>
                  <a:pt x="184" y="93"/>
                </a:cubicBezTo>
                <a:cubicBezTo>
                  <a:pt x="184" y="93"/>
                  <a:pt x="184" y="65"/>
                  <a:pt x="184" y="65"/>
                </a:cubicBezTo>
                <a:cubicBezTo>
                  <a:pt x="183" y="60"/>
                  <a:pt x="181" y="56"/>
                  <a:pt x="178" y="53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2"/>
                  <a:pt x="138" y="9"/>
                  <a:pt x="135" y="7"/>
                </a:cubicBezTo>
                <a:cubicBezTo>
                  <a:pt x="131" y="2"/>
                  <a:pt x="125" y="0"/>
                  <a:pt x="119" y="0"/>
                </a:cubicBezTo>
                <a:cubicBezTo>
                  <a:pt x="112" y="0"/>
                  <a:pt x="106" y="2"/>
                  <a:pt x="102" y="7"/>
                </a:cubicBezTo>
                <a:cubicBezTo>
                  <a:pt x="100" y="9"/>
                  <a:pt x="98" y="12"/>
                  <a:pt x="97" y="15"/>
                </a:cubicBezTo>
                <a:cubicBezTo>
                  <a:pt x="43" y="68"/>
                  <a:pt x="43" y="68"/>
                  <a:pt x="43" y="68"/>
                </a:cubicBezTo>
                <a:cubicBezTo>
                  <a:pt x="41" y="67"/>
                  <a:pt x="38" y="67"/>
                  <a:pt x="35" y="67"/>
                </a:cubicBezTo>
                <a:cubicBezTo>
                  <a:pt x="35" y="67"/>
                  <a:pt x="35" y="67"/>
                  <a:pt x="35" y="67"/>
                </a:cubicBezTo>
                <a:cubicBezTo>
                  <a:pt x="25" y="67"/>
                  <a:pt x="17" y="71"/>
                  <a:pt x="10" y="77"/>
                </a:cubicBezTo>
                <a:cubicBezTo>
                  <a:pt x="3" y="84"/>
                  <a:pt x="0" y="93"/>
                  <a:pt x="0" y="102"/>
                </a:cubicBezTo>
                <a:cubicBezTo>
                  <a:pt x="0" y="111"/>
                  <a:pt x="3" y="118"/>
                  <a:pt x="7" y="124"/>
                </a:cubicBezTo>
                <a:cubicBezTo>
                  <a:pt x="7" y="192"/>
                  <a:pt x="7" y="192"/>
                  <a:pt x="7" y="192"/>
                </a:cubicBezTo>
                <a:cubicBezTo>
                  <a:pt x="4" y="192"/>
                  <a:pt x="4" y="192"/>
                  <a:pt x="4" y="192"/>
                </a:cubicBezTo>
                <a:cubicBezTo>
                  <a:pt x="1" y="192"/>
                  <a:pt x="0" y="194"/>
                  <a:pt x="0" y="196"/>
                </a:cubicBezTo>
                <a:cubicBezTo>
                  <a:pt x="0" y="198"/>
                  <a:pt x="1" y="200"/>
                  <a:pt x="4" y="200"/>
                </a:cubicBezTo>
                <a:cubicBezTo>
                  <a:pt x="180" y="200"/>
                  <a:pt x="180" y="200"/>
                  <a:pt x="180" y="200"/>
                </a:cubicBezTo>
                <a:cubicBezTo>
                  <a:pt x="182" y="200"/>
                  <a:pt x="184" y="198"/>
                  <a:pt x="184" y="196"/>
                </a:cubicBezTo>
                <a:cubicBezTo>
                  <a:pt x="184" y="194"/>
                  <a:pt x="182" y="192"/>
                  <a:pt x="180" y="192"/>
                </a:cubicBezTo>
                <a:close/>
                <a:moveTo>
                  <a:pt x="188" y="101"/>
                </a:moveTo>
                <a:cubicBezTo>
                  <a:pt x="188" y="109"/>
                  <a:pt x="188" y="109"/>
                  <a:pt x="188" y="109"/>
                </a:cubicBezTo>
                <a:cubicBezTo>
                  <a:pt x="141" y="109"/>
                  <a:pt x="141" y="109"/>
                  <a:pt x="141" y="109"/>
                </a:cubicBezTo>
                <a:cubicBezTo>
                  <a:pt x="141" y="101"/>
                  <a:pt x="141" y="101"/>
                  <a:pt x="141" y="101"/>
                </a:cubicBezTo>
                <a:lnTo>
                  <a:pt x="188" y="101"/>
                </a:lnTo>
                <a:close/>
                <a:moveTo>
                  <a:pt x="153" y="93"/>
                </a:moveTo>
                <a:cubicBezTo>
                  <a:pt x="153" y="83"/>
                  <a:pt x="153" y="83"/>
                  <a:pt x="153" y="83"/>
                </a:cubicBezTo>
                <a:cubicBezTo>
                  <a:pt x="156" y="85"/>
                  <a:pt x="160" y="87"/>
                  <a:pt x="164" y="87"/>
                </a:cubicBezTo>
                <a:cubicBezTo>
                  <a:pt x="169" y="87"/>
                  <a:pt x="173" y="85"/>
                  <a:pt x="176" y="83"/>
                </a:cubicBezTo>
                <a:cubicBezTo>
                  <a:pt x="176" y="93"/>
                  <a:pt x="176" y="93"/>
                  <a:pt x="176" y="93"/>
                </a:cubicBezTo>
                <a:lnTo>
                  <a:pt x="153" y="93"/>
                </a:lnTo>
                <a:close/>
                <a:moveTo>
                  <a:pt x="142" y="28"/>
                </a:moveTo>
                <a:cubicBezTo>
                  <a:pt x="173" y="59"/>
                  <a:pt x="173" y="59"/>
                  <a:pt x="173" y="59"/>
                </a:cubicBezTo>
                <a:cubicBezTo>
                  <a:pt x="175" y="61"/>
                  <a:pt x="176" y="64"/>
                  <a:pt x="176" y="67"/>
                </a:cubicBezTo>
                <a:cubicBezTo>
                  <a:pt x="176" y="70"/>
                  <a:pt x="175" y="73"/>
                  <a:pt x="173" y="75"/>
                </a:cubicBezTo>
                <a:cubicBezTo>
                  <a:pt x="173" y="75"/>
                  <a:pt x="173" y="75"/>
                  <a:pt x="173" y="75"/>
                </a:cubicBezTo>
                <a:cubicBezTo>
                  <a:pt x="168" y="80"/>
                  <a:pt x="161" y="80"/>
                  <a:pt x="156" y="75"/>
                </a:cubicBezTo>
                <a:cubicBezTo>
                  <a:pt x="126" y="46"/>
                  <a:pt x="126" y="46"/>
                  <a:pt x="126" y="46"/>
                </a:cubicBezTo>
                <a:cubicBezTo>
                  <a:pt x="127" y="45"/>
                  <a:pt x="127" y="45"/>
                  <a:pt x="127" y="45"/>
                </a:cubicBezTo>
                <a:cubicBezTo>
                  <a:pt x="130" y="44"/>
                  <a:pt x="133" y="42"/>
                  <a:pt x="135" y="40"/>
                </a:cubicBezTo>
                <a:cubicBezTo>
                  <a:pt x="139" y="36"/>
                  <a:pt x="141" y="32"/>
                  <a:pt x="142" y="28"/>
                </a:cubicBezTo>
                <a:close/>
                <a:moveTo>
                  <a:pt x="108" y="12"/>
                </a:moveTo>
                <a:cubicBezTo>
                  <a:pt x="110" y="9"/>
                  <a:pt x="114" y="8"/>
                  <a:pt x="119" y="8"/>
                </a:cubicBezTo>
                <a:cubicBezTo>
                  <a:pt x="123" y="8"/>
                  <a:pt x="127" y="9"/>
                  <a:pt x="130" y="12"/>
                </a:cubicBezTo>
                <a:cubicBezTo>
                  <a:pt x="136" y="18"/>
                  <a:pt x="136" y="28"/>
                  <a:pt x="130" y="34"/>
                </a:cubicBezTo>
                <a:cubicBezTo>
                  <a:pt x="127" y="37"/>
                  <a:pt x="123" y="39"/>
                  <a:pt x="119" y="39"/>
                </a:cubicBezTo>
                <a:cubicBezTo>
                  <a:pt x="114" y="39"/>
                  <a:pt x="110" y="37"/>
                  <a:pt x="108" y="34"/>
                </a:cubicBezTo>
                <a:cubicBezTo>
                  <a:pt x="101" y="28"/>
                  <a:pt x="101" y="18"/>
                  <a:pt x="108" y="12"/>
                </a:cubicBezTo>
                <a:close/>
                <a:moveTo>
                  <a:pt x="95" y="27"/>
                </a:moveTo>
                <a:cubicBezTo>
                  <a:pt x="96" y="32"/>
                  <a:pt x="98" y="36"/>
                  <a:pt x="102" y="40"/>
                </a:cubicBezTo>
                <a:cubicBezTo>
                  <a:pt x="106" y="43"/>
                  <a:pt x="110" y="46"/>
                  <a:pt x="115" y="46"/>
                </a:cubicBezTo>
                <a:cubicBezTo>
                  <a:pt x="69" y="93"/>
                  <a:pt x="69" y="93"/>
                  <a:pt x="69" y="93"/>
                </a:cubicBezTo>
                <a:cubicBezTo>
                  <a:pt x="68" y="89"/>
                  <a:pt x="66" y="86"/>
                  <a:pt x="64" y="83"/>
                </a:cubicBezTo>
                <a:cubicBezTo>
                  <a:pt x="64" y="83"/>
                  <a:pt x="78" y="69"/>
                  <a:pt x="78" y="69"/>
                </a:cubicBezTo>
                <a:cubicBezTo>
                  <a:pt x="80" y="67"/>
                  <a:pt x="80" y="65"/>
                  <a:pt x="78" y="63"/>
                </a:cubicBezTo>
                <a:cubicBezTo>
                  <a:pt x="77" y="62"/>
                  <a:pt x="74" y="62"/>
                  <a:pt x="73" y="63"/>
                </a:cubicBezTo>
                <a:cubicBezTo>
                  <a:pt x="59" y="77"/>
                  <a:pt x="59" y="77"/>
                  <a:pt x="59" y="77"/>
                </a:cubicBezTo>
                <a:cubicBezTo>
                  <a:pt x="57" y="75"/>
                  <a:pt x="54" y="73"/>
                  <a:pt x="51" y="71"/>
                </a:cubicBezTo>
                <a:lnTo>
                  <a:pt x="95" y="27"/>
                </a:lnTo>
                <a:close/>
                <a:moveTo>
                  <a:pt x="15" y="83"/>
                </a:moveTo>
                <a:cubicBezTo>
                  <a:pt x="21" y="78"/>
                  <a:pt x="27" y="75"/>
                  <a:pt x="35" y="75"/>
                </a:cubicBezTo>
                <a:cubicBezTo>
                  <a:pt x="35" y="75"/>
                  <a:pt x="35" y="75"/>
                  <a:pt x="35" y="75"/>
                </a:cubicBezTo>
                <a:cubicBezTo>
                  <a:pt x="50" y="75"/>
                  <a:pt x="62" y="87"/>
                  <a:pt x="62" y="102"/>
                </a:cubicBezTo>
                <a:cubicBezTo>
                  <a:pt x="62" y="110"/>
                  <a:pt x="59" y="116"/>
                  <a:pt x="54" y="122"/>
                </a:cubicBezTo>
                <a:cubicBezTo>
                  <a:pt x="49" y="127"/>
                  <a:pt x="42" y="130"/>
                  <a:pt x="35" y="130"/>
                </a:cubicBezTo>
                <a:cubicBezTo>
                  <a:pt x="35" y="130"/>
                  <a:pt x="35" y="130"/>
                  <a:pt x="35" y="130"/>
                </a:cubicBezTo>
                <a:cubicBezTo>
                  <a:pt x="20" y="130"/>
                  <a:pt x="7" y="117"/>
                  <a:pt x="7" y="102"/>
                </a:cubicBezTo>
                <a:cubicBezTo>
                  <a:pt x="7" y="95"/>
                  <a:pt x="10" y="88"/>
                  <a:pt x="15" y="83"/>
                </a:cubicBezTo>
                <a:close/>
                <a:moveTo>
                  <a:pt x="54" y="192"/>
                </a:moveTo>
                <a:cubicBezTo>
                  <a:pt x="39" y="192"/>
                  <a:pt x="39" y="192"/>
                  <a:pt x="39" y="192"/>
                </a:cubicBezTo>
                <a:cubicBezTo>
                  <a:pt x="39" y="165"/>
                  <a:pt x="39" y="165"/>
                  <a:pt x="39" y="165"/>
                </a:cubicBezTo>
                <a:cubicBezTo>
                  <a:pt x="39" y="163"/>
                  <a:pt x="37" y="161"/>
                  <a:pt x="35" y="161"/>
                </a:cubicBezTo>
                <a:cubicBezTo>
                  <a:pt x="33" y="161"/>
                  <a:pt x="31" y="163"/>
                  <a:pt x="31" y="165"/>
                </a:cubicBezTo>
                <a:cubicBezTo>
                  <a:pt x="31" y="192"/>
                  <a:pt x="31" y="192"/>
                  <a:pt x="31" y="192"/>
                </a:cubicBezTo>
                <a:cubicBezTo>
                  <a:pt x="15" y="192"/>
                  <a:pt x="15" y="192"/>
                  <a:pt x="15" y="192"/>
                </a:cubicBezTo>
                <a:cubicBezTo>
                  <a:pt x="15" y="131"/>
                  <a:pt x="15" y="131"/>
                  <a:pt x="15" y="131"/>
                </a:cubicBezTo>
                <a:cubicBezTo>
                  <a:pt x="21" y="135"/>
                  <a:pt x="28" y="137"/>
                  <a:pt x="35" y="137"/>
                </a:cubicBezTo>
                <a:cubicBezTo>
                  <a:pt x="35" y="137"/>
                  <a:pt x="35" y="137"/>
                  <a:pt x="35" y="137"/>
                </a:cubicBezTo>
                <a:cubicBezTo>
                  <a:pt x="42" y="137"/>
                  <a:pt x="49" y="135"/>
                  <a:pt x="54" y="131"/>
                </a:cubicBezTo>
                <a:lnTo>
                  <a:pt x="54" y="192"/>
                </a:lnTo>
                <a:close/>
                <a:moveTo>
                  <a:pt x="35" y="145"/>
                </a:moveTo>
                <a:cubicBezTo>
                  <a:pt x="37" y="145"/>
                  <a:pt x="39" y="147"/>
                  <a:pt x="39" y="149"/>
                </a:cubicBezTo>
                <a:cubicBezTo>
                  <a:pt x="39" y="151"/>
                  <a:pt x="37" y="153"/>
                  <a:pt x="35" y="153"/>
                </a:cubicBezTo>
                <a:cubicBezTo>
                  <a:pt x="33" y="153"/>
                  <a:pt x="31" y="151"/>
                  <a:pt x="31" y="149"/>
                </a:cubicBezTo>
                <a:cubicBezTo>
                  <a:pt x="31" y="147"/>
                  <a:pt x="33" y="145"/>
                  <a:pt x="35" y="145"/>
                </a:cubicBezTo>
                <a:close/>
                <a:moveTo>
                  <a:pt x="35" y="98"/>
                </a:moveTo>
                <a:cubicBezTo>
                  <a:pt x="37" y="98"/>
                  <a:pt x="39" y="100"/>
                  <a:pt x="39" y="102"/>
                </a:cubicBezTo>
                <a:cubicBezTo>
                  <a:pt x="39" y="104"/>
                  <a:pt x="37" y="106"/>
                  <a:pt x="35" y="106"/>
                </a:cubicBezTo>
                <a:cubicBezTo>
                  <a:pt x="33" y="106"/>
                  <a:pt x="31" y="104"/>
                  <a:pt x="31" y="102"/>
                </a:cubicBezTo>
                <a:cubicBezTo>
                  <a:pt x="31" y="100"/>
                  <a:pt x="33" y="98"/>
                  <a:pt x="35" y="98"/>
                </a:cubicBezTo>
                <a:close/>
                <a:moveTo>
                  <a:pt x="87" y="51"/>
                </a:moveTo>
                <a:cubicBezTo>
                  <a:pt x="89" y="51"/>
                  <a:pt x="91" y="53"/>
                  <a:pt x="91" y="55"/>
                </a:cubicBezTo>
                <a:cubicBezTo>
                  <a:pt x="91" y="57"/>
                  <a:pt x="89" y="59"/>
                  <a:pt x="87" y="59"/>
                </a:cubicBezTo>
                <a:cubicBezTo>
                  <a:pt x="85" y="59"/>
                  <a:pt x="83" y="57"/>
                  <a:pt x="83" y="55"/>
                </a:cubicBezTo>
                <a:cubicBezTo>
                  <a:pt x="83" y="53"/>
                  <a:pt x="85" y="51"/>
                  <a:pt x="87" y="51"/>
                </a:cubicBezTo>
                <a:close/>
                <a:moveTo>
                  <a:pt x="118" y="19"/>
                </a:moveTo>
                <a:cubicBezTo>
                  <a:pt x="121" y="19"/>
                  <a:pt x="122" y="21"/>
                  <a:pt x="122" y="23"/>
                </a:cubicBezTo>
                <a:cubicBezTo>
                  <a:pt x="122" y="25"/>
                  <a:pt x="121" y="27"/>
                  <a:pt x="118" y="27"/>
                </a:cubicBezTo>
                <a:cubicBezTo>
                  <a:pt x="116" y="27"/>
                  <a:pt x="114" y="25"/>
                  <a:pt x="114" y="23"/>
                </a:cubicBezTo>
                <a:cubicBezTo>
                  <a:pt x="114" y="21"/>
                  <a:pt x="116" y="19"/>
                  <a:pt x="118" y="19"/>
                </a:cubicBezTo>
                <a:close/>
              </a:path>
            </a:pathLst>
          </a:custGeom>
          <a:solidFill>
            <a:srgbClr val="5F6A7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571FFAF-0D9C-800F-AB33-9460D8BE1583}"/>
              </a:ext>
            </a:extLst>
          </p:cNvPr>
          <p:cNvSpPr/>
          <p:nvPr/>
        </p:nvSpPr>
        <p:spPr bwMode="auto">
          <a:xfrm>
            <a:off x="259023" y="4973591"/>
            <a:ext cx="3108384" cy="1387013"/>
          </a:xfrm>
          <a:prstGeom prst="roundRect">
            <a:avLst>
              <a:gd name="adj" fmla="val 4767"/>
            </a:avLst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2" name="Plus Sign 21">
            <a:extLst>
              <a:ext uri="{FF2B5EF4-FFF2-40B4-BE49-F238E27FC236}">
                <a16:creationId xmlns:a16="http://schemas.microsoft.com/office/drawing/2014/main" id="{42CAF9B9-0109-6216-B51A-635C1981D822}"/>
              </a:ext>
            </a:extLst>
          </p:cNvPr>
          <p:cNvSpPr/>
          <p:nvPr/>
        </p:nvSpPr>
        <p:spPr bwMode="auto">
          <a:xfrm>
            <a:off x="1620025" y="4488881"/>
            <a:ext cx="424126" cy="433261"/>
          </a:xfrm>
          <a:prstGeom prst="mathPlus">
            <a:avLst/>
          </a:prstGeom>
          <a:solidFill>
            <a:srgbClr val="A2ABB0"/>
          </a:solidFill>
          <a:ln w="9525"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10EDEDE-8E97-C80E-42B5-4265CA8D4D4B}"/>
              </a:ext>
            </a:extLst>
          </p:cNvPr>
          <p:cNvSpPr/>
          <p:nvPr/>
        </p:nvSpPr>
        <p:spPr>
          <a:xfrm>
            <a:off x="9316744" y="975808"/>
            <a:ext cx="2769225" cy="714085"/>
          </a:xfrm>
          <a:prstGeom prst="roundRect">
            <a:avLst>
              <a:gd name="adj" fmla="val 889250"/>
            </a:avLst>
          </a:prstGeom>
          <a:solidFill>
            <a:srgbClr val="667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5579722-2587-FC44-DB15-4D0159081726}"/>
              </a:ext>
            </a:extLst>
          </p:cNvPr>
          <p:cNvSpPr/>
          <p:nvPr/>
        </p:nvSpPr>
        <p:spPr>
          <a:xfrm>
            <a:off x="5822680" y="975808"/>
            <a:ext cx="2770632" cy="714085"/>
          </a:xfrm>
          <a:prstGeom prst="roundRect">
            <a:avLst>
              <a:gd name="adj" fmla="val 889250"/>
            </a:avLst>
          </a:prstGeom>
          <a:solidFill>
            <a:srgbClr val="667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21AD0DD-A3E8-38BA-5776-C94D18AFEE8E}"/>
              </a:ext>
            </a:extLst>
          </p:cNvPr>
          <p:cNvCxnSpPr>
            <a:cxnSpLocks/>
          </p:cNvCxnSpPr>
          <p:nvPr/>
        </p:nvCxnSpPr>
        <p:spPr>
          <a:xfrm>
            <a:off x="9232133" y="1565088"/>
            <a:ext cx="0" cy="5089712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>
                    <a:alpha val="0"/>
                  </a:srgbClr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2229D29-4CE4-88C8-B591-8348A304C52F}"/>
              </a:ext>
            </a:extLst>
          </p:cNvPr>
          <p:cNvSpPr txBox="1"/>
          <p:nvPr/>
        </p:nvSpPr>
        <p:spPr>
          <a:xfrm>
            <a:off x="5767087" y="1879545"/>
            <a:ext cx="3615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Enimadmin Imveniamqui’s Nostrudexer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23B3B5-0BB4-87E6-1E9A-6B60DA0EC6A7}"/>
              </a:ext>
            </a:extLst>
          </p:cNvPr>
          <p:cNvSpPr txBox="1"/>
          <p:nvPr/>
        </p:nvSpPr>
        <p:spPr>
          <a:xfrm>
            <a:off x="5767087" y="2159204"/>
            <a:ext cx="327556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Citat Ionullamco ‘La / Bor Isnis’ Iutali Quipexea – c.o., Mmodoco, Nseq Uatd, U-Isau, Teiruredo Lorinrepr ehen (DER), IT invol UPT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D01EA9-8887-6F7A-C16D-B9AC04B7C03A}"/>
              </a:ext>
            </a:extLst>
          </p:cNvPr>
          <p:cNvSpPr txBox="1"/>
          <p:nvPr/>
        </p:nvSpPr>
        <p:spPr>
          <a:xfrm>
            <a:off x="9323357" y="1879545"/>
            <a:ext cx="18053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Atevel “Itessecill”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1F03AF-B993-038F-7DDC-DF1566A15D77}"/>
              </a:ext>
            </a:extLst>
          </p:cNvPr>
          <p:cNvSpPr txBox="1"/>
          <p:nvPr/>
        </p:nvSpPr>
        <p:spPr>
          <a:xfrm>
            <a:off x="9323357" y="2159204"/>
            <a:ext cx="2207656" cy="60016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Umdol Oreeufug Iatn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Ullapar Iaturexce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Pteursi Ntoc Caecatcupi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2AE7E3-CFC9-674E-D58B-B02A34ED3E3A}"/>
              </a:ext>
            </a:extLst>
          </p:cNvPr>
          <p:cNvSpPr txBox="1"/>
          <p:nvPr/>
        </p:nvSpPr>
        <p:spPr>
          <a:xfrm>
            <a:off x="5767087" y="3075216"/>
            <a:ext cx="2406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Datatnonpro Identsuntinc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50A538-EE30-DDEE-920C-4A93FFD0B4A6}"/>
              </a:ext>
            </a:extLst>
          </p:cNvPr>
          <p:cNvSpPr txBox="1"/>
          <p:nvPr/>
        </p:nvSpPr>
        <p:spPr>
          <a:xfrm>
            <a:off x="5767087" y="3354359"/>
            <a:ext cx="325017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Ulp aq Uiofficiade/SERu (ntm. O.l. LIT)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Ani mi DESt labor umcurabi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Turno n Nullas Itamet nisltemp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Usconv allis qu isaclect uspellent / esquei nipsumid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C85B803-CF33-BACC-363D-73AE7A780EC5}"/>
              </a:ext>
            </a:extLst>
          </p:cNvPr>
          <p:cNvSpPr txBox="1"/>
          <p:nvPr/>
        </p:nvSpPr>
        <p:spPr>
          <a:xfrm>
            <a:off x="9323357" y="3075216"/>
            <a:ext cx="2252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Orcipo “Rtadapibusviv”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9F351D-6CEC-D994-6CA0-8D15C885793B}"/>
              </a:ext>
            </a:extLst>
          </p:cNvPr>
          <p:cNvSpPr txBox="1"/>
          <p:nvPr/>
        </p:nvSpPr>
        <p:spPr>
          <a:xfrm>
            <a:off x="9323357" y="3418907"/>
            <a:ext cx="2207656" cy="60016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Amus suscipittort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Oregetfe lisporttitorvol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Utpatc rasultricie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6E7FF82-EE09-F994-7A63-F254FAFD1466}"/>
              </a:ext>
            </a:extLst>
          </p:cNvPr>
          <p:cNvSpPr txBox="1"/>
          <p:nvPr/>
        </p:nvSpPr>
        <p:spPr>
          <a:xfrm>
            <a:off x="5767087" y="4716891"/>
            <a:ext cx="2952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Sligulas / Edmagnadi Ctumport Aloremi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77C35F-BA83-E770-AECA-553D898FEA2F}"/>
              </a:ext>
            </a:extLst>
          </p:cNvPr>
          <p:cNvSpPr txBox="1"/>
          <p:nvPr/>
        </p:nvSpPr>
        <p:spPr>
          <a:xfrm>
            <a:off x="5767087" y="5257544"/>
            <a:ext cx="311283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Psumdol orsitametc on sectetura-dipisci ngelits eddoeiusmodtem porinci didun tutl ab oreetdolor emagnaal, iquauten imadmin, imven iamqu Isnostrudex Ercitation ull Amc-ol-AB orisnisiut  - Aliquip EXEa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ADB7048-D8A3-B095-4FD4-033AE0F372CF}"/>
              </a:ext>
            </a:extLst>
          </p:cNvPr>
          <p:cNvSpPr txBox="1"/>
          <p:nvPr/>
        </p:nvSpPr>
        <p:spPr>
          <a:xfrm>
            <a:off x="9323357" y="4716891"/>
            <a:ext cx="2435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Commod “Oconsequat” &amp; “Duisauteirure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ADD105-D694-217C-0C5D-7324731ACB04}"/>
              </a:ext>
            </a:extLst>
          </p:cNvPr>
          <p:cNvSpPr txBox="1"/>
          <p:nvPr/>
        </p:nvSpPr>
        <p:spPr>
          <a:xfrm>
            <a:off x="9323357" y="5257544"/>
            <a:ext cx="23342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Dolo Rinrepreh &amp; Enderitin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100">
                <a:solidFill>
                  <a:srgbClr val="43515C"/>
                </a:solidFill>
                <a:latin typeface="Arial" panose="020B0604020202020204" pitchFamily="34" charset="0"/>
              </a:rPr>
              <a:t>Volupta Teve-litess-Ecil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Lumdolore eufu-giatnu llap ARI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Atur-exce pteursintocc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81B81A-D4FC-623F-D538-F860B0487B73}"/>
              </a:ext>
            </a:extLst>
          </p:cNvPr>
          <p:cNvSpPr txBox="1"/>
          <p:nvPr/>
        </p:nvSpPr>
        <p:spPr>
          <a:xfrm>
            <a:off x="6803094" y="1163573"/>
            <a:ext cx="1106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Aecatcup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826352-2A06-0F2C-DEF4-D03A3A6B11EA}"/>
              </a:ext>
            </a:extLst>
          </p:cNvPr>
          <p:cNvSpPr txBox="1"/>
          <p:nvPr/>
        </p:nvSpPr>
        <p:spPr>
          <a:xfrm>
            <a:off x="10402960" y="1163573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Idatat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7860178-387D-77BD-A9A4-51CFB26D6158}"/>
              </a:ext>
            </a:extLst>
          </p:cNvPr>
          <p:cNvCxnSpPr>
            <a:cxnSpLocks/>
          </p:cNvCxnSpPr>
          <p:nvPr/>
        </p:nvCxnSpPr>
        <p:spPr>
          <a:xfrm>
            <a:off x="4698545" y="4424953"/>
            <a:ext cx="7421154" cy="0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bg1">
                    <a:lumMod val="50000"/>
                    <a:alpha val="0"/>
                  </a:schemeClr>
                </a:gs>
                <a:gs pos="5900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  <a:alpha val="0"/>
                  </a:schemeClr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FD1BFC7-D273-5B1F-CDC8-744708170DB8}"/>
              </a:ext>
            </a:extLst>
          </p:cNvPr>
          <p:cNvCxnSpPr>
            <a:cxnSpLocks/>
          </p:cNvCxnSpPr>
          <p:nvPr/>
        </p:nvCxnSpPr>
        <p:spPr>
          <a:xfrm>
            <a:off x="4698545" y="2966413"/>
            <a:ext cx="7421154" cy="0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bg1">
                    <a:lumMod val="50000"/>
                    <a:alpha val="0"/>
                  </a:schemeClr>
                </a:gs>
                <a:gs pos="5900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  <a:alpha val="0"/>
                  </a:schemeClr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3FA4431-0DE9-1CA6-A189-2B333534783C}"/>
              </a:ext>
            </a:extLst>
          </p:cNvPr>
          <p:cNvCxnSpPr>
            <a:cxnSpLocks/>
          </p:cNvCxnSpPr>
          <p:nvPr/>
        </p:nvCxnSpPr>
        <p:spPr>
          <a:xfrm>
            <a:off x="4698545" y="1768406"/>
            <a:ext cx="7421154" cy="0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bg1">
                    <a:lumMod val="50000"/>
                    <a:alpha val="0"/>
                  </a:schemeClr>
                </a:gs>
                <a:gs pos="5900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  <a:alpha val="0"/>
                  </a:schemeClr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96353415-797D-BE86-C459-9B8FD0604C93}"/>
              </a:ext>
            </a:extLst>
          </p:cNvPr>
          <p:cNvSpPr/>
          <p:nvPr/>
        </p:nvSpPr>
        <p:spPr>
          <a:xfrm>
            <a:off x="5872752" y="1030611"/>
            <a:ext cx="604564" cy="604564"/>
          </a:xfrm>
          <a:prstGeom prst="ellipse">
            <a:avLst/>
          </a:prstGeom>
          <a:solidFill>
            <a:schemeClr val="bg1"/>
          </a:solidFill>
          <a:ln w="3175" cmpd="sng">
            <a:solidFill>
              <a:srgbClr val="D1D5D8"/>
            </a:solidFill>
          </a:ln>
          <a:effectLst>
            <a:outerShdw blurRad="254000" dist="38100" dir="5400000" rotWithShape="0">
              <a:srgbClr val="A2ABB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" name="Freeform 145">
            <a:extLst>
              <a:ext uri="{FF2B5EF4-FFF2-40B4-BE49-F238E27FC236}">
                <a16:creationId xmlns:a16="http://schemas.microsoft.com/office/drawing/2014/main" id="{8C53EB88-CAA6-3402-FEB0-4538EEEADD5F}"/>
              </a:ext>
            </a:extLst>
          </p:cNvPr>
          <p:cNvSpPr>
            <a:spLocks noEditPoints="1"/>
          </p:cNvSpPr>
          <p:nvPr/>
        </p:nvSpPr>
        <p:spPr bwMode="auto">
          <a:xfrm>
            <a:off x="6017688" y="1189556"/>
            <a:ext cx="341930" cy="286589"/>
          </a:xfrm>
          <a:custGeom>
            <a:avLst/>
            <a:gdLst>
              <a:gd name="T0" fmla="*/ 131 w 200"/>
              <a:gd name="T1" fmla="*/ 126 h 167"/>
              <a:gd name="T2" fmla="*/ 131 w 200"/>
              <a:gd name="T3" fmla="*/ 159 h 167"/>
              <a:gd name="T4" fmla="*/ 125 w 200"/>
              <a:gd name="T5" fmla="*/ 165 h 167"/>
              <a:gd name="T6" fmla="*/ 92 w 200"/>
              <a:gd name="T7" fmla="*/ 165 h 167"/>
              <a:gd name="T8" fmla="*/ 84 w 200"/>
              <a:gd name="T9" fmla="*/ 162 h 167"/>
              <a:gd name="T10" fmla="*/ 102 w 200"/>
              <a:gd name="T11" fmla="*/ 142 h 167"/>
              <a:gd name="T12" fmla="*/ 84 w 200"/>
              <a:gd name="T13" fmla="*/ 123 h 167"/>
              <a:gd name="T14" fmla="*/ 92 w 200"/>
              <a:gd name="T15" fmla="*/ 120 h 167"/>
              <a:gd name="T16" fmla="*/ 125 w 200"/>
              <a:gd name="T17" fmla="*/ 120 h 167"/>
              <a:gd name="T18" fmla="*/ 200 w 200"/>
              <a:gd name="T19" fmla="*/ 39 h 167"/>
              <a:gd name="T20" fmla="*/ 146 w 200"/>
              <a:gd name="T21" fmla="*/ 39 h 167"/>
              <a:gd name="T22" fmla="*/ 200 w 200"/>
              <a:gd name="T23" fmla="*/ 39 h 167"/>
              <a:gd name="T24" fmla="*/ 173 w 200"/>
              <a:gd name="T25" fmla="*/ 21 h 167"/>
              <a:gd name="T26" fmla="*/ 173 w 200"/>
              <a:gd name="T27" fmla="*/ 57 h 167"/>
              <a:gd name="T28" fmla="*/ 13 w 200"/>
              <a:gd name="T29" fmla="*/ 47 h 167"/>
              <a:gd name="T30" fmla="*/ 46 w 200"/>
              <a:gd name="T31" fmla="*/ 47 h 167"/>
              <a:gd name="T32" fmla="*/ 54 w 200"/>
              <a:gd name="T33" fmla="*/ 44 h 167"/>
              <a:gd name="T34" fmla="*/ 36 w 200"/>
              <a:gd name="T35" fmla="*/ 25 h 167"/>
              <a:gd name="T36" fmla="*/ 52 w 200"/>
              <a:gd name="T37" fmla="*/ 2 h 167"/>
              <a:gd name="T38" fmla="*/ 30 w 200"/>
              <a:gd name="T39" fmla="*/ 18 h 167"/>
              <a:gd name="T40" fmla="*/ 7 w 200"/>
              <a:gd name="T41" fmla="*/ 2 h 167"/>
              <a:gd name="T42" fmla="*/ 23 w 200"/>
              <a:gd name="T43" fmla="*/ 25 h 167"/>
              <a:gd name="T44" fmla="*/ 5 w 200"/>
              <a:gd name="T45" fmla="*/ 44 h 167"/>
              <a:gd name="T46" fmla="*/ 13 w 200"/>
              <a:gd name="T47" fmla="*/ 47 h 167"/>
              <a:gd name="T48" fmla="*/ 132 w 200"/>
              <a:gd name="T49" fmla="*/ 43 h 167"/>
              <a:gd name="T50" fmla="*/ 105 w 200"/>
              <a:gd name="T51" fmla="*/ 67 h 167"/>
              <a:gd name="T52" fmla="*/ 119 w 200"/>
              <a:gd name="T53" fmla="*/ 44 h 167"/>
              <a:gd name="T54" fmla="*/ 50 w 200"/>
              <a:gd name="T55" fmla="*/ 81 h 167"/>
              <a:gd name="T56" fmla="*/ 34 w 200"/>
              <a:gd name="T57" fmla="*/ 114 h 167"/>
              <a:gd name="T58" fmla="*/ 54 w 200"/>
              <a:gd name="T59" fmla="*/ 140 h 167"/>
              <a:gd name="T60" fmla="*/ 0 w 200"/>
              <a:gd name="T61" fmla="*/ 140 h 167"/>
              <a:gd name="T62" fmla="*/ 25 w 200"/>
              <a:gd name="T63" fmla="*/ 113 h 167"/>
              <a:gd name="T64" fmla="*/ 42 w 200"/>
              <a:gd name="T65" fmla="*/ 76 h 167"/>
              <a:gd name="T66" fmla="*/ 117 w 200"/>
              <a:gd name="T67" fmla="*/ 35 h 167"/>
              <a:gd name="T68" fmla="*/ 100 w 200"/>
              <a:gd name="T69" fmla="*/ 19 h 167"/>
              <a:gd name="T70" fmla="*/ 105 w 200"/>
              <a:gd name="T71" fmla="*/ 14 h 167"/>
              <a:gd name="T72" fmla="*/ 132 w 200"/>
              <a:gd name="T73" fmla="*/ 36 h 167"/>
              <a:gd name="T74" fmla="*/ 9 w 200"/>
              <a:gd name="T75" fmla="*/ 140 h 167"/>
              <a:gd name="T76" fmla="*/ 45 w 200"/>
              <a:gd name="T77" fmla="*/ 140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00" h="167">
                <a:moveTo>
                  <a:pt x="131" y="120"/>
                </a:moveTo>
                <a:cubicBezTo>
                  <a:pt x="133" y="121"/>
                  <a:pt x="133" y="124"/>
                  <a:pt x="131" y="126"/>
                </a:cubicBezTo>
                <a:cubicBezTo>
                  <a:pt x="115" y="142"/>
                  <a:pt x="115" y="142"/>
                  <a:pt x="115" y="142"/>
                </a:cubicBezTo>
                <a:cubicBezTo>
                  <a:pt x="131" y="159"/>
                  <a:pt x="131" y="159"/>
                  <a:pt x="131" y="159"/>
                </a:cubicBezTo>
                <a:cubicBezTo>
                  <a:pt x="133" y="161"/>
                  <a:pt x="133" y="164"/>
                  <a:pt x="131" y="165"/>
                </a:cubicBezTo>
                <a:cubicBezTo>
                  <a:pt x="129" y="167"/>
                  <a:pt x="126" y="167"/>
                  <a:pt x="125" y="165"/>
                </a:cubicBezTo>
                <a:cubicBezTo>
                  <a:pt x="108" y="149"/>
                  <a:pt x="108" y="149"/>
                  <a:pt x="108" y="149"/>
                </a:cubicBezTo>
                <a:cubicBezTo>
                  <a:pt x="92" y="165"/>
                  <a:pt x="92" y="165"/>
                  <a:pt x="92" y="165"/>
                </a:cubicBezTo>
                <a:cubicBezTo>
                  <a:pt x="90" y="167"/>
                  <a:pt x="87" y="167"/>
                  <a:pt x="85" y="165"/>
                </a:cubicBezTo>
                <a:cubicBezTo>
                  <a:pt x="84" y="164"/>
                  <a:pt x="84" y="163"/>
                  <a:pt x="84" y="162"/>
                </a:cubicBezTo>
                <a:cubicBezTo>
                  <a:pt x="84" y="161"/>
                  <a:pt x="84" y="160"/>
                  <a:pt x="85" y="159"/>
                </a:cubicBezTo>
                <a:cubicBezTo>
                  <a:pt x="102" y="142"/>
                  <a:pt x="102" y="142"/>
                  <a:pt x="102" y="142"/>
                </a:cubicBezTo>
                <a:cubicBezTo>
                  <a:pt x="85" y="126"/>
                  <a:pt x="85" y="126"/>
                  <a:pt x="85" y="126"/>
                </a:cubicBezTo>
                <a:cubicBezTo>
                  <a:pt x="84" y="125"/>
                  <a:pt x="84" y="124"/>
                  <a:pt x="84" y="123"/>
                </a:cubicBezTo>
                <a:cubicBezTo>
                  <a:pt x="84" y="122"/>
                  <a:pt x="84" y="120"/>
                  <a:pt x="85" y="120"/>
                </a:cubicBezTo>
                <a:cubicBezTo>
                  <a:pt x="87" y="118"/>
                  <a:pt x="90" y="118"/>
                  <a:pt x="92" y="120"/>
                </a:cubicBezTo>
                <a:cubicBezTo>
                  <a:pt x="108" y="136"/>
                  <a:pt x="108" y="136"/>
                  <a:pt x="108" y="136"/>
                </a:cubicBezTo>
                <a:cubicBezTo>
                  <a:pt x="125" y="120"/>
                  <a:pt x="125" y="120"/>
                  <a:pt x="125" y="120"/>
                </a:cubicBezTo>
                <a:cubicBezTo>
                  <a:pt x="126" y="118"/>
                  <a:pt x="129" y="118"/>
                  <a:pt x="131" y="120"/>
                </a:cubicBezTo>
                <a:close/>
                <a:moveTo>
                  <a:pt x="200" y="39"/>
                </a:moveTo>
                <a:cubicBezTo>
                  <a:pt x="200" y="53"/>
                  <a:pt x="188" y="66"/>
                  <a:pt x="173" y="66"/>
                </a:cubicBezTo>
                <a:cubicBezTo>
                  <a:pt x="158" y="66"/>
                  <a:pt x="146" y="53"/>
                  <a:pt x="146" y="39"/>
                </a:cubicBezTo>
                <a:cubicBezTo>
                  <a:pt x="146" y="24"/>
                  <a:pt x="158" y="12"/>
                  <a:pt x="173" y="12"/>
                </a:cubicBezTo>
                <a:cubicBezTo>
                  <a:pt x="188" y="12"/>
                  <a:pt x="200" y="24"/>
                  <a:pt x="200" y="39"/>
                </a:cubicBezTo>
                <a:close/>
                <a:moveTo>
                  <a:pt x="191" y="39"/>
                </a:moveTo>
                <a:cubicBezTo>
                  <a:pt x="191" y="29"/>
                  <a:pt x="183" y="21"/>
                  <a:pt x="173" y="21"/>
                </a:cubicBezTo>
                <a:cubicBezTo>
                  <a:pt x="163" y="21"/>
                  <a:pt x="155" y="29"/>
                  <a:pt x="155" y="39"/>
                </a:cubicBezTo>
                <a:cubicBezTo>
                  <a:pt x="155" y="48"/>
                  <a:pt x="163" y="57"/>
                  <a:pt x="173" y="57"/>
                </a:cubicBezTo>
                <a:cubicBezTo>
                  <a:pt x="183" y="57"/>
                  <a:pt x="191" y="48"/>
                  <a:pt x="191" y="39"/>
                </a:cubicBezTo>
                <a:close/>
                <a:moveTo>
                  <a:pt x="13" y="47"/>
                </a:moveTo>
                <a:cubicBezTo>
                  <a:pt x="30" y="31"/>
                  <a:pt x="30" y="31"/>
                  <a:pt x="30" y="31"/>
                </a:cubicBezTo>
                <a:cubicBezTo>
                  <a:pt x="46" y="47"/>
                  <a:pt x="46" y="47"/>
                  <a:pt x="46" y="47"/>
                </a:cubicBezTo>
                <a:cubicBezTo>
                  <a:pt x="48" y="49"/>
                  <a:pt x="51" y="49"/>
                  <a:pt x="52" y="47"/>
                </a:cubicBezTo>
                <a:cubicBezTo>
                  <a:pt x="53" y="47"/>
                  <a:pt x="54" y="45"/>
                  <a:pt x="54" y="44"/>
                </a:cubicBezTo>
                <a:cubicBezTo>
                  <a:pt x="54" y="43"/>
                  <a:pt x="53" y="42"/>
                  <a:pt x="52" y="41"/>
                </a:cubicBezTo>
                <a:cubicBezTo>
                  <a:pt x="36" y="25"/>
                  <a:pt x="36" y="25"/>
                  <a:pt x="36" y="25"/>
                </a:cubicBezTo>
                <a:cubicBezTo>
                  <a:pt x="52" y="8"/>
                  <a:pt x="52" y="8"/>
                  <a:pt x="52" y="8"/>
                </a:cubicBezTo>
                <a:cubicBezTo>
                  <a:pt x="54" y="6"/>
                  <a:pt x="54" y="3"/>
                  <a:pt x="52" y="2"/>
                </a:cubicBezTo>
                <a:cubicBezTo>
                  <a:pt x="51" y="0"/>
                  <a:pt x="48" y="0"/>
                  <a:pt x="46" y="2"/>
                </a:cubicBezTo>
                <a:cubicBezTo>
                  <a:pt x="30" y="18"/>
                  <a:pt x="30" y="18"/>
                  <a:pt x="30" y="18"/>
                </a:cubicBezTo>
                <a:cubicBezTo>
                  <a:pt x="13" y="2"/>
                  <a:pt x="13" y="2"/>
                  <a:pt x="13" y="2"/>
                </a:cubicBezTo>
                <a:cubicBezTo>
                  <a:pt x="11" y="0"/>
                  <a:pt x="8" y="0"/>
                  <a:pt x="7" y="2"/>
                </a:cubicBezTo>
                <a:cubicBezTo>
                  <a:pt x="5" y="3"/>
                  <a:pt x="5" y="6"/>
                  <a:pt x="7" y="8"/>
                </a:cubicBezTo>
                <a:cubicBezTo>
                  <a:pt x="23" y="25"/>
                  <a:pt x="23" y="25"/>
                  <a:pt x="23" y="25"/>
                </a:cubicBezTo>
                <a:cubicBezTo>
                  <a:pt x="7" y="41"/>
                  <a:pt x="7" y="41"/>
                  <a:pt x="7" y="41"/>
                </a:cubicBezTo>
                <a:cubicBezTo>
                  <a:pt x="6" y="42"/>
                  <a:pt x="5" y="43"/>
                  <a:pt x="5" y="44"/>
                </a:cubicBezTo>
                <a:cubicBezTo>
                  <a:pt x="5" y="45"/>
                  <a:pt x="6" y="47"/>
                  <a:pt x="7" y="47"/>
                </a:cubicBezTo>
                <a:cubicBezTo>
                  <a:pt x="8" y="49"/>
                  <a:pt x="11" y="49"/>
                  <a:pt x="13" y="47"/>
                </a:cubicBezTo>
                <a:close/>
                <a:moveTo>
                  <a:pt x="132" y="36"/>
                </a:moveTo>
                <a:cubicBezTo>
                  <a:pt x="133" y="38"/>
                  <a:pt x="134" y="41"/>
                  <a:pt x="132" y="43"/>
                </a:cubicBezTo>
                <a:cubicBezTo>
                  <a:pt x="111" y="67"/>
                  <a:pt x="111" y="67"/>
                  <a:pt x="111" y="67"/>
                </a:cubicBezTo>
                <a:cubicBezTo>
                  <a:pt x="110" y="68"/>
                  <a:pt x="107" y="69"/>
                  <a:pt x="105" y="67"/>
                </a:cubicBezTo>
                <a:cubicBezTo>
                  <a:pt x="103" y="65"/>
                  <a:pt x="103" y="63"/>
                  <a:pt x="104" y="61"/>
                </a:cubicBezTo>
                <a:cubicBezTo>
                  <a:pt x="119" y="44"/>
                  <a:pt x="119" y="44"/>
                  <a:pt x="119" y="44"/>
                </a:cubicBezTo>
                <a:cubicBezTo>
                  <a:pt x="115" y="45"/>
                  <a:pt x="115" y="45"/>
                  <a:pt x="115" y="45"/>
                </a:cubicBezTo>
                <a:cubicBezTo>
                  <a:pt x="88" y="48"/>
                  <a:pt x="66" y="61"/>
                  <a:pt x="50" y="81"/>
                </a:cubicBezTo>
                <a:cubicBezTo>
                  <a:pt x="41" y="94"/>
                  <a:pt x="36" y="106"/>
                  <a:pt x="34" y="112"/>
                </a:cubicBezTo>
                <a:cubicBezTo>
                  <a:pt x="34" y="114"/>
                  <a:pt x="34" y="114"/>
                  <a:pt x="34" y="114"/>
                </a:cubicBezTo>
                <a:cubicBezTo>
                  <a:pt x="35" y="114"/>
                  <a:pt x="35" y="114"/>
                  <a:pt x="35" y="114"/>
                </a:cubicBezTo>
                <a:cubicBezTo>
                  <a:pt x="46" y="118"/>
                  <a:pt x="54" y="128"/>
                  <a:pt x="54" y="140"/>
                </a:cubicBezTo>
                <a:cubicBezTo>
                  <a:pt x="54" y="155"/>
                  <a:pt x="42" y="167"/>
                  <a:pt x="27" y="167"/>
                </a:cubicBezTo>
                <a:cubicBezTo>
                  <a:pt x="12" y="167"/>
                  <a:pt x="0" y="155"/>
                  <a:pt x="0" y="140"/>
                </a:cubicBezTo>
                <a:cubicBezTo>
                  <a:pt x="0" y="126"/>
                  <a:pt x="10" y="114"/>
                  <a:pt x="24" y="113"/>
                </a:cubicBezTo>
                <a:cubicBezTo>
                  <a:pt x="25" y="113"/>
                  <a:pt x="25" y="113"/>
                  <a:pt x="25" y="113"/>
                </a:cubicBezTo>
                <a:cubicBezTo>
                  <a:pt x="25" y="112"/>
                  <a:pt x="25" y="112"/>
                  <a:pt x="25" y="112"/>
                </a:cubicBezTo>
                <a:cubicBezTo>
                  <a:pt x="27" y="105"/>
                  <a:pt x="32" y="91"/>
                  <a:pt x="42" y="76"/>
                </a:cubicBezTo>
                <a:cubicBezTo>
                  <a:pt x="54" y="61"/>
                  <a:pt x="76" y="41"/>
                  <a:pt x="114" y="36"/>
                </a:cubicBezTo>
                <a:cubicBezTo>
                  <a:pt x="117" y="35"/>
                  <a:pt x="117" y="35"/>
                  <a:pt x="117" y="35"/>
                </a:cubicBezTo>
                <a:cubicBezTo>
                  <a:pt x="102" y="22"/>
                  <a:pt x="102" y="22"/>
                  <a:pt x="102" y="22"/>
                </a:cubicBezTo>
                <a:cubicBezTo>
                  <a:pt x="101" y="22"/>
                  <a:pt x="100" y="20"/>
                  <a:pt x="100" y="19"/>
                </a:cubicBezTo>
                <a:cubicBezTo>
                  <a:pt x="100" y="18"/>
                  <a:pt x="100" y="17"/>
                  <a:pt x="101" y="16"/>
                </a:cubicBezTo>
                <a:cubicBezTo>
                  <a:pt x="102" y="15"/>
                  <a:pt x="103" y="14"/>
                  <a:pt x="105" y="14"/>
                </a:cubicBezTo>
                <a:cubicBezTo>
                  <a:pt x="106" y="14"/>
                  <a:pt x="107" y="15"/>
                  <a:pt x="108" y="15"/>
                </a:cubicBezTo>
                <a:lnTo>
                  <a:pt x="132" y="36"/>
                </a:lnTo>
                <a:close/>
                <a:moveTo>
                  <a:pt x="27" y="122"/>
                </a:moveTo>
                <a:cubicBezTo>
                  <a:pt x="17" y="122"/>
                  <a:pt x="9" y="130"/>
                  <a:pt x="9" y="140"/>
                </a:cubicBezTo>
                <a:cubicBezTo>
                  <a:pt x="9" y="150"/>
                  <a:pt x="17" y="158"/>
                  <a:pt x="27" y="158"/>
                </a:cubicBezTo>
                <a:cubicBezTo>
                  <a:pt x="37" y="158"/>
                  <a:pt x="45" y="150"/>
                  <a:pt x="45" y="140"/>
                </a:cubicBezTo>
                <a:cubicBezTo>
                  <a:pt x="45" y="130"/>
                  <a:pt x="37" y="122"/>
                  <a:pt x="27" y="122"/>
                </a:cubicBezTo>
                <a:close/>
              </a:path>
            </a:pathLst>
          </a:custGeom>
          <a:solidFill>
            <a:srgbClr val="65889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F9BD7DE-6BAC-F56D-CE81-1CE47D993400}"/>
              </a:ext>
            </a:extLst>
          </p:cNvPr>
          <p:cNvSpPr/>
          <p:nvPr/>
        </p:nvSpPr>
        <p:spPr>
          <a:xfrm>
            <a:off x="9372657" y="1030611"/>
            <a:ext cx="604564" cy="604564"/>
          </a:xfrm>
          <a:prstGeom prst="ellipse">
            <a:avLst/>
          </a:prstGeom>
          <a:solidFill>
            <a:schemeClr val="bg1"/>
          </a:solidFill>
          <a:ln w="3175" cmpd="sng">
            <a:solidFill>
              <a:srgbClr val="D1D5D8"/>
            </a:solidFill>
          </a:ln>
          <a:effectLst>
            <a:outerShdw blurRad="254000" dist="38100" dir="5400000" rotWithShape="0">
              <a:srgbClr val="A2ABB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0" name="Freeform 189">
            <a:extLst>
              <a:ext uri="{FF2B5EF4-FFF2-40B4-BE49-F238E27FC236}">
                <a16:creationId xmlns:a16="http://schemas.microsoft.com/office/drawing/2014/main" id="{21CBEC12-EDA0-FDAE-2273-076726CAF13C}"/>
              </a:ext>
            </a:extLst>
          </p:cNvPr>
          <p:cNvSpPr>
            <a:spLocks noEditPoints="1"/>
          </p:cNvSpPr>
          <p:nvPr/>
        </p:nvSpPr>
        <p:spPr bwMode="auto">
          <a:xfrm>
            <a:off x="9475217" y="1152026"/>
            <a:ext cx="343766" cy="361648"/>
          </a:xfrm>
          <a:custGeom>
            <a:avLst/>
            <a:gdLst>
              <a:gd name="T0" fmla="*/ 187 w 200"/>
              <a:gd name="T1" fmla="*/ 203 h 211"/>
              <a:gd name="T2" fmla="*/ 175 w 200"/>
              <a:gd name="T3" fmla="*/ 61 h 211"/>
              <a:gd name="T4" fmla="*/ 144 w 200"/>
              <a:gd name="T5" fmla="*/ 72 h 211"/>
              <a:gd name="T6" fmla="*/ 121 w 200"/>
              <a:gd name="T7" fmla="*/ 203 h 211"/>
              <a:gd name="T8" fmla="*/ 110 w 200"/>
              <a:gd name="T9" fmla="*/ 120 h 211"/>
              <a:gd name="T10" fmla="*/ 79 w 200"/>
              <a:gd name="T11" fmla="*/ 131 h 211"/>
              <a:gd name="T12" fmla="*/ 56 w 200"/>
              <a:gd name="T13" fmla="*/ 203 h 211"/>
              <a:gd name="T14" fmla="*/ 45 w 200"/>
              <a:gd name="T15" fmla="*/ 155 h 211"/>
              <a:gd name="T16" fmla="*/ 13 w 200"/>
              <a:gd name="T17" fmla="*/ 166 h 211"/>
              <a:gd name="T18" fmla="*/ 4 w 200"/>
              <a:gd name="T19" fmla="*/ 203 h 211"/>
              <a:gd name="T20" fmla="*/ 4 w 200"/>
              <a:gd name="T21" fmla="*/ 211 h 211"/>
              <a:gd name="T22" fmla="*/ 200 w 200"/>
              <a:gd name="T23" fmla="*/ 207 h 211"/>
              <a:gd name="T24" fmla="*/ 22 w 200"/>
              <a:gd name="T25" fmla="*/ 203 h 211"/>
              <a:gd name="T26" fmla="*/ 24 w 200"/>
              <a:gd name="T27" fmla="*/ 163 h 211"/>
              <a:gd name="T28" fmla="*/ 48 w 200"/>
              <a:gd name="T29" fmla="*/ 166 h 211"/>
              <a:gd name="T30" fmla="*/ 22 w 200"/>
              <a:gd name="T31" fmla="*/ 203 h 211"/>
              <a:gd name="T32" fmla="*/ 87 w 200"/>
              <a:gd name="T33" fmla="*/ 131 h 211"/>
              <a:gd name="T34" fmla="*/ 110 w 200"/>
              <a:gd name="T35" fmla="*/ 128 h 211"/>
              <a:gd name="T36" fmla="*/ 113 w 200"/>
              <a:gd name="T37" fmla="*/ 203 h 211"/>
              <a:gd name="T38" fmla="*/ 152 w 200"/>
              <a:gd name="T39" fmla="*/ 203 h 211"/>
              <a:gd name="T40" fmla="*/ 155 w 200"/>
              <a:gd name="T41" fmla="*/ 69 h 211"/>
              <a:gd name="T42" fmla="*/ 178 w 200"/>
              <a:gd name="T43" fmla="*/ 72 h 211"/>
              <a:gd name="T44" fmla="*/ 152 w 200"/>
              <a:gd name="T45" fmla="*/ 203 h 211"/>
              <a:gd name="T46" fmla="*/ 36 w 200"/>
              <a:gd name="T47" fmla="*/ 108 h 211"/>
              <a:gd name="T48" fmla="*/ 113 w 200"/>
              <a:gd name="T49" fmla="*/ 32 h 211"/>
              <a:gd name="T50" fmla="*/ 132 w 200"/>
              <a:gd name="T51" fmla="*/ 49 h 211"/>
              <a:gd name="T52" fmla="*/ 157 w 200"/>
              <a:gd name="T53" fmla="*/ 8 h 211"/>
              <a:gd name="T54" fmla="*/ 157 w 200"/>
              <a:gd name="T55" fmla="*/ 0 h 211"/>
              <a:gd name="T56" fmla="*/ 182 w 200"/>
              <a:gd name="T57" fmla="*/ 0 h 211"/>
              <a:gd name="T58" fmla="*/ 187 w 200"/>
              <a:gd name="T59" fmla="*/ 4 h 211"/>
              <a:gd name="T60" fmla="*/ 187 w 200"/>
              <a:gd name="T61" fmla="*/ 28 h 211"/>
              <a:gd name="T62" fmla="*/ 178 w 200"/>
              <a:gd name="T63" fmla="*/ 28 h 211"/>
              <a:gd name="T64" fmla="*/ 135 w 200"/>
              <a:gd name="T65" fmla="*/ 58 h 211"/>
              <a:gd name="T66" fmla="*/ 113 w 200"/>
              <a:gd name="T67" fmla="*/ 42 h 211"/>
              <a:gd name="T68" fmla="*/ 39 w 200"/>
              <a:gd name="T69" fmla="*/ 115 h 211"/>
              <a:gd name="T70" fmla="*/ 25 w 200"/>
              <a:gd name="T71" fmla="*/ 121 h 211"/>
              <a:gd name="T72" fmla="*/ 25 w 200"/>
              <a:gd name="T73" fmla="*/ 129 h 211"/>
              <a:gd name="T74" fmla="*/ 25 w 200"/>
              <a:gd name="T75" fmla="*/ 121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0" h="211">
                <a:moveTo>
                  <a:pt x="196" y="203"/>
                </a:moveTo>
                <a:cubicBezTo>
                  <a:pt x="187" y="203"/>
                  <a:pt x="187" y="203"/>
                  <a:pt x="187" y="203"/>
                </a:cubicBezTo>
                <a:cubicBezTo>
                  <a:pt x="187" y="72"/>
                  <a:pt x="187" y="72"/>
                  <a:pt x="187" y="72"/>
                </a:cubicBezTo>
                <a:cubicBezTo>
                  <a:pt x="187" y="66"/>
                  <a:pt x="182" y="61"/>
                  <a:pt x="175" y="61"/>
                </a:cubicBezTo>
                <a:cubicBezTo>
                  <a:pt x="155" y="61"/>
                  <a:pt x="155" y="61"/>
                  <a:pt x="155" y="61"/>
                </a:cubicBezTo>
                <a:cubicBezTo>
                  <a:pt x="149" y="61"/>
                  <a:pt x="144" y="66"/>
                  <a:pt x="144" y="72"/>
                </a:cubicBezTo>
                <a:cubicBezTo>
                  <a:pt x="144" y="203"/>
                  <a:pt x="144" y="203"/>
                  <a:pt x="144" y="203"/>
                </a:cubicBezTo>
                <a:cubicBezTo>
                  <a:pt x="121" y="203"/>
                  <a:pt x="121" y="203"/>
                  <a:pt x="121" y="203"/>
                </a:cubicBezTo>
                <a:cubicBezTo>
                  <a:pt x="121" y="131"/>
                  <a:pt x="121" y="131"/>
                  <a:pt x="121" y="131"/>
                </a:cubicBezTo>
                <a:cubicBezTo>
                  <a:pt x="121" y="125"/>
                  <a:pt x="116" y="120"/>
                  <a:pt x="110" y="120"/>
                </a:cubicBezTo>
                <a:cubicBezTo>
                  <a:pt x="90" y="120"/>
                  <a:pt x="90" y="120"/>
                  <a:pt x="90" y="120"/>
                </a:cubicBezTo>
                <a:cubicBezTo>
                  <a:pt x="84" y="120"/>
                  <a:pt x="79" y="125"/>
                  <a:pt x="79" y="131"/>
                </a:cubicBezTo>
                <a:cubicBezTo>
                  <a:pt x="79" y="203"/>
                  <a:pt x="79" y="203"/>
                  <a:pt x="79" y="203"/>
                </a:cubicBezTo>
                <a:cubicBezTo>
                  <a:pt x="56" y="203"/>
                  <a:pt x="56" y="203"/>
                  <a:pt x="56" y="203"/>
                </a:cubicBezTo>
                <a:cubicBezTo>
                  <a:pt x="56" y="166"/>
                  <a:pt x="56" y="166"/>
                  <a:pt x="56" y="166"/>
                </a:cubicBezTo>
                <a:cubicBezTo>
                  <a:pt x="56" y="160"/>
                  <a:pt x="51" y="155"/>
                  <a:pt x="45" y="155"/>
                </a:cubicBezTo>
                <a:cubicBezTo>
                  <a:pt x="24" y="155"/>
                  <a:pt x="24" y="155"/>
                  <a:pt x="24" y="155"/>
                </a:cubicBezTo>
                <a:cubicBezTo>
                  <a:pt x="18" y="155"/>
                  <a:pt x="13" y="160"/>
                  <a:pt x="13" y="166"/>
                </a:cubicBezTo>
                <a:cubicBezTo>
                  <a:pt x="13" y="203"/>
                  <a:pt x="13" y="203"/>
                  <a:pt x="13" y="203"/>
                </a:cubicBezTo>
                <a:cubicBezTo>
                  <a:pt x="4" y="203"/>
                  <a:pt x="4" y="203"/>
                  <a:pt x="4" y="203"/>
                </a:cubicBezTo>
                <a:cubicBezTo>
                  <a:pt x="2" y="203"/>
                  <a:pt x="0" y="205"/>
                  <a:pt x="0" y="207"/>
                </a:cubicBezTo>
                <a:cubicBezTo>
                  <a:pt x="0" y="209"/>
                  <a:pt x="2" y="211"/>
                  <a:pt x="4" y="211"/>
                </a:cubicBezTo>
                <a:cubicBezTo>
                  <a:pt x="196" y="211"/>
                  <a:pt x="196" y="211"/>
                  <a:pt x="196" y="211"/>
                </a:cubicBezTo>
                <a:cubicBezTo>
                  <a:pt x="198" y="211"/>
                  <a:pt x="200" y="209"/>
                  <a:pt x="200" y="207"/>
                </a:cubicBezTo>
                <a:cubicBezTo>
                  <a:pt x="200" y="205"/>
                  <a:pt x="198" y="203"/>
                  <a:pt x="196" y="203"/>
                </a:cubicBezTo>
                <a:close/>
                <a:moveTo>
                  <a:pt x="22" y="203"/>
                </a:moveTo>
                <a:cubicBezTo>
                  <a:pt x="22" y="166"/>
                  <a:pt x="22" y="166"/>
                  <a:pt x="22" y="166"/>
                </a:cubicBezTo>
                <a:cubicBezTo>
                  <a:pt x="22" y="164"/>
                  <a:pt x="23" y="163"/>
                  <a:pt x="24" y="163"/>
                </a:cubicBezTo>
                <a:cubicBezTo>
                  <a:pt x="45" y="163"/>
                  <a:pt x="45" y="163"/>
                  <a:pt x="45" y="163"/>
                </a:cubicBezTo>
                <a:cubicBezTo>
                  <a:pt x="46" y="163"/>
                  <a:pt x="48" y="164"/>
                  <a:pt x="48" y="166"/>
                </a:cubicBezTo>
                <a:cubicBezTo>
                  <a:pt x="48" y="203"/>
                  <a:pt x="48" y="203"/>
                  <a:pt x="48" y="203"/>
                </a:cubicBezTo>
                <a:lnTo>
                  <a:pt x="22" y="203"/>
                </a:lnTo>
                <a:close/>
                <a:moveTo>
                  <a:pt x="87" y="203"/>
                </a:moveTo>
                <a:cubicBezTo>
                  <a:pt x="87" y="131"/>
                  <a:pt x="87" y="131"/>
                  <a:pt x="87" y="131"/>
                </a:cubicBezTo>
                <a:cubicBezTo>
                  <a:pt x="87" y="130"/>
                  <a:pt x="88" y="128"/>
                  <a:pt x="90" y="128"/>
                </a:cubicBezTo>
                <a:cubicBezTo>
                  <a:pt x="110" y="128"/>
                  <a:pt x="110" y="128"/>
                  <a:pt x="110" y="128"/>
                </a:cubicBezTo>
                <a:cubicBezTo>
                  <a:pt x="112" y="128"/>
                  <a:pt x="113" y="130"/>
                  <a:pt x="113" y="131"/>
                </a:cubicBezTo>
                <a:cubicBezTo>
                  <a:pt x="113" y="203"/>
                  <a:pt x="113" y="203"/>
                  <a:pt x="113" y="203"/>
                </a:cubicBezTo>
                <a:lnTo>
                  <a:pt x="87" y="203"/>
                </a:lnTo>
                <a:close/>
                <a:moveTo>
                  <a:pt x="152" y="203"/>
                </a:moveTo>
                <a:cubicBezTo>
                  <a:pt x="152" y="72"/>
                  <a:pt x="152" y="72"/>
                  <a:pt x="152" y="72"/>
                </a:cubicBezTo>
                <a:cubicBezTo>
                  <a:pt x="152" y="70"/>
                  <a:pt x="154" y="69"/>
                  <a:pt x="155" y="69"/>
                </a:cubicBezTo>
                <a:cubicBezTo>
                  <a:pt x="175" y="69"/>
                  <a:pt x="175" y="69"/>
                  <a:pt x="175" y="69"/>
                </a:cubicBezTo>
                <a:cubicBezTo>
                  <a:pt x="177" y="69"/>
                  <a:pt x="178" y="70"/>
                  <a:pt x="178" y="72"/>
                </a:cubicBezTo>
                <a:cubicBezTo>
                  <a:pt x="178" y="203"/>
                  <a:pt x="178" y="203"/>
                  <a:pt x="178" y="203"/>
                </a:cubicBezTo>
                <a:lnTo>
                  <a:pt x="152" y="203"/>
                </a:lnTo>
                <a:close/>
                <a:moveTo>
                  <a:pt x="36" y="114"/>
                </a:moveTo>
                <a:cubicBezTo>
                  <a:pt x="35" y="112"/>
                  <a:pt x="35" y="109"/>
                  <a:pt x="36" y="108"/>
                </a:cubicBezTo>
                <a:cubicBezTo>
                  <a:pt x="110" y="34"/>
                  <a:pt x="110" y="34"/>
                  <a:pt x="110" y="34"/>
                </a:cubicBezTo>
                <a:cubicBezTo>
                  <a:pt x="111" y="33"/>
                  <a:pt x="112" y="32"/>
                  <a:pt x="113" y="32"/>
                </a:cubicBezTo>
                <a:cubicBezTo>
                  <a:pt x="114" y="32"/>
                  <a:pt x="116" y="33"/>
                  <a:pt x="116" y="34"/>
                </a:cubicBezTo>
                <a:cubicBezTo>
                  <a:pt x="132" y="49"/>
                  <a:pt x="132" y="49"/>
                  <a:pt x="132" y="49"/>
                </a:cubicBezTo>
                <a:cubicBezTo>
                  <a:pt x="172" y="8"/>
                  <a:pt x="172" y="8"/>
                  <a:pt x="172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5" y="8"/>
                  <a:pt x="153" y="6"/>
                  <a:pt x="153" y="4"/>
                </a:cubicBezTo>
                <a:cubicBezTo>
                  <a:pt x="153" y="2"/>
                  <a:pt x="155" y="0"/>
                  <a:pt x="157" y="0"/>
                </a:cubicBezTo>
                <a:cubicBezTo>
                  <a:pt x="182" y="0"/>
                  <a:pt x="182" y="0"/>
                  <a:pt x="182" y="0"/>
                </a:cubicBezTo>
                <a:cubicBezTo>
                  <a:pt x="182" y="0"/>
                  <a:pt x="182" y="0"/>
                  <a:pt x="182" y="0"/>
                </a:cubicBezTo>
                <a:cubicBezTo>
                  <a:pt x="183" y="0"/>
                  <a:pt x="184" y="0"/>
                  <a:pt x="185" y="1"/>
                </a:cubicBezTo>
                <a:cubicBezTo>
                  <a:pt x="186" y="2"/>
                  <a:pt x="187" y="3"/>
                  <a:pt x="187" y="4"/>
                </a:cubicBezTo>
                <a:cubicBezTo>
                  <a:pt x="187" y="4"/>
                  <a:pt x="187" y="5"/>
                  <a:pt x="187" y="5"/>
                </a:cubicBezTo>
                <a:cubicBezTo>
                  <a:pt x="187" y="28"/>
                  <a:pt x="187" y="28"/>
                  <a:pt x="187" y="28"/>
                </a:cubicBezTo>
                <a:cubicBezTo>
                  <a:pt x="187" y="30"/>
                  <a:pt x="185" y="32"/>
                  <a:pt x="182" y="32"/>
                </a:cubicBezTo>
                <a:cubicBezTo>
                  <a:pt x="180" y="32"/>
                  <a:pt x="178" y="30"/>
                  <a:pt x="178" y="28"/>
                </a:cubicBezTo>
                <a:cubicBezTo>
                  <a:pt x="178" y="14"/>
                  <a:pt x="178" y="14"/>
                  <a:pt x="178" y="14"/>
                </a:cubicBezTo>
                <a:cubicBezTo>
                  <a:pt x="135" y="58"/>
                  <a:pt x="135" y="58"/>
                  <a:pt x="135" y="58"/>
                </a:cubicBezTo>
                <a:cubicBezTo>
                  <a:pt x="133" y="59"/>
                  <a:pt x="130" y="59"/>
                  <a:pt x="129" y="58"/>
                </a:cubicBezTo>
                <a:cubicBezTo>
                  <a:pt x="113" y="42"/>
                  <a:pt x="113" y="42"/>
                  <a:pt x="113" y="42"/>
                </a:cubicBezTo>
                <a:cubicBezTo>
                  <a:pt x="42" y="114"/>
                  <a:pt x="42" y="114"/>
                  <a:pt x="42" y="114"/>
                </a:cubicBezTo>
                <a:cubicBezTo>
                  <a:pt x="41" y="115"/>
                  <a:pt x="40" y="115"/>
                  <a:pt x="39" y="115"/>
                </a:cubicBezTo>
                <a:cubicBezTo>
                  <a:pt x="38" y="115"/>
                  <a:pt x="37" y="115"/>
                  <a:pt x="36" y="114"/>
                </a:cubicBezTo>
                <a:close/>
                <a:moveTo>
                  <a:pt x="25" y="121"/>
                </a:moveTo>
                <a:cubicBezTo>
                  <a:pt x="28" y="121"/>
                  <a:pt x="29" y="123"/>
                  <a:pt x="29" y="125"/>
                </a:cubicBezTo>
                <a:cubicBezTo>
                  <a:pt x="29" y="127"/>
                  <a:pt x="28" y="129"/>
                  <a:pt x="25" y="129"/>
                </a:cubicBezTo>
                <a:cubicBezTo>
                  <a:pt x="23" y="129"/>
                  <a:pt x="21" y="127"/>
                  <a:pt x="21" y="125"/>
                </a:cubicBezTo>
                <a:cubicBezTo>
                  <a:pt x="21" y="123"/>
                  <a:pt x="23" y="121"/>
                  <a:pt x="25" y="121"/>
                </a:cubicBezTo>
                <a:close/>
              </a:path>
            </a:pathLst>
          </a:custGeom>
          <a:solidFill>
            <a:srgbClr val="65889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CF1D32-507D-A78B-E2F9-99CAD4D854CD}"/>
              </a:ext>
            </a:extLst>
          </p:cNvPr>
          <p:cNvSpPr txBox="1"/>
          <p:nvPr/>
        </p:nvSpPr>
        <p:spPr>
          <a:xfrm>
            <a:off x="4411805" y="1876931"/>
            <a:ext cx="11288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1" u="sng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</a:t>
            </a:r>
            <a:r>
              <a:rPr kumimoji="0" lang="en-GB" sz="1600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onproide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74F0506-2412-D924-6D01-00EA03B9A9FE}"/>
              </a:ext>
            </a:extLst>
          </p:cNvPr>
          <p:cNvSpPr txBox="1"/>
          <p:nvPr/>
        </p:nvSpPr>
        <p:spPr>
          <a:xfrm>
            <a:off x="4411805" y="3201083"/>
            <a:ext cx="11977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1" u="sng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</a:t>
            </a:r>
            <a:r>
              <a:rPr kumimoji="0" lang="en-GB" sz="1600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tsuntincul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BF4516-76C4-75A5-518E-133CC647D5DA}"/>
              </a:ext>
            </a:extLst>
          </p:cNvPr>
          <p:cNvSpPr txBox="1"/>
          <p:nvPr/>
        </p:nvSpPr>
        <p:spPr>
          <a:xfrm>
            <a:off x="4411805" y="4767651"/>
            <a:ext cx="936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1" u="sng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GB" sz="1600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aquioff</a:t>
            </a:r>
          </a:p>
        </p:txBody>
      </p:sp>
    </p:spTree>
    <p:extLst>
      <p:ext uri="{BB962C8B-B14F-4D97-AF65-F5344CB8AC3E}">
        <p14:creationId xmlns:p14="http://schemas.microsoft.com/office/powerpoint/2010/main" val="3474860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D913181-4225-C2AE-A876-D4303AD9A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Iciadeseru Ntmollitan imi Destlaboru: </a:t>
            </a:r>
            <a:r>
              <a:rPr lang="en-US" b="0"/>
              <a:t>Mcurabiturnonnul lasitametn isl tempusconv all isqu isac lect uspellentes queinipsumid orc ipor TADA ‘</a:t>
            </a:r>
            <a:r>
              <a:rPr lang="en-US" i="1"/>
              <a:t>Pi Busv ivam Ussu</a:t>
            </a:r>
            <a:r>
              <a:rPr lang="en-US" b="0"/>
              <a:t>’</a:t>
            </a:r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7A1BE2-8178-98BB-90B4-3B9F0A03724E}"/>
              </a:ext>
            </a:extLst>
          </p:cNvPr>
          <p:cNvSpPr/>
          <p:nvPr/>
        </p:nvSpPr>
        <p:spPr>
          <a:xfrm>
            <a:off x="8476166" y="880389"/>
            <a:ext cx="3584989" cy="5479696"/>
          </a:xfrm>
          <a:prstGeom prst="roundRect">
            <a:avLst>
              <a:gd name="adj" fmla="val 1899"/>
            </a:avLst>
          </a:prstGeom>
          <a:solidFill>
            <a:schemeClr val="accent5">
              <a:lumMod val="40000"/>
              <a:lumOff val="60000"/>
              <a:alpha val="38000"/>
            </a:schemeClr>
          </a:solidFill>
          <a:ln w="6350" cmpd="sng">
            <a:solidFill>
              <a:srgbClr val="459FED"/>
            </a:solidFill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IN">
              <a:solidFill>
                <a:prstClr val="black"/>
              </a:solidFill>
              <a:latin typeface="Helvetica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43C047-92BD-4EE8-1549-A16030C86E7B}"/>
              </a:ext>
            </a:extLst>
          </p:cNvPr>
          <p:cNvSpPr/>
          <p:nvPr/>
        </p:nvSpPr>
        <p:spPr>
          <a:xfrm>
            <a:off x="8551720" y="957552"/>
            <a:ext cx="3433880" cy="354219"/>
          </a:xfrm>
          <a:prstGeom prst="roundRect">
            <a:avLst>
              <a:gd name="adj" fmla="val 13917"/>
            </a:avLst>
          </a:prstGeom>
          <a:solidFill>
            <a:srgbClr val="A7D9FC"/>
          </a:solidFill>
          <a:ln w="6350" cmpd="sng">
            <a:noFill/>
            <a:miter lim="800000"/>
            <a:headEnd/>
            <a:tailEnd/>
          </a:ln>
          <a:effectLst>
            <a:outerShdw blurRad="190500" dist="38100" dir="5400000" algn="ctr" rotWithShape="0">
              <a:srgbClr val="A7D9FC">
                <a:alpha val="20000"/>
              </a:srgbClr>
            </a:outerShdw>
          </a:effectLst>
        </p:spPr>
        <p:txBody>
          <a:bodyPr wrap="none" rtlCol="0" anchor="ctr" anchorCtr="1"/>
          <a:lstStyle/>
          <a:p>
            <a:pPr algn="ctr"/>
            <a:r>
              <a:rPr lang="en-GB" sz="1200" b="1" i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Scipit Tortor Egetfelisp Orttito Rvolu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793F3E2-6D49-F986-8EA8-F084C50446C7}"/>
              </a:ext>
            </a:extLst>
          </p:cNvPr>
          <p:cNvSpPr txBox="1"/>
          <p:nvPr/>
        </p:nvSpPr>
        <p:spPr>
          <a:xfrm>
            <a:off x="8492250" y="1348359"/>
            <a:ext cx="3561369" cy="5065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buClrTx/>
              <a:buSzTx/>
              <a:tabLst/>
              <a:defRPr/>
            </a:pPr>
            <a:r>
              <a:rPr lang="en-US" sz="1100" b="1" dirty="0" err="1">
                <a:solidFill>
                  <a:srgbClr val="459FE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Tpatcras</a:t>
            </a:r>
            <a:endParaRPr lang="en-US" sz="1100" b="1" dirty="0">
              <a:solidFill>
                <a:srgbClr val="459FE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 r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Iciesli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75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Gulasedmagnad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Ictumportalo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REM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ipsumdolo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rsi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tametcon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cteturadi</a:t>
            </a:r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Piscing</a:t>
            </a:r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Elit sed </a:t>
            </a:r>
            <a:r>
              <a:rPr lang="en-US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Doeius</a:t>
            </a:r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modtempo</a:t>
            </a:r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ncid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id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unt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UTL-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aboreet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loremagnaa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en-US" sz="11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sz="1100" b="1" dirty="0" err="1">
                <a:solidFill>
                  <a:srgbClr val="459FE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Liquauten</a:t>
            </a:r>
            <a:endParaRPr lang="en-US" sz="1100" b="1" dirty="0">
              <a:solidFill>
                <a:srgbClr val="459FE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defRPr/>
            </a:pP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Imadmin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Imvenia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Mqui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sno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Strude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Xerc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itat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ion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ullamcolab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snisiutal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iquipexe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acomm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odoconseq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uatduisa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uteiruredo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rin-repre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en-US" sz="11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GB" sz="1100" b="1" dirty="0" err="1">
                <a:solidFill>
                  <a:srgbClr val="459FED"/>
                </a:solidFill>
                <a:latin typeface="Arial" panose="020B0604020202020204" pitchFamily="34" charset="0"/>
              </a:rPr>
              <a:t>Henderit</a:t>
            </a:r>
            <a:r>
              <a:rPr lang="en-GB" sz="1100" b="1" dirty="0">
                <a:solidFill>
                  <a:srgbClr val="459FED"/>
                </a:solidFill>
                <a:latin typeface="Arial" panose="020B0604020202020204" pitchFamily="34" charset="0"/>
              </a:rPr>
              <a:t> </a:t>
            </a:r>
            <a:r>
              <a:rPr lang="en-GB" sz="1100" b="1" dirty="0" err="1">
                <a:solidFill>
                  <a:srgbClr val="459FED"/>
                </a:solidFill>
                <a:latin typeface="Arial" panose="020B0604020202020204" pitchFamily="34" charset="0"/>
              </a:rPr>
              <a:t>Involupt</a:t>
            </a:r>
            <a:endParaRPr lang="en-GB" sz="1100" dirty="0">
              <a:solidFill>
                <a:srgbClr val="459FED"/>
              </a:solidFill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Ateveli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te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Ssec-Illumd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Oloreeu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fug </a:t>
            </a: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Iatnullap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: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Ariaturexc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Epteursi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nt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o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ccaecatc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upidat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at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nonp-roiden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tsun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tincul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(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paquiof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) fic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iadeseruntm-ollitan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imidestl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abor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um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CUr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abi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endParaRPr lang="en-GB" sz="11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Turnonn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ul </a:t>
            </a: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Lasit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Ametnislte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: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Mpusc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onva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ll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isqu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isa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clectu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spellen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/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tesqueinips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umidorc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iportadapi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endParaRPr lang="en-GB" sz="11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Busvi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Vamussu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: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Scipittor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tore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getfe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lisporttito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rvolutp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atc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rasultrici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es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ligulased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magnadi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ctu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mportalor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EM-ipsum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dolorsit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tcons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ecteturadi</a:t>
            </a:r>
            <a:endParaRPr lang="en-US" sz="11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/>
            </a:endParaRPr>
          </a:p>
          <a:p>
            <a:pPr>
              <a:defRPr/>
            </a:pPr>
            <a:endParaRPr lang="en-US" sz="11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/>
            </a:endParaRPr>
          </a:p>
          <a:p>
            <a:pPr>
              <a:defRPr/>
            </a:pPr>
            <a:r>
              <a:rPr lang="en-US" sz="1100" b="1" dirty="0" err="1">
                <a:solidFill>
                  <a:srgbClr val="459FED"/>
                </a:solidFill>
                <a:latin typeface="Arial" panose="020B0604020202020204" pitchFamily="34" charset="0"/>
                <a:cs typeface="Arial"/>
              </a:rPr>
              <a:t>Pis</a:t>
            </a:r>
            <a:r>
              <a:rPr lang="en-US" sz="1100" b="1" dirty="0">
                <a:solidFill>
                  <a:srgbClr val="459FED"/>
                </a:solidFill>
                <a:latin typeface="Arial" panose="020B0604020202020204" pitchFamily="34" charset="0"/>
                <a:cs typeface="Arial"/>
              </a:rPr>
              <a:t> </a:t>
            </a:r>
            <a:r>
              <a:rPr lang="en-US" sz="1100" b="1" dirty="0" err="1">
                <a:solidFill>
                  <a:srgbClr val="459FED"/>
                </a:solidFill>
                <a:latin typeface="Arial" panose="020B0604020202020204" pitchFamily="34" charset="0"/>
                <a:cs typeface="Arial"/>
              </a:rPr>
              <a:t>Cingelit</a:t>
            </a:r>
            <a:endParaRPr lang="en-US" sz="1100" b="1" dirty="0">
              <a:solidFill>
                <a:srgbClr val="459FED"/>
              </a:solidFill>
              <a:latin typeface="Arial" panose="020B0604020202020204" pitchFamily="34" charset="0"/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20%+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seddoeiu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smodtempor</a:t>
            </a:r>
            <a:endParaRPr lang="en-GB" sz="11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75%+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incididu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ntutlabo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reetdolor</a:t>
            </a:r>
            <a:endParaRPr lang="en-GB" sz="11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25%+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emagnaali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qu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autenim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adminimve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NIA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505262F-9C11-04D9-82F2-37BF33E40CA6}"/>
              </a:ext>
            </a:extLst>
          </p:cNvPr>
          <p:cNvSpPr/>
          <p:nvPr/>
        </p:nvSpPr>
        <p:spPr>
          <a:xfrm>
            <a:off x="114159" y="4797424"/>
            <a:ext cx="8175811" cy="1562661"/>
          </a:xfrm>
          <a:prstGeom prst="roundRect">
            <a:avLst>
              <a:gd name="adj" fmla="val 4064"/>
            </a:avLst>
          </a:prstGeom>
          <a:solidFill>
            <a:srgbClr val="FFFFFF"/>
          </a:solidFill>
          <a:ln w="3175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3175" cap="flat" cmpd="sng" algn="ctr">
                <a:solidFill>
                  <a:srgbClr val="66737C"/>
                </a:solidFill>
                <a:prstDash val="solid"/>
                <a:miter lim="800000"/>
              </a14:hiddenLine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DA7E5080-E884-546B-F3B4-DD80B77FBFB3}"/>
              </a:ext>
            </a:extLst>
          </p:cNvPr>
          <p:cNvSpPr/>
          <p:nvPr/>
        </p:nvSpPr>
        <p:spPr bwMode="auto">
          <a:xfrm>
            <a:off x="183313" y="4874587"/>
            <a:ext cx="8026400" cy="361717"/>
          </a:xfrm>
          <a:prstGeom prst="roundRect">
            <a:avLst>
              <a:gd name="adj" fmla="val 17555"/>
            </a:avLst>
          </a:prstGeom>
          <a:solidFill>
            <a:srgbClr val="FED05D"/>
          </a:solidFill>
          <a:ln>
            <a:noFill/>
          </a:ln>
          <a:effectLst>
            <a:outerShdw blurRad="190500" dist="38100" dir="5400000" algn="ctr" rotWithShape="0">
              <a:srgbClr val="FBBE26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Mqu Isnostrude xe Rc-Itationu ll Amcolab Orisni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A75DBAE-8A45-F0F5-A36D-D8B8E8C1CD29}"/>
              </a:ext>
            </a:extLst>
          </p:cNvPr>
          <p:cNvSpPr txBox="1"/>
          <p:nvPr/>
        </p:nvSpPr>
        <p:spPr>
          <a:xfrm>
            <a:off x="290855" y="5236986"/>
            <a:ext cx="2658621" cy="1079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Siuta Liquipex</a:t>
            </a:r>
          </a:p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Eaco mm odoconseq / ‘uatdui’ saute iruredol or inrepre hende ritinvolupta teve litesseci ll UMDO lor EEU fugia tnullap ariatur excepte. Ursin tocc aecatcupi data tnonp roi dentsunti nculpaqu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842D8E0-7E56-59D0-7E36-11F037752B98}"/>
              </a:ext>
            </a:extLst>
          </p:cNvPr>
          <p:cNvSpPr txBox="1"/>
          <p:nvPr/>
        </p:nvSpPr>
        <p:spPr>
          <a:xfrm>
            <a:off x="3052287" y="5236986"/>
            <a:ext cx="2491603" cy="1079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IOF Ficia</a:t>
            </a:r>
          </a:p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De-seruntm olli TANI mi destlabo, rumcurabi, tur nonnull asi tametnislte mpusconvallis qu isacl ect-uspe llent, </a:t>
            </a:r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/>
              </a:rPr>
              <a:t>esque inipsumi, dorciporta, dap ibusviva mu ssusci</a:t>
            </a:r>
            <a:endParaRPr lang="en-US" sz="1000" b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BDF462-B9E6-CD1B-86E7-786C90DEAD4A}"/>
              </a:ext>
            </a:extLst>
          </p:cNvPr>
          <p:cNvGrpSpPr/>
          <p:nvPr/>
        </p:nvGrpSpPr>
        <p:grpSpPr>
          <a:xfrm>
            <a:off x="130845" y="880389"/>
            <a:ext cx="8175812" cy="3837676"/>
            <a:chOff x="130845" y="2616912"/>
            <a:chExt cx="8175812" cy="3837676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66E6D3CF-7DFF-832C-4150-8F6A383A8F87}"/>
                </a:ext>
              </a:extLst>
            </p:cNvPr>
            <p:cNvSpPr/>
            <p:nvPr/>
          </p:nvSpPr>
          <p:spPr>
            <a:xfrm>
              <a:off x="130845" y="2616912"/>
              <a:ext cx="8175811" cy="3837676"/>
            </a:xfrm>
            <a:prstGeom prst="roundRect">
              <a:avLst>
                <a:gd name="adj" fmla="val 1655"/>
              </a:avLst>
            </a:prstGeom>
            <a:solidFill>
              <a:srgbClr val="FFFFFF"/>
            </a:solidFill>
            <a:ln w="3175" cap="flat" cmpd="sng" algn="ctr">
              <a:noFill/>
              <a:prstDash val="solid"/>
              <a:miter lim="800000"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3175" cap="flat" cmpd="sng" algn="ctr">
                  <a:solidFill>
                    <a:srgbClr val="66737C"/>
                  </a:solidFill>
                  <a:prstDash val="solid"/>
                  <a:miter lim="800000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371D4978-1CF2-98DD-6105-60B6A10BF3ED}"/>
                </a:ext>
              </a:extLst>
            </p:cNvPr>
            <p:cNvCxnSpPr>
              <a:cxnSpLocks/>
            </p:cNvCxnSpPr>
            <p:nvPr/>
          </p:nvCxnSpPr>
          <p:spPr>
            <a:xfrm>
              <a:off x="1844263" y="5425251"/>
              <a:ext cx="0" cy="320668"/>
            </a:xfrm>
            <a:prstGeom prst="line">
              <a:avLst/>
            </a:prstGeom>
            <a:ln w="28575" cap="rnd">
              <a:solidFill>
                <a:srgbClr val="4285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D16D2DEC-8362-87B5-2A4A-E09052147E78}"/>
                </a:ext>
              </a:extLst>
            </p:cNvPr>
            <p:cNvCxnSpPr>
              <a:cxnSpLocks/>
            </p:cNvCxnSpPr>
            <p:nvPr/>
          </p:nvCxnSpPr>
          <p:spPr>
            <a:xfrm>
              <a:off x="2114138" y="5324140"/>
              <a:ext cx="0" cy="320668"/>
            </a:xfrm>
            <a:prstGeom prst="line">
              <a:avLst/>
            </a:prstGeom>
            <a:ln w="28575" cap="rnd">
              <a:solidFill>
                <a:srgbClr val="93C6F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317E7BB5-C31E-1639-1489-936EC757D346}"/>
                </a:ext>
              </a:extLst>
            </p:cNvPr>
            <p:cNvGrpSpPr/>
            <p:nvPr/>
          </p:nvGrpSpPr>
          <p:grpSpPr>
            <a:xfrm rot="5400000">
              <a:off x="2059621" y="5596979"/>
              <a:ext cx="109034" cy="172274"/>
              <a:chOff x="10081583" y="1372202"/>
              <a:chExt cx="328387" cy="518850"/>
            </a:xfrm>
            <a:solidFill>
              <a:srgbClr val="93C6F5"/>
            </a:solidFill>
          </p:grpSpPr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B693902F-6026-C75F-5A19-6C1D18E8C0E4}"/>
                  </a:ext>
                </a:extLst>
              </p:cNvPr>
              <p:cNvSpPr/>
              <p:nvPr/>
            </p:nvSpPr>
            <p:spPr>
              <a:xfrm>
                <a:off x="10081583" y="1372202"/>
                <a:ext cx="328386" cy="328386"/>
              </a:xfrm>
              <a:custGeom>
                <a:avLst/>
                <a:gdLst>
                  <a:gd name="connsiteX0" fmla="*/ 308540 w 328386"/>
                  <a:gd name="connsiteY0" fmla="*/ 219591 h 328386"/>
                  <a:gd name="connsiteX1" fmla="*/ 308540 w 328386"/>
                  <a:gd name="connsiteY1" fmla="*/ 308541 h 328386"/>
                  <a:gd name="connsiteX2" fmla="*/ 219734 w 328386"/>
                  <a:gd name="connsiteY2" fmla="*/ 308541 h 328386"/>
                  <a:gd name="connsiteX3" fmla="*/ 219734 w 328386"/>
                  <a:gd name="connsiteY3" fmla="*/ 308541 h 328386"/>
                  <a:gd name="connsiteX4" fmla="*/ 29126 w 328386"/>
                  <a:gd name="connsiteY4" fmla="*/ 117934 h 328386"/>
                  <a:gd name="connsiteX5" fmla="*/ 29126 w 328386"/>
                  <a:gd name="connsiteY5" fmla="*/ 117934 h 328386"/>
                  <a:gd name="connsiteX6" fmla="*/ 29126 w 328386"/>
                  <a:gd name="connsiteY6" fmla="*/ 29126 h 328386"/>
                  <a:gd name="connsiteX7" fmla="*/ 118077 w 328386"/>
                  <a:gd name="connsiteY7" fmla="*/ 29126 h 328386"/>
                  <a:gd name="connsiteX8" fmla="*/ 308540 w 328386"/>
                  <a:gd name="connsiteY8" fmla="*/ 219591 h 328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386" h="328386">
                    <a:moveTo>
                      <a:pt x="308540" y="219591"/>
                    </a:moveTo>
                    <a:cubicBezTo>
                      <a:pt x="333098" y="244148"/>
                      <a:pt x="333098" y="283983"/>
                      <a:pt x="308540" y="308541"/>
                    </a:cubicBezTo>
                    <a:cubicBezTo>
                      <a:pt x="283983" y="333098"/>
                      <a:pt x="244148" y="333098"/>
                      <a:pt x="219734" y="308541"/>
                    </a:cubicBezTo>
                    <a:lnTo>
                      <a:pt x="219734" y="308541"/>
                    </a:lnTo>
                    <a:lnTo>
                      <a:pt x="29126" y="117934"/>
                    </a:lnTo>
                    <a:lnTo>
                      <a:pt x="29126" y="117934"/>
                    </a:lnTo>
                    <a:cubicBezTo>
                      <a:pt x="4569" y="93376"/>
                      <a:pt x="4569" y="53541"/>
                      <a:pt x="29126" y="29126"/>
                    </a:cubicBezTo>
                    <a:cubicBezTo>
                      <a:pt x="53684" y="4569"/>
                      <a:pt x="93519" y="4569"/>
                      <a:pt x="118077" y="29126"/>
                    </a:cubicBezTo>
                    <a:lnTo>
                      <a:pt x="308540" y="21959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  <a:effectLst>
                <a:outerShdw blurRad="190500" dist="38100" dir="5400000" algn="ctr" rotWithShape="0">
                  <a:srgbClr val="1ACAF8">
                    <a:alpha val="20000"/>
                  </a:srgb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C5699397-FCC4-AD78-EEFF-21375197F808}"/>
                  </a:ext>
                </a:extLst>
              </p:cNvPr>
              <p:cNvSpPr/>
              <p:nvPr/>
            </p:nvSpPr>
            <p:spPr>
              <a:xfrm>
                <a:off x="10081584" y="1562666"/>
                <a:ext cx="328386" cy="328386"/>
              </a:xfrm>
              <a:custGeom>
                <a:avLst/>
                <a:gdLst>
                  <a:gd name="connsiteX0" fmla="*/ 308540 w 328386"/>
                  <a:gd name="connsiteY0" fmla="*/ 118077 h 328386"/>
                  <a:gd name="connsiteX1" fmla="*/ 308540 w 328386"/>
                  <a:gd name="connsiteY1" fmla="*/ 29126 h 328386"/>
                  <a:gd name="connsiteX2" fmla="*/ 219734 w 328386"/>
                  <a:gd name="connsiteY2" fmla="*/ 29126 h 328386"/>
                  <a:gd name="connsiteX3" fmla="*/ 219734 w 328386"/>
                  <a:gd name="connsiteY3" fmla="*/ 29126 h 328386"/>
                  <a:gd name="connsiteX4" fmla="*/ 29126 w 328386"/>
                  <a:gd name="connsiteY4" fmla="*/ 219733 h 328386"/>
                  <a:gd name="connsiteX5" fmla="*/ 29126 w 328386"/>
                  <a:gd name="connsiteY5" fmla="*/ 219733 h 328386"/>
                  <a:gd name="connsiteX6" fmla="*/ 29126 w 328386"/>
                  <a:gd name="connsiteY6" fmla="*/ 308541 h 328386"/>
                  <a:gd name="connsiteX7" fmla="*/ 118077 w 328386"/>
                  <a:gd name="connsiteY7" fmla="*/ 308541 h 328386"/>
                  <a:gd name="connsiteX8" fmla="*/ 308540 w 328386"/>
                  <a:gd name="connsiteY8" fmla="*/ 118077 h 328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386" h="328386">
                    <a:moveTo>
                      <a:pt x="308540" y="118077"/>
                    </a:moveTo>
                    <a:cubicBezTo>
                      <a:pt x="333098" y="93519"/>
                      <a:pt x="333098" y="53684"/>
                      <a:pt x="308540" y="29126"/>
                    </a:cubicBezTo>
                    <a:cubicBezTo>
                      <a:pt x="283983" y="4569"/>
                      <a:pt x="244148" y="4569"/>
                      <a:pt x="219734" y="29126"/>
                    </a:cubicBezTo>
                    <a:lnTo>
                      <a:pt x="219734" y="29126"/>
                    </a:lnTo>
                    <a:lnTo>
                      <a:pt x="29126" y="219733"/>
                    </a:lnTo>
                    <a:lnTo>
                      <a:pt x="29126" y="219733"/>
                    </a:lnTo>
                    <a:cubicBezTo>
                      <a:pt x="4569" y="244291"/>
                      <a:pt x="4569" y="284126"/>
                      <a:pt x="29126" y="308541"/>
                    </a:cubicBezTo>
                    <a:cubicBezTo>
                      <a:pt x="53684" y="333098"/>
                      <a:pt x="93519" y="333098"/>
                      <a:pt x="118077" y="308541"/>
                    </a:cubicBezTo>
                    <a:lnTo>
                      <a:pt x="308540" y="11807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  <a:effectLst>
                <a:outerShdw blurRad="190500" dist="38100" dir="5400000" algn="ctr" rotWithShape="0">
                  <a:srgbClr val="1ACAF8">
                    <a:alpha val="20000"/>
                  </a:srgb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</p:grp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D5D33D47-9B5B-622E-291A-646ECECD7EA1}"/>
                </a:ext>
              </a:extLst>
            </p:cNvPr>
            <p:cNvGrpSpPr/>
            <p:nvPr/>
          </p:nvGrpSpPr>
          <p:grpSpPr>
            <a:xfrm>
              <a:off x="1012352" y="3602599"/>
              <a:ext cx="1937124" cy="1982986"/>
              <a:chOff x="950009" y="3602599"/>
              <a:chExt cx="1937124" cy="1982986"/>
            </a:xfrm>
          </p:grpSpPr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3F5C2D1B-5596-BC29-4F6A-136F4CE72EAE}"/>
                  </a:ext>
                </a:extLst>
              </p:cNvPr>
              <p:cNvSpPr/>
              <p:nvPr/>
            </p:nvSpPr>
            <p:spPr>
              <a:xfrm>
                <a:off x="1592908" y="5057283"/>
                <a:ext cx="656748" cy="528302"/>
              </a:xfrm>
              <a:custGeom>
                <a:avLst/>
                <a:gdLst>
                  <a:gd name="connsiteX0" fmla="*/ 253746 w 253747"/>
                  <a:gd name="connsiteY0" fmla="*/ 95 h 204119"/>
                  <a:gd name="connsiteX1" fmla="*/ 253746 w 253747"/>
                  <a:gd name="connsiteY1" fmla="*/ 130397 h 204119"/>
                  <a:gd name="connsiteX2" fmla="*/ 35719 w 253747"/>
                  <a:gd name="connsiteY2" fmla="*/ 181737 h 204119"/>
                  <a:gd name="connsiteX3" fmla="*/ 381 w 253747"/>
                  <a:gd name="connsiteY3" fmla="*/ 131064 h 204119"/>
                  <a:gd name="connsiteX4" fmla="*/ 0 w 253747"/>
                  <a:gd name="connsiteY4" fmla="*/ 1048 h 204119"/>
                  <a:gd name="connsiteX5" fmla="*/ 12668 w 253747"/>
                  <a:gd name="connsiteY5" fmla="*/ 16002 h 204119"/>
                  <a:gd name="connsiteX6" fmla="*/ 12668 w 253747"/>
                  <a:gd name="connsiteY6" fmla="*/ 16002 h 204119"/>
                  <a:gd name="connsiteX7" fmla="*/ 225933 w 253747"/>
                  <a:gd name="connsiteY7" fmla="*/ 29051 h 204119"/>
                  <a:gd name="connsiteX8" fmla="*/ 253746 w 253747"/>
                  <a:gd name="connsiteY8" fmla="*/ 0 h 204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3747" h="204119">
                    <a:moveTo>
                      <a:pt x="253746" y="95"/>
                    </a:moveTo>
                    <a:lnTo>
                      <a:pt x="253746" y="130397"/>
                    </a:lnTo>
                    <a:cubicBezTo>
                      <a:pt x="254222" y="196691"/>
                      <a:pt x="114110" y="228886"/>
                      <a:pt x="35719" y="181737"/>
                    </a:cubicBezTo>
                    <a:cubicBezTo>
                      <a:pt x="12192" y="167640"/>
                      <a:pt x="381" y="149257"/>
                      <a:pt x="381" y="131064"/>
                    </a:cubicBezTo>
                    <a:cubicBezTo>
                      <a:pt x="286" y="104394"/>
                      <a:pt x="95" y="14288"/>
                      <a:pt x="0" y="1048"/>
                    </a:cubicBezTo>
                    <a:cubicBezTo>
                      <a:pt x="8858" y="11621"/>
                      <a:pt x="12668" y="16002"/>
                      <a:pt x="12668" y="16002"/>
                    </a:cubicBezTo>
                    <a:lnTo>
                      <a:pt x="12668" y="16002"/>
                    </a:lnTo>
                    <a:cubicBezTo>
                      <a:pt x="51911" y="62770"/>
                      <a:pt x="166116" y="72962"/>
                      <a:pt x="225933" y="29051"/>
                    </a:cubicBezTo>
                    <a:cubicBezTo>
                      <a:pt x="236887" y="21146"/>
                      <a:pt x="240983" y="15335"/>
                      <a:pt x="253746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E64F0"/>
                  </a:gs>
                  <a:gs pos="100000">
                    <a:srgbClr val="93C6F5"/>
                  </a:gs>
                </a:gsLst>
                <a:lin ang="12204351" scaled="1"/>
              </a:gra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86EA00D-89F8-3ACF-C4FD-B63CB99CAA34}"/>
                  </a:ext>
                </a:extLst>
              </p:cNvPr>
              <p:cNvSpPr/>
              <p:nvPr/>
            </p:nvSpPr>
            <p:spPr>
              <a:xfrm>
                <a:off x="1592908" y="5057283"/>
                <a:ext cx="656746" cy="462000"/>
              </a:xfrm>
              <a:custGeom>
                <a:avLst/>
                <a:gdLst>
                  <a:gd name="connsiteX0" fmla="*/ 253746 w 253746"/>
                  <a:gd name="connsiteY0" fmla="*/ 95 h 178502"/>
                  <a:gd name="connsiteX1" fmla="*/ 253746 w 253746"/>
                  <a:gd name="connsiteY1" fmla="*/ 104966 h 178502"/>
                  <a:gd name="connsiteX2" fmla="*/ 35719 w 253746"/>
                  <a:gd name="connsiteY2" fmla="*/ 156115 h 178502"/>
                  <a:gd name="connsiteX3" fmla="*/ 381 w 253746"/>
                  <a:gd name="connsiteY3" fmla="*/ 105442 h 178502"/>
                  <a:gd name="connsiteX4" fmla="*/ 0 w 253746"/>
                  <a:gd name="connsiteY4" fmla="*/ 1048 h 178502"/>
                  <a:gd name="connsiteX5" fmla="*/ 12668 w 253746"/>
                  <a:gd name="connsiteY5" fmla="*/ 16002 h 178502"/>
                  <a:gd name="connsiteX6" fmla="*/ 12668 w 253746"/>
                  <a:gd name="connsiteY6" fmla="*/ 16002 h 178502"/>
                  <a:gd name="connsiteX7" fmla="*/ 225933 w 253746"/>
                  <a:gd name="connsiteY7" fmla="*/ 29051 h 178502"/>
                  <a:gd name="connsiteX8" fmla="*/ 253746 w 253746"/>
                  <a:gd name="connsiteY8" fmla="*/ 0 h 178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3746" h="178502">
                    <a:moveTo>
                      <a:pt x="253746" y="95"/>
                    </a:moveTo>
                    <a:lnTo>
                      <a:pt x="253746" y="104966"/>
                    </a:lnTo>
                    <a:cubicBezTo>
                      <a:pt x="253746" y="171450"/>
                      <a:pt x="113729" y="203073"/>
                      <a:pt x="35719" y="156115"/>
                    </a:cubicBezTo>
                    <a:cubicBezTo>
                      <a:pt x="12192" y="141923"/>
                      <a:pt x="381" y="123634"/>
                      <a:pt x="381" y="105442"/>
                    </a:cubicBezTo>
                    <a:cubicBezTo>
                      <a:pt x="381" y="86106"/>
                      <a:pt x="95" y="14288"/>
                      <a:pt x="0" y="1048"/>
                    </a:cubicBezTo>
                    <a:cubicBezTo>
                      <a:pt x="8858" y="11621"/>
                      <a:pt x="12668" y="16002"/>
                      <a:pt x="12668" y="16002"/>
                    </a:cubicBezTo>
                    <a:lnTo>
                      <a:pt x="12668" y="16002"/>
                    </a:lnTo>
                    <a:cubicBezTo>
                      <a:pt x="51911" y="62770"/>
                      <a:pt x="166116" y="72962"/>
                      <a:pt x="225933" y="29051"/>
                    </a:cubicBezTo>
                    <a:cubicBezTo>
                      <a:pt x="236887" y="21146"/>
                      <a:pt x="240983" y="15335"/>
                      <a:pt x="253746" y="0"/>
                    </a:cubicBezTo>
                    <a:close/>
                  </a:path>
                </a:pathLst>
              </a:custGeom>
              <a:solidFill>
                <a:srgbClr val="5D9EF3"/>
              </a:solidFill>
              <a:ln w="9525" cap="flat">
                <a:noFill/>
                <a:prstDash val="solid"/>
                <a:miter/>
              </a:ln>
              <a:effectLst>
                <a:outerShdw blurRad="190500" dist="38100" dir="5400000" rotWithShape="0">
                  <a:srgbClr val="0070C0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C01C8DDC-DAD1-0E13-4FC8-3FB9D0E0FE47}"/>
                  </a:ext>
                </a:extLst>
              </p:cNvPr>
              <p:cNvSpPr/>
              <p:nvPr/>
            </p:nvSpPr>
            <p:spPr>
              <a:xfrm flipH="1">
                <a:off x="950009" y="3602599"/>
                <a:ext cx="1937124" cy="1122048"/>
              </a:xfrm>
              <a:custGeom>
                <a:avLst/>
                <a:gdLst>
                  <a:gd name="connsiteX0" fmla="*/ 644256 w 748444"/>
                  <a:gd name="connsiteY0" fmla="*/ 66172 h 433524"/>
                  <a:gd name="connsiteX1" fmla="*/ 633302 w 748444"/>
                  <a:gd name="connsiteY1" fmla="*/ 372687 h 433524"/>
                  <a:gd name="connsiteX2" fmla="*/ 104188 w 748444"/>
                  <a:gd name="connsiteY2" fmla="*/ 367353 h 433524"/>
                  <a:gd name="connsiteX3" fmla="*/ 115142 w 748444"/>
                  <a:gd name="connsiteY3" fmla="*/ 60838 h 433524"/>
                  <a:gd name="connsiteX4" fmla="*/ 644256 w 748444"/>
                  <a:gd name="connsiteY4" fmla="*/ 66172 h 433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8444" h="433524">
                    <a:moveTo>
                      <a:pt x="644256" y="66172"/>
                    </a:moveTo>
                    <a:cubicBezTo>
                      <a:pt x="787322" y="152278"/>
                      <a:pt x="782464" y="289533"/>
                      <a:pt x="633302" y="372687"/>
                    </a:cubicBezTo>
                    <a:cubicBezTo>
                      <a:pt x="484141" y="455840"/>
                      <a:pt x="247254" y="453459"/>
                      <a:pt x="104188" y="367353"/>
                    </a:cubicBezTo>
                    <a:cubicBezTo>
                      <a:pt x="-38877" y="281151"/>
                      <a:pt x="-34019" y="143991"/>
                      <a:pt x="115142" y="60838"/>
                    </a:cubicBezTo>
                    <a:cubicBezTo>
                      <a:pt x="264304" y="-22315"/>
                      <a:pt x="501190" y="-19934"/>
                      <a:pt x="644256" y="66172"/>
                    </a:cubicBezTo>
                    <a:close/>
                  </a:path>
                </a:pathLst>
              </a:custGeom>
              <a:gradFill>
                <a:gsLst>
                  <a:gs pos="0">
                    <a:srgbClr val="6A9FF6"/>
                  </a:gs>
                  <a:gs pos="100000">
                    <a:srgbClr val="93C6F5"/>
                  </a:gs>
                </a:gsLst>
                <a:lin ang="3768112" scaled="1"/>
              </a:gra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9449E5A3-17D9-5803-F25C-32F8CB1BB184}"/>
                  </a:ext>
                </a:extLst>
              </p:cNvPr>
              <p:cNvSpPr/>
              <p:nvPr/>
            </p:nvSpPr>
            <p:spPr>
              <a:xfrm>
                <a:off x="1052305" y="3661807"/>
                <a:ext cx="1732281" cy="1003545"/>
              </a:xfrm>
              <a:custGeom>
                <a:avLst/>
                <a:gdLst>
                  <a:gd name="connsiteX0" fmla="*/ 576156 w 669299"/>
                  <a:gd name="connsiteY0" fmla="*/ 59203 h 387738"/>
                  <a:gd name="connsiteX1" fmla="*/ 566345 w 669299"/>
                  <a:gd name="connsiteY1" fmla="*/ 333333 h 387738"/>
                  <a:gd name="connsiteX2" fmla="*/ 93143 w 669299"/>
                  <a:gd name="connsiteY2" fmla="*/ 328570 h 387738"/>
                  <a:gd name="connsiteX3" fmla="*/ 102954 w 669299"/>
                  <a:gd name="connsiteY3" fmla="*/ 54441 h 387738"/>
                  <a:gd name="connsiteX4" fmla="*/ 576156 w 669299"/>
                  <a:gd name="connsiteY4" fmla="*/ 59203 h 387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9299" h="387738">
                    <a:moveTo>
                      <a:pt x="576156" y="59203"/>
                    </a:moveTo>
                    <a:cubicBezTo>
                      <a:pt x="704077" y="136260"/>
                      <a:pt x="699695" y="258942"/>
                      <a:pt x="566345" y="333333"/>
                    </a:cubicBezTo>
                    <a:cubicBezTo>
                      <a:pt x="432995" y="407723"/>
                      <a:pt x="221064" y="405532"/>
                      <a:pt x="93143" y="328570"/>
                    </a:cubicBezTo>
                    <a:cubicBezTo>
                      <a:pt x="-34777" y="251513"/>
                      <a:pt x="-30396" y="128736"/>
                      <a:pt x="102954" y="54441"/>
                    </a:cubicBezTo>
                    <a:cubicBezTo>
                      <a:pt x="236399" y="-19950"/>
                      <a:pt x="448235" y="-17854"/>
                      <a:pt x="576156" y="59203"/>
                    </a:cubicBezTo>
                    <a:close/>
                  </a:path>
                </a:pathLst>
              </a:custGeom>
              <a:gradFill>
                <a:gsLst>
                  <a:gs pos="0">
                    <a:srgbClr val="0E64F0"/>
                  </a:gs>
                  <a:gs pos="100000">
                    <a:srgbClr val="459FED"/>
                  </a:gs>
                </a:gsLst>
                <a:lin ang="3768112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24D05DB4-34BB-B912-075F-B8E29174D9D8}"/>
                  </a:ext>
                </a:extLst>
              </p:cNvPr>
              <p:cNvSpPr/>
              <p:nvPr/>
            </p:nvSpPr>
            <p:spPr>
              <a:xfrm>
                <a:off x="1047100" y="4405713"/>
                <a:ext cx="1744171" cy="799206"/>
              </a:xfrm>
              <a:custGeom>
                <a:avLst/>
                <a:gdLst>
                  <a:gd name="connsiteX0" fmla="*/ 0 w 673893"/>
                  <a:gd name="connsiteY0" fmla="*/ 1810 h 308788"/>
                  <a:gd name="connsiteX1" fmla="*/ 595789 w 673893"/>
                  <a:gd name="connsiteY1" fmla="*/ 62389 h 308788"/>
                  <a:gd name="connsiteX2" fmla="*/ 673894 w 673893"/>
                  <a:gd name="connsiteY2" fmla="*/ 0 h 308788"/>
                  <a:gd name="connsiteX3" fmla="*/ 451866 w 673893"/>
                  <a:gd name="connsiteY3" fmla="*/ 267176 h 308788"/>
                  <a:gd name="connsiteX4" fmla="*/ 223552 w 673893"/>
                  <a:gd name="connsiteY4" fmla="*/ 267748 h 308788"/>
                  <a:gd name="connsiteX5" fmla="*/ 0 w 673893"/>
                  <a:gd name="connsiteY5" fmla="*/ 1810 h 308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73893" h="308788">
                    <a:moveTo>
                      <a:pt x="0" y="1810"/>
                    </a:moveTo>
                    <a:cubicBezTo>
                      <a:pt x="110966" y="133826"/>
                      <a:pt x="412718" y="164401"/>
                      <a:pt x="595789" y="62389"/>
                    </a:cubicBezTo>
                    <a:cubicBezTo>
                      <a:pt x="628936" y="43910"/>
                      <a:pt x="655034" y="22669"/>
                      <a:pt x="673894" y="0"/>
                    </a:cubicBezTo>
                    <a:cubicBezTo>
                      <a:pt x="435197" y="287274"/>
                      <a:pt x="452533" y="265843"/>
                      <a:pt x="451866" y="267176"/>
                    </a:cubicBezTo>
                    <a:cubicBezTo>
                      <a:pt x="405860" y="322517"/>
                      <a:pt x="269653" y="322612"/>
                      <a:pt x="223552" y="267748"/>
                    </a:cubicBezTo>
                    <a:cubicBezTo>
                      <a:pt x="149066" y="179070"/>
                      <a:pt x="74581" y="90488"/>
                      <a:pt x="0" y="181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E64F0"/>
                  </a:gs>
                  <a:gs pos="100000">
                    <a:srgbClr val="93C6F5"/>
                  </a:gs>
                </a:gsLst>
                <a:lin ang="12204351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9F4FAA2E-5456-DCFE-15F8-3C73DCE199E6}"/>
                </a:ext>
              </a:extLst>
            </p:cNvPr>
            <p:cNvSpPr/>
            <p:nvPr/>
          </p:nvSpPr>
          <p:spPr bwMode="auto">
            <a:xfrm>
              <a:off x="199999" y="2709443"/>
              <a:ext cx="8026400" cy="361717"/>
            </a:xfrm>
            <a:prstGeom prst="roundRect">
              <a:avLst>
                <a:gd name="adj" fmla="val 17555"/>
              </a:avLst>
            </a:prstGeom>
            <a:solidFill>
              <a:srgbClr val="43515C"/>
            </a:solidFill>
            <a:ln>
              <a:noFill/>
            </a:ln>
            <a:effectLst>
              <a:outerShdw blurRad="190500" dist="38100" dir="5400000" algn="ctr" rotWithShape="0">
                <a:srgbClr val="20303D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Arial" panose="020B0604020202020204" pitchFamily="34" charset="0"/>
                </a:rPr>
                <a:t>Pittortore Getfelispo Rttitorvolu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E2EF7356-D387-16EF-BE12-15376BEF5416}"/>
                </a:ext>
              </a:extLst>
            </p:cNvPr>
            <p:cNvSpPr/>
            <p:nvPr/>
          </p:nvSpPr>
          <p:spPr bwMode="auto">
            <a:xfrm>
              <a:off x="4102417" y="3170485"/>
              <a:ext cx="4123981" cy="361717"/>
            </a:xfrm>
            <a:prstGeom prst="roundRect">
              <a:avLst>
                <a:gd name="adj" fmla="val 17555"/>
              </a:avLst>
            </a:prstGeom>
            <a:solidFill>
              <a:srgbClr val="66737C"/>
            </a:solidFill>
            <a:ln>
              <a:noFill/>
            </a:ln>
            <a:effectLst>
              <a:outerShdw blurRad="190500" dist="38100" dir="5400000" algn="ctr" rotWithShape="0">
                <a:srgbClr val="43515C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latin typeface="Arial" panose="020B0604020202020204" pitchFamily="34" charset="0"/>
                </a:rPr>
                <a:t>Tpatcras ultr ICI ‘ESL’ Igulasedm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93C37F5-0FCA-5F81-1DC7-EAA75618AF20}"/>
                </a:ext>
              </a:extLst>
            </p:cNvPr>
            <p:cNvSpPr txBox="1"/>
            <p:nvPr/>
          </p:nvSpPr>
          <p:spPr>
            <a:xfrm>
              <a:off x="4570609" y="3698967"/>
              <a:ext cx="373604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1" u="none" strike="noStrike" kern="1200" cap="none" spc="0" normalizeH="0" baseline="0" noProof="0">
                  <a:ln>
                    <a:noFill/>
                  </a:ln>
                  <a:solidFill>
                    <a:srgbClr val="459FE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</a:t>
              </a:r>
              <a:r>
                <a:rPr kumimoji="0" lang="en-GB" sz="1400" b="1" i="1" u="none" strike="noStrike" kern="1200" cap="none" spc="0" normalizeH="0" baseline="0" noProof="0">
                  <a:ln>
                    <a:noFill/>
                  </a:ln>
                  <a:solidFill>
                    <a:srgbClr val="43515C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gnadict </a:t>
              </a:r>
              <a:r>
                <a:rPr lang="en-GB" sz="1400" b="1" i="1">
                  <a:solidFill>
                    <a:srgbClr val="4351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/ Umportalo Remipsum Dolorsi</a:t>
              </a:r>
            </a:p>
            <a:p>
              <a:pPr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Tametc onsectetu-radipis cingeli tseddoeiusmodt emp o ri-ncidi / dun-tutla boreetdolor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7355B54-6E40-054C-4593-9E2824DF67A8}"/>
                </a:ext>
              </a:extLst>
            </p:cNvPr>
            <p:cNvSpPr txBox="1"/>
            <p:nvPr/>
          </p:nvSpPr>
          <p:spPr>
            <a:xfrm>
              <a:off x="4570604" y="4626568"/>
              <a:ext cx="361269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1" u="none" strike="noStrike" kern="1200" cap="none" spc="0" normalizeH="0" baseline="0" noProof="0">
                  <a:ln>
                    <a:noFill/>
                  </a:ln>
                  <a:solidFill>
                    <a:srgbClr val="459FE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</a:t>
              </a:r>
              <a:r>
                <a:rPr kumimoji="0" lang="en-GB" sz="1400" b="1" i="1" u="none" strike="noStrike" kern="1200" cap="none" spc="0" normalizeH="0" baseline="0" noProof="0">
                  <a:ln>
                    <a:noFill/>
                  </a:ln>
                  <a:solidFill>
                    <a:srgbClr val="43515C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magnaaliqu Autenimadmin</a:t>
              </a:r>
            </a:p>
            <a:p>
              <a:pPr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Imv eniamquis nostrudexe, rcita tionullamc olabori, snisiutaliquip, exeac ommod oconsequat duisauteir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8EE205D-2D4C-32E6-4D99-05FD00778C9C}"/>
                </a:ext>
              </a:extLst>
            </p:cNvPr>
            <p:cNvSpPr txBox="1"/>
            <p:nvPr/>
          </p:nvSpPr>
          <p:spPr>
            <a:xfrm>
              <a:off x="4570606" y="5554170"/>
              <a:ext cx="3393247" cy="738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1" u="none" strike="noStrike" kern="1200" cap="none" spc="0" normalizeH="0" baseline="0" noProof="0">
                  <a:ln>
                    <a:noFill/>
                  </a:ln>
                  <a:solidFill>
                    <a:srgbClr val="459FE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</a:t>
              </a:r>
              <a:r>
                <a:rPr kumimoji="0" lang="en-GB" sz="1400" b="1" i="1" u="none" strike="noStrike" kern="1200" cap="none" spc="0" normalizeH="0" baseline="0" noProof="0">
                  <a:ln>
                    <a:noFill/>
                  </a:ln>
                  <a:solidFill>
                    <a:srgbClr val="43515C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redolori Nrepreh Enderitinvolup </a:t>
              </a:r>
            </a:p>
            <a:p>
              <a:pPr>
                <a:defRPr/>
              </a:pPr>
              <a:r>
                <a:rPr lang="en-GB"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anose="020B0604020202020204" pitchFamily="34" charset="0"/>
                </a:rPr>
                <a:t>Tateveli tess-ecil, lumdolor eeufugia tnull, aparia turexcep, teu. </a:t>
              </a: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607D141B-5034-44AB-E988-3972DF70B017}"/>
                </a:ext>
              </a:extLst>
            </p:cNvPr>
            <p:cNvSpPr/>
            <p:nvPr/>
          </p:nvSpPr>
          <p:spPr bwMode="auto">
            <a:xfrm flipH="1" flipV="1">
              <a:off x="2659298" y="3949698"/>
              <a:ext cx="1375139" cy="794483"/>
            </a:xfrm>
            <a:custGeom>
              <a:avLst/>
              <a:gdLst>
                <a:gd name="connsiteX0" fmla="*/ 0 w 444500"/>
                <a:gd name="connsiteY0" fmla="*/ 19050 h 19050"/>
                <a:gd name="connsiteX1" fmla="*/ 254000 w 444500"/>
                <a:gd name="connsiteY1" fmla="*/ 12700 h 19050"/>
                <a:gd name="connsiteX2" fmla="*/ 444500 w 444500"/>
                <a:gd name="connsiteY2" fmla="*/ 0 h 19050"/>
                <a:gd name="connsiteX0" fmla="*/ 0 w 920750"/>
                <a:gd name="connsiteY0" fmla="*/ 1435100 h 1536243"/>
                <a:gd name="connsiteX1" fmla="*/ 254000 w 920750"/>
                <a:gd name="connsiteY1" fmla="*/ 1428750 h 1536243"/>
                <a:gd name="connsiteX2" fmla="*/ 920750 w 920750"/>
                <a:gd name="connsiteY2" fmla="*/ 0 h 1536243"/>
                <a:gd name="connsiteX0" fmla="*/ 0 w 1536700"/>
                <a:gd name="connsiteY0" fmla="*/ 2070100 h 2070100"/>
                <a:gd name="connsiteX1" fmla="*/ 869950 w 1536700"/>
                <a:gd name="connsiteY1" fmla="*/ 1428750 h 2070100"/>
                <a:gd name="connsiteX2" fmla="*/ 1536700 w 1536700"/>
                <a:gd name="connsiteY2" fmla="*/ 0 h 2070100"/>
                <a:gd name="connsiteX0" fmla="*/ 0 w 1536700"/>
                <a:gd name="connsiteY0" fmla="*/ 2070620 h 2070620"/>
                <a:gd name="connsiteX1" fmla="*/ 1022350 w 1536700"/>
                <a:gd name="connsiteY1" fmla="*/ 318020 h 2070620"/>
                <a:gd name="connsiteX2" fmla="*/ 1536700 w 1536700"/>
                <a:gd name="connsiteY2" fmla="*/ 520 h 2070620"/>
                <a:gd name="connsiteX0" fmla="*/ 0 w 2197100"/>
                <a:gd name="connsiteY0" fmla="*/ 2120900 h 2120900"/>
                <a:gd name="connsiteX1" fmla="*/ 1022350 w 2197100"/>
                <a:gd name="connsiteY1" fmla="*/ 368300 h 2120900"/>
                <a:gd name="connsiteX2" fmla="*/ 2197100 w 2197100"/>
                <a:gd name="connsiteY2" fmla="*/ 0 h 2120900"/>
                <a:gd name="connsiteX0" fmla="*/ 0 w 2197100"/>
                <a:gd name="connsiteY0" fmla="*/ 2136469 h 2136469"/>
                <a:gd name="connsiteX1" fmla="*/ 1022350 w 2197100"/>
                <a:gd name="connsiteY1" fmla="*/ 383869 h 2136469"/>
                <a:gd name="connsiteX2" fmla="*/ 2197100 w 2197100"/>
                <a:gd name="connsiteY2" fmla="*/ 15569 h 2136469"/>
                <a:gd name="connsiteX0" fmla="*/ 0 w 2197100"/>
                <a:gd name="connsiteY0" fmla="*/ 2193356 h 2193356"/>
                <a:gd name="connsiteX1" fmla="*/ 1022350 w 2197100"/>
                <a:gd name="connsiteY1" fmla="*/ 440756 h 2193356"/>
                <a:gd name="connsiteX2" fmla="*/ 2197100 w 2197100"/>
                <a:gd name="connsiteY2" fmla="*/ 72456 h 2193356"/>
                <a:gd name="connsiteX0" fmla="*/ 0 w 2197100"/>
                <a:gd name="connsiteY0" fmla="*/ 2193356 h 2194313"/>
                <a:gd name="connsiteX1" fmla="*/ 1022350 w 2197100"/>
                <a:gd name="connsiteY1" fmla="*/ 440756 h 2194313"/>
                <a:gd name="connsiteX2" fmla="*/ 2197100 w 2197100"/>
                <a:gd name="connsiteY2" fmla="*/ 72456 h 2194313"/>
                <a:gd name="connsiteX0" fmla="*/ 0 w 2381250"/>
                <a:gd name="connsiteY0" fmla="*/ 1847075 h 1847704"/>
                <a:gd name="connsiteX1" fmla="*/ 1022350 w 2381250"/>
                <a:gd name="connsiteY1" fmla="*/ 94475 h 1847704"/>
                <a:gd name="connsiteX2" fmla="*/ 2381250 w 2381250"/>
                <a:gd name="connsiteY2" fmla="*/ 221475 h 1847704"/>
                <a:gd name="connsiteX0" fmla="*/ 0 w 2381250"/>
                <a:gd name="connsiteY0" fmla="*/ 1625600 h 1625600"/>
                <a:gd name="connsiteX1" fmla="*/ 2381250 w 2381250"/>
                <a:gd name="connsiteY1" fmla="*/ 0 h 1625600"/>
                <a:gd name="connsiteX0" fmla="*/ 0 w 2381250"/>
                <a:gd name="connsiteY0" fmla="*/ 1625600 h 1625600"/>
                <a:gd name="connsiteX1" fmla="*/ 2381250 w 2381250"/>
                <a:gd name="connsiteY1" fmla="*/ 0 h 1625600"/>
                <a:gd name="connsiteX0" fmla="*/ 0 w 2381250"/>
                <a:gd name="connsiteY0" fmla="*/ 1625600 h 1626744"/>
                <a:gd name="connsiteX1" fmla="*/ 2381250 w 2381250"/>
                <a:gd name="connsiteY1" fmla="*/ 0 h 1626744"/>
                <a:gd name="connsiteX0" fmla="*/ 0 w 2171700"/>
                <a:gd name="connsiteY0" fmla="*/ 933450 h 935512"/>
                <a:gd name="connsiteX1" fmla="*/ 2171700 w 2171700"/>
                <a:gd name="connsiteY1" fmla="*/ 0 h 935512"/>
                <a:gd name="connsiteX0" fmla="*/ 0 w 2171700"/>
                <a:gd name="connsiteY0" fmla="*/ 939172 h 940777"/>
                <a:gd name="connsiteX1" fmla="*/ 2171700 w 2171700"/>
                <a:gd name="connsiteY1" fmla="*/ 5722 h 940777"/>
                <a:gd name="connsiteX0" fmla="*/ 0 w 2239311"/>
                <a:gd name="connsiteY0" fmla="*/ 1052950 h 1054405"/>
                <a:gd name="connsiteX1" fmla="*/ 2239311 w 2239311"/>
                <a:gd name="connsiteY1" fmla="*/ 5200 h 1054405"/>
                <a:gd name="connsiteX0" fmla="*/ 0 w 2239311"/>
                <a:gd name="connsiteY0" fmla="*/ 1053527 h 1053527"/>
                <a:gd name="connsiteX1" fmla="*/ 2239311 w 2239311"/>
                <a:gd name="connsiteY1" fmla="*/ 5777 h 1053527"/>
                <a:gd name="connsiteX0" fmla="*/ 0 w 2239311"/>
                <a:gd name="connsiteY0" fmla="*/ 1049890 h 1049890"/>
                <a:gd name="connsiteX1" fmla="*/ 2239311 w 2239311"/>
                <a:gd name="connsiteY1" fmla="*/ 2140 h 1049890"/>
                <a:gd name="connsiteX0" fmla="*/ 0 w 2239311"/>
                <a:gd name="connsiteY0" fmla="*/ 1049864 h 1049864"/>
                <a:gd name="connsiteX1" fmla="*/ 2239311 w 2239311"/>
                <a:gd name="connsiteY1" fmla="*/ 2114 h 1049864"/>
                <a:gd name="connsiteX0" fmla="*/ 0 w 2239311"/>
                <a:gd name="connsiteY0" fmla="*/ 1050609 h 1050609"/>
                <a:gd name="connsiteX1" fmla="*/ 2239311 w 2239311"/>
                <a:gd name="connsiteY1" fmla="*/ 2859 h 1050609"/>
                <a:gd name="connsiteX0" fmla="*/ 0 w 2239311"/>
                <a:gd name="connsiteY0" fmla="*/ 1047749 h 1047749"/>
                <a:gd name="connsiteX1" fmla="*/ 2239311 w 2239311"/>
                <a:gd name="connsiteY1" fmla="*/ -1 h 1047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39311" h="1047749">
                  <a:moveTo>
                    <a:pt x="0" y="1047749"/>
                  </a:moveTo>
                  <a:cubicBezTo>
                    <a:pt x="647283" y="698404"/>
                    <a:pt x="1029469" y="195315"/>
                    <a:pt x="2239311" y="-1"/>
                  </a:cubicBezTo>
                </a:path>
              </a:pathLst>
            </a:custGeom>
            <a:noFill/>
            <a:ln w="3175">
              <a:solidFill>
                <a:srgbClr val="66737C"/>
              </a:solidFill>
              <a:miter lim="800000"/>
              <a:headEnd type="oval" w="sm" len="sm"/>
              <a:tailEnd type="oval" w="sm" len="sm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874F5BF8-DB30-F4ED-F6BC-ADAEE42D45C5}"/>
                </a:ext>
              </a:extLst>
            </p:cNvPr>
            <p:cNvSpPr/>
            <p:nvPr/>
          </p:nvSpPr>
          <p:spPr bwMode="auto">
            <a:xfrm flipH="1">
              <a:off x="2444941" y="5477142"/>
              <a:ext cx="1589485" cy="302220"/>
            </a:xfrm>
            <a:custGeom>
              <a:avLst/>
              <a:gdLst>
                <a:gd name="connsiteX0" fmla="*/ 0 w 444500"/>
                <a:gd name="connsiteY0" fmla="*/ 19050 h 19050"/>
                <a:gd name="connsiteX1" fmla="*/ 254000 w 444500"/>
                <a:gd name="connsiteY1" fmla="*/ 12700 h 19050"/>
                <a:gd name="connsiteX2" fmla="*/ 444500 w 444500"/>
                <a:gd name="connsiteY2" fmla="*/ 0 h 19050"/>
                <a:gd name="connsiteX0" fmla="*/ 0 w 920750"/>
                <a:gd name="connsiteY0" fmla="*/ 1435100 h 1536243"/>
                <a:gd name="connsiteX1" fmla="*/ 254000 w 920750"/>
                <a:gd name="connsiteY1" fmla="*/ 1428750 h 1536243"/>
                <a:gd name="connsiteX2" fmla="*/ 920750 w 920750"/>
                <a:gd name="connsiteY2" fmla="*/ 0 h 1536243"/>
                <a:gd name="connsiteX0" fmla="*/ 0 w 1536700"/>
                <a:gd name="connsiteY0" fmla="*/ 2070100 h 2070100"/>
                <a:gd name="connsiteX1" fmla="*/ 869950 w 1536700"/>
                <a:gd name="connsiteY1" fmla="*/ 1428750 h 2070100"/>
                <a:gd name="connsiteX2" fmla="*/ 1536700 w 1536700"/>
                <a:gd name="connsiteY2" fmla="*/ 0 h 2070100"/>
                <a:gd name="connsiteX0" fmla="*/ 0 w 1536700"/>
                <a:gd name="connsiteY0" fmla="*/ 2070620 h 2070620"/>
                <a:gd name="connsiteX1" fmla="*/ 1022350 w 1536700"/>
                <a:gd name="connsiteY1" fmla="*/ 318020 h 2070620"/>
                <a:gd name="connsiteX2" fmla="*/ 1536700 w 1536700"/>
                <a:gd name="connsiteY2" fmla="*/ 520 h 2070620"/>
                <a:gd name="connsiteX0" fmla="*/ 0 w 2197100"/>
                <a:gd name="connsiteY0" fmla="*/ 2120900 h 2120900"/>
                <a:gd name="connsiteX1" fmla="*/ 1022350 w 2197100"/>
                <a:gd name="connsiteY1" fmla="*/ 368300 h 2120900"/>
                <a:gd name="connsiteX2" fmla="*/ 2197100 w 2197100"/>
                <a:gd name="connsiteY2" fmla="*/ 0 h 2120900"/>
                <a:gd name="connsiteX0" fmla="*/ 0 w 2197100"/>
                <a:gd name="connsiteY0" fmla="*/ 2136469 h 2136469"/>
                <a:gd name="connsiteX1" fmla="*/ 1022350 w 2197100"/>
                <a:gd name="connsiteY1" fmla="*/ 383869 h 2136469"/>
                <a:gd name="connsiteX2" fmla="*/ 2197100 w 2197100"/>
                <a:gd name="connsiteY2" fmla="*/ 15569 h 2136469"/>
                <a:gd name="connsiteX0" fmla="*/ 0 w 2197100"/>
                <a:gd name="connsiteY0" fmla="*/ 2193356 h 2193356"/>
                <a:gd name="connsiteX1" fmla="*/ 1022350 w 2197100"/>
                <a:gd name="connsiteY1" fmla="*/ 440756 h 2193356"/>
                <a:gd name="connsiteX2" fmla="*/ 2197100 w 2197100"/>
                <a:gd name="connsiteY2" fmla="*/ 72456 h 2193356"/>
                <a:gd name="connsiteX0" fmla="*/ 0 w 2197100"/>
                <a:gd name="connsiteY0" fmla="*/ 2193356 h 2194313"/>
                <a:gd name="connsiteX1" fmla="*/ 1022350 w 2197100"/>
                <a:gd name="connsiteY1" fmla="*/ 440756 h 2194313"/>
                <a:gd name="connsiteX2" fmla="*/ 2197100 w 2197100"/>
                <a:gd name="connsiteY2" fmla="*/ 72456 h 2194313"/>
                <a:gd name="connsiteX0" fmla="*/ 0 w 2381250"/>
                <a:gd name="connsiteY0" fmla="*/ 1847075 h 1847704"/>
                <a:gd name="connsiteX1" fmla="*/ 1022350 w 2381250"/>
                <a:gd name="connsiteY1" fmla="*/ 94475 h 1847704"/>
                <a:gd name="connsiteX2" fmla="*/ 2381250 w 2381250"/>
                <a:gd name="connsiteY2" fmla="*/ 221475 h 1847704"/>
                <a:gd name="connsiteX0" fmla="*/ 0 w 2381250"/>
                <a:gd name="connsiteY0" fmla="*/ 1625600 h 1625600"/>
                <a:gd name="connsiteX1" fmla="*/ 2381250 w 2381250"/>
                <a:gd name="connsiteY1" fmla="*/ 0 h 1625600"/>
                <a:gd name="connsiteX0" fmla="*/ 0 w 2381250"/>
                <a:gd name="connsiteY0" fmla="*/ 1625600 h 1625600"/>
                <a:gd name="connsiteX1" fmla="*/ 2381250 w 2381250"/>
                <a:gd name="connsiteY1" fmla="*/ 0 h 1625600"/>
                <a:gd name="connsiteX0" fmla="*/ 0 w 2381250"/>
                <a:gd name="connsiteY0" fmla="*/ 1625600 h 1626744"/>
                <a:gd name="connsiteX1" fmla="*/ 2381250 w 2381250"/>
                <a:gd name="connsiteY1" fmla="*/ 0 h 1626744"/>
                <a:gd name="connsiteX0" fmla="*/ 0 w 2171700"/>
                <a:gd name="connsiteY0" fmla="*/ 933450 h 935512"/>
                <a:gd name="connsiteX1" fmla="*/ 2171700 w 2171700"/>
                <a:gd name="connsiteY1" fmla="*/ 0 h 935512"/>
                <a:gd name="connsiteX0" fmla="*/ 0 w 2171700"/>
                <a:gd name="connsiteY0" fmla="*/ 939172 h 940777"/>
                <a:gd name="connsiteX1" fmla="*/ 2171700 w 2171700"/>
                <a:gd name="connsiteY1" fmla="*/ 5722 h 940777"/>
                <a:gd name="connsiteX0" fmla="*/ 0 w 2239311"/>
                <a:gd name="connsiteY0" fmla="*/ 1052950 h 1054405"/>
                <a:gd name="connsiteX1" fmla="*/ 2239311 w 2239311"/>
                <a:gd name="connsiteY1" fmla="*/ 5200 h 1054405"/>
                <a:gd name="connsiteX0" fmla="*/ 0 w 2239311"/>
                <a:gd name="connsiteY0" fmla="*/ 1053527 h 1053527"/>
                <a:gd name="connsiteX1" fmla="*/ 2239311 w 2239311"/>
                <a:gd name="connsiteY1" fmla="*/ 5777 h 1053527"/>
                <a:gd name="connsiteX0" fmla="*/ 0 w 2239311"/>
                <a:gd name="connsiteY0" fmla="*/ 1049890 h 1049890"/>
                <a:gd name="connsiteX1" fmla="*/ 2239311 w 2239311"/>
                <a:gd name="connsiteY1" fmla="*/ 2140 h 1049890"/>
                <a:gd name="connsiteX0" fmla="*/ 0 w 2239311"/>
                <a:gd name="connsiteY0" fmla="*/ 1049864 h 1049864"/>
                <a:gd name="connsiteX1" fmla="*/ 2239311 w 2239311"/>
                <a:gd name="connsiteY1" fmla="*/ 2114 h 1049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39311" h="1049864">
                  <a:moveTo>
                    <a:pt x="0" y="1049864"/>
                  </a:moveTo>
                  <a:cubicBezTo>
                    <a:pt x="750526" y="984247"/>
                    <a:pt x="1277254" y="-52919"/>
                    <a:pt x="2239311" y="2114"/>
                  </a:cubicBezTo>
                </a:path>
              </a:pathLst>
            </a:custGeom>
            <a:noFill/>
            <a:ln w="3175">
              <a:solidFill>
                <a:srgbClr val="66737C"/>
              </a:solidFill>
              <a:miter lim="800000"/>
              <a:headEnd type="oval" w="sm" len="sm"/>
              <a:tailEnd type="oval" w="sm" len="sm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454510A-7A15-D878-770A-F182B0351518}"/>
                </a:ext>
              </a:extLst>
            </p:cNvPr>
            <p:cNvSpPr/>
            <p:nvPr/>
          </p:nvSpPr>
          <p:spPr bwMode="auto">
            <a:xfrm flipH="1" flipV="1">
              <a:off x="2444940" y="4902200"/>
              <a:ext cx="1589495" cy="216958"/>
            </a:xfrm>
            <a:custGeom>
              <a:avLst/>
              <a:gdLst>
                <a:gd name="connsiteX0" fmla="*/ 0 w 444500"/>
                <a:gd name="connsiteY0" fmla="*/ 19050 h 19050"/>
                <a:gd name="connsiteX1" fmla="*/ 254000 w 444500"/>
                <a:gd name="connsiteY1" fmla="*/ 12700 h 19050"/>
                <a:gd name="connsiteX2" fmla="*/ 444500 w 444500"/>
                <a:gd name="connsiteY2" fmla="*/ 0 h 19050"/>
                <a:gd name="connsiteX0" fmla="*/ 0 w 920750"/>
                <a:gd name="connsiteY0" fmla="*/ 1435100 h 1536243"/>
                <a:gd name="connsiteX1" fmla="*/ 254000 w 920750"/>
                <a:gd name="connsiteY1" fmla="*/ 1428750 h 1536243"/>
                <a:gd name="connsiteX2" fmla="*/ 920750 w 920750"/>
                <a:gd name="connsiteY2" fmla="*/ 0 h 1536243"/>
                <a:gd name="connsiteX0" fmla="*/ 0 w 1536700"/>
                <a:gd name="connsiteY0" fmla="*/ 2070100 h 2070100"/>
                <a:gd name="connsiteX1" fmla="*/ 869950 w 1536700"/>
                <a:gd name="connsiteY1" fmla="*/ 1428750 h 2070100"/>
                <a:gd name="connsiteX2" fmla="*/ 1536700 w 1536700"/>
                <a:gd name="connsiteY2" fmla="*/ 0 h 2070100"/>
                <a:gd name="connsiteX0" fmla="*/ 0 w 1536700"/>
                <a:gd name="connsiteY0" fmla="*/ 2070620 h 2070620"/>
                <a:gd name="connsiteX1" fmla="*/ 1022350 w 1536700"/>
                <a:gd name="connsiteY1" fmla="*/ 318020 h 2070620"/>
                <a:gd name="connsiteX2" fmla="*/ 1536700 w 1536700"/>
                <a:gd name="connsiteY2" fmla="*/ 520 h 2070620"/>
                <a:gd name="connsiteX0" fmla="*/ 0 w 2197100"/>
                <a:gd name="connsiteY0" fmla="*/ 2120900 h 2120900"/>
                <a:gd name="connsiteX1" fmla="*/ 1022350 w 2197100"/>
                <a:gd name="connsiteY1" fmla="*/ 368300 h 2120900"/>
                <a:gd name="connsiteX2" fmla="*/ 2197100 w 2197100"/>
                <a:gd name="connsiteY2" fmla="*/ 0 h 2120900"/>
                <a:gd name="connsiteX0" fmla="*/ 0 w 2197100"/>
                <a:gd name="connsiteY0" fmla="*/ 2136469 h 2136469"/>
                <a:gd name="connsiteX1" fmla="*/ 1022350 w 2197100"/>
                <a:gd name="connsiteY1" fmla="*/ 383869 h 2136469"/>
                <a:gd name="connsiteX2" fmla="*/ 2197100 w 2197100"/>
                <a:gd name="connsiteY2" fmla="*/ 15569 h 2136469"/>
                <a:gd name="connsiteX0" fmla="*/ 0 w 2197100"/>
                <a:gd name="connsiteY0" fmla="*/ 2193356 h 2193356"/>
                <a:gd name="connsiteX1" fmla="*/ 1022350 w 2197100"/>
                <a:gd name="connsiteY1" fmla="*/ 440756 h 2193356"/>
                <a:gd name="connsiteX2" fmla="*/ 2197100 w 2197100"/>
                <a:gd name="connsiteY2" fmla="*/ 72456 h 2193356"/>
                <a:gd name="connsiteX0" fmla="*/ 0 w 2197100"/>
                <a:gd name="connsiteY0" fmla="*/ 2193356 h 2194313"/>
                <a:gd name="connsiteX1" fmla="*/ 1022350 w 2197100"/>
                <a:gd name="connsiteY1" fmla="*/ 440756 h 2194313"/>
                <a:gd name="connsiteX2" fmla="*/ 2197100 w 2197100"/>
                <a:gd name="connsiteY2" fmla="*/ 72456 h 2194313"/>
                <a:gd name="connsiteX0" fmla="*/ 0 w 2381250"/>
                <a:gd name="connsiteY0" fmla="*/ 1847075 h 1847704"/>
                <a:gd name="connsiteX1" fmla="*/ 1022350 w 2381250"/>
                <a:gd name="connsiteY1" fmla="*/ 94475 h 1847704"/>
                <a:gd name="connsiteX2" fmla="*/ 2381250 w 2381250"/>
                <a:gd name="connsiteY2" fmla="*/ 221475 h 1847704"/>
                <a:gd name="connsiteX0" fmla="*/ 0 w 2381250"/>
                <a:gd name="connsiteY0" fmla="*/ 1625600 h 1625600"/>
                <a:gd name="connsiteX1" fmla="*/ 2381250 w 2381250"/>
                <a:gd name="connsiteY1" fmla="*/ 0 h 1625600"/>
                <a:gd name="connsiteX0" fmla="*/ 0 w 2381250"/>
                <a:gd name="connsiteY0" fmla="*/ 1625600 h 1625600"/>
                <a:gd name="connsiteX1" fmla="*/ 2381250 w 2381250"/>
                <a:gd name="connsiteY1" fmla="*/ 0 h 1625600"/>
                <a:gd name="connsiteX0" fmla="*/ 0 w 2381250"/>
                <a:gd name="connsiteY0" fmla="*/ 1625600 h 1626744"/>
                <a:gd name="connsiteX1" fmla="*/ 2381250 w 2381250"/>
                <a:gd name="connsiteY1" fmla="*/ 0 h 1626744"/>
                <a:gd name="connsiteX0" fmla="*/ 0 w 2171700"/>
                <a:gd name="connsiteY0" fmla="*/ 933450 h 935512"/>
                <a:gd name="connsiteX1" fmla="*/ 2171700 w 2171700"/>
                <a:gd name="connsiteY1" fmla="*/ 0 h 935512"/>
                <a:gd name="connsiteX0" fmla="*/ 0 w 2171700"/>
                <a:gd name="connsiteY0" fmla="*/ 939172 h 940777"/>
                <a:gd name="connsiteX1" fmla="*/ 2171700 w 2171700"/>
                <a:gd name="connsiteY1" fmla="*/ 5722 h 940777"/>
                <a:gd name="connsiteX0" fmla="*/ 0 w 2239311"/>
                <a:gd name="connsiteY0" fmla="*/ 1052950 h 1054405"/>
                <a:gd name="connsiteX1" fmla="*/ 2239311 w 2239311"/>
                <a:gd name="connsiteY1" fmla="*/ 5200 h 1054405"/>
                <a:gd name="connsiteX0" fmla="*/ 0 w 2239311"/>
                <a:gd name="connsiteY0" fmla="*/ 1053527 h 1053527"/>
                <a:gd name="connsiteX1" fmla="*/ 2239311 w 2239311"/>
                <a:gd name="connsiteY1" fmla="*/ 5777 h 1053527"/>
                <a:gd name="connsiteX0" fmla="*/ 0 w 2239311"/>
                <a:gd name="connsiteY0" fmla="*/ 1049890 h 1049890"/>
                <a:gd name="connsiteX1" fmla="*/ 2239311 w 2239311"/>
                <a:gd name="connsiteY1" fmla="*/ 2140 h 1049890"/>
                <a:gd name="connsiteX0" fmla="*/ 0 w 2239311"/>
                <a:gd name="connsiteY0" fmla="*/ 1049864 h 1049864"/>
                <a:gd name="connsiteX1" fmla="*/ 2239311 w 2239311"/>
                <a:gd name="connsiteY1" fmla="*/ 2114 h 1049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39311" h="1049864">
                  <a:moveTo>
                    <a:pt x="0" y="1049864"/>
                  </a:moveTo>
                  <a:cubicBezTo>
                    <a:pt x="750526" y="984247"/>
                    <a:pt x="1277254" y="-52919"/>
                    <a:pt x="2239311" y="2114"/>
                  </a:cubicBezTo>
                </a:path>
              </a:pathLst>
            </a:custGeom>
            <a:noFill/>
            <a:ln w="3175">
              <a:solidFill>
                <a:srgbClr val="66737C"/>
              </a:solidFill>
              <a:miter lim="800000"/>
              <a:headEnd type="oval" w="sm" len="sm"/>
              <a:tailEnd type="oval" w="sm" len="sm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6" name="Freeform 21">
              <a:extLst>
                <a:ext uri="{FF2B5EF4-FFF2-40B4-BE49-F238E27FC236}">
                  <a16:creationId xmlns:a16="http://schemas.microsoft.com/office/drawing/2014/main" id="{44D9539E-F51D-57C6-BF98-AF2D17B117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8453" y="3797300"/>
              <a:ext cx="328140" cy="328138"/>
            </a:xfrm>
            <a:custGeom>
              <a:avLst/>
              <a:gdLst>
                <a:gd name="T0" fmla="*/ 49 w 200"/>
                <a:gd name="T1" fmla="*/ 116 h 200"/>
                <a:gd name="T2" fmla="*/ 35 w 200"/>
                <a:gd name="T3" fmla="*/ 83 h 200"/>
                <a:gd name="T4" fmla="*/ 35 w 200"/>
                <a:gd name="T5" fmla="*/ 122 h 200"/>
                <a:gd name="T6" fmla="*/ 47 w 200"/>
                <a:gd name="T7" fmla="*/ 102 h 200"/>
                <a:gd name="T8" fmla="*/ 27 w 200"/>
                <a:gd name="T9" fmla="*/ 94 h 200"/>
                <a:gd name="T10" fmla="*/ 192 w 200"/>
                <a:gd name="T11" fmla="*/ 196 h 200"/>
                <a:gd name="T12" fmla="*/ 180 w 200"/>
                <a:gd name="T13" fmla="*/ 192 h 200"/>
                <a:gd name="T14" fmla="*/ 70 w 200"/>
                <a:gd name="T15" fmla="*/ 102 h 200"/>
                <a:gd name="T16" fmla="*/ 145 w 200"/>
                <a:gd name="T17" fmla="*/ 93 h 200"/>
                <a:gd name="T18" fmla="*/ 133 w 200"/>
                <a:gd name="T19" fmla="*/ 113 h 200"/>
                <a:gd name="T20" fmla="*/ 130 w 200"/>
                <a:gd name="T21" fmla="*/ 130 h 200"/>
                <a:gd name="T22" fmla="*/ 151 w 200"/>
                <a:gd name="T23" fmla="*/ 155 h 200"/>
                <a:gd name="T24" fmla="*/ 151 w 200"/>
                <a:gd name="T25" fmla="*/ 117 h 200"/>
                <a:gd name="T26" fmla="*/ 164 w 200"/>
                <a:gd name="T27" fmla="*/ 140 h 200"/>
                <a:gd name="T28" fmla="*/ 178 w 200"/>
                <a:gd name="T29" fmla="*/ 117 h 200"/>
                <a:gd name="T30" fmla="*/ 178 w 200"/>
                <a:gd name="T31" fmla="*/ 155 h 200"/>
                <a:gd name="T32" fmla="*/ 199 w 200"/>
                <a:gd name="T33" fmla="*/ 130 h 200"/>
                <a:gd name="T34" fmla="*/ 196 w 200"/>
                <a:gd name="T35" fmla="*/ 113 h 200"/>
                <a:gd name="T36" fmla="*/ 184 w 200"/>
                <a:gd name="T37" fmla="*/ 93 h 200"/>
                <a:gd name="T38" fmla="*/ 141 w 200"/>
                <a:gd name="T39" fmla="*/ 16 h 200"/>
                <a:gd name="T40" fmla="*/ 102 w 200"/>
                <a:gd name="T41" fmla="*/ 7 h 200"/>
                <a:gd name="T42" fmla="*/ 35 w 200"/>
                <a:gd name="T43" fmla="*/ 67 h 200"/>
                <a:gd name="T44" fmla="*/ 0 w 200"/>
                <a:gd name="T45" fmla="*/ 102 h 200"/>
                <a:gd name="T46" fmla="*/ 4 w 200"/>
                <a:gd name="T47" fmla="*/ 192 h 200"/>
                <a:gd name="T48" fmla="*/ 180 w 200"/>
                <a:gd name="T49" fmla="*/ 200 h 200"/>
                <a:gd name="T50" fmla="*/ 188 w 200"/>
                <a:gd name="T51" fmla="*/ 101 h 200"/>
                <a:gd name="T52" fmla="*/ 141 w 200"/>
                <a:gd name="T53" fmla="*/ 101 h 200"/>
                <a:gd name="T54" fmla="*/ 153 w 200"/>
                <a:gd name="T55" fmla="*/ 83 h 200"/>
                <a:gd name="T56" fmla="*/ 176 w 200"/>
                <a:gd name="T57" fmla="*/ 93 h 200"/>
                <a:gd name="T58" fmla="*/ 173 w 200"/>
                <a:gd name="T59" fmla="*/ 59 h 200"/>
                <a:gd name="T60" fmla="*/ 173 w 200"/>
                <a:gd name="T61" fmla="*/ 75 h 200"/>
                <a:gd name="T62" fmla="*/ 127 w 200"/>
                <a:gd name="T63" fmla="*/ 45 h 200"/>
                <a:gd name="T64" fmla="*/ 108 w 200"/>
                <a:gd name="T65" fmla="*/ 12 h 200"/>
                <a:gd name="T66" fmla="*/ 130 w 200"/>
                <a:gd name="T67" fmla="*/ 34 h 200"/>
                <a:gd name="T68" fmla="*/ 108 w 200"/>
                <a:gd name="T69" fmla="*/ 12 h 200"/>
                <a:gd name="T70" fmla="*/ 115 w 200"/>
                <a:gd name="T71" fmla="*/ 46 h 200"/>
                <a:gd name="T72" fmla="*/ 78 w 200"/>
                <a:gd name="T73" fmla="*/ 69 h 200"/>
                <a:gd name="T74" fmla="*/ 59 w 200"/>
                <a:gd name="T75" fmla="*/ 77 h 200"/>
                <a:gd name="T76" fmla="*/ 15 w 200"/>
                <a:gd name="T77" fmla="*/ 83 h 200"/>
                <a:gd name="T78" fmla="*/ 62 w 200"/>
                <a:gd name="T79" fmla="*/ 102 h 200"/>
                <a:gd name="T80" fmla="*/ 35 w 200"/>
                <a:gd name="T81" fmla="*/ 130 h 200"/>
                <a:gd name="T82" fmla="*/ 54 w 200"/>
                <a:gd name="T83" fmla="*/ 192 h 200"/>
                <a:gd name="T84" fmla="*/ 35 w 200"/>
                <a:gd name="T85" fmla="*/ 161 h 200"/>
                <a:gd name="T86" fmla="*/ 15 w 200"/>
                <a:gd name="T87" fmla="*/ 192 h 200"/>
                <a:gd name="T88" fmla="*/ 35 w 200"/>
                <a:gd name="T89" fmla="*/ 137 h 200"/>
                <a:gd name="T90" fmla="*/ 35 w 200"/>
                <a:gd name="T91" fmla="*/ 145 h 200"/>
                <a:gd name="T92" fmla="*/ 31 w 200"/>
                <a:gd name="T93" fmla="*/ 149 h 200"/>
                <a:gd name="T94" fmla="*/ 39 w 200"/>
                <a:gd name="T95" fmla="*/ 102 h 200"/>
                <a:gd name="T96" fmla="*/ 35 w 200"/>
                <a:gd name="T97" fmla="*/ 98 h 200"/>
                <a:gd name="T98" fmla="*/ 87 w 200"/>
                <a:gd name="T99" fmla="*/ 59 h 200"/>
                <a:gd name="T100" fmla="*/ 118 w 200"/>
                <a:gd name="T101" fmla="*/ 19 h 200"/>
                <a:gd name="T102" fmla="*/ 114 w 200"/>
                <a:gd name="T103" fmla="*/ 23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0" h="200">
                  <a:moveTo>
                    <a:pt x="35" y="122"/>
                  </a:moveTo>
                  <a:cubicBezTo>
                    <a:pt x="35" y="122"/>
                    <a:pt x="35" y="122"/>
                    <a:pt x="35" y="122"/>
                  </a:cubicBezTo>
                  <a:cubicBezTo>
                    <a:pt x="40" y="122"/>
                    <a:pt x="45" y="120"/>
                    <a:pt x="49" y="116"/>
                  </a:cubicBezTo>
                  <a:cubicBezTo>
                    <a:pt x="52" y="112"/>
                    <a:pt x="54" y="107"/>
                    <a:pt x="54" y="102"/>
                  </a:cubicBezTo>
                  <a:cubicBezTo>
                    <a:pt x="54" y="91"/>
                    <a:pt x="46" y="83"/>
                    <a:pt x="35" y="83"/>
                  </a:cubicBezTo>
                  <a:cubicBezTo>
                    <a:pt x="35" y="83"/>
                    <a:pt x="35" y="83"/>
                    <a:pt x="35" y="83"/>
                  </a:cubicBezTo>
                  <a:cubicBezTo>
                    <a:pt x="30" y="83"/>
                    <a:pt x="25" y="85"/>
                    <a:pt x="21" y="88"/>
                  </a:cubicBezTo>
                  <a:cubicBezTo>
                    <a:pt x="17" y="92"/>
                    <a:pt x="15" y="97"/>
                    <a:pt x="15" y="102"/>
                  </a:cubicBezTo>
                  <a:cubicBezTo>
                    <a:pt x="15" y="113"/>
                    <a:pt x="24" y="122"/>
                    <a:pt x="35" y="122"/>
                  </a:cubicBezTo>
                  <a:close/>
                  <a:moveTo>
                    <a:pt x="27" y="94"/>
                  </a:moveTo>
                  <a:cubicBezTo>
                    <a:pt x="29" y="92"/>
                    <a:pt x="32" y="90"/>
                    <a:pt x="35" y="90"/>
                  </a:cubicBezTo>
                  <a:cubicBezTo>
                    <a:pt x="41" y="90"/>
                    <a:pt x="46" y="96"/>
                    <a:pt x="47" y="102"/>
                  </a:cubicBezTo>
                  <a:cubicBezTo>
                    <a:pt x="47" y="109"/>
                    <a:pt x="41" y="114"/>
                    <a:pt x="35" y="114"/>
                  </a:cubicBezTo>
                  <a:cubicBezTo>
                    <a:pt x="28" y="114"/>
                    <a:pt x="23" y="109"/>
                    <a:pt x="23" y="102"/>
                  </a:cubicBezTo>
                  <a:cubicBezTo>
                    <a:pt x="23" y="99"/>
                    <a:pt x="24" y="96"/>
                    <a:pt x="27" y="94"/>
                  </a:cubicBezTo>
                  <a:close/>
                  <a:moveTo>
                    <a:pt x="200" y="196"/>
                  </a:moveTo>
                  <a:cubicBezTo>
                    <a:pt x="200" y="198"/>
                    <a:pt x="198" y="200"/>
                    <a:pt x="196" y="200"/>
                  </a:cubicBezTo>
                  <a:cubicBezTo>
                    <a:pt x="194" y="200"/>
                    <a:pt x="192" y="198"/>
                    <a:pt x="192" y="196"/>
                  </a:cubicBezTo>
                  <a:cubicBezTo>
                    <a:pt x="192" y="194"/>
                    <a:pt x="194" y="192"/>
                    <a:pt x="196" y="192"/>
                  </a:cubicBezTo>
                  <a:cubicBezTo>
                    <a:pt x="198" y="192"/>
                    <a:pt x="200" y="194"/>
                    <a:pt x="200" y="196"/>
                  </a:cubicBezTo>
                  <a:close/>
                  <a:moveTo>
                    <a:pt x="180" y="192"/>
                  </a:moveTo>
                  <a:cubicBezTo>
                    <a:pt x="62" y="192"/>
                    <a:pt x="62" y="192"/>
                    <a:pt x="62" y="192"/>
                  </a:cubicBezTo>
                  <a:cubicBezTo>
                    <a:pt x="62" y="124"/>
                    <a:pt x="62" y="124"/>
                    <a:pt x="62" y="124"/>
                  </a:cubicBezTo>
                  <a:cubicBezTo>
                    <a:pt x="67" y="118"/>
                    <a:pt x="70" y="110"/>
                    <a:pt x="70" y="102"/>
                  </a:cubicBezTo>
                  <a:cubicBezTo>
                    <a:pt x="121" y="51"/>
                    <a:pt x="121" y="51"/>
                    <a:pt x="121" y="51"/>
                  </a:cubicBezTo>
                  <a:cubicBezTo>
                    <a:pt x="145" y="75"/>
                    <a:pt x="145" y="75"/>
                    <a:pt x="145" y="75"/>
                  </a:cubicBezTo>
                  <a:cubicBezTo>
                    <a:pt x="145" y="93"/>
                    <a:pt x="145" y="93"/>
                    <a:pt x="145" y="93"/>
                  </a:cubicBezTo>
                  <a:cubicBezTo>
                    <a:pt x="137" y="93"/>
                    <a:pt x="137" y="93"/>
                    <a:pt x="137" y="93"/>
                  </a:cubicBezTo>
                  <a:cubicBezTo>
                    <a:pt x="135" y="93"/>
                    <a:pt x="133" y="95"/>
                    <a:pt x="133" y="97"/>
                  </a:cubicBezTo>
                  <a:cubicBezTo>
                    <a:pt x="133" y="113"/>
                    <a:pt x="133" y="113"/>
                    <a:pt x="133" y="113"/>
                  </a:cubicBezTo>
                  <a:cubicBezTo>
                    <a:pt x="133" y="115"/>
                    <a:pt x="135" y="117"/>
                    <a:pt x="137" y="117"/>
                  </a:cubicBezTo>
                  <a:cubicBezTo>
                    <a:pt x="141" y="117"/>
                    <a:pt x="141" y="117"/>
                    <a:pt x="141" y="117"/>
                  </a:cubicBezTo>
                  <a:cubicBezTo>
                    <a:pt x="130" y="130"/>
                    <a:pt x="130" y="130"/>
                    <a:pt x="130" y="130"/>
                  </a:cubicBezTo>
                  <a:cubicBezTo>
                    <a:pt x="129" y="131"/>
                    <a:pt x="129" y="133"/>
                    <a:pt x="130" y="135"/>
                  </a:cubicBezTo>
                  <a:cubicBezTo>
                    <a:pt x="130" y="135"/>
                    <a:pt x="146" y="154"/>
                    <a:pt x="146" y="154"/>
                  </a:cubicBezTo>
                  <a:cubicBezTo>
                    <a:pt x="147" y="156"/>
                    <a:pt x="150" y="156"/>
                    <a:pt x="151" y="155"/>
                  </a:cubicBezTo>
                  <a:cubicBezTo>
                    <a:pt x="153" y="154"/>
                    <a:pt x="153" y="151"/>
                    <a:pt x="152" y="149"/>
                  </a:cubicBezTo>
                  <a:cubicBezTo>
                    <a:pt x="138" y="132"/>
                    <a:pt x="138" y="132"/>
                    <a:pt x="138" y="132"/>
                  </a:cubicBezTo>
                  <a:cubicBezTo>
                    <a:pt x="151" y="117"/>
                    <a:pt x="151" y="117"/>
                    <a:pt x="151" y="117"/>
                  </a:cubicBezTo>
                  <a:cubicBezTo>
                    <a:pt x="161" y="117"/>
                    <a:pt x="161" y="117"/>
                    <a:pt x="161" y="117"/>
                  </a:cubicBezTo>
                  <a:cubicBezTo>
                    <a:pt x="161" y="136"/>
                    <a:pt x="161" y="136"/>
                    <a:pt x="161" y="136"/>
                  </a:cubicBezTo>
                  <a:cubicBezTo>
                    <a:pt x="161" y="138"/>
                    <a:pt x="162" y="140"/>
                    <a:pt x="164" y="140"/>
                  </a:cubicBezTo>
                  <a:cubicBezTo>
                    <a:pt x="167" y="140"/>
                    <a:pt x="168" y="138"/>
                    <a:pt x="168" y="136"/>
                  </a:cubicBezTo>
                  <a:cubicBezTo>
                    <a:pt x="168" y="117"/>
                    <a:pt x="168" y="117"/>
                    <a:pt x="168" y="117"/>
                  </a:cubicBezTo>
                  <a:cubicBezTo>
                    <a:pt x="178" y="117"/>
                    <a:pt x="178" y="117"/>
                    <a:pt x="178" y="117"/>
                  </a:cubicBezTo>
                  <a:cubicBezTo>
                    <a:pt x="191" y="132"/>
                    <a:pt x="191" y="132"/>
                    <a:pt x="191" y="132"/>
                  </a:cubicBezTo>
                  <a:cubicBezTo>
                    <a:pt x="177" y="149"/>
                    <a:pt x="177" y="149"/>
                    <a:pt x="177" y="149"/>
                  </a:cubicBezTo>
                  <a:cubicBezTo>
                    <a:pt x="176" y="151"/>
                    <a:pt x="176" y="153"/>
                    <a:pt x="178" y="155"/>
                  </a:cubicBezTo>
                  <a:cubicBezTo>
                    <a:pt x="179" y="156"/>
                    <a:pt x="182" y="156"/>
                    <a:pt x="183" y="154"/>
                  </a:cubicBezTo>
                  <a:cubicBezTo>
                    <a:pt x="199" y="135"/>
                    <a:pt x="199" y="135"/>
                    <a:pt x="199" y="135"/>
                  </a:cubicBezTo>
                  <a:cubicBezTo>
                    <a:pt x="200" y="133"/>
                    <a:pt x="200" y="131"/>
                    <a:pt x="199" y="130"/>
                  </a:cubicBezTo>
                  <a:cubicBezTo>
                    <a:pt x="188" y="117"/>
                    <a:pt x="188" y="117"/>
                    <a:pt x="188" y="117"/>
                  </a:cubicBezTo>
                  <a:cubicBezTo>
                    <a:pt x="192" y="117"/>
                    <a:pt x="192" y="117"/>
                    <a:pt x="192" y="117"/>
                  </a:cubicBezTo>
                  <a:cubicBezTo>
                    <a:pt x="194" y="117"/>
                    <a:pt x="196" y="115"/>
                    <a:pt x="196" y="113"/>
                  </a:cubicBezTo>
                  <a:cubicBezTo>
                    <a:pt x="196" y="97"/>
                    <a:pt x="196" y="97"/>
                    <a:pt x="196" y="97"/>
                  </a:cubicBezTo>
                  <a:cubicBezTo>
                    <a:pt x="196" y="95"/>
                    <a:pt x="194" y="93"/>
                    <a:pt x="192" y="93"/>
                  </a:cubicBezTo>
                  <a:cubicBezTo>
                    <a:pt x="184" y="93"/>
                    <a:pt x="184" y="93"/>
                    <a:pt x="184" y="93"/>
                  </a:cubicBezTo>
                  <a:cubicBezTo>
                    <a:pt x="184" y="93"/>
                    <a:pt x="184" y="65"/>
                    <a:pt x="184" y="65"/>
                  </a:cubicBezTo>
                  <a:cubicBezTo>
                    <a:pt x="183" y="60"/>
                    <a:pt x="181" y="56"/>
                    <a:pt x="178" y="53"/>
                  </a:cubicBezTo>
                  <a:cubicBezTo>
                    <a:pt x="141" y="16"/>
                    <a:pt x="141" y="16"/>
                    <a:pt x="141" y="16"/>
                  </a:cubicBezTo>
                  <a:cubicBezTo>
                    <a:pt x="140" y="12"/>
                    <a:pt x="138" y="9"/>
                    <a:pt x="135" y="7"/>
                  </a:cubicBezTo>
                  <a:cubicBezTo>
                    <a:pt x="131" y="2"/>
                    <a:pt x="125" y="0"/>
                    <a:pt x="119" y="0"/>
                  </a:cubicBezTo>
                  <a:cubicBezTo>
                    <a:pt x="112" y="0"/>
                    <a:pt x="106" y="2"/>
                    <a:pt x="102" y="7"/>
                  </a:cubicBezTo>
                  <a:cubicBezTo>
                    <a:pt x="100" y="9"/>
                    <a:pt x="98" y="12"/>
                    <a:pt x="97" y="15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1" y="67"/>
                    <a:pt x="38" y="67"/>
                    <a:pt x="35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25" y="67"/>
                    <a:pt x="17" y="71"/>
                    <a:pt x="10" y="77"/>
                  </a:cubicBezTo>
                  <a:cubicBezTo>
                    <a:pt x="3" y="84"/>
                    <a:pt x="0" y="93"/>
                    <a:pt x="0" y="102"/>
                  </a:cubicBezTo>
                  <a:cubicBezTo>
                    <a:pt x="0" y="111"/>
                    <a:pt x="3" y="118"/>
                    <a:pt x="7" y="124"/>
                  </a:cubicBezTo>
                  <a:cubicBezTo>
                    <a:pt x="7" y="192"/>
                    <a:pt x="7" y="192"/>
                    <a:pt x="7" y="192"/>
                  </a:cubicBezTo>
                  <a:cubicBezTo>
                    <a:pt x="4" y="192"/>
                    <a:pt x="4" y="192"/>
                    <a:pt x="4" y="192"/>
                  </a:cubicBezTo>
                  <a:cubicBezTo>
                    <a:pt x="1" y="192"/>
                    <a:pt x="0" y="194"/>
                    <a:pt x="0" y="196"/>
                  </a:cubicBezTo>
                  <a:cubicBezTo>
                    <a:pt x="0" y="198"/>
                    <a:pt x="1" y="200"/>
                    <a:pt x="4" y="200"/>
                  </a:cubicBezTo>
                  <a:cubicBezTo>
                    <a:pt x="180" y="200"/>
                    <a:pt x="180" y="200"/>
                    <a:pt x="180" y="200"/>
                  </a:cubicBezTo>
                  <a:cubicBezTo>
                    <a:pt x="182" y="200"/>
                    <a:pt x="184" y="198"/>
                    <a:pt x="184" y="196"/>
                  </a:cubicBezTo>
                  <a:cubicBezTo>
                    <a:pt x="184" y="194"/>
                    <a:pt x="182" y="192"/>
                    <a:pt x="180" y="192"/>
                  </a:cubicBezTo>
                  <a:close/>
                  <a:moveTo>
                    <a:pt x="188" y="101"/>
                  </a:moveTo>
                  <a:cubicBezTo>
                    <a:pt x="188" y="109"/>
                    <a:pt x="188" y="109"/>
                    <a:pt x="188" y="109"/>
                  </a:cubicBezTo>
                  <a:cubicBezTo>
                    <a:pt x="141" y="109"/>
                    <a:pt x="141" y="109"/>
                    <a:pt x="141" y="109"/>
                  </a:cubicBezTo>
                  <a:cubicBezTo>
                    <a:pt x="141" y="101"/>
                    <a:pt x="141" y="101"/>
                    <a:pt x="141" y="101"/>
                  </a:cubicBezTo>
                  <a:lnTo>
                    <a:pt x="188" y="101"/>
                  </a:lnTo>
                  <a:close/>
                  <a:moveTo>
                    <a:pt x="153" y="93"/>
                  </a:moveTo>
                  <a:cubicBezTo>
                    <a:pt x="153" y="83"/>
                    <a:pt x="153" y="83"/>
                    <a:pt x="153" y="83"/>
                  </a:cubicBezTo>
                  <a:cubicBezTo>
                    <a:pt x="156" y="85"/>
                    <a:pt x="160" y="87"/>
                    <a:pt x="164" y="87"/>
                  </a:cubicBezTo>
                  <a:cubicBezTo>
                    <a:pt x="169" y="87"/>
                    <a:pt x="173" y="85"/>
                    <a:pt x="176" y="83"/>
                  </a:cubicBezTo>
                  <a:cubicBezTo>
                    <a:pt x="176" y="93"/>
                    <a:pt x="176" y="93"/>
                    <a:pt x="176" y="93"/>
                  </a:cubicBezTo>
                  <a:lnTo>
                    <a:pt x="153" y="93"/>
                  </a:lnTo>
                  <a:close/>
                  <a:moveTo>
                    <a:pt x="142" y="28"/>
                  </a:moveTo>
                  <a:cubicBezTo>
                    <a:pt x="173" y="59"/>
                    <a:pt x="173" y="59"/>
                    <a:pt x="173" y="59"/>
                  </a:cubicBezTo>
                  <a:cubicBezTo>
                    <a:pt x="175" y="61"/>
                    <a:pt x="176" y="64"/>
                    <a:pt x="176" y="67"/>
                  </a:cubicBezTo>
                  <a:cubicBezTo>
                    <a:pt x="176" y="70"/>
                    <a:pt x="175" y="73"/>
                    <a:pt x="173" y="75"/>
                  </a:cubicBezTo>
                  <a:cubicBezTo>
                    <a:pt x="173" y="75"/>
                    <a:pt x="173" y="75"/>
                    <a:pt x="173" y="75"/>
                  </a:cubicBezTo>
                  <a:cubicBezTo>
                    <a:pt x="168" y="80"/>
                    <a:pt x="161" y="80"/>
                    <a:pt x="156" y="75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30" y="44"/>
                    <a:pt x="133" y="42"/>
                    <a:pt x="135" y="40"/>
                  </a:cubicBezTo>
                  <a:cubicBezTo>
                    <a:pt x="139" y="36"/>
                    <a:pt x="141" y="32"/>
                    <a:pt x="142" y="28"/>
                  </a:cubicBezTo>
                  <a:close/>
                  <a:moveTo>
                    <a:pt x="108" y="12"/>
                  </a:moveTo>
                  <a:cubicBezTo>
                    <a:pt x="110" y="9"/>
                    <a:pt x="114" y="8"/>
                    <a:pt x="119" y="8"/>
                  </a:cubicBezTo>
                  <a:cubicBezTo>
                    <a:pt x="123" y="8"/>
                    <a:pt x="127" y="9"/>
                    <a:pt x="130" y="12"/>
                  </a:cubicBezTo>
                  <a:cubicBezTo>
                    <a:pt x="136" y="18"/>
                    <a:pt x="136" y="28"/>
                    <a:pt x="130" y="34"/>
                  </a:cubicBezTo>
                  <a:cubicBezTo>
                    <a:pt x="127" y="37"/>
                    <a:pt x="123" y="39"/>
                    <a:pt x="119" y="39"/>
                  </a:cubicBezTo>
                  <a:cubicBezTo>
                    <a:pt x="114" y="39"/>
                    <a:pt x="110" y="37"/>
                    <a:pt x="108" y="34"/>
                  </a:cubicBezTo>
                  <a:cubicBezTo>
                    <a:pt x="101" y="28"/>
                    <a:pt x="101" y="18"/>
                    <a:pt x="108" y="12"/>
                  </a:cubicBezTo>
                  <a:close/>
                  <a:moveTo>
                    <a:pt x="95" y="27"/>
                  </a:moveTo>
                  <a:cubicBezTo>
                    <a:pt x="96" y="32"/>
                    <a:pt x="98" y="36"/>
                    <a:pt x="102" y="40"/>
                  </a:cubicBezTo>
                  <a:cubicBezTo>
                    <a:pt x="106" y="43"/>
                    <a:pt x="110" y="46"/>
                    <a:pt x="115" y="46"/>
                  </a:cubicBezTo>
                  <a:cubicBezTo>
                    <a:pt x="69" y="93"/>
                    <a:pt x="69" y="93"/>
                    <a:pt x="69" y="93"/>
                  </a:cubicBezTo>
                  <a:cubicBezTo>
                    <a:pt x="68" y="89"/>
                    <a:pt x="66" y="86"/>
                    <a:pt x="64" y="83"/>
                  </a:cubicBezTo>
                  <a:cubicBezTo>
                    <a:pt x="64" y="83"/>
                    <a:pt x="78" y="69"/>
                    <a:pt x="78" y="69"/>
                  </a:cubicBezTo>
                  <a:cubicBezTo>
                    <a:pt x="80" y="67"/>
                    <a:pt x="80" y="65"/>
                    <a:pt x="78" y="63"/>
                  </a:cubicBezTo>
                  <a:cubicBezTo>
                    <a:pt x="77" y="62"/>
                    <a:pt x="74" y="62"/>
                    <a:pt x="73" y="63"/>
                  </a:cubicBezTo>
                  <a:cubicBezTo>
                    <a:pt x="59" y="77"/>
                    <a:pt x="59" y="77"/>
                    <a:pt x="59" y="77"/>
                  </a:cubicBezTo>
                  <a:cubicBezTo>
                    <a:pt x="57" y="75"/>
                    <a:pt x="54" y="73"/>
                    <a:pt x="51" y="71"/>
                  </a:cubicBezTo>
                  <a:lnTo>
                    <a:pt x="95" y="27"/>
                  </a:lnTo>
                  <a:close/>
                  <a:moveTo>
                    <a:pt x="15" y="83"/>
                  </a:moveTo>
                  <a:cubicBezTo>
                    <a:pt x="21" y="78"/>
                    <a:pt x="27" y="75"/>
                    <a:pt x="35" y="75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50" y="75"/>
                    <a:pt x="62" y="87"/>
                    <a:pt x="62" y="102"/>
                  </a:cubicBezTo>
                  <a:cubicBezTo>
                    <a:pt x="62" y="110"/>
                    <a:pt x="59" y="116"/>
                    <a:pt x="54" y="122"/>
                  </a:cubicBezTo>
                  <a:cubicBezTo>
                    <a:pt x="49" y="127"/>
                    <a:pt x="42" y="130"/>
                    <a:pt x="35" y="130"/>
                  </a:cubicBezTo>
                  <a:cubicBezTo>
                    <a:pt x="35" y="130"/>
                    <a:pt x="35" y="130"/>
                    <a:pt x="35" y="130"/>
                  </a:cubicBezTo>
                  <a:cubicBezTo>
                    <a:pt x="20" y="130"/>
                    <a:pt x="7" y="117"/>
                    <a:pt x="7" y="102"/>
                  </a:cubicBezTo>
                  <a:cubicBezTo>
                    <a:pt x="7" y="95"/>
                    <a:pt x="10" y="88"/>
                    <a:pt x="15" y="83"/>
                  </a:cubicBezTo>
                  <a:close/>
                  <a:moveTo>
                    <a:pt x="54" y="192"/>
                  </a:moveTo>
                  <a:cubicBezTo>
                    <a:pt x="39" y="192"/>
                    <a:pt x="39" y="192"/>
                    <a:pt x="39" y="192"/>
                  </a:cubicBezTo>
                  <a:cubicBezTo>
                    <a:pt x="39" y="165"/>
                    <a:pt x="39" y="165"/>
                    <a:pt x="39" y="165"/>
                  </a:cubicBezTo>
                  <a:cubicBezTo>
                    <a:pt x="39" y="163"/>
                    <a:pt x="37" y="161"/>
                    <a:pt x="35" y="161"/>
                  </a:cubicBezTo>
                  <a:cubicBezTo>
                    <a:pt x="33" y="161"/>
                    <a:pt x="31" y="163"/>
                    <a:pt x="31" y="165"/>
                  </a:cubicBezTo>
                  <a:cubicBezTo>
                    <a:pt x="31" y="192"/>
                    <a:pt x="31" y="192"/>
                    <a:pt x="31" y="192"/>
                  </a:cubicBezTo>
                  <a:cubicBezTo>
                    <a:pt x="15" y="192"/>
                    <a:pt x="15" y="192"/>
                    <a:pt x="15" y="192"/>
                  </a:cubicBezTo>
                  <a:cubicBezTo>
                    <a:pt x="15" y="131"/>
                    <a:pt x="15" y="131"/>
                    <a:pt x="15" y="131"/>
                  </a:cubicBezTo>
                  <a:cubicBezTo>
                    <a:pt x="21" y="135"/>
                    <a:pt x="28" y="137"/>
                    <a:pt x="35" y="137"/>
                  </a:cubicBezTo>
                  <a:cubicBezTo>
                    <a:pt x="35" y="137"/>
                    <a:pt x="35" y="137"/>
                    <a:pt x="35" y="137"/>
                  </a:cubicBezTo>
                  <a:cubicBezTo>
                    <a:pt x="42" y="137"/>
                    <a:pt x="49" y="135"/>
                    <a:pt x="54" y="131"/>
                  </a:cubicBezTo>
                  <a:lnTo>
                    <a:pt x="54" y="192"/>
                  </a:lnTo>
                  <a:close/>
                  <a:moveTo>
                    <a:pt x="35" y="145"/>
                  </a:moveTo>
                  <a:cubicBezTo>
                    <a:pt x="37" y="145"/>
                    <a:pt x="39" y="147"/>
                    <a:pt x="39" y="149"/>
                  </a:cubicBezTo>
                  <a:cubicBezTo>
                    <a:pt x="39" y="151"/>
                    <a:pt x="37" y="153"/>
                    <a:pt x="35" y="153"/>
                  </a:cubicBezTo>
                  <a:cubicBezTo>
                    <a:pt x="33" y="153"/>
                    <a:pt x="31" y="151"/>
                    <a:pt x="31" y="149"/>
                  </a:cubicBezTo>
                  <a:cubicBezTo>
                    <a:pt x="31" y="147"/>
                    <a:pt x="33" y="145"/>
                    <a:pt x="35" y="145"/>
                  </a:cubicBezTo>
                  <a:close/>
                  <a:moveTo>
                    <a:pt x="35" y="98"/>
                  </a:moveTo>
                  <a:cubicBezTo>
                    <a:pt x="37" y="98"/>
                    <a:pt x="39" y="100"/>
                    <a:pt x="39" y="102"/>
                  </a:cubicBezTo>
                  <a:cubicBezTo>
                    <a:pt x="39" y="104"/>
                    <a:pt x="37" y="106"/>
                    <a:pt x="35" y="106"/>
                  </a:cubicBezTo>
                  <a:cubicBezTo>
                    <a:pt x="33" y="106"/>
                    <a:pt x="31" y="104"/>
                    <a:pt x="31" y="102"/>
                  </a:cubicBezTo>
                  <a:cubicBezTo>
                    <a:pt x="31" y="100"/>
                    <a:pt x="33" y="98"/>
                    <a:pt x="35" y="98"/>
                  </a:cubicBezTo>
                  <a:close/>
                  <a:moveTo>
                    <a:pt x="87" y="51"/>
                  </a:moveTo>
                  <a:cubicBezTo>
                    <a:pt x="89" y="51"/>
                    <a:pt x="91" y="53"/>
                    <a:pt x="91" y="55"/>
                  </a:cubicBezTo>
                  <a:cubicBezTo>
                    <a:pt x="91" y="57"/>
                    <a:pt x="89" y="59"/>
                    <a:pt x="87" y="59"/>
                  </a:cubicBezTo>
                  <a:cubicBezTo>
                    <a:pt x="85" y="59"/>
                    <a:pt x="83" y="57"/>
                    <a:pt x="83" y="55"/>
                  </a:cubicBezTo>
                  <a:cubicBezTo>
                    <a:pt x="83" y="53"/>
                    <a:pt x="85" y="51"/>
                    <a:pt x="87" y="51"/>
                  </a:cubicBezTo>
                  <a:close/>
                  <a:moveTo>
                    <a:pt x="118" y="19"/>
                  </a:moveTo>
                  <a:cubicBezTo>
                    <a:pt x="121" y="19"/>
                    <a:pt x="122" y="21"/>
                    <a:pt x="122" y="23"/>
                  </a:cubicBezTo>
                  <a:cubicBezTo>
                    <a:pt x="122" y="25"/>
                    <a:pt x="121" y="27"/>
                    <a:pt x="118" y="27"/>
                  </a:cubicBezTo>
                  <a:cubicBezTo>
                    <a:pt x="116" y="27"/>
                    <a:pt x="114" y="25"/>
                    <a:pt x="114" y="23"/>
                  </a:cubicBezTo>
                  <a:cubicBezTo>
                    <a:pt x="114" y="21"/>
                    <a:pt x="116" y="19"/>
                    <a:pt x="118" y="19"/>
                  </a:cubicBezTo>
                  <a:close/>
                </a:path>
              </a:pathLst>
            </a:custGeom>
            <a:solidFill>
              <a:srgbClr val="66737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21">
              <a:extLst>
                <a:ext uri="{FF2B5EF4-FFF2-40B4-BE49-F238E27FC236}">
                  <a16:creationId xmlns:a16="http://schemas.microsoft.com/office/drawing/2014/main" id="{0AAA5460-160B-98DC-2DAE-B960866E36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07451" y="4717729"/>
              <a:ext cx="390144" cy="383416"/>
            </a:xfrm>
            <a:custGeom>
              <a:avLst/>
              <a:gdLst>
                <a:gd name="T0" fmla="*/ 177 w 201"/>
                <a:gd name="T1" fmla="*/ 177 h 197"/>
                <a:gd name="T2" fmla="*/ 177 w 201"/>
                <a:gd name="T3" fmla="*/ 181 h 197"/>
                <a:gd name="T4" fmla="*/ 175 w 201"/>
                <a:gd name="T5" fmla="*/ 182 h 197"/>
                <a:gd name="T6" fmla="*/ 30 w 201"/>
                <a:gd name="T7" fmla="*/ 166 h 197"/>
                <a:gd name="T8" fmla="*/ 31 w 201"/>
                <a:gd name="T9" fmla="*/ 171 h 197"/>
                <a:gd name="T10" fmla="*/ 142 w 201"/>
                <a:gd name="T11" fmla="*/ 121 h 197"/>
                <a:gd name="T12" fmla="*/ 139 w 201"/>
                <a:gd name="T13" fmla="*/ 86 h 197"/>
                <a:gd name="T14" fmla="*/ 19 w 201"/>
                <a:gd name="T15" fmla="*/ 103 h 197"/>
                <a:gd name="T16" fmla="*/ 18 w 201"/>
                <a:gd name="T17" fmla="*/ 100 h 197"/>
                <a:gd name="T18" fmla="*/ 15 w 201"/>
                <a:gd name="T19" fmla="*/ 100 h 197"/>
                <a:gd name="T20" fmla="*/ 14 w 201"/>
                <a:gd name="T21" fmla="*/ 103 h 197"/>
                <a:gd name="T22" fmla="*/ 16 w 201"/>
                <a:gd name="T23" fmla="*/ 104 h 197"/>
                <a:gd name="T24" fmla="*/ 19 w 201"/>
                <a:gd name="T25" fmla="*/ 103 h 197"/>
                <a:gd name="T26" fmla="*/ 184 w 201"/>
                <a:gd name="T27" fmla="*/ 17 h 197"/>
                <a:gd name="T28" fmla="*/ 180 w 201"/>
                <a:gd name="T29" fmla="*/ 19 h 197"/>
                <a:gd name="T30" fmla="*/ 60 w 201"/>
                <a:gd name="T31" fmla="*/ 102 h 197"/>
                <a:gd name="T32" fmla="*/ 101 w 201"/>
                <a:gd name="T33" fmla="*/ 55 h 197"/>
                <a:gd name="T34" fmla="*/ 28 w 201"/>
                <a:gd name="T35" fmla="*/ 36 h 197"/>
                <a:gd name="T36" fmla="*/ 119 w 201"/>
                <a:gd name="T37" fmla="*/ 144 h 197"/>
                <a:gd name="T38" fmla="*/ 85 w 201"/>
                <a:gd name="T39" fmla="*/ 140 h 197"/>
                <a:gd name="T40" fmla="*/ 68 w 201"/>
                <a:gd name="T41" fmla="*/ 134 h 197"/>
                <a:gd name="T42" fmla="*/ 104 w 201"/>
                <a:gd name="T43" fmla="*/ 83 h 197"/>
                <a:gd name="T44" fmla="*/ 104 w 201"/>
                <a:gd name="T45" fmla="*/ 125 h 197"/>
                <a:gd name="T46" fmla="*/ 98 w 201"/>
                <a:gd name="T47" fmla="*/ 126 h 197"/>
                <a:gd name="T48" fmla="*/ 97 w 201"/>
                <a:gd name="T49" fmla="*/ 120 h 197"/>
                <a:gd name="T50" fmla="*/ 98 w 201"/>
                <a:gd name="T51" fmla="*/ 78 h 197"/>
                <a:gd name="T52" fmla="*/ 103 w 201"/>
                <a:gd name="T53" fmla="*/ 78 h 197"/>
                <a:gd name="T54" fmla="*/ 90 w 201"/>
                <a:gd name="T55" fmla="*/ 91 h 197"/>
                <a:gd name="T56" fmla="*/ 98 w 201"/>
                <a:gd name="T57" fmla="*/ 83 h 197"/>
                <a:gd name="T58" fmla="*/ 112 w 201"/>
                <a:gd name="T59" fmla="*/ 112 h 197"/>
                <a:gd name="T60" fmla="*/ 186 w 201"/>
                <a:gd name="T61" fmla="*/ 118 h 197"/>
                <a:gd name="T62" fmla="*/ 144 w 201"/>
                <a:gd name="T63" fmla="*/ 143 h 197"/>
                <a:gd name="T64" fmla="*/ 186 w 201"/>
                <a:gd name="T65" fmla="*/ 191 h 197"/>
                <a:gd name="T66" fmla="*/ 139 w 201"/>
                <a:gd name="T67" fmla="*/ 148 h 197"/>
                <a:gd name="T68" fmla="*/ 40 w 201"/>
                <a:gd name="T69" fmla="*/ 181 h 197"/>
                <a:gd name="T70" fmla="*/ 55 w 201"/>
                <a:gd name="T71" fmla="*/ 140 h 197"/>
                <a:gd name="T72" fmla="*/ 32 w 201"/>
                <a:gd name="T73" fmla="*/ 105 h 197"/>
                <a:gd name="T74" fmla="*/ 15 w 201"/>
                <a:gd name="T75" fmla="*/ 86 h 197"/>
                <a:gd name="T76" fmla="*/ 55 w 201"/>
                <a:gd name="T77" fmla="*/ 64 h 197"/>
                <a:gd name="T78" fmla="*/ 19 w 201"/>
                <a:gd name="T79" fmla="*/ 23 h 197"/>
                <a:gd name="T80" fmla="*/ 59 w 201"/>
                <a:gd name="T81" fmla="*/ 59 h 197"/>
                <a:gd name="T82" fmla="*/ 171 w 201"/>
                <a:gd name="T83" fmla="*/ 5 h 197"/>
                <a:gd name="T84" fmla="*/ 143 w 201"/>
                <a:gd name="T85" fmla="*/ 60 h 197"/>
                <a:gd name="T86" fmla="*/ 169 w 201"/>
                <a:gd name="T87" fmla="*/ 98 h 197"/>
                <a:gd name="T88" fmla="*/ 181 w 201"/>
                <a:gd name="T89" fmla="*/ 28 h 197"/>
                <a:gd name="T90" fmla="*/ 174 w 201"/>
                <a:gd name="T91" fmla="*/ 10 h 197"/>
                <a:gd name="T92" fmla="*/ 23 w 201"/>
                <a:gd name="T93" fmla="*/ 42 h 197"/>
                <a:gd name="T94" fmla="*/ 28 w 201"/>
                <a:gd name="T95" fmla="*/ 102 h 197"/>
                <a:gd name="T96" fmla="*/ 40 w 201"/>
                <a:gd name="T97" fmla="*/ 165 h 197"/>
                <a:gd name="T98" fmla="*/ 38 w 201"/>
                <a:gd name="T99" fmla="*/ 177 h 197"/>
                <a:gd name="T100" fmla="*/ 183 w 201"/>
                <a:gd name="T101" fmla="*/ 172 h 197"/>
                <a:gd name="T102" fmla="*/ 101 w 201"/>
                <a:gd name="T103" fmla="*/ 47 h 197"/>
                <a:gd name="T104" fmla="*/ 185 w 201"/>
                <a:gd name="T105" fmla="*/ 91 h 197"/>
                <a:gd name="T106" fmla="*/ 184 w 201"/>
                <a:gd name="T107" fmla="*/ 104 h 197"/>
                <a:gd name="T108" fmla="*/ 187 w 201"/>
                <a:gd name="T109" fmla="*/ 103 h 197"/>
                <a:gd name="T110" fmla="*/ 187 w 201"/>
                <a:gd name="T111" fmla="*/ 101 h 197"/>
                <a:gd name="T112" fmla="*/ 185 w 201"/>
                <a:gd name="T113" fmla="*/ 99 h 197"/>
                <a:gd name="T114" fmla="*/ 182 w 201"/>
                <a:gd name="T115" fmla="*/ 102 h 197"/>
                <a:gd name="T116" fmla="*/ 183 w 201"/>
                <a:gd name="T117" fmla="*/ 10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1" h="197">
                  <a:moveTo>
                    <a:pt x="173" y="180"/>
                  </a:moveTo>
                  <a:cubicBezTo>
                    <a:pt x="173" y="180"/>
                    <a:pt x="173" y="180"/>
                    <a:pt x="173" y="179"/>
                  </a:cubicBezTo>
                  <a:cubicBezTo>
                    <a:pt x="173" y="179"/>
                    <a:pt x="173" y="178"/>
                    <a:pt x="173" y="178"/>
                  </a:cubicBezTo>
                  <a:cubicBezTo>
                    <a:pt x="174" y="177"/>
                    <a:pt x="175" y="177"/>
                    <a:pt x="176" y="177"/>
                  </a:cubicBezTo>
                  <a:cubicBezTo>
                    <a:pt x="176" y="177"/>
                    <a:pt x="176" y="177"/>
                    <a:pt x="177" y="177"/>
                  </a:cubicBezTo>
                  <a:cubicBezTo>
                    <a:pt x="177" y="178"/>
                    <a:pt x="177" y="178"/>
                    <a:pt x="177" y="178"/>
                  </a:cubicBezTo>
                  <a:cubicBezTo>
                    <a:pt x="177" y="178"/>
                    <a:pt x="177" y="178"/>
                    <a:pt x="178" y="178"/>
                  </a:cubicBezTo>
                  <a:cubicBezTo>
                    <a:pt x="178" y="179"/>
                    <a:pt x="178" y="179"/>
                    <a:pt x="178" y="179"/>
                  </a:cubicBezTo>
                  <a:cubicBezTo>
                    <a:pt x="178" y="180"/>
                    <a:pt x="178" y="180"/>
                    <a:pt x="178" y="180"/>
                  </a:cubicBezTo>
                  <a:cubicBezTo>
                    <a:pt x="177" y="181"/>
                    <a:pt x="177" y="181"/>
                    <a:pt x="177" y="181"/>
                  </a:cubicBezTo>
                  <a:cubicBezTo>
                    <a:pt x="177" y="181"/>
                    <a:pt x="177" y="181"/>
                    <a:pt x="177" y="182"/>
                  </a:cubicBezTo>
                  <a:cubicBezTo>
                    <a:pt x="176" y="182"/>
                    <a:pt x="176" y="182"/>
                    <a:pt x="176" y="182"/>
                  </a:cubicBezTo>
                  <a:cubicBezTo>
                    <a:pt x="176" y="182"/>
                    <a:pt x="176" y="182"/>
                    <a:pt x="176" y="182"/>
                  </a:cubicBezTo>
                  <a:cubicBezTo>
                    <a:pt x="175" y="182"/>
                    <a:pt x="175" y="182"/>
                    <a:pt x="175" y="182"/>
                  </a:cubicBezTo>
                  <a:cubicBezTo>
                    <a:pt x="175" y="182"/>
                    <a:pt x="175" y="182"/>
                    <a:pt x="175" y="182"/>
                  </a:cubicBezTo>
                  <a:cubicBezTo>
                    <a:pt x="174" y="182"/>
                    <a:pt x="174" y="182"/>
                    <a:pt x="173" y="181"/>
                  </a:cubicBezTo>
                  <a:cubicBezTo>
                    <a:pt x="173" y="181"/>
                    <a:pt x="173" y="181"/>
                    <a:pt x="173" y="181"/>
                  </a:cubicBezTo>
                  <a:cubicBezTo>
                    <a:pt x="173" y="181"/>
                    <a:pt x="173" y="181"/>
                    <a:pt x="173" y="180"/>
                  </a:cubicBezTo>
                  <a:close/>
                  <a:moveTo>
                    <a:pt x="32" y="167"/>
                  </a:moveTo>
                  <a:cubicBezTo>
                    <a:pt x="32" y="167"/>
                    <a:pt x="31" y="166"/>
                    <a:pt x="30" y="166"/>
                  </a:cubicBezTo>
                  <a:cubicBezTo>
                    <a:pt x="30" y="166"/>
                    <a:pt x="29" y="167"/>
                    <a:pt x="28" y="167"/>
                  </a:cubicBezTo>
                  <a:cubicBezTo>
                    <a:pt x="28" y="167"/>
                    <a:pt x="28" y="168"/>
                    <a:pt x="28" y="168"/>
                  </a:cubicBezTo>
                  <a:cubicBezTo>
                    <a:pt x="28" y="168"/>
                    <a:pt x="28" y="169"/>
                    <a:pt x="28" y="169"/>
                  </a:cubicBezTo>
                  <a:cubicBezTo>
                    <a:pt x="28" y="170"/>
                    <a:pt x="28" y="170"/>
                    <a:pt x="28" y="171"/>
                  </a:cubicBezTo>
                  <a:cubicBezTo>
                    <a:pt x="29" y="171"/>
                    <a:pt x="30" y="172"/>
                    <a:pt x="31" y="171"/>
                  </a:cubicBezTo>
                  <a:cubicBezTo>
                    <a:pt x="32" y="171"/>
                    <a:pt x="33" y="170"/>
                    <a:pt x="33" y="169"/>
                  </a:cubicBezTo>
                  <a:cubicBezTo>
                    <a:pt x="33" y="169"/>
                    <a:pt x="33" y="168"/>
                    <a:pt x="33" y="168"/>
                  </a:cubicBezTo>
                  <a:cubicBezTo>
                    <a:pt x="32" y="168"/>
                    <a:pt x="32" y="167"/>
                    <a:pt x="32" y="167"/>
                  </a:cubicBezTo>
                  <a:close/>
                  <a:moveTo>
                    <a:pt x="140" y="121"/>
                  </a:moveTo>
                  <a:cubicBezTo>
                    <a:pt x="141" y="121"/>
                    <a:pt x="141" y="121"/>
                    <a:pt x="142" y="121"/>
                  </a:cubicBezTo>
                  <a:cubicBezTo>
                    <a:pt x="143" y="121"/>
                    <a:pt x="143" y="120"/>
                    <a:pt x="143" y="120"/>
                  </a:cubicBezTo>
                  <a:cubicBezTo>
                    <a:pt x="151" y="102"/>
                    <a:pt x="147" y="82"/>
                    <a:pt x="133" y="69"/>
                  </a:cubicBezTo>
                  <a:cubicBezTo>
                    <a:pt x="132" y="68"/>
                    <a:pt x="131" y="68"/>
                    <a:pt x="130" y="69"/>
                  </a:cubicBezTo>
                  <a:cubicBezTo>
                    <a:pt x="129" y="70"/>
                    <a:pt x="129" y="72"/>
                    <a:pt x="130" y="73"/>
                  </a:cubicBezTo>
                  <a:cubicBezTo>
                    <a:pt x="134" y="76"/>
                    <a:pt x="137" y="81"/>
                    <a:pt x="139" y="86"/>
                  </a:cubicBezTo>
                  <a:cubicBezTo>
                    <a:pt x="143" y="96"/>
                    <a:pt x="143" y="107"/>
                    <a:pt x="139" y="118"/>
                  </a:cubicBezTo>
                  <a:cubicBezTo>
                    <a:pt x="138" y="118"/>
                    <a:pt x="138" y="119"/>
                    <a:pt x="139" y="120"/>
                  </a:cubicBezTo>
                  <a:cubicBezTo>
                    <a:pt x="139" y="120"/>
                    <a:pt x="139" y="121"/>
                    <a:pt x="140" y="121"/>
                  </a:cubicBezTo>
                  <a:close/>
                  <a:moveTo>
                    <a:pt x="19" y="103"/>
                  </a:moveTo>
                  <a:cubicBezTo>
                    <a:pt x="19" y="103"/>
                    <a:pt x="19" y="103"/>
                    <a:pt x="19" y="103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19" y="101"/>
                    <a:pt x="19" y="101"/>
                    <a:pt x="19" y="101"/>
                  </a:cubicBezTo>
                  <a:cubicBezTo>
                    <a:pt x="19" y="100"/>
                    <a:pt x="19" y="100"/>
                    <a:pt x="19" y="100"/>
                  </a:cubicBezTo>
                  <a:cubicBezTo>
                    <a:pt x="19" y="100"/>
                    <a:pt x="18" y="100"/>
                    <a:pt x="18" y="100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99"/>
                    <a:pt x="16" y="99"/>
                    <a:pt x="16" y="99"/>
                  </a:cubicBezTo>
                  <a:cubicBezTo>
                    <a:pt x="16" y="99"/>
                    <a:pt x="16" y="99"/>
                    <a:pt x="16" y="99"/>
                  </a:cubicBezTo>
                  <a:cubicBezTo>
                    <a:pt x="16" y="99"/>
                    <a:pt x="15" y="99"/>
                    <a:pt x="15" y="100"/>
                  </a:cubicBezTo>
                  <a:cubicBezTo>
                    <a:pt x="15" y="100"/>
                    <a:pt x="15" y="100"/>
                    <a:pt x="15" y="100"/>
                  </a:cubicBezTo>
                  <a:cubicBezTo>
                    <a:pt x="15" y="100"/>
                    <a:pt x="15" y="100"/>
                    <a:pt x="14" y="101"/>
                  </a:cubicBezTo>
                  <a:cubicBezTo>
                    <a:pt x="14" y="101"/>
                    <a:pt x="14" y="101"/>
                    <a:pt x="14" y="102"/>
                  </a:cubicBezTo>
                  <a:cubicBezTo>
                    <a:pt x="14" y="102"/>
                    <a:pt x="14" y="102"/>
                    <a:pt x="14" y="102"/>
                  </a:cubicBezTo>
                  <a:cubicBezTo>
                    <a:pt x="14" y="102"/>
                    <a:pt x="14" y="102"/>
                    <a:pt x="14" y="103"/>
                  </a:cubicBezTo>
                  <a:cubicBezTo>
                    <a:pt x="14" y="103"/>
                    <a:pt x="14" y="103"/>
                    <a:pt x="14" y="103"/>
                  </a:cubicBezTo>
                  <a:cubicBezTo>
                    <a:pt x="15" y="103"/>
                    <a:pt x="15" y="103"/>
                    <a:pt x="15" y="103"/>
                  </a:cubicBezTo>
                  <a:cubicBezTo>
                    <a:pt x="15" y="104"/>
                    <a:pt x="15" y="104"/>
                    <a:pt x="15" y="104"/>
                  </a:cubicBezTo>
                  <a:cubicBezTo>
                    <a:pt x="15" y="104"/>
                    <a:pt x="15" y="104"/>
                    <a:pt x="15" y="104"/>
                  </a:cubicBezTo>
                  <a:cubicBezTo>
                    <a:pt x="15" y="104"/>
                    <a:pt x="16" y="104"/>
                    <a:pt x="16" y="104"/>
                  </a:cubicBezTo>
                  <a:cubicBezTo>
                    <a:pt x="16" y="104"/>
                    <a:pt x="16" y="104"/>
                    <a:pt x="16" y="104"/>
                  </a:cubicBezTo>
                  <a:cubicBezTo>
                    <a:pt x="16" y="104"/>
                    <a:pt x="17" y="104"/>
                    <a:pt x="17" y="104"/>
                  </a:cubicBezTo>
                  <a:cubicBezTo>
                    <a:pt x="17" y="104"/>
                    <a:pt x="17" y="104"/>
                    <a:pt x="18" y="104"/>
                  </a:cubicBezTo>
                  <a:cubicBezTo>
                    <a:pt x="18" y="104"/>
                    <a:pt x="18" y="104"/>
                    <a:pt x="18" y="104"/>
                  </a:cubicBezTo>
                  <a:cubicBezTo>
                    <a:pt x="18" y="104"/>
                    <a:pt x="19" y="104"/>
                    <a:pt x="19" y="103"/>
                  </a:cubicBezTo>
                  <a:close/>
                  <a:moveTo>
                    <a:pt x="180" y="19"/>
                  </a:moveTo>
                  <a:cubicBezTo>
                    <a:pt x="180" y="20"/>
                    <a:pt x="181" y="20"/>
                    <a:pt x="181" y="20"/>
                  </a:cubicBezTo>
                  <a:cubicBezTo>
                    <a:pt x="182" y="20"/>
                    <a:pt x="183" y="20"/>
                    <a:pt x="183" y="19"/>
                  </a:cubicBezTo>
                  <a:cubicBezTo>
                    <a:pt x="183" y="19"/>
                    <a:pt x="184" y="19"/>
                    <a:pt x="184" y="19"/>
                  </a:cubicBezTo>
                  <a:cubicBezTo>
                    <a:pt x="184" y="18"/>
                    <a:pt x="184" y="17"/>
                    <a:pt x="184" y="17"/>
                  </a:cubicBezTo>
                  <a:cubicBezTo>
                    <a:pt x="184" y="16"/>
                    <a:pt x="183" y="16"/>
                    <a:pt x="183" y="16"/>
                  </a:cubicBezTo>
                  <a:cubicBezTo>
                    <a:pt x="182" y="15"/>
                    <a:pt x="181" y="15"/>
                    <a:pt x="180" y="16"/>
                  </a:cubicBezTo>
                  <a:cubicBezTo>
                    <a:pt x="179" y="16"/>
                    <a:pt x="179" y="16"/>
                    <a:pt x="179" y="17"/>
                  </a:cubicBezTo>
                  <a:cubicBezTo>
                    <a:pt x="179" y="17"/>
                    <a:pt x="179" y="18"/>
                    <a:pt x="179" y="19"/>
                  </a:cubicBezTo>
                  <a:cubicBezTo>
                    <a:pt x="179" y="19"/>
                    <a:pt x="179" y="19"/>
                    <a:pt x="180" y="19"/>
                  </a:cubicBezTo>
                  <a:close/>
                  <a:moveTo>
                    <a:pt x="101" y="55"/>
                  </a:moveTo>
                  <a:cubicBezTo>
                    <a:pt x="88" y="55"/>
                    <a:pt x="77" y="60"/>
                    <a:pt x="68" y="69"/>
                  </a:cubicBezTo>
                  <a:cubicBezTo>
                    <a:pt x="59" y="78"/>
                    <a:pt x="55" y="89"/>
                    <a:pt x="55" y="102"/>
                  </a:cubicBezTo>
                  <a:cubicBezTo>
                    <a:pt x="55" y="103"/>
                    <a:pt x="56" y="104"/>
                    <a:pt x="57" y="104"/>
                  </a:cubicBezTo>
                  <a:cubicBezTo>
                    <a:pt x="59" y="104"/>
                    <a:pt x="60" y="103"/>
                    <a:pt x="60" y="102"/>
                  </a:cubicBezTo>
                  <a:cubicBezTo>
                    <a:pt x="60" y="91"/>
                    <a:pt x="64" y="80"/>
                    <a:pt x="72" y="73"/>
                  </a:cubicBezTo>
                  <a:cubicBezTo>
                    <a:pt x="79" y="65"/>
                    <a:pt x="90" y="61"/>
                    <a:pt x="101" y="61"/>
                  </a:cubicBezTo>
                  <a:cubicBezTo>
                    <a:pt x="101" y="61"/>
                    <a:pt x="101" y="61"/>
                    <a:pt x="101" y="61"/>
                  </a:cubicBezTo>
                  <a:cubicBezTo>
                    <a:pt x="102" y="61"/>
                    <a:pt x="103" y="59"/>
                    <a:pt x="103" y="58"/>
                  </a:cubicBezTo>
                  <a:cubicBezTo>
                    <a:pt x="103" y="57"/>
                    <a:pt x="102" y="55"/>
                    <a:pt x="101" y="55"/>
                  </a:cubicBezTo>
                  <a:close/>
                  <a:moveTo>
                    <a:pt x="31" y="32"/>
                  </a:moveTo>
                  <a:cubicBezTo>
                    <a:pt x="30" y="32"/>
                    <a:pt x="29" y="32"/>
                    <a:pt x="28" y="33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4"/>
                    <a:pt x="28" y="35"/>
                    <a:pt x="28" y="35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7"/>
                    <a:pt x="31" y="37"/>
                    <a:pt x="32" y="36"/>
                  </a:cubicBezTo>
                  <a:cubicBezTo>
                    <a:pt x="32" y="36"/>
                    <a:pt x="32" y="36"/>
                    <a:pt x="33" y="35"/>
                  </a:cubicBezTo>
                  <a:cubicBezTo>
                    <a:pt x="33" y="35"/>
                    <a:pt x="33" y="35"/>
                    <a:pt x="33" y="34"/>
                  </a:cubicBezTo>
                  <a:cubicBezTo>
                    <a:pt x="33" y="33"/>
                    <a:pt x="32" y="32"/>
                    <a:pt x="31" y="32"/>
                  </a:cubicBezTo>
                  <a:close/>
                  <a:moveTo>
                    <a:pt x="119" y="144"/>
                  </a:moveTo>
                  <a:cubicBezTo>
                    <a:pt x="120" y="144"/>
                    <a:pt x="120" y="143"/>
                    <a:pt x="120" y="142"/>
                  </a:cubicBezTo>
                  <a:cubicBezTo>
                    <a:pt x="120" y="141"/>
                    <a:pt x="120" y="140"/>
                    <a:pt x="119" y="140"/>
                  </a:cubicBezTo>
                  <a:cubicBezTo>
                    <a:pt x="119" y="139"/>
                    <a:pt x="118" y="139"/>
                    <a:pt x="117" y="140"/>
                  </a:cubicBezTo>
                  <a:cubicBezTo>
                    <a:pt x="117" y="140"/>
                    <a:pt x="117" y="140"/>
                    <a:pt x="117" y="140"/>
                  </a:cubicBezTo>
                  <a:cubicBezTo>
                    <a:pt x="107" y="144"/>
                    <a:pt x="95" y="144"/>
                    <a:pt x="85" y="140"/>
                  </a:cubicBezTo>
                  <a:cubicBezTo>
                    <a:pt x="80" y="137"/>
                    <a:pt x="75" y="135"/>
                    <a:pt x="72" y="131"/>
                  </a:cubicBezTo>
                  <a:cubicBezTo>
                    <a:pt x="71" y="130"/>
                    <a:pt x="71" y="130"/>
                    <a:pt x="70" y="130"/>
                  </a:cubicBezTo>
                  <a:cubicBezTo>
                    <a:pt x="70" y="130"/>
                    <a:pt x="69" y="130"/>
                    <a:pt x="69" y="130"/>
                  </a:cubicBezTo>
                  <a:cubicBezTo>
                    <a:pt x="68" y="130"/>
                    <a:pt x="68" y="131"/>
                    <a:pt x="67" y="132"/>
                  </a:cubicBezTo>
                  <a:cubicBezTo>
                    <a:pt x="67" y="133"/>
                    <a:pt x="67" y="134"/>
                    <a:pt x="68" y="134"/>
                  </a:cubicBezTo>
                  <a:cubicBezTo>
                    <a:pt x="81" y="148"/>
                    <a:pt x="101" y="152"/>
                    <a:pt x="119" y="144"/>
                  </a:cubicBezTo>
                  <a:close/>
                  <a:moveTo>
                    <a:pt x="117" y="91"/>
                  </a:moveTo>
                  <a:cubicBezTo>
                    <a:pt x="117" y="92"/>
                    <a:pt x="116" y="93"/>
                    <a:pt x="114" y="93"/>
                  </a:cubicBezTo>
                  <a:cubicBezTo>
                    <a:pt x="113" y="93"/>
                    <a:pt x="112" y="92"/>
                    <a:pt x="112" y="91"/>
                  </a:cubicBezTo>
                  <a:cubicBezTo>
                    <a:pt x="111" y="87"/>
                    <a:pt x="108" y="84"/>
                    <a:pt x="104" y="83"/>
                  </a:cubicBezTo>
                  <a:cubicBezTo>
                    <a:pt x="103" y="83"/>
                    <a:pt x="103" y="83"/>
                    <a:pt x="103" y="83"/>
                  </a:cubicBezTo>
                  <a:cubicBezTo>
                    <a:pt x="103" y="99"/>
                    <a:pt x="103" y="99"/>
                    <a:pt x="103" y="99"/>
                  </a:cubicBezTo>
                  <a:cubicBezTo>
                    <a:pt x="104" y="99"/>
                    <a:pt x="104" y="99"/>
                    <a:pt x="104" y="99"/>
                  </a:cubicBezTo>
                  <a:cubicBezTo>
                    <a:pt x="111" y="100"/>
                    <a:pt x="116" y="106"/>
                    <a:pt x="117" y="112"/>
                  </a:cubicBezTo>
                  <a:cubicBezTo>
                    <a:pt x="116" y="119"/>
                    <a:pt x="111" y="125"/>
                    <a:pt x="104" y="125"/>
                  </a:cubicBezTo>
                  <a:cubicBezTo>
                    <a:pt x="103" y="126"/>
                    <a:pt x="103" y="126"/>
                    <a:pt x="103" y="126"/>
                  </a:cubicBezTo>
                  <a:cubicBezTo>
                    <a:pt x="103" y="129"/>
                    <a:pt x="103" y="129"/>
                    <a:pt x="103" y="129"/>
                  </a:cubicBezTo>
                  <a:cubicBezTo>
                    <a:pt x="103" y="130"/>
                    <a:pt x="102" y="131"/>
                    <a:pt x="101" y="131"/>
                  </a:cubicBezTo>
                  <a:cubicBezTo>
                    <a:pt x="99" y="131"/>
                    <a:pt x="98" y="130"/>
                    <a:pt x="98" y="129"/>
                  </a:cubicBezTo>
                  <a:cubicBezTo>
                    <a:pt x="98" y="126"/>
                    <a:pt x="98" y="126"/>
                    <a:pt x="98" y="126"/>
                  </a:cubicBezTo>
                  <a:cubicBezTo>
                    <a:pt x="98" y="125"/>
                    <a:pt x="98" y="125"/>
                    <a:pt x="98" y="125"/>
                  </a:cubicBezTo>
                  <a:cubicBezTo>
                    <a:pt x="91" y="125"/>
                    <a:pt x="85" y="119"/>
                    <a:pt x="85" y="112"/>
                  </a:cubicBezTo>
                  <a:cubicBezTo>
                    <a:pt x="85" y="111"/>
                    <a:pt x="86" y="110"/>
                    <a:pt x="87" y="110"/>
                  </a:cubicBezTo>
                  <a:cubicBezTo>
                    <a:pt x="89" y="110"/>
                    <a:pt x="90" y="111"/>
                    <a:pt x="90" y="113"/>
                  </a:cubicBezTo>
                  <a:cubicBezTo>
                    <a:pt x="90" y="116"/>
                    <a:pt x="93" y="120"/>
                    <a:pt x="97" y="120"/>
                  </a:cubicBezTo>
                  <a:cubicBezTo>
                    <a:pt x="98" y="120"/>
                    <a:pt x="98" y="120"/>
                    <a:pt x="98" y="120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91" y="103"/>
                    <a:pt x="85" y="98"/>
                    <a:pt x="85" y="91"/>
                  </a:cubicBezTo>
                  <a:cubicBezTo>
                    <a:pt x="85" y="84"/>
                    <a:pt x="91" y="79"/>
                    <a:pt x="98" y="78"/>
                  </a:cubicBezTo>
                  <a:cubicBezTo>
                    <a:pt x="98" y="78"/>
                    <a:pt x="98" y="78"/>
                    <a:pt x="98" y="78"/>
                  </a:cubicBezTo>
                  <a:cubicBezTo>
                    <a:pt x="98" y="75"/>
                    <a:pt x="98" y="75"/>
                    <a:pt x="98" y="75"/>
                  </a:cubicBezTo>
                  <a:cubicBezTo>
                    <a:pt x="98" y="73"/>
                    <a:pt x="99" y="72"/>
                    <a:pt x="101" y="72"/>
                  </a:cubicBezTo>
                  <a:cubicBezTo>
                    <a:pt x="102" y="72"/>
                    <a:pt x="103" y="73"/>
                    <a:pt x="103" y="75"/>
                  </a:cubicBezTo>
                  <a:cubicBezTo>
                    <a:pt x="103" y="78"/>
                    <a:pt x="103" y="78"/>
                    <a:pt x="103" y="78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111" y="79"/>
                    <a:pt x="116" y="84"/>
                    <a:pt x="117" y="91"/>
                  </a:cubicBezTo>
                  <a:close/>
                  <a:moveTo>
                    <a:pt x="98" y="83"/>
                  </a:moveTo>
                  <a:cubicBezTo>
                    <a:pt x="97" y="83"/>
                    <a:pt x="97" y="83"/>
                    <a:pt x="97" y="83"/>
                  </a:cubicBezTo>
                  <a:cubicBezTo>
                    <a:pt x="93" y="84"/>
                    <a:pt x="90" y="87"/>
                    <a:pt x="90" y="91"/>
                  </a:cubicBezTo>
                  <a:cubicBezTo>
                    <a:pt x="90" y="91"/>
                    <a:pt x="90" y="91"/>
                    <a:pt x="90" y="91"/>
                  </a:cubicBezTo>
                  <a:cubicBezTo>
                    <a:pt x="90" y="91"/>
                    <a:pt x="90" y="91"/>
                    <a:pt x="90" y="91"/>
                  </a:cubicBezTo>
                  <a:cubicBezTo>
                    <a:pt x="90" y="95"/>
                    <a:pt x="93" y="98"/>
                    <a:pt x="97" y="99"/>
                  </a:cubicBezTo>
                  <a:cubicBezTo>
                    <a:pt x="98" y="99"/>
                    <a:pt x="98" y="99"/>
                    <a:pt x="98" y="99"/>
                  </a:cubicBezTo>
                  <a:lnTo>
                    <a:pt x="98" y="83"/>
                  </a:lnTo>
                  <a:close/>
                  <a:moveTo>
                    <a:pt x="103" y="105"/>
                  </a:moveTo>
                  <a:cubicBezTo>
                    <a:pt x="103" y="120"/>
                    <a:pt x="103" y="120"/>
                    <a:pt x="103" y="120"/>
                  </a:cubicBezTo>
                  <a:cubicBezTo>
                    <a:pt x="104" y="120"/>
                    <a:pt x="104" y="120"/>
                    <a:pt x="104" y="120"/>
                  </a:cubicBezTo>
                  <a:cubicBezTo>
                    <a:pt x="108" y="120"/>
                    <a:pt x="111" y="116"/>
                    <a:pt x="112" y="113"/>
                  </a:cubicBezTo>
                  <a:cubicBezTo>
                    <a:pt x="112" y="112"/>
                    <a:pt x="112" y="112"/>
                    <a:pt x="112" y="112"/>
                  </a:cubicBezTo>
                  <a:cubicBezTo>
                    <a:pt x="112" y="112"/>
                    <a:pt x="112" y="112"/>
                    <a:pt x="112" y="112"/>
                  </a:cubicBezTo>
                  <a:cubicBezTo>
                    <a:pt x="111" y="108"/>
                    <a:pt x="108" y="105"/>
                    <a:pt x="104" y="105"/>
                  </a:cubicBezTo>
                  <a:lnTo>
                    <a:pt x="103" y="105"/>
                  </a:lnTo>
                  <a:close/>
                  <a:moveTo>
                    <a:pt x="201" y="102"/>
                  </a:moveTo>
                  <a:cubicBezTo>
                    <a:pt x="201" y="110"/>
                    <a:pt x="195" y="117"/>
                    <a:pt x="186" y="118"/>
                  </a:cubicBezTo>
                  <a:cubicBezTo>
                    <a:pt x="178" y="118"/>
                    <a:pt x="171" y="113"/>
                    <a:pt x="169" y="105"/>
                  </a:cubicBezTo>
                  <a:cubicBezTo>
                    <a:pt x="169" y="104"/>
                    <a:pt x="169" y="104"/>
                    <a:pt x="169" y="104"/>
                  </a:cubicBezTo>
                  <a:cubicBezTo>
                    <a:pt x="160" y="104"/>
                    <a:pt x="160" y="104"/>
                    <a:pt x="160" y="104"/>
                  </a:cubicBezTo>
                  <a:cubicBezTo>
                    <a:pt x="160" y="105"/>
                    <a:pt x="160" y="105"/>
                    <a:pt x="160" y="105"/>
                  </a:cubicBezTo>
                  <a:cubicBezTo>
                    <a:pt x="160" y="119"/>
                    <a:pt x="154" y="133"/>
                    <a:pt x="144" y="143"/>
                  </a:cubicBezTo>
                  <a:cubicBezTo>
                    <a:pt x="143" y="144"/>
                    <a:pt x="143" y="144"/>
                    <a:pt x="143" y="144"/>
                  </a:cubicBezTo>
                  <a:cubicBezTo>
                    <a:pt x="166" y="166"/>
                    <a:pt x="166" y="166"/>
                    <a:pt x="166" y="166"/>
                  </a:cubicBezTo>
                  <a:cubicBezTo>
                    <a:pt x="166" y="166"/>
                    <a:pt x="166" y="166"/>
                    <a:pt x="166" y="166"/>
                  </a:cubicBezTo>
                  <a:cubicBezTo>
                    <a:pt x="173" y="162"/>
                    <a:pt x="182" y="163"/>
                    <a:pt x="188" y="169"/>
                  </a:cubicBezTo>
                  <a:cubicBezTo>
                    <a:pt x="193" y="176"/>
                    <a:pt x="192" y="185"/>
                    <a:pt x="186" y="191"/>
                  </a:cubicBezTo>
                  <a:cubicBezTo>
                    <a:pt x="181" y="197"/>
                    <a:pt x="171" y="197"/>
                    <a:pt x="165" y="192"/>
                  </a:cubicBezTo>
                  <a:cubicBezTo>
                    <a:pt x="159" y="187"/>
                    <a:pt x="157" y="177"/>
                    <a:pt x="162" y="171"/>
                  </a:cubicBezTo>
                  <a:cubicBezTo>
                    <a:pt x="162" y="170"/>
                    <a:pt x="162" y="170"/>
                    <a:pt x="162" y="170"/>
                  </a:cubicBezTo>
                  <a:cubicBezTo>
                    <a:pt x="139" y="147"/>
                    <a:pt x="139" y="147"/>
                    <a:pt x="139" y="147"/>
                  </a:cubicBezTo>
                  <a:cubicBezTo>
                    <a:pt x="139" y="148"/>
                    <a:pt x="139" y="148"/>
                    <a:pt x="139" y="148"/>
                  </a:cubicBezTo>
                  <a:cubicBezTo>
                    <a:pt x="115" y="167"/>
                    <a:pt x="81" y="166"/>
                    <a:pt x="59" y="145"/>
                  </a:cubicBezTo>
                  <a:cubicBezTo>
                    <a:pt x="59" y="144"/>
                    <a:pt x="59" y="144"/>
                    <a:pt x="59" y="144"/>
                  </a:cubicBezTo>
                  <a:cubicBezTo>
                    <a:pt x="43" y="160"/>
                    <a:pt x="43" y="160"/>
                    <a:pt x="43" y="160"/>
                  </a:cubicBezTo>
                  <a:cubicBezTo>
                    <a:pt x="44" y="160"/>
                    <a:pt x="44" y="160"/>
                    <a:pt x="44" y="160"/>
                  </a:cubicBezTo>
                  <a:cubicBezTo>
                    <a:pt x="48" y="167"/>
                    <a:pt x="47" y="176"/>
                    <a:pt x="40" y="181"/>
                  </a:cubicBezTo>
                  <a:cubicBezTo>
                    <a:pt x="34" y="186"/>
                    <a:pt x="25" y="186"/>
                    <a:pt x="19" y="180"/>
                  </a:cubicBezTo>
                  <a:cubicBezTo>
                    <a:pt x="13" y="174"/>
                    <a:pt x="13" y="165"/>
                    <a:pt x="18" y="159"/>
                  </a:cubicBezTo>
                  <a:cubicBezTo>
                    <a:pt x="23" y="152"/>
                    <a:pt x="32" y="151"/>
                    <a:pt x="39" y="156"/>
                  </a:cubicBezTo>
                  <a:cubicBezTo>
                    <a:pt x="40" y="156"/>
                    <a:pt x="40" y="156"/>
                    <a:pt x="40" y="156"/>
                  </a:cubicBezTo>
                  <a:cubicBezTo>
                    <a:pt x="55" y="140"/>
                    <a:pt x="55" y="140"/>
                    <a:pt x="55" y="140"/>
                  </a:cubicBezTo>
                  <a:cubicBezTo>
                    <a:pt x="55" y="140"/>
                    <a:pt x="55" y="140"/>
                    <a:pt x="55" y="140"/>
                  </a:cubicBezTo>
                  <a:cubicBezTo>
                    <a:pt x="47" y="130"/>
                    <a:pt x="42" y="118"/>
                    <a:pt x="41" y="105"/>
                  </a:cubicBezTo>
                  <a:cubicBezTo>
                    <a:pt x="41" y="104"/>
                    <a:pt x="41" y="104"/>
                    <a:pt x="41" y="104"/>
                  </a:cubicBezTo>
                  <a:cubicBezTo>
                    <a:pt x="33" y="104"/>
                    <a:pt x="33" y="104"/>
                    <a:pt x="33" y="104"/>
                  </a:cubicBezTo>
                  <a:cubicBezTo>
                    <a:pt x="32" y="105"/>
                    <a:pt x="32" y="105"/>
                    <a:pt x="32" y="105"/>
                  </a:cubicBezTo>
                  <a:cubicBezTo>
                    <a:pt x="31" y="112"/>
                    <a:pt x="24" y="118"/>
                    <a:pt x="17" y="118"/>
                  </a:cubicBezTo>
                  <a:cubicBezTo>
                    <a:pt x="17" y="118"/>
                    <a:pt x="17" y="118"/>
                    <a:pt x="17" y="118"/>
                  </a:cubicBezTo>
                  <a:cubicBezTo>
                    <a:pt x="8" y="118"/>
                    <a:pt x="1" y="111"/>
                    <a:pt x="1" y="103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0" y="94"/>
                    <a:pt x="6" y="87"/>
                    <a:pt x="15" y="86"/>
                  </a:cubicBezTo>
                  <a:cubicBezTo>
                    <a:pt x="23" y="85"/>
                    <a:pt x="31" y="90"/>
                    <a:pt x="32" y="98"/>
                  </a:cubicBezTo>
                  <a:cubicBezTo>
                    <a:pt x="33" y="99"/>
                    <a:pt x="33" y="99"/>
                    <a:pt x="33" y="99"/>
                  </a:cubicBezTo>
                  <a:cubicBezTo>
                    <a:pt x="41" y="99"/>
                    <a:pt x="41" y="99"/>
                    <a:pt x="41" y="99"/>
                  </a:cubicBezTo>
                  <a:cubicBezTo>
                    <a:pt x="41" y="98"/>
                    <a:pt x="41" y="98"/>
                    <a:pt x="41" y="98"/>
                  </a:cubicBezTo>
                  <a:cubicBezTo>
                    <a:pt x="42" y="86"/>
                    <a:pt x="47" y="73"/>
                    <a:pt x="55" y="64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2" y="52"/>
                    <a:pt x="23" y="51"/>
                    <a:pt x="18" y="45"/>
                  </a:cubicBezTo>
                  <a:cubicBezTo>
                    <a:pt x="13" y="38"/>
                    <a:pt x="13" y="29"/>
                    <a:pt x="19" y="23"/>
                  </a:cubicBezTo>
                  <a:cubicBezTo>
                    <a:pt x="25" y="17"/>
                    <a:pt x="34" y="17"/>
                    <a:pt x="40" y="22"/>
                  </a:cubicBezTo>
                  <a:cubicBezTo>
                    <a:pt x="47" y="27"/>
                    <a:pt x="48" y="36"/>
                    <a:pt x="44" y="43"/>
                  </a:cubicBezTo>
                  <a:cubicBezTo>
                    <a:pt x="43" y="44"/>
                    <a:pt x="43" y="44"/>
                    <a:pt x="43" y="44"/>
                  </a:cubicBezTo>
                  <a:cubicBezTo>
                    <a:pt x="59" y="59"/>
                    <a:pt x="59" y="59"/>
                    <a:pt x="59" y="59"/>
                  </a:cubicBezTo>
                  <a:cubicBezTo>
                    <a:pt x="59" y="59"/>
                    <a:pt x="59" y="59"/>
                    <a:pt x="59" y="59"/>
                  </a:cubicBezTo>
                  <a:cubicBezTo>
                    <a:pt x="81" y="38"/>
                    <a:pt x="115" y="36"/>
                    <a:pt x="139" y="56"/>
                  </a:cubicBezTo>
                  <a:cubicBezTo>
                    <a:pt x="139" y="56"/>
                    <a:pt x="139" y="56"/>
                    <a:pt x="139" y="56"/>
                  </a:cubicBezTo>
                  <a:cubicBezTo>
                    <a:pt x="169" y="27"/>
                    <a:pt x="169" y="27"/>
                    <a:pt x="169" y="27"/>
                  </a:cubicBezTo>
                  <a:cubicBezTo>
                    <a:pt x="168" y="27"/>
                    <a:pt x="168" y="27"/>
                    <a:pt x="168" y="27"/>
                  </a:cubicBezTo>
                  <a:cubicBezTo>
                    <a:pt x="164" y="20"/>
                    <a:pt x="165" y="11"/>
                    <a:pt x="171" y="5"/>
                  </a:cubicBezTo>
                  <a:cubicBezTo>
                    <a:pt x="178" y="0"/>
                    <a:pt x="187" y="0"/>
                    <a:pt x="193" y="6"/>
                  </a:cubicBezTo>
                  <a:cubicBezTo>
                    <a:pt x="199" y="12"/>
                    <a:pt x="199" y="21"/>
                    <a:pt x="194" y="28"/>
                  </a:cubicBezTo>
                  <a:cubicBezTo>
                    <a:pt x="189" y="34"/>
                    <a:pt x="180" y="36"/>
                    <a:pt x="173" y="31"/>
                  </a:cubicBezTo>
                  <a:cubicBezTo>
                    <a:pt x="172" y="31"/>
                    <a:pt x="172" y="31"/>
                    <a:pt x="172" y="31"/>
                  </a:cubicBezTo>
                  <a:cubicBezTo>
                    <a:pt x="143" y="60"/>
                    <a:pt x="143" y="60"/>
                    <a:pt x="143" y="60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54" y="71"/>
                    <a:pt x="160" y="84"/>
                    <a:pt x="160" y="98"/>
                  </a:cubicBezTo>
                  <a:cubicBezTo>
                    <a:pt x="160" y="99"/>
                    <a:pt x="160" y="99"/>
                    <a:pt x="160" y="99"/>
                  </a:cubicBezTo>
                  <a:cubicBezTo>
                    <a:pt x="169" y="99"/>
                    <a:pt x="169" y="99"/>
                    <a:pt x="169" y="99"/>
                  </a:cubicBezTo>
                  <a:cubicBezTo>
                    <a:pt x="169" y="98"/>
                    <a:pt x="169" y="98"/>
                    <a:pt x="169" y="98"/>
                  </a:cubicBezTo>
                  <a:cubicBezTo>
                    <a:pt x="171" y="90"/>
                    <a:pt x="178" y="85"/>
                    <a:pt x="186" y="86"/>
                  </a:cubicBezTo>
                  <a:cubicBezTo>
                    <a:pt x="195" y="87"/>
                    <a:pt x="201" y="93"/>
                    <a:pt x="201" y="102"/>
                  </a:cubicBezTo>
                  <a:close/>
                  <a:moveTo>
                    <a:pt x="174" y="25"/>
                  </a:moveTo>
                  <a:cubicBezTo>
                    <a:pt x="174" y="25"/>
                    <a:pt x="174" y="25"/>
                    <a:pt x="174" y="25"/>
                  </a:cubicBezTo>
                  <a:cubicBezTo>
                    <a:pt x="176" y="27"/>
                    <a:pt x="179" y="28"/>
                    <a:pt x="181" y="28"/>
                  </a:cubicBezTo>
                  <a:cubicBezTo>
                    <a:pt x="184" y="28"/>
                    <a:pt x="187" y="27"/>
                    <a:pt x="189" y="25"/>
                  </a:cubicBezTo>
                  <a:cubicBezTo>
                    <a:pt x="191" y="23"/>
                    <a:pt x="192" y="21"/>
                    <a:pt x="192" y="18"/>
                  </a:cubicBezTo>
                  <a:cubicBezTo>
                    <a:pt x="192" y="15"/>
                    <a:pt x="191" y="12"/>
                    <a:pt x="189" y="10"/>
                  </a:cubicBezTo>
                  <a:cubicBezTo>
                    <a:pt x="187" y="8"/>
                    <a:pt x="184" y="7"/>
                    <a:pt x="181" y="7"/>
                  </a:cubicBezTo>
                  <a:cubicBezTo>
                    <a:pt x="179" y="7"/>
                    <a:pt x="176" y="8"/>
                    <a:pt x="174" y="10"/>
                  </a:cubicBezTo>
                  <a:cubicBezTo>
                    <a:pt x="170" y="14"/>
                    <a:pt x="170" y="21"/>
                    <a:pt x="174" y="25"/>
                  </a:cubicBezTo>
                  <a:close/>
                  <a:moveTo>
                    <a:pt x="40" y="30"/>
                  </a:moveTo>
                  <a:cubicBezTo>
                    <a:pt x="39" y="26"/>
                    <a:pt x="35" y="24"/>
                    <a:pt x="30" y="24"/>
                  </a:cubicBezTo>
                  <a:cubicBezTo>
                    <a:pt x="26" y="24"/>
                    <a:pt x="22" y="26"/>
                    <a:pt x="20" y="30"/>
                  </a:cubicBezTo>
                  <a:cubicBezTo>
                    <a:pt x="18" y="34"/>
                    <a:pt x="19" y="39"/>
                    <a:pt x="23" y="42"/>
                  </a:cubicBezTo>
                  <a:cubicBezTo>
                    <a:pt x="25" y="44"/>
                    <a:pt x="27" y="45"/>
                    <a:pt x="30" y="45"/>
                  </a:cubicBezTo>
                  <a:cubicBezTo>
                    <a:pt x="33" y="45"/>
                    <a:pt x="36" y="44"/>
                    <a:pt x="38" y="42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41" y="39"/>
                    <a:pt x="42" y="34"/>
                    <a:pt x="40" y="30"/>
                  </a:cubicBezTo>
                  <a:close/>
                  <a:moveTo>
                    <a:pt x="28" y="102"/>
                  </a:moveTo>
                  <a:cubicBezTo>
                    <a:pt x="28" y="96"/>
                    <a:pt x="23" y="91"/>
                    <a:pt x="17" y="91"/>
                  </a:cubicBezTo>
                  <a:cubicBezTo>
                    <a:pt x="11" y="91"/>
                    <a:pt x="6" y="96"/>
                    <a:pt x="6" y="102"/>
                  </a:cubicBezTo>
                  <a:cubicBezTo>
                    <a:pt x="6" y="108"/>
                    <a:pt x="11" y="113"/>
                    <a:pt x="17" y="113"/>
                  </a:cubicBezTo>
                  <a:cubicBezTo>
                    <a:pt x="23" y="113"/>
                    <a:pt x="28" y="108"/>
                    <a:pt x="28" y="102"/>
                  </a:cubicBezTo>
                  <a:close/>
                  <a:moveTo>
                    <a:pt x="40" y="165"/>
                  </a:moveTo>
                  <a:cubicBezTo>
                    <a:pt x="39" y="161"/>
                    <a:pt x="35" y="158"/>
                    <a:pt x="30" y="158"/>
                  </a:cubicBezTo>
                  <a:cubicBezTo>
                    <a:pt x="26" y="158"/>
                    <a:pt x="22" y="161"/>
                    <a:pt x="20" y="165"/>
                  </a:cubicBezTo>
                  <a:cubicBezTo>
                    <a:pt x="18" y="169"/>
                    <a:pt x="19" y="173"/>
                    <a:pt x="23" y="177"/>
                  </a:cubicBezTo>
                  <a:cubicBezTo>
                    <a:pt x="25" y="179"/>
                    <a:pt x="27" y="180"/>
                    <a:pt x="30" y="180"/>
                  </a:cubicBezTo>
                  <a:cubicBezTo>
                    <a:pt x="33" y="180"/>
                    <a:pt x="36" y="179"/>
                    <a:pt x="38" y="177"/>
                  </a:cubicBezTo>
                  <a:cubicBezTo>
                    <a:pt x="41" y="173"/>
                    <a:pt x="42" y="169"/>
                    <a:pt x="40" y="165"/>
                  </a:cubicBezTo>
                  <a:close/>
                  <a:moveTo>
                    <a:pt x="167" y="187"/>
                  </a:moveTo>
                  <a:cubicBezTo>
                    <a:pt x="170" y="189"/>
                    <a:pt x="172" y="190"/>
                    <a:pt x="175" y="190"/>
                  </a:cubicBezTo>
                  <a:cubicBezTo>
                    <a:pt x="178" y="190"/>
                    <a:pt x="181" y="189"/>
                    <a:pt x="183" y="187"/>
                  </a:cubicBezTo>
                  <a:cubicBezTo>
                    <a:pt x="187" y="183"/>
                    <a:pt x="187" y="176"/>
                    <a:pt x="183" y="172"/>
                  </a:cubicBezTo>
                  <a:cubicBezTo>
                    <a:pt x="181" y="170"/>
                    <a:pt x="178" y="168"/>
                    <a:pt x="175" y="168"/>
                  </a:cubicBezTo>
                  <a:cubicBezTo>
                    <a:pt x="172" y="168"/>
                    <a:pt x="169" y="170"/>
                    <a:pt x="167" y="172"/>
                  </a:cubicBezTo>
                  <a:cubicBezTo>
                    <a:pt x="163" y="176"/>
                    <a:pt x="163" y="183"/>
                    <a:pt x="167" y="187"/>
                  </a:cubicBezTo>
                  <a:close/>
                  <a:moveTo>
                    <a:pt x="155" y="102"/>
                  </a:moveTo>
                  <a:cubicBezTo>
                    <a:pt x="155" y="72"/>
                    <a:pt x="131" y="47"/>
                    <a:pt x="101" y="47"/>
                  </a:cubicBezTo>
                  <a:cubicBezTo>
                    <a:pt x="71" y="47"/>
                    <a:pt x="46" y="72"/>
                    <a:pt x="46" y="102"/>
                  </a:cubicBezTo>
                  <a:cubicBezTo>
                    <a:pt x="46" y="132"/>
                    <a:pt x="71" y="156"/>
                    <a:pt x="101" y="156"/>
                  </a:cubicBezTo>
                  <a:cubicBezTo>
                    <a:pt x="131" y="156"/>
                    <a:pt x="155" y="132"/>
                    <a:pt x="155" y="102"/>
                  </a:cubicBezTo>
                  <a:close/>
                  <a:moveTo>
                    <a:pt x="196" y="102"/>
                  </a:moveTo>
                  <a:cubicBezTo>
                    <a:pt x="196" y="96"/>
                    <a:pt x="191" y="91"/>
                    <a:pt x="185" y="91"/>
                  </a:cubicBezTo>
                  <a:cubicBezTo>
                    <a:pt x="179" y="91"/>
                    <a:pt x="174" y="96"/>
                    <a:pt x="174" y="102"/>
                  </a:cubicBezTo>
                  <a:cubicBezTo>
                    <a:pt x="174" y="102"/>
                    <a:pt x="174" y="102"/>
                    <a:pt x="174" y="102"/>
                  </a:cubicBezTo>
                  <a:cubicBezTo>
                    <a:pt x="174" y="108"/>
                    <a:pt x="179" y="113"/>
                    <a:pt x="185" y="113"/>
                  </a:cubicBezTo>
                  <a:cubicBezTo>
                    <a:pt x="191" y="113"/>
                    <a:pt x="196" y="108"/>
                    <a:pt x="196" y="102"/>
                  </a:cubicBezTo>
                  <a:close/>
                  <a:moveTo>
                    <a:pt x="184" y="104"/>
                  </a:moveTo>
                  <a:cubicBezTo>
                    <a:pt x="184" y="104"/>
                    <a:pt x="185" y="104"/>
                    <a:pt x="185" y="104"/>
                  </a:cubicBezTo>
                  <a:cubicBezTo>
                    <a:pt x="185" y="104"/>
                    <a:pt x="185" y="104"/>
                    <a:pt x="185" y="104"/>
                  </a:cubicBezTo>
                  <a:cubicBezTo>
                    <a:pt x="185" y="104"/>
                    <a:pt x="186" y="104"/>
                    <a:pt x="186" y="104"/>
                  </a:cubicBezTo>
                  <a:cubicBezTo>
                    <a:pt x="186" y="104"/>
                    <a:pt x="186" y="104"/>
                    <a:pt x="186" y="104"/>
                  </a:cubicBezTo>
                  <a:cubicBezTo>
                    <a:pt x="187" y="103"/>
                    <a:pt x="187" y="103"/>
                    <a:pt x="187" y="103"/>
                  </a:cubicBezTo>
                  <a:cubicBezTo>
                    <a:pt x="187" y="103"/>
                    <a:pt x="187" y="103"/>
                    <a:pt x="187" y="103"/>
                  </a:cubicBezTo>
                  <a:cubicBezTo>
                    <a:pt x="187" y="103"/>
                    <a:pt x="187" y="103"/>
                    <a:pt x="187" y="103"/>
                  </a:cubicBezTo>
                  <a:cubicBezTo>
                    <a:pt x="187" y="102"/>
                    <a:pt x="187" y="102"/>
                    <a:pt x="187" y="102"/>
                  </a:cubicBezTo>
                  <a:cubicBezTo>
                    <a:pt x="187" y="102"/>
                    <a:pt x="187" y="101"/>
                    <a:pt x="187" y="101"/>
                  </a:cubicBezTo>
                  <a:cubicBezTo>
                    <a:pt x="187" y="101"/>
                    <a:pt x="187" y="101"/>
                    <a:pt x="187" y="101"/>
                  </a:cubicBezTo>
                  <a:cubicBezTo>
                    <a:pt x="187" y="100"/>
                    <a:pt x="187" y="100"/>
                    <a:pt x="187" y="100"/>
                  </a:cubicBezTo>
                  <a:cubicBezTo>
                    <a:pt x="186" y="99"/>
                    <a:pt x="186" y="99"/>
                    <a:pt x="186" y="99"/>
                  </a:cubicBezTo>
                  <a:cubicBezTo>
                    <a:pt x="186" y="99"/>
                    <a:pt x="186" y="99"/>
                    <a:pt x="186" y="99"/>
                  </a:cubicBezTo>
                  <a:cubicBezTo>
                    <a:pt x="186" y="99"/>
                    <a:pt x="185" y="99"/>
                    <a:pt x="185" y="99"/>
                  </a:cubicBezTo>
                  <a:cubicBezTo>
                    <a:pt x="185" y="99"/>
                    <a:pt x="185" y="99"/>
                    <a:pt x="185" y="99"/>
                  </a:cubicBezTo>
                  <a:cubicBezTo>
                    <a:pt x="185" y="99"/>
                    <a:pt x="184" y="99"/>
                    <a:pt x="184" y="99"/>
                  </a:cubicBezTo>
                  <a:cubicBezTo>
                    <a:pt x="184" y="99"/>
                    <a:pt x="184" y="99"/>
                    <a:pt x="184" y="99"/>
                  </a:cubicBezTo>
                  <a:cubicBezTo>
                    <a:pt x="184" y="99"/>
                    <a:pt x="183" y="99"/>
                    <a:pt x="183" y="100"/>
                  </a:cubicBezTo>
                  <a:cubicBezTo>
                    <a:pt x="183" y="100"/>
                    <a:pt x="183" y="100"/>
                    <a:pt x="183" y="100"/>
                  </a:cubicBezTo>
                  <a:cubicBezTo>
                    <a:pt x="183" y="100"/>
                    <a:pt x="182" y="101"/>
                    <a:pt x="182" y="102"/>
                  </a:cubicBezTo>
                  <a:cubicBezTo>
                    <a:pt x="182" y="102"/>
                    <a:pt x="182" y="102"/>
                    <a:pt x="182" y="102"/>
                  </a:cubicBezTo>
                  <a:cubicBezTo>
                    <a:pt x="182" y="102"/>
                    <a:pt x="182" y="102"/>
                    <a:pt x="182" y="103"/>
                  </a:cubicBezTo>
                  <a:cubicBezTo>
                    <a:pt x="182" y="103"/>
                    <a:pt x="182" y="103"/>
                    <a:pt x="182" y="103"/>
                  </a:cubicBezTo>
                  <a:cubicBezTo>
                    <a:pt x="183" y="103"/>
                    <a:pt x="183" y="103"/>
                    <a:pt x="183" y="103"/>
                  </a:cubicBezTo>
                  <a:cubicBezTo>
                    <a:pt x="183" y="103"/>
                    <a:pt x="183" y="103"/>
                    <a:pt x="183" y="104"/>
                  </a:cubicBezTo>
                  <a:cubicBezTo>
                    <a:pt x="183" y="104"/>
                    <a:pt x="183" y="104"/>
                    <a:pt x="183" y="104"/>
                  </a:cubicBezTo>
                  <a:cubicBezTo>
                    <a:pt x="183" y="104"/>
                    <a:pt x="184" y="104"/>
                    <a:pt x="184" y="104"/>
                  </a:cubicBezTo>
                  <a:cubicBezTo>
                    <a:pt x="184" y="104"/>
                    <a:pt x="184" y="104"/>
                    <a:pt x="184" y="104"/>
                  </a:cubicBezTo>
                  <a:close/>
                </a:path>
              </a:pathLst>
            </a:custGeom>
            <a:solidFill>
              <a:srgbClr val="66737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5">
              <a:extLst>
                <a:ext uri="{FF2B5EF4-FFF2-40B4-BE49-F238E27FC236}">
                  <a16:creationId xmlns:a16="http://schemas.microsoft.com/office/drawing/2014/main" id="{BE3857C5-1509-0176-CECE-F1B4BCEBD7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4335" y="5613400"/>
              <a:ext cx="336376" cy="334436"/>
            </a:xfrm>
            <a:custGeom>
              <a:avLst/>
              <a:gdLst>
                <a:gd name="T0" fmla="*/ 199 w 200"/>
                <a:gd name="T1" fmla="*/ 66 h 200"/>
                <a:gd name="T2" fmla="*/ 174 w 200"/>
                <a:gd name="T3" fmla="*/ 70 h 200"/>
                <a:gd name="T4" fmla="*/ 155 w 200"/>
                <a:gd name="T5" fmla="*/ 178 h 200"/>
                <a:gd name="T6" fmla="*/ 178 w 200"/>
                <a:gd name="T7" fmla="*/ 194 h 200"/>
                <a:gd name="T8" fmla="*/ 178 w 200"/>
                <a:gd name="T9" fmla="*/ 194 h 200"/>
                <a:gd name="T10" fmla="*/ 1 w 200"/>
                <a:gd name="T11" fmla="*/ 135 h 200"/>
                <a:gd name="T12" fmla="*/ 32 w 200"/>
                <a:gd name="T13" fmla="*/ 135 h 200"/>
                <a:gd name="T14" fmla="*/ 23 w 200"/>
                <a:gd name="T15" fmla="*/ 45 h 200"/>
                <a:gd name="T16" fmla="*/ 13 w 200"/>
                <a:gd name="T17" fmla="*/ 43 h 200"/>
                <a:gd name="T18" fmla="*/ 7 w 200"/>
                <a:gd name="T19" fmla="*/ 23 h 200"/>
                <a:gd name="T20" fmla="*/ 107 w 200"/>
                <a:gd name="T21" fmla="*/ 149 h 200"/>
                <a:gd name="T22" fmla="*/ 124 w 200"/>
                <a:gd name="T23" fmla="*/ 138 h 200"/>
                <a:gd name="T24" fmla="*/ 138 w 200"/>
                <a:gd name="T25" fmla="*/ 124 h 200"/>
                <a:gd name="T26" fmla="*/ 149 w 200"/>
                <a:gd name="T27" fmla="*/ 107 h 200"/>
                <a:gd name="T28" fmla="*/ 136 w 200"/>
                <a:gd name="T29" fmla="*/ 79 h 200"/>
                <a:gd name="T30" fmla="*/ 124 w 200"/>
                <a:gd name="T31" fmla="*/ 62 h 200"/>
                <a:gd name="T32" fmla="*/ 107 w 200"/>
                <a:gd name="T33" fmla="*/ 52 h 200"/>
                <a:gd name="T34" fmla="*/ 79 w 200"/>
                <a:gd name="T35" fmla="*/ 64 h 200"/>
                <a:gd name="T36" fmla="*/ 63 w 200"/>
                <a:gd name="T37" fmla="*/ 77 h 200"/>
                <a:gd name="T38" fmla="*/ 52 w 200"/>
                <a:gd name="T39" fmla="*/ 94 h 200"/>
                <a:gd name="T40" fmla="*/ 65 w 200"/>
                <a:gd name="T41" fmla="*/ 122 h 200"/>
                <a:gd name="T42" fmla="*/ 77 w 200"/>
                <a:gd name="T43" fmla="*/ 138 h 200"/>
                <a:gd name="T44" fmla="*/ 80 w 200"/>
                <a:gd name="T45" fmla="*/ 129 h 200"/>
                <a:gd name="T46" fmla="*/ 71 w 200"/>
                <a:gd name="T47" fmla="*/ 125 h 200"/>
                <a:gd name="T48" fmla="*/ 58 w 200"/>
                <a:gd name="T49" fmla="*/ 103 h 200"/>
                <a:gd name="T50" fmla="*/ 71 w 200"/>
                <a:gd name="T51" fmla="*/ 80 h 200"/>
                <a:gd name="T52" fmla="*/ 76 w 200"/>
                <a:gd name="T53" fmla="*/ 71 h 200"/>
                <a:gd name="T54" fmla="*/ 97 w 200"/>
                <a:gd name="T55" fmla="*/ 58 h 200"/>
                <a:gd name="T56" fmla="*/ 121 w 200"/>
                <a:gd name="T57" fmla="*/ 71 h 200"/>
                <a:gd name="T58" fmla="*/ 130 w 200"/>
                <a:gd name="T59" fmla="*/ 76 h 200"/>
                <a:gd name="T60" fmla="*/ 142 w 200"/>
                <a:gd name="T61" fmla="*/ 97 h 200"/>
                <a:gd name="T62" fmla="*/ 130 w 200"/>
                <a:gd name="T63" fmla="*/ 120 h 200"/>
                <a:gd name="T64" fmla="*/ 125 w 200"/>
                <a:gd name="T65" fmla="*/ 130 h 200"/>
                <a:gd name="T66" fmla="*/ 104 w 200"/>
                <a:gd name="T67" fmla="*/ 142 h 200"/>
                <a:gd name="T68" fmla="*/ 80 w 200"/>
                <a:gd name="T69" fmla="*/ 129 h 200"/>
                <a:gd name="T70" fmla="*/ 100 w 200"/>
                <a:gd name="T71" fmla="*/ 129 h 200"/>
                <a:gd name="T72" fmla="*/ 123 w 200"/>
                <a:gd name="T73" fmla="*/ 100 h 200"/>
                <a:gd name="T74" fmla="*/ 110 w 200"/>
                <a:gd name="T75" fmla="*/ 167 h 200"/>
                <a:gd name="T76" fmla="*/ 162 w 200"/>
                <a:gd name="T77" fmla="*/ 100 h 200"/>
                <a:gd name="T78" fmla="*/ 100 w 200"/>
                <a:gd name="T79" fmla="*/ 174 h 200"/>
                <a:gd name="T80" fmla="*/ 97 w 200"/>
                <a:gd name="T81" fmla="*/ 165 h 200"/>
                <a:gd name="T82" fmla="*/ 100 w 200"/>
                <a:gd name="T83" fmla="*/ 45 h 200"/>
                <a:gd name="T84" fmla="*/ 33 w 200"/>
                <a:gd name="T85" fmla="*/ 100 h 200"/>
                <a:gd name="T86" fmla="*/ 100 w 200"/>
                <a:gd name="T87" fmla="*/ 32 h 200"/>
                <a:gd name="T88" fmla="*/ 100 w 200"/>
                <a:gd name="T89" fmla="*/ 32 h 200"/>
                <a:gd name="T90" fmla="*/ 156 w 200"/>
                <a:gd name="T91" fmla="*/ 20 h 200"/>
                <a:gd name="T92" fmla="*/ 178 w 200"/>
                <a:gd name="T93" fmla="*/ 0 h 200"/>
                <a:gd name="T94" fmla="*/ 66 w 200"/>
                <a:gd name="T95" fmla="*/ 1 h 200"/>
                <a:gd name="T96" fmla="*/ 178 w 200"/>
                <a:gd name="T97" fmla="*/ 7 h 200"/>
                <a:gd name="T98" fmla="*/ 178 w 200"/>
                <a:gd name="T99" fmla="*/ 7 h 200"/>
                <a:gd name="T100" fmla="*/ 45 w 200"/>
                <a:gd name="T101" fmla="*/ 181 h 200"/>
                <a:gd name="T102" fmla="*/ 23 w 200"/>
                <a:gd name="T103" fmla="*/ 200 h 200"/>
                <a:gd name="T104" fmla="*/ 135 w 200"/>
                <a:gd name="T105" fmla="*/ 199 h 200"/>
                <a:gd name="T106" fmla="*/ 23 w 200"/>
                <a:gd name="T107" fmla="*/ 194 h 200"/>
                <a:gd name="T108" fmla="*/ 23 w 200"/>
                <a:gd name="T109" fmla="*/ 194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0" h="200">
                  <a:moveTo>
                    <a:pt x="188" y="157"/>
                  </a:moveTo>
                  <a:cubicBezTo>
                    <a:pt x="188" y="63"/>
                    <a:pt x="188" y="63"/>
                    <a:pt x="188" y="63"/>
                  </a:cubicBezTo>
                  <a:cubicBezTo>
                    <a:pt x="195" y="70"/>
                    <a:pt x="195" y="70"/>
                    <a:pt x="195" y="70"/>
                  </a:cubicBezTo>
                  <a:cubicBezTo>
                    <a:pt x="199" y="66"/>
                    <a:pt x="199" y="66"/>
                    <a:pt x="199" y="66"/>
                  </a:cubicBezTo>
                  <a:cubicBezTo>
                    <a:pt x="187" y="53"/>
                    <a:pt x="187" y="53"/>
                    <a:pt x="187" y="53"/>
                  </a:cubicBezTo>
                  <a:cubicBezTo>
                    <a:pt x="185" y="51"/>
                    <a:pt x="183" y="51"/>
                    <a:pt x="182" y="53"/>
                  </a:cubicBezTo>
                  <a:cubicBezTo>
                    <a:pt x="169" y="66"/>
                    <a:pt x="169" y="66"/>
                    <a:pt x="169" y="66"/>
                  </a:cubicBezTo>
                  <a:cubicBezTo>
                    <a:pt x="174" y="70"/>
                    <a:pt x="174" y="70"/>
                    <a:pt x="174" y="70"/>
                  </a:cubicBezTo>
                  <a:cubicBezTo>
                    <a:pt x="181" y="63"/>
                    <a:pt x="181" y="63"/>
                    <a:pt x="181" y="63"/>
                  </a:cubicBezTo>
                  <a:cubicBezTo>
                    <a:pt x="181" y="155"/>
                    <a:pt x="181" y="155"/>
                    <a:pt x="181" y="155"/>
                  </a:cubicBezTo>
                  <a:cubicBezTo>
                    <a:pt x="180" y="155"/>
                    <a:pt x="179" y="155"/>
                    <a:pt x="178" y="155"/>
                  </a:cubicBezTo>
                  <a:cubicBezTo>
                    <a:pt x="165" y="155"/>
                    <a:pt x="155" y="165"/>
                    <a:pt x="155" y="178"/>
                  </a:cubicBezTo>
                  <a:cubicBezTo>
                    <a:pt x="155" y="190"/>
                    <a:pt x="165" y="200"/>
                    <a:pt x="178" y="200"/>
                  </a:cubicBezTo>
                  <a:cubicBezTo>
                    <a:pt x="190" y="200"/>
                    <a:pt x="200" y="190"/>
                    <a:pt x="200" y="178"/>
                  </a:cubicBezTo>
                  <a:cubicBezTo>
                    <a:pt x="200" y="169"/>
                    <a:pt x="195" y="161"/>
                    <a:pt x="188" y="157"/>
                  </a:cubicBezTo>
                  <a:close/>
                  <a:moveTo>
                    <a:pt x="178" y="194"/>
                  </a:moveTo>
                  <a:cubicBezTo>
                    <a:pt x="169" y="194"/>
                    <a:pt x="162" y="186"/>
                    <a:pt x="162" y="178"/>
                  </a:cubicBezTo>
                  <a:cubicBezTo>
                    <a:pt x="162" y="169"/>
                    <a:pt x="169" y="161"/>
                    <a:pt x="178" y="161"/>
                  </a:cubicBezTo>
                  <a:cubicBezTo>
                    <a:pt x="187" y="161"/>
                    <a:pt x="194" y="169"/>
                    <a:pt x="194" y="178"/>
                  </a:cubicBezTo>
                  <a:cubicBezTo>
                    <a:pt x="194" y="186"/>
                    <a:pt x="187" y="194"/>
                    <a:pt x="178" y="194"/>
                  </a:cubicBezTo>
                  <a:close/>
                  <a:moveTo>
                    <a:pt x="13" y="43"/>
                  </a:moveTo>
                  <a:cubicBezTo>
                    <a:pt x="13" y="138"/>
                    <a:pt x="13" y="138"/>
                    <a:pt x="13" y="138"/>
                  </a:cubicBezTo>
                  <a:cubicBezTo>
                    <a:pt x="6" y="130"/>
                    <a:pt x="6" y="130"/>
                    <a:pt x="6" y="130"/>
                  </a:cubicBezTo>
                  <a:cubicBezTo>
                    <a:pt x="1" y="135"/>
                    <a:pt x="1" y="135"/>
                    <a:pt x="1" y="135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48"/>
                    <a:pt x="16" y="149"/>
                    <a:pt x="17" y="149"/>
                  </a:cubicBezTo>
                  <a:cubicBezTo>
                    <a:pt x="17" y="149"/>
                    <a:pt x="18" y="148"/>
                    <a:pt x="19" y="148"/>
                  </a:cubicBezTo>
                  <a:cubicBezTo>
                    <a:pt x="32" y="135"/>
                    <a:pt x="32" y="135"/>
                    <a:pt x="32" y="135"/>
                  </a:cubicBezTo>
                  <a:cubicBezTo>
                    <a:pt x="27" y="130"/>
                    <a:pt x="27" y="130"/>
                    <a:pt x="27" y="130"/>
                  </a:cubicBezTo>
                  <a:cubicBezTo>
                    <a:pt x="20" y="138"/>
                    <a:pt x="20" y="138"/>
                    <a:pt x="20" y="138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5"/>
                    <a:pt x="22" y="45"/>
                    <a:pt x="23" y="45"/>
                  </a:cubicBezTo>
                  <a:cubicBezTo>
                    <a:pt x="35" y="45"/>
                    <a:pt x="46" y="35"/>
                    <a:pt x="46" y="23"/>
                  </a:cubicBezTo>
                  <a:cubicBezTo>
                    <a:pt x="46" y="10"/>
                    <a:pt x="35" y="0"/>
                    <a:pt x="23" y="0"/>
                  </a:cubicBezTo>
                  <a:cubicBezTo>
                    <a:pt x="11" y="0"/>
                    <a:pt x="0" y="10"/>
                    <a:pt x="0" y="23"/>
                  </a:cubicBezTo>
                  <a:cubicBezTo>
                    <a:pt x="0" y="32"/>
                    <a:pt x="6" y="39"/>
                    <a:pt x="13" y="43"/>
                  </a:cubicBezTo>
                  <a:close/>
                  <a:moveTo>
                    <a:pt x="23" y="7"/>
                  </a:moveTo>
                  <a:cubicBezTo>
                    <a:pt x="32" y="7"/>
                    <a:pt x="39" y="14"/>
                    <a:pt x="39" y="23"/>
                  </a:cubicBezTo>
                  <a:cubicBezTo>
                    <a:pt x="39" y="32"/>
                    <a:pt x="32" y="39"/>
                    <a:pt x="23" y="39"/>
                  </a:cubicBezTo>
                  <a:cubicBezTo>
                    <a:pt x="14" y="39"/>
                    <a:pt x="7" y="32"/>
                    <a:pt x="7" y="23"/>
                  </a:cubicBezTo>
                  <a:cubicBezTo>
                    <a:pt x="7" y="14"/>
                    <a:pt x="14" y="7"/>
                    <a:pt x="23" y="7"/>
                  </a:cubicBezTo>
                  <a:close/>
                  <a:moveTo>
                    <a:pt x="91" y="145"/>
                  </a:moveTo>
                  <a:cubicBezTo>
                    <a:pt x="91" y="147"/>
                    <a:pt x="92" y="149"/>
                    <a:pt x="94" y="149"/>
                  </a:cubicBezTo>
                  <a:cubicBezTo>
                    <a:pt x="107" y="149"/>
                    <a:pt x="107" y="149"/>
                    <a:pt x="107" y="149"/>
                  </a:cubicBezTo>
                  <a:cubicBezTo>
                    <a:pt x="109" y="149"/>
                    <a:pt x="110" y="147"/>
                    <a:pt x="110" y="145"/>
                  </a:cubicBezTo>
                  <a:cubicBezTo>
                    <a:pt x="110" y="141"/>
                    <a:pt x="110" y="141"/>
                    <a:pt x="110" y="141"/>
                  </a:cubicBezTo>
                  <a:cubicBezTo>
                    <a:pt x="114" y="140"/>
                    <a:pt x="118" y="138"/>
                    <a:pt x="122" y="136"/>
                  </a:cubicBezTo>
                  <a:cubicBezTo>
                    <a:pt x="124" y="138"/>
                    <a:pt x="124" y="138"/>
                    <a:pt x="124" y="138"/>
                  </a:cubicBezTo>
                  <a:cubicBezTo>
                    <a:pt x="125" y="139"/>
                    <a:pt x="127" y="139"/>
                    <a:pt x="128" y="138"/>
                  </a:cubicBezTo>
                  <a:cubicBezTo>
                    <a:pt x="138" y="128"/>
                    <a:pt x="138" y="128"/>
                    <a:pt x="138" y="128"/>
                  </a:cubicBezTo>
                  <a:cubicBezTo>
                    <a:pt x="139" y="128"/>
                    <a:pt x="139" y="127"/>
                    <a:pt x="139" y="126"/>
                  </a:cubicBezTo>
                  <a:cubicBezTo>
                    <a:pt x="139" y="125"/>
                    <a:pt x="139" y="124"/>
                    <a:pt x="138" y="124"/>
                  </a:cubicBezTo>
                  <a:cubicBezTo>
                    <a:pt x="136" y="122"/>
                    <a:pt x="136" y="122"/>
                    <a:pt x="136" y="122"/>
                  </a:cubicBezTo>
                  <a:cubicBezTo>
                    <a:pt x="139" y="118"/>
                    <a:pt x="140" y="114"/>
                    <a:pt x="141" y="110"/>
                  </a:cubicBezTo>
                  <a:cubicBezTo>
                    <a:pt x="146" y="110"/>
                    <a:pt x="146" y="110"/>
                    <a:pt x="146" y="110"/>
                  </a:cubicBezTo>
                  <a:cubicBezTo>
                    <a:pt x="147" y="110"/>
                    <a:pt x="149" y="108"/>
                    <a:pt x="149" y="107"/>
                  </a:cubicBezTo>
                  <a:cubicBezTo>
                    <a:pt x="149" y="94"/>
                    <a:pt x="149" y="94"/>
                    <a:pt x="149" y="94"/>
                  </a:cubicBezTo>
                  <a:cubicBezTo>
                    <a:pt x="149" y="92"/>
                    <a:pt x="147" y="90"/>
                    <a:pt x="146" y="90"/>
                  </a:cubicBezTo>
                  <a:cubicBezTo>
                    <a:pt x="141" y="90"/>
                    <a:pt x="141" y="90"/>
                    <a:pt x="141" y="90"/>
                  </a:cubicBezTo>
                  <a:cubicBezTo>
                    <a:pt x="140" y="86"/>
                    <a:pt x="139" y="82"/>
                    <a:pt x="136" y="79"/>
                  </a:cubicBezTo>
                  <a:cubicBezTo>
                    <a:pt x="138" y="77"/>
                    <a:pt x="138" y="77"/>
                    <a:pt x="138" y="77"/>
                  </a:cubicBezTo>
                  <a:cubicBezTo>
                    <a:pt x="139" y="75"/>
                    <a:pt x="139" y="73"/>
                    <a:pt x="138" y="72"/>
                  </a:cubicBezTo>
                  <a:cubicBezTo>
                    <a:pt x="128" y="62"/>
                    <a:pt x="128" y="62"/>
                    <a:pt x="128" y="62"/>
                  </a:cubicBezTo>
                  <a:cubicBezTo>
                    <a:pt x="127" y="61"/>
                    <a:pt x="125" y="61"/>
                    <a:pt x="124" y="62"/>
                  </a:cubicBezTo>
                  <a:cubicBezTo>
                    <a:pt x="122" y="64"/>
                    <a:pt x="122" y="64"/>
                    <a:pt x="122" y="64"/>
                  </a:cubicBezTo>
                  <a:cubicBezTo>
                    <a:pt x="118" y="62"/>
                    <a:pt x="114" y="60"/>
                    <a:pt x="110" y="59"/>
                  </a:cubicBezTo>
                  <a:cubicBezTo>
                    <a:pt x="110" y="55"/>
                    <a:pt x="110" y="55"/>
                    <a:pt x="110" y="55"/>
                  </a:cubicBezTo>
                  <a:cubicBezTo>
                    <a:pt x="110" y="53"/>
                    <a:pt x="109" y="52"/>
                    <a:pt x="107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2" y="52"/>
                    <a:pt x="91" y="53"/>
                    <a:pt x="91" y="55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86" y="60"/>
                    <a:pt x="82" y="62"/>
                    <a:pt x="79" y="64"/>
                  </a:cubicBezTo>
                  <a:cubicBezTo>
                    <a:pt x="77" y="62"/>
                    <a:pt x="77" y="62"/>
                    <a:pt x="77" y="62"/>
                  </a:cubicBezTo>
                  <a:cubicBezTo>
                    <a:pt x="76" y="61"/>
                    <a:pt x="74" y="61"/>
                    <a:pt x="72" y="62"/>
                  </a:cubicBezTo>
                  <a:cubicBezTo>
                    <a:pt x="63" y="72"/>
                    <a:pt x="63" y="72"/>
                    <a:pt x="63" y="72"/>
                  </a:cubicBezTo>
                  <a:cubicBezTo>
                    <a:pt x="61" y="73"/>
                    <a:pt x="61" y="75"/>
                    <a:pt x="63" y="77"/>
                  </a:cubicBezTo>
                  <a:cubicBezTo>
                    <a:pt x="65" y="79"/>
                    <a:pt x="65" y="79"/>
                    <a:pt x="65" y="79"/>
                  </a:cubicBezTo>
                  <a:cubicBezTo>
                    <a:pt x="62" y="82"/>
                    <a:pt x="61" y="86"/>
                    <a:pt x="60" y="90"/>
                  </a:cubicBezTo>
                  <a:cubicBezTo>
                    <a:pt x="55" y="90"/>
                    <a:pt x="55" y="90"/>
                    <a:pt x="55" y="90"/>
                  </a:cubicBezTo>
                  <a:cubicBezTo>
                    <a:pt x="53" y="90"/>
                    <a:pt x="52" y="92"/>
                    <a:pt x="52" y="94"/>
                  </a:cubicBezTo>
                  <a:cubicBezTo>
                    <a:pt x="52" y="107"/>
                    <a:pt x="52" y="107"/>
                    <a:pt x="52" y="107"/>
                  </a:cubicBezTo>
                  <a:cubicBezTo>
                    <a:pt x="52" y="108"/>
                    <a:pt x="53" y="110"/>
                    <a:pt x="55" y="110"/>
                  </a:cubicBezTo>
                  <a:cubicBezTo>
                    <a:pt x="60" y="110"/>
                    <a:pt x="60" y="110"/>
                    <a:pt x="60" y="110"/>
                  </a:cubicBezTo>
                  <a:cubicBezTo>
                    <a:pt x="61" y="114"/>
                    <a:pt x="62" y="118"/>
                    <a:pt x="65" y="122"/>
                  </a:cubicBezTo>
                  <a:cubicBezTo>
                    <a:pt x="63" y="124"/>
                    <a:pt x="63" y="124"/>
                    <a:pt x="63" y="124"/>
                  </a:cubicBezTo>
                  <a:cubicBezTo>
                    <a:pt x="61" y="125"/>
                    <a:pt x="61" y="127"/>
                    <a:pt x="63" y="128"/>
                  </a:cubicBezTo>
                  <a:cubicBezTo>
                    <a:pt x="72" y="138"/>
                    <a:pt x="72" y="138"/>
                    <a:pt x="72" y="138"/>
                  </a:cubicBezTo>
                  <a:cubicBezTo>
                    <a:pt x="74" y="139"/>
                    <a:pt x="76" y="139"/>
                    <a:pt x="77" y="138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83" y="138"/>
                    <a:pt x="87" y="140"/>
                    <a:pt x="91" y="141"/>
                  </a:cubicBezTo>
                  <a:lnTo>
                    <a:pt x="91" y="145"/>
                  </a:lnTo>
                  <a:close/>
                  <a:moveTo>
                    <a:pt x="80" y="129"/>
                  </a:moveTo>
                  <a:cubicBezTo>
                    <a:pt x="79" y="128"/>
                    <a:pt x="77" y="129"/>
                    <a:pt x="76" y="130"/>
                  </a:cubicBezTo>
                  <a:cubicBezTo>
                    <a:pt x="75" y="131"/>
                    <a:pt x="75" y="131"/>
                    <a:pt x="75" y="131"/>
                  </a:cubicBezTo>
                  <a:cubicBezTo>
                    <a:pt x="69" y="126"/>
                    <a:pt x="69" y="126"/>
                    <a:pt x="69" y="126"/>
                  </a:cubicBezTo>
                  <a:cubicBezTo>
                    <a:pt x="71" y="125"/>
                    <a:pt x="71" y="125"/>
                    <a:pt x="71" y="125"/>
                  </a:cubicBezTo>
                  <a:cubicBezTo>
                    <a:pt x="72" y="123"/>
                    <a:pt x="72" y="122"/>
                    <a:pt x="71" y="120"/>
                  </a:cubicBezTo>
                  <a:cubicBezTo>
                    <a:pt x="68" y="116"/>
                    <a:pt x="66" y="111"/>
                    <a:pt x="65" y="106"/>
                  </a:cubicBezTo>
                  <a:cubicBezTo>
                    <a:pt x="65" y="105"/>
                    <a:pt x="64" y="103"/>
                    <a:pt x="62" y="103"/>
                  </a:cubicBezTo>
                  <a:cubicBezTo>
                    <a:pt x="58" y="103"/>
                    <a:pt x="58" y="103"/>
                    <a:pt x="58" y="103"/>
                  </a:cubicBezTo>
                  <a:cubicBezTo>
                    <a:pt x="58" y="97"/>
                    <a:pt x="58" y="97"/>
                    <a:pt x="58" y="97"/>
                  </a:cubicBezTo>
                  <a:cubicBezTo>
                    <a:pt x="62" y="97"/>
                    <a:pt x="62" y="97"/>
                    <a:pt x="62" y="97"/>
                  </a:cubicBezTo>
                  <a:cubicBezTo>
                    <a:pt x="64" y="97"/>
                    <a:pt x="65" y="96"/>
                    <a:pt x="65" y="94"/>
                  </a:cubicBezTo>
                  <a:cubicBezTo>
                    <a:pt x="66" y="89"/>
                    <a:pt x="68" y="84"/>
                    <a:pt x="71" y="80"/>
                  </a:cubicBezTo>
                  <a:cubicBezTo>
                    <a:pt x="72" y="79"/>
                    <a:pt x="72" y="77"/>
                    <a:pt x="71" y="76"/>
                  </a:cubicBezTo>
                  <a:cubicBezTo>
                    <a:pt x="69" y="74"/>
                    <a:pt x="69" y="74"/>
                    <a:pt x="69" y="74"/>
                  </a:cubicBezTo>
                  <a:cubicBezTo>
                    <a:pt x="75" y="69"/>
                    <a:pt x="75" y="69"/>
                    <a:pt x="75" y="69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7" y="72"/>
                    <a:pt x="79" y="72"/>
                    <a:pt x="80" y="71"/>
                  </a:cubicBezTo>
                  <a:cubicBezTo>
                    <a:pt x="84" y="68"/>
                    <a:pt x="89" y="66"/>
                    <a:pt x="94" y="65"/>
                  </a:cubicBezTo>
                  <a:cubicBezTo>
                    <a:pt x="96" y="65"/>
                    <a:pt x="97" y="64"/>
                    <a:pt x="97" y="62"/>
                  </a:cubicBezTo>
                  <a:cubicBezTo>
                    <a:pt x="97" y="58"/>
                    <a:pt x="97" y="58"/>
                    <a:pt x="97" y="58"/>
                  </a:cubicBezTo>
                  <a:cubicBezTo>
                    <a:pt x="104" y="58"/>
                    <a:pt x="104" y="58"/>
                    <a:pt x="104" y="58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4" y="64"/>
                    <a:pt x="105" y="65"/>
                    <a:pt x="106" y="65"/>
                  </a:cubicBezTo>
                  <a:cubicBezTo>
                    <a:pt x="111" y="66"/>
                    <a:pt x="116" y="68"/>
                    <a:pt x="121" y="71"/>
                  </a:cubicBezTo>
                  <a:cubicBezTo>
                    <a:pt x="122" y="72"/>
                    <a:pt x="124" y="72"/>
                    <a:pt x="125" y="71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30" y="76"/>
                    <a:pt x="130" y="76"/>
                    <a:pt x="130" y="76"/>
                  </a:cubicBezTo>
                  <a:cubicBezTo>
                    <a:pt x="129" y="77"/>
                    <a:pt x="129" y="79"/>
                    <a:pt x="129" y="80"/>
                  </a:cubicBezTo>
                  <a:cubicBezTo>
                    <a:pt x="133" y="84"/>
                    <a:pt x="134" y="89"/>
                    <a:pt x="135" y="94"/>
                  </a:cubicBezTo>
                  <a:cubicBezTo>
                    <a:pt x="136" y="96"/>
                    <a:pt x="137" y="97"/>
                    <a:pt x="139" y="97"/>
                  </a:cubicBezTo>
                  <a:cubicBezTo>
                    <a:pt x="142" y="97"/>
                    <a:pt x="142" y="97"/>
                    <a:pt x="142" y="97"/>
                  </a:cubicBezTo>
                  <a:cubicBezTo>
                    <a:pt x="142" y="103"/>
                    <a:pt x="142" y="103"/>
                    <a:pt x="142" y="103"/>
                  </a:cubicBezTo>
                  <a:cubicBezTo>
                    <a:pt x="139" y="103"/>
                    <a:pt x="139" y="103"/>
                    <a:pt x="139" y="103"/>
                  </a:cubicBezTo>
                  <a:cubicBezTo>
                    <a:pt x="137" y="103"/>
                    <a:pt x="136" y="105"/>
                    <a:pt x="135" y="106"/>
                  </a:cubicBezTo>
                  <a:cubicBezTo>
                    <a:pt x="134" y="111"/>
                    <a:pt x="133" y="116"/>
                    <a:pt x="130" y="120"/>
                  </a:cubicBezTo>
                  <a:cubicBezTo>
                    <a:pt x="129" y="122"/>
                    <a:pt x="129" y="123"/>
                    <a:pt x="130" y="125"/>
                  </a:cubicBezTo>
                  <a:cubicBezTo>
                    <a:pt x="131" y="126"/>
                    <a:pt x="131" y="126"/>
                    <a:pt x="131" y="126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25" y="130"/>
                    <a:pt x="125" y="130"/>
                    <a:pt x="125" y="130"/>
                  </a:cubicBezTo>
                  <a:cubicBezTo>
                    <a:pt x="124" y="129"/>
                    <a:pt x="122" y="128"/>
                    <a:pt x="121" y="129"/>
                  </a:cubicBezTo>
                  <a:cubicBezTo>
                    <a:pt x="116" y="132"/>
                    <a:pt x="112" y="134"/>
                    <a:pt x="106" y="135"/>
                  </a:cubicBezTo>
                  <a:cubicBezTo>
                    <a:pt x="105" y="135"/>
                    <a:pt x="104" y="137"/>
                    <a:pt x="104" y="138"/>
                  </a:cubicBezTo>
                  <a:cubicBezTo>
                    <a:pt x="104" y="142"/>
                    <a:pt x="104" y="142"/>
                    <a:pt x="104" y="142"/>
                  </a:cubicBezTo>
                  <a:cubicBezTo>
                    <a:pt x="97" y="142"/>
                    <a:pt x="97" y="142"/>
                    <a:pt x="97" y="142"/>
                  </a:cubicBezTo>
                  <a:cubicBezTo>
                    <a:pt x="97" y="138"/>
                    <a:pt x="97" y="138"/>
                    <a:pt x="97" y="138"/>
                  </a:cubicBezTo>
                  <a:cubicBezTo>
                    <a:pt x="97" y="137"/>
                    <a:pt x="96" y="135"/>
                    <a:pt x="94" y="135"/>
                  </a:cubicBezTo>
                  <a:cubicBezTo>
                    <a:pt x="89" y="134"/>
                    <a:pt x="85" y="132"/>
                    <a:pt x="80" y="129"/>
                  </a:cubicBezTo>
                  <a:close/>
                  <a:moveTo>
                    <a:pt x="129" y="100"/>
                  </a:moveTo>
                  <a:cubicBezTo>
                    <a:pt x="129" y="84"/>
                    <a:pt x="116" y="71"/>
                    <a:pt x="100" y="71"/>
                  </a:cubicBezTo>
                  <a:cubicBezTo>
                    <a:pt x="84" y="71"/>
                    <a:pt x="71" y="84"/>
                    <a:pt x="71" y="100"/>
                  </a:cubicBezTo>
                  <a:cubicBezTo>
                    <a:pt x="71" y="116"/>
                    <a:pt x="84" y="129"/>
                    <a:pt x="100" y="129"/>
                  </a:cubicBezTo>
                  <a:cubicBezTo>
                    <a:pt x="116" y="129"/>
                    <a:pt x="129" y="116"/>
                    <a:pt x="129" y="100"/>
                  </a:cubicBezTo>
                  <a:close/>
                  <a:moveTo>
                    <a:pt x="78" y="100"/>
                  </a:moveTo>
                  <a:cubicBezTo>
                    <a:pt x="78" y="88"/>
                    <a:pt x="88" y="78"/>
                    <a:pt x="100" y="78"/>
                  </a:cubicBezTo>
                  <a:cubicBezTo>
                    <a:pt x="113" y="78"/>
                    <a:pt x="123" y="88"/>
                    <a:pt x="123" y="100"/>
                  </a:cubicBezTo>
                  <a:cubicBezTo>
                    <a:pt x="123" y="113"/>
                    <a:pt x="113" y="123"/>
                    <a:pt x="100" y="123"/>
                  </a:cubicBezTo>
                  <a:cubicBezTo>
                    <a:pt x="88" y="123"/>
                    <a:pt x="78" y="113"/>
                    <a:pt x="78" y="100"/>
                  </a:cubicBezTo>
                  <a:close/>
                  <a:moveTo>
                    <a:pt x="100" y="174"/>
                  </a:moveTo>
                  <a:cubicBezTo>
                    <a:pt x="105" y="174"/>
                    <a:pt x="109" y="171"/>
                    <a:pt x="110" y="167"/>
                  </a:cubicBezTo>
                  <a:cubicBezTo>
                    <a:pt x="143" y="163"/>
                    <a:pt x="168" y="134"/>
                    <a:pt x="168" y="100"/>
                  </a:cubicBezTo>
                  <a:cubicBezTo>
                    <a:pt x="168" y="69"/>
                    <a:pt x="147" y="42"/>
                    <a:pt x="117" y="35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43" y="48"/>
                    <a:pt x="162" y="72"/>
                    <a:pt x="162" y="100"/>
                  </a:cubicBezTo>
                  <a:cubicBezTo>
                    <a:pt x="162" y="131"/>
                    <a:pt x="139" y="156"/>
                    <a:pt x="109" y="161"/>
                  </a:cubicBezTo>
                  <a:cubicBezTo>
                    <a:pt x="108" y="157"/>
                    <a:pt x="104" y="155"/>
                    <a:pt x="100" y="155"/>
                  </a:cubicBezTo>
                  <a:cubicBezTo>
                    <a:pt x="95" y="155"/>
                    <a:pt x="91" y="159"/>
                    <a:pt x="91" y="165"/>
                  </a:cubicBezTo>
                  <a:cubicBezTo>
                    <a:pt x="91" y="170"/>
                    <a:pt x="95" y="174"/>
                    <a:pt x="100" y="174"/>
                  </a:cubicBezTo>
                  <a:close/>
                  <a:moveTo>
                    <a:pt x="100" y="161"/>
                  </a:moveTo>
                  <a:cubicBezTo>
                    <a:pt x="102" y="161"/>
                    <a:pt x="104" y="163"/>
                    <a:pt x="104" y="165"/>
                  </a:cubicBezTo>
                  <a:cubicBezTo>
                    <a:pt x="104" y="166"/>
                    <a:pt x="102" y="168"/>
                    <a:pt x="100" y="168"/>
                  </a:cubicBezTo>
                  <a:cubicBezTo>
                    <a:pt x="99" y="168"/>
                    <a:pt x="97" y="166"/>
                    <a:pt x="97" y="165"/>
                  </a:cubicBezTo>
                  <a:cubicBezTo>
                    <a:pt x="97" y="163"/>
                    <a:pt x="99" y="161"/>
                    <a:pt x="100" y="161"/>
                  </a:cubicBezTo>
                  <a:close/>
                  <a:moveTo>
                    <a:pt x="39" y="100"/>
                  </a:moveTo>
                  <a:cubicBezTo>
                    <a:pt x="39" y="69"/>
                    <a:pt x="62" y="44"/>
                    <a:pt x="92" y="40"/>
                  </a:cubicBezTo>
                  <a:cubicBezTo>
                    <a:pt x="93" y="43"/>
                    <a:pt x="96" y="45"/>
                    <a:pt x="100" y="45"/>
                  </a:cubicBezTo>
                  <a:cubicBezTo>
                    <a:pt x="106" y="45"/>
                    <a:pt x="110" y="41"/>
                    <a:pt x="110" y="36"/>
                  </a:cubicBezTo>
                  <a:cubicBezTo>
                    <a:pt x="110" y="30"/>
                    <a:pt x="106" y="26"/>
                    <a:pt x="100" y="26"/>
                  </a:cubicBezTo>
                  <a:cubicBezTo>
                    <a:pt x="96" y="26"/>
                    <a:pt x="92" y="29"/>
                    <a:pt x="91" y="33"/>
                  </a:cubicBezTo>
                  <a:cubicBezTo>
                    <a:pt x="58" y="38"/>
                    <a:pt x="33" y="66"/>
                    <a:pt x="33" y="100"/>
                  </a:cubicBezTo>
                  <a:cubicBezTo>
                    <a:pt x="33" y="131"/>
                    <a:pt x="54" y="158"/>
                    <a:pt x="83" y="166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58" y="153"/>
                    <a:pt x="39" y="128"/>
                    <a:pt x="39" y="100"/>
                  </a:cubicBezTo>
                  <a:close/>
                  <a:moveTo>
                    <a:pt x="100" y="32"/>
                  </a:moveTo>
                  <a:cubicBezTo>
                    <a:pt x="102" y="32"/>
                    <a:pt x="104" y="34"/>
                    <a:pt x="104" y="36"/>
                  </a:cubicBezTo>
                  <a:cubicBezTo>
                    <a:pt x="104" y="37"/>
                    <a:pt x="102" y="39"/>
                    <a:pt x="100" y="39"/>
                  </a:cubicBezTo>
                  <a:cubicBezTo>
                    <a:pt x="99" y="39"/>
                    <a:pt x="97" y="37"/>
                    <a:pt x="97" y="36"/>
                  </a:cubicBezTo>
                  <a:cubicBezTo>
                    <a:pt x="97" y="34"/>
                    <a:pt x="99" y="32"/>
                    <a:pt x="100" y="32"/>
                  </a:cubicBezTo>
                  <a:close/>
                  <a:moveTo>
                    <a:pt x="66" y="31"/>
                  </a:moveTo>
                  <a:cubicBezTo>
                    <a:pt x="70" y="27"/>
                    <a:pt x="70" y="27"/>
                    <a:pt x="70" y="27"/>
                  </a:cubicBezTo>
                  <a:cubicBezTo>
                    <a:pt x="63" y="20"/>
                    <a:pt x="63" y="20"/>
                    <a:pt x="63" y="20"/>
                  </a:cubicBezTo>
                  <a:cubicBezTo>
                    <a:pt x="156" y="20"/>
                    <a:pt x="156" y="20"/>
                    <a:pt x="156" y="20"/>
                  </a:cubicBezTo>
                  <a:cubicBezTo>
                    <a:pt x="155" y="21"/>
                    <a:pt x="155" y="22"/>
                    <a:pt x="155" y="23"/>
                  </a:cubicBezTo>
                  <a:cubicBezTo>
                    <a:pt x="155" y="35"/>
                    <a:pt x="165" y="45"/>
                    <a:pt x="178" y="45"/>
                  </a:cubicBezTo>
                  <a:cubicBezTo>
                    <a:pt x="190" y="45"/>
                    <a:pt x="200" y="35"/>
                    <a:pt x="200" y="23"/>
                  </a:cubicBezTo>
                  <a:cubicBezTo>
                    <a:pt x="200" y="10"/>
                    <a:pt x="190" y="0"/>
                    <a:pt x="178" y="0"/>
                  </a:cubicBezTo>
                  <a:cubicBezTo>
                    <a:pt x="169" y="0"/>
                    <a:pt x="161" y="5"/>
                    <a:pt x="157" y="13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70" y="6"/>
                    <a:pt x="70" y="6"/>
                    <a:pt x="70" y="6"/>
                  </a:cubicBezTo>
                  <a:cubicBezTo>
                    <a:pt x="66" y="1"/>
                    <a:pt x="66" y="1"/>
                    <a:pt x="66" y="1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2" y="15"/>
                    <a:pt x="52" y="17"/>
                    <a:pt x="53" y="19"/>
                  </a:cubicBezTo>
                  <a:lnTo>
                    <a:pt x="66" y="31"/>
                  </a:lnTo>
                  <a:close/>
                  <a:moveTo>
                    <a:pt x="178" y="7"/>
                  </a:moveTo>
                  <a:cubicBezTo>
                    <a:pt x="187" y="7"/>
                    <a:pt x="194" y="14"/>
                    <a:pt x="194" y="23"/>
                  </a:cubicBezTo>
                  <a:cubicBezTo>
                    <a:pt x="194" y="32"/>
                    <a:pt x="187" y="39"/>
                    <a:pt x="178" y="39"/>
                  </a:cubicBezTo>
                  <a:cubicBezTo>
                    <a:pt x="169" y="39"/>
                    <a:pt x="162" y="32"/>
                    <a:pt x="162" y="23"/>
                  </a:cubicBezTo>
                  <a:cubicBezTo>
                    <a:pt x="162" y="14"/>
                    <a:pt x="169" y="7"/>
                    <a:pt x="178" y="7"/>
                  </a:cubicBezTo>
                  <a:close/>
                  <a:moveTo>
                    <a:pt x="135" y="169"/>
                  </a:moveTo>
                  <a:cubicBezTo>
                    <a:pt x="130" y="173"/>
                    <a:pt x="130" y="173"/>
                    <a:pt x="130" y="173"/>
                  </a:cubicBezTo>
                  <a:cubicBezTo>
                    <a:pt x="138" y="181"/>
                    <a:pt x="138" y="181"/>
                    <a:pt x="138" y="181"/>
                  </a:cubicBezTo>
                  <a:cubicBezTo>
                    <a:pt x="45" y="181"/>
                    <a:pt x="45" y="181"/>
                    <a:pt x="45" y="181"/>
                  </a:cubicBezTo>
                  <a:cubicBezTo>
                    <a:pt x="45" y="180"/>
                    <a:pt x="46" y="179"/>
                    <a:pt x="46" y="178"/>
                  </a:cubicBezTo>
                  <a:cubicBezTo>
                    <a:pt x="46" y="165"/>
                    <a:pt x="35" y="155"/>
                    <a:pt x="23" y="155"/>
                  </a:cubicBezTo>
                  <a:cubicBezTo>
                    <a:pt x="11" y="155"/>
                    <a:pt x="0" y="165"/>
                    <a:pt x="0" y="178"/>
                  </a:cubicBezTo>
                  <a:cubicBezTo>
                    <a:pt x="0" y="190"/>
                    <a:pt x="11" y="200"/>
                    <a:pt x="23" y="200"/>
                  </a:cubicBezTo>
                  <a:cubicBezTo>
                    <a:pt x="32" y="200"/>
                    <a:pt x="40" y="195"/>
                    <a:pt x="43" y="187"/>
                  </a:cubicBezTo>
                  <a:cubicBezTo>
                    <a:pt x="138" y="187"/>
                    <a:pt x="138" y="187"/>
                    <a:pt x="138" y="187"/>
                  </a:cubicBezTo>
                  <a:cubicBezTo>
                    <a:pt x="130" y="195"/>
                    <a:pt x="130" y="195"/>
                    <a:pt x="130" y="195"/>
                  </a:cubicBezTo>
                  <a:cubicBezTo>
                    <a:pt x="135" y="199"/>
                    <a:pt x="135" y="199"/>
                    <a:pt x="135" y="199"/>
                  </a:cubicBezTo>
                  <a:cubicBezTo>
                    <a:pt x="148" y="186"/>
                    <a:pt x="148" y="186"/>
                    <a:pt x="148" y="186"/>
                  </a:cubicBezTo>
                  <a:cubicBezTo>
                    <a:pt x="149" y="185"/>
                    <a:pt x="149" y="183"/>
                    <a:pt x="148" y="182"/>
                  </a:cubicBezTo>
                  <a:lnTo>
                    <a:pt x="135" y="169"/>
                  </a:lnTo>
                  <a:close/>
                  <a:moveTo>
                    <a:pt x="23" y="194"/>
                  </a:moveTo>
                  <a:cubicBezTo>
                    <a:pt x="14" y="194"/>
                    <a:pt x="7" y="186"/>
                    <a:pt x="7" y="178"/>
                  </a:cubicBezTo>
                  <a:cubicBezTo>
                    <a:pt x="7" y="169"/>
                    <a:pt x="14" y="161"/>
                    <a:pt x="23" y="161"/>
                  </a:cubicBezTo>
                  <a:cubicBezTo>
                    <a:pt x="32" y="161"/>
                    <a:pt x="39" y="169"/>
                    <a:pt x="39" y="178"/>
                  </a:cubicBezTo>
                  <a:cubicBezTo>
                    <a:pt x="39" y="186"/>
                    <a:pt x="32" y="194"/>
                    <a:pt x="23" y="194"/>
                  </a:cubicBezTo>
                  <a:close/>
                </a:path>
              </a:pathLst>
            </a:custGeom>
            <a:solidFill>
              <a:srgbClr val="66737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EB746FA8-28D9-FAB6-3A23-D9B3B103616B}"/>
                </a:ext>
              </a:extLst>
            </p:cNvPr>
            <p:cNvCxnSpPr>
              <a:cxnSpLocks/>
            </p:cNvCxnSpPr>
            <p:nvPr/>
          </p:nvCxnSpPr>
          <p:spPr>
            <a:xfrm>
              <a:off x="4102417" y="4545304"/>
              <a:ext cx="3861436" cy="0"/>
            </a:xfrm>
            <a:prstGeom prst="line">
              <a:avLst/>
            </a:prstGeom>
            <a:ln w="3175">
              <a:solidFill>
                <a:srgbClr val="DFE3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23FB2711-D025-947A-69D1-06B45F477C6B}"/>
                </a:ext>
              </a:extLst>
            </p:cNvPr>
            <p:cNvCxnSpPr>
              <a:cxnSpLocks/>
            </p:cNvCxnSpPr>
            <p:nvPr/>
          </p:nvCxnSpPr>
          <p:spPr>
            <a:xfrm>
              <a:off x="4102417" y="5443939"/>
              <a:ext cx="3861436" cy="0"/>
            </a:xfrm>
            <a:prstGeom prst="line">
              <a:avLst/>
            </a:prstGeom>
            <a:ln w="3175">
              <a:solidFill>
                <a:srgbClr val="DFE3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654D6FD8-3300-7C18-C45B-CCB926196157}"/>
                </a:ext>
              </a:extLst>
            </p:cNvPr>
            <p:cNvGrpSpPr/>
            <p:nvPr/>
          </p:nvGrpSpPr>
          <p:grpSpPr>
            <a:xfrm>
              <a:off x="308428" y="5926273"/>
              <a:ext cx="3597155" cy="461665"/>
              <a:chOff x="308428" y="5926273"/>
              <a:chExt cx="3597155" cy="461665"/>
            </a:xfrm>
          </p:grpSpPr>
          <p:sp>
            <p:nvSpPr>
              <p:cNvPr id="131" name="Rectangle: Rounded Corners 130">
                <a:extLst>
                  <a:ext uri="{FF2B5EF4-FFF2-40B4-BE49-F238E27FC236}">
                    <a16:creationId xmlns:a16="http://schemas.microsoft.com/office/drawing/2014/main" id="{8C21148B-A01E-46A2-EDD1-FD994D376269}"/>
                  </a:ext>
                </a:extLst>
              </p:cNvPr>
              <p:cNvSpPr/>
              <p:nvPr/>
            </p:nvSpPr>
            <p:spPr>
              <a:xfrm>
                <a:off x="308428" y="5949200"/>
                <a:ext cx="3597155" cy="417659"/>
              </a:xfrm>
              <a:prstGeom prst="roundRect">
                <a:avLst>
                  <a:gd name="adj" fmla="val 15204"/>
                </a:avLst>
              </a:prstGeom>
              <a:solidFill>
                <a:srgbClr val="FFFFFF">
                  <a:alpha val="58000"/>
                </a:srgbClr>
              </a:solidFill>
              <a:ln w="6350" cmpd="sng">
                <a:solidFill>
                  <a:srgbClr val="4285F4"/>
                </a:solidFill>
              </a:ln>
              <a:effectLst>
                <a:outerShdw blurRad="190500" dist="38100" dir="5400000" rotWithShape="0">
                  <a:srgbClr val="0070C0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</a:t>
                </a: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BC412360-8547-6FB6-784B-2F23F812EB81}"/>
                  </a:ext>
                </a:extLst>
              </p:cNvPr>
              <p:cNvSpPr txBox="1"/>
              <p:nvPr/>
            </p:nvSpPr>
            <p:spPr>
              <a:xfrm>
                <a:off x="777321" y="5926273"/>
                <a:ext cx="30802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2075" marR="0" lvl="0" indent="-92075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4285F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SIN Tocc ae catcupid </a:t>
                </a: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4285F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a</a:t>
                </a:r>
                <a:r>
                  <a:rPr kumimoji="0" lang="en-GB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4285F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tatnonp </a:t>
                </a: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4285F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roi dents untinculp aqu iofficia dese run tmollit</a:t>
                </a:r>
              </a:p>
            </p:txBody>
          </p:sp>
          <p:sp>
            <p:nvSpPr>
              <p:cNvPr id="133" name="Freeform 284">
                <a:extLst>
                  <a:ext uri="{FF2B5EF4-FFF2-40B4-BE49-F238E27FC236}">
                    <a16:creationId xmlns:a16="http://schemas.microsoft.com/office/drawing/2014/main" id="{6F4777D6-ED56-196D-7B79-E9DB1FCBD6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4515" y="6004791"/>
                <a:ext cx="352878" cy="288042"/>
              </a:xfrm>
              <a:custGeom>
                <a:avLst/>
                <a:gdLst>
                  <a:gd name="T0" fmla="*/ 138 w 200"/>
                  <a:gd name="T1" fmla="*/ 65 h 156"/>
                  <a:gd name="T2" fmla="*/ 135 w 200"/>
                  <a:gd name="T3" fmla="*/ 7 h 156"/>
                  <a:gd name="T4" fmla="*/ 58 w 200"/>
                  <a:gd name="T5" fmla="*/ 29 h 156"/>
                  <a:gd name="T6" fmla="*/ 78 w 200"/>
                  <a:gd name="T7" fmla="*/ 91 h 156"/>
                  <a:gd name="T8" fmla="*/ 131 w 200"/>
                  <a:gd name="T9" fmla="*/ 56 h 156"/>
                  <a:gd name="T10" fmla="*/ 81 w 200"/>
                  <a:gd name="T11" fmla="*/ 13 h 156"/>
                  <a:gd name="T12" fmla="*/ 133 w 200"/>
                  <a:gd name="T13" fmla="*/ 43 h 156"/>
                  <a:gd name="T14" fmla="*/ 64 w 200"/>
                  <a:gd name="T15" fmla="*/ 29 h 156"/>
                  <a:gd name="T16" fmla="*/ 154 w 200"/>
                  <a:gd name="T17" fmla="*/ 116 h 156"/>
                  <a:gd name="T18" fmla="*/ 122 w 200"/>
                  <a:gd name="T19" fmla="*/ 103 h 156"/>
                  <a:gd name="T20" fmla="*/ 74 w 200"/>
                  <a:gd name="T21" fmla="*/ 102 h 156"/>
                  <a:gd name="T22" fmla="*/ 46 w 200"/>
                  <a:gd name="T23" fmla="*/ 116 h 156"/>
                  <a:gd name="T24" fmla="*/ 93 w 200"/>
                  <a:gd name="T25" fmla="*/ 156 h 156"/>
                  <a:gd name="T26" fmla="*/ 107 w 200"/>
                  <a:gd name="T27" fmla="*/ 156 h 156"/>
                  <a:gd name="T28" fmla="*/ 154 w 200"/>
                  <a:gd name="T29" fmla="*/ 116 h 156"/>
                  <a:gd name="T30" fmla="*/ 126 w 200"/>
                  <a:gd name="T31" fmla="*/ 109 h 156"/>
                  <a:gd name="T32" fmla="*/ 98 w 200"/>
                  <a:gd name="T33" fmla="*/ 143 h 156"/>
                  <a:gd name="T34" fmla="*/ 97 w 200"/>
                  <a:gd name="T35" fmla="*/ 134 h 156"/>
                  <a:gd name="T36" fmla="*/ 96 w 200"/>
                  <a:gd name="T37" fmla="*/ 127 h 156"/>
                  <a:gd name="T38" fmla="*/ 35 w 200"/>
                  <a:gd name="T39" fmla="*/ 141 h 156"/>
                  <a:gd name="T40" fmla="*/ 86 w 200"/>
                  <a:gd name="T41" fmla="*/ 144 h 156"/>
                  <a:gd name="T42" fmla="*/ 39 w 200"/>
                  <a:gd name="T43" fmla="*/ 150 h 156"/>
                  <a:gd name="T44" fmla="*/ 108 w 200"/>
                  <a:gd name="T45" fmla="*/ 140 h 156"/>
                  <a:gd name="T46" fmla="*/ 117 w 200"/>
                  <a:gd name="T47" fmla="*/ 143 h 156"/>
                  <a:gd name="T48" fmla="*/ 166 w 200"/>
                  <a:gd name="T49" fmla="*/ 146 h 156"/>
                  <a:gd name="T50" fmla="*/ 65 w 200"/>
                  <a:gd name="T51" fmla="*/ 95 h 156"/>
                  <a:gd name="T52" fmla="*/ 31 w 200"/>
                  <a:gd name="T53" fmla="*/ 69 h 156"/>
                  <a:gd name="T54" fmla="*/ 56 w 200"/>
                  <a:gd name="T55" fmla="*/ 53 h 156"/>
                  <a:gd name="T56" fmla="*/ 32 w 200"/>
                  <a:gd name="T57" fmla="*/ 49 h 156"/>
                  <a:gd name="T58" fmla="*/ 31 w 200"/>
                  <a:gd name="T59" fmla="*/ 49 h 156"/>
                  <a:gd name="T60" fmla="*/ 31 w 200"/>
                  <a:gd name="T61" fmla="*/ 49 h 156"/>
                  <a:gd name="T62" fmla="*/ 30 w 200"/>
                  <a:gd name="T63" fmla="*/ 50 h 156"/>
                  <a:gd name="T64" fmla="*/ 30 w 200"/>
                  <a:gd name="T65" fmla="*/ 50 h 156"/>
                  <a:gd name="T66" fmla="*/ 29 w 200"/>
                  <a:gd name="T67" fmla="*/ 52 h 156"/>
                  <a:gd name="T68" fmla="*/ 38 w 200"/>
                  <a:gd name="T69" fmla="*/ 37 h 156"/>
                  <a:gd name="T70" fmla="*/ 22 w 200"/>
                  <a:gd name="T71" fmla="*/ 47 h 156"/>
                  <a:gd name="T72" fmla="*/ 22 w 200"/>
                  <a:gd name="T73" fmla="*/ 128 h 156"/>
                  <a:gd name="T74" fmla="*/ 26 w 200"/>
                  <a:gd name="T75" fmla="*/ 108 h 156"/>
                  <a:gd name="T76" fmla="*/ 31 w 200"/>
                  <a:gd name="T77" fmla="*/ 105 h 156"/>
                  <a:gd name="T78" fmla="*/ 36 w 200"/>
                  <a:gd name="T79" fmla="*/ 96 h 156"/>
                  <a:gd name="T80" fmla="*/ 13 w 200"/>
                  <a:gd name="T81" fmla="*/ 105 h 156"/>
                  <a:gd name="T82" fmla="*/ 22 w 200"/>
                  <a:gd name="T83" fmla="*/ 134 h 156"/>
                  <a:gd name="T84" fmla="*/ 147 w 200"/>
                  <a:gd name="T85" fmla="*/ 31 h 156"/>
                  <a:gd name="T86" fmla="*/ 171 w 200"/>
                  <a:gd name="T87" fmla="*/ 53 h 156"/>
                  <a:gd name="T88" fmla="*/ 144 w 200"/>
                  <a:gd name="T89" fmla="*/ 49 h 156"/>
                  <a:gd name="T90" fmla="*/ 150 w 200"/>
                  <a:gd name="T91" fmla="*/ 93 h 156"/>
                  <a:gd name="T92" fmla="*/ 168 w 200"/>
                  <a:gd name="T93" fmla="*/ 91 h 156"/>
                  <a:gd name="T94" fmla="*/ 175 w 200"/>
                  <a:gd name="T95" fmla="*/ 28 h 156"/>
                  <a:gd name="T96" fmla="*/ 144 w 200"/>
                  <a:gd name="T97" fmla="*/ 28 h 156"/>
                  <a:gd name="T98" fmla="*/ 187 w 200"/>
                  <a:gd name="T99" fmla="*/ 105 h 156"/>
                  <a:gd name="T100" fmla="*/ 165 w 200"/>
                  <a:gd name="T101" fmla="*/ 96 h 156"/>
                  <a:gd name="T102" fmla="*/ 169 w 200"/>
                  <a:gd name="T103" fmla="*/ 105 h 156"/>
                  <a:gd name="T104" fmla="*/ 174 w 200"/>
                  <a:gd name="T105" fmla="*/ 108 h 156"/>
                  <a:gd name="T106" fmla="*/ 178 w 200"/>
                  <a:gd name="T107" fmla="*/ 128 h 156"/>
                  <a:gd name="T108" fmla="*/ 200 w 200"/>
                  <a:gd name="T109" fmla="*/ 123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00" h="156">
                    <a:moveTo>
                      <a:pt x="63" y="65"/>
                    </a:moveTo>
                    <a:cubicBezTo>
                      <a:pt x="63" y="76"/>
                      <a:pt x="67" y="87"/>
                      <a:pt x="74" y="95"/>
                    </a:cubicBezTo>
                    <a:cubicBezTo>
                      <a:pt x="81" y="104"/>
                      <a:pt x="90" y="109"/>
                      <a:pt x="100" y="109"/>
                    </a:cubicBezTo>
                    <a:cubicBezTo>
                      <a:pt x="110" y="109"/>
                      <a:pt x="120" y="104"/>
                      <a:pt x="127" y="95"/>
                    </a:cubicBezTo>
                    <a:cubicBezTo>
                      <a:pt x="134" y="87"/>
                      <a:pt x="138" y="76"/>
                      <a:pt x="138" y="65"/>
                    </a:cubicBezTo>
                    <a:cubicBezTo>
                      <a:pt x="138" y="56"/>
                      <a:pt x="138" y="56"/>
                      <a:pt x="138" y="56"/>
                    </a:cubicBezTo>
                    <a:cubicBezTo>
                      <a:pt x="140" y="44"/>
                      <a:pt x="141" y="33"/>
                      <a:pt x="141" y="27"/>
                    </a:cubicBezTo>
                    <a:cubicBezTo>
                      <a:pt x="141" y="18"/>
                      <a:pt x="140" y="12"/>
                      <a:pt x="139" y="10"/>
                    </a:cubicBezTo>
                    <a:cubicBezTo>
                      <a:pt x="139" y="8"/>
                      <a:pt x="137" y="7"/>
                      <a:pt x="136" y="7"/>
                    </a:cubicBezTo>
                    <a:cubicBezTo>
                      <a:pt x="136" y="7"/>
                      <a:pt x="135" y="7"/>
                      <a:pt x="135" y="7"/>
                    </a:cubicBezTo>
                    <a:cubicBezTo>
                      <a:pt x="129" y="8"/>
                      <a:pt x="122" y="7"/>
                      <a:pt x="115" y="5"/>
                    </a:cubicBezTo>
                    <a:cubicBezTo>
                      <a:pt x="103" y="3"/>
                      <a:pt x="89" y="0"/>
                      <a:pt x="78" y="7"/>
                    </a:cubicBezTo>
                    <a:cubicBezTo>
                      <a:pt x="78" y="7"/>
                      <a:pt x="78" y="7"/>
                      <a:pt x="78" y="7"/>
                    </a:cubicBezTo>
                    <a:cubicBezTo>
                      <a:pt x="72" y="7"/>
                      <a:pt x="67" y="10"/>
                      <a:pt x="63" y="14"/>
                    </a:cubicBezTo>
                    <a:cubicBezTo>
                      <a:pt x="60" y="18"/>
                      <a:pt x="58" y="24"/>
                      <a:pt x="58" y="29"/>
                    </a:cubicBezTo>
                    <a:cubicBezTo>
                      <a:pt x="58" y="39"/>
                      <a:pt x="62" y="57"/>
                      <a:pt x="63" y="60"/>
                    </a:cubicBezTo>
                    <a:lnTo>
                      <a:pt x="63" y="65"/>
                    </a:lnTo>
                    <a:close/>
                    <a:moveTo>
                      <a:pt x="122" y="91"/>
                    </a:moveTo>
                    <a:cubicBezTo>
                      <a:pt x="116" y="99"/>
                      <a:pt x="108" y="103"/>
                      <a:pt x="100" y="103"/>
                    </a:cubicBezTo>
                    <a:cubicBezTo>
                      <a:pt x="92" y="103"/>
                      <a:pt x="84" y="99"/>
                      <a:pt x="78" y="91"/>
                    </a:cubicBezTo>
                    <a:cubicBezTo>
                      <a:pt x="72" y="84"/>
                      <a:pt x="69" y="75"/>
                      <a:pt x="69" y="65"/>
                    </a:cubicBezTo>
                    <a:cubicBezTo>
                      <a:pt x="69" y="61"/>
                      <a:pt x="69" y="61"/>
                      <a:pt x="69" y="61"/>
                    </a:cubicBezTo>
                    <a:cubicBezTo>
                      <a:pt x="69" y="54"/>
                      <a:pt x="74" y="43"/>
                      <a:pt x="76" y="40"/>
                    </a:cubicBezTo>
                    <a:cubicBezTo>
                      <a:pt x="104" y="36"/>
                      <a:pt x="123" y="44"/>
                      <a:pt x="127" y="46"/>
                    </a:cubicBezTo>
                    <a:cubicBezTo>
                      <a:pt x="131" y="56"/>
                      <a:pt x="131" y="56"/>
                      <a:pt x="131" y="56"/>
                    </a:cubicBezTo>
                    <a:cubicBezTo>
                      <a:pt x="131" y="65"/>
                      <a:pt x="131" y="65"/>
                      <a:pt x="131" y="65"/>
                    </a:cubicBezTo>
                    <a:cubicBezTo>
                      <a:pt x="131" y="75"/>
                      <a:pt x="128" y="84"/>
                      <a:pt x="122" y="91"/>
                    </a:cubicBezTo>
                    <a:close/>
                    <a:moveTo>
                      <a:pt x="78" y="14"/>
                    </a:moveTo>
                    <a:cubicBezTo>
                      <a:pt x="78" y="14"/>
                      <a:pt x="78" y="14"/>
                      <a:pt x="79" y="14"/>
                    </a:cubicBezTo>
                    <a:cubicBezTo>
                      <a:pt x="79" y="14"/>
                      <a:pt x="80" y="14"/>
                      <a:pt x="81" y="13"/>
                    </a:cubicBezTo>
                    <a:cubicBezTo>
                      <a:pt x="89" y="7"/>
                      <a:pt x="102" y="9"/>
                      <a:pt x="114" y="11"/>
                    </a:cubicBezTo>
                    <a:cubicBezTo>
                      <a:pt x="120" y="13"/>
                      <a:pt x="126" y="14"/>
                      <a:pt x="132" y="14"/>
                    </a:cubicBezTo>
                    <a:cubicBezTo>
                      <a:pt x="132" y="14"/>
                      <a:pt x="133" y="14"/>
                      <a:pt x="134" y="14"/>
                    </a:cubicBezTo>
                    <a:cubicBezTo>
                      <a:pt x="135" y="19"/>
                      <a:pt x="136" y="31"/>
                      <a:pt x="133" y="45"/>
                    </a:cubicBezTo>
                    <a:cubicBezTo>
                      <a:pt x="133" y="43"/>
                      <a:pt x="133" y="43"/>
                      <a:pt x="133" y="43"/>
                    </a:cubicBezTo>
                    <a:cubicBezTo>
                      <a:pt x="132" y="42"/>
                      <a:pt x="132" y="41"/>
                      <a:pt x="131" y="41"/>
                    </a:cubicBezTo>
                    <a:cubicBezTo>
                      <a:pt x="130" y="41"/>
                      <a:pt x="109" y="29"/>
                      <a:pt x="74" y="33"/>
                    </a:cubicBezTo>
                    <a:cubicBezTo>
                      <a:pt x="73" y="34"/>
                      <a:pt x="72" y="34"/>
                      <a:pt x="71" y="35"/>
                    </a:cubicBezTo>
                    <a:cubicBezTo>
                      <a:pt x="71" y="35"/>
                      <a:pt x="68" y="40"/>
                      <a:pt x="66" y="46"/>
                    </a:cubicBezTo>
                    <a:cubicBezTo>
                      <a:pt x="65" y="40"/>
                      <a:pt x="64" y="34"/>
                      <a:pt x="64" y="29"/>
                    </a:cubicBezTo>
                    <a:cubicBezTo>
                      <a:pt x="64" y="19"/>
                      <a:pt x="71" y="14"/>
                      <a:pt x="78" y="14"/>
                    </a:cubicBezTo>
                    <a:close/>
                    <a:moveTo>
                      <a:pt x="78" y="14"/>
                    </a:moveTo>
                    <a:cubicBezTo>
                      <a:pt x="78" y="14"/>
                      <a:pt x="78" y="14"/>
                      <a:pt x="78" y="14"/>
                    </a:cubicBezTo>
                    <a:moveTo>
                      <a:pt x="154" y="116"/>
                    </a:moveTo>
                    <a:cubicBezTo>
                      <a:pt x="154" y="116"/>
                      <a:pt x="154" y="116"/>
                      <a:pt x="154" y="116"/>
                    </a:cubicBezTo>
                    <a:cubicBezTo>
                      <a:pt x="135" y="112"/>
                      <a:pt x="135" y="112"/>
                      <a:pt x="135" y="112"/>
                    </a:cubicBezTo>
                    <a:cubicBezTo>
                      <a:pt x="130" y="105"/>
                      <a:pt x="130" y="105"/>
                      <a:pt x="130" y="105"/>
                    </a:cubicBezTo>
                    <a:cubicBezTo>
                      <a:pt x="130" y="104"/>
                      <a:pt x="130" y="104"/>
                      <a:pt x="130" y="104"/>
                    </a:cubicBezTo>
                    <a:cubicBezTo>
                      <a:pt x="129" y="103"/>
                      <a:pt x="128" y="102"/>
                      <a:pt x="126" y="102"/>
                    </a:cubicBezTo>
                    <a:cubicBezTo>
                      <a:pt x="125" y="102"/>
                      <a:pt x="123" y="102"/>
                      <a:pt x="122" y="103"/>
                    </a:cubicBezTo>
                    <a:cubicBezTo>
                      <a:pt x="122" y="103"/>
                      <a:pt x="122" y="103"/>
                      <a:pt x="122" y="103"/>
                    </a:cubicBezTo>
                    <a:cubicBezTo>
                      <a:pt x="100" y="122"/>
                      <a:pt x="100" y="122"/>
                      <a:pt x="100" y="122"/>
                    </a:cubicBezTo>
                    <a:cubicBezTo>
                      <a:pt x="78" y="103"/>
                      <a:pt x="78" y="103"/>
                      <a:pt x="78" y="103"/>
                    </a:cubicBezTo>
                    <a:cubicBezTo>
                      <a:pt x="78" y="103"/>
                      <a:pt x="78" y="103"/>
                      <a:pt x="78" y="103"/>
                    </a:cubicBezTo>
                    <a:cubicBezTo>
                      <a:pt x="77" y="102"/>
                      <a:pt x="75" y="102"/>
                      <a:pt x="74" y="102"/>
                    </a:cubicBezTo>
                    <a:cubicBezTo>
                      <a:pt x="72" y="102"/>
                      <a:pt x="71" y="103"/>
                      <a:pt x="70" y="104"/>
                    </a:cubicBezTo>
                    <a:cubicBezTo>
                      <a:pt x="70" y="104"/>
                      <a:pt x="70" y="104"/>
                      <a:pt x="70" y="105"/>
                    </a:cubicBezTo>
                    <a:cubicBezTo>
                      <a:pt x="65" y="112"/>
                      <a:pt x="65" y="112"/>
                      <a:pt x="65" y="112"/>
                    </a:cubicBezTo>
                    <a:cubicBezTo>
                      <a:pt x="46" y="116"/>
                      <a:pt x="46" y="116"/>
                      <a:pt x="46" y="116"/>
                    </a:cubicBezTo>
                    <a:cubicBezTo>
                      <a:pt x="46" y="116"/>
                      <a:pt x="46" y="116"/>
                      <a:pt x="46" y="116"/>
                    </a:cubicBezTo>
                    <a:cubicBezTo>
                      <a:pt x="41" y="117"/>
                      <a:pt x="36" y="121"/>
                      <a:pt x="33" y="126"/>
                    </a:cubicBezTo>
                    <a:cubicBezTo>
                      <a:pt x="30" y="130"/>
                      <a:pt x="28" y="135"/>
                      <a:pt x="28" y="14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2"/>
                      <a:pt x="33" y="156"/>
                      <a:pt x="39" y="156"/>
                    </a:cubicBezTo>
                    <a:cubicBezTo>
                      <a:pt x="93" y="156"/>
                      <a:pt x="93" y="156"/>
                      <a:pt x="93" y="156"/>
                    </a:cubicBezTo>
                    <a:cubicBezTo>
                      <a:pt x="93" y="156"/>
                      <a:pt x="93" y="156"/>
                      <a:pt x="93" y="156"/>
                    </a:cubicBezTo>
                    <a:cubicBezTo>
                      <a:pt x="93" y="156"/>
                      <a:pt x="93" y="156"/>
                      <a:pt x="93" y="156"/>
                    </a:cubicBezTo>
                    <a:cubicBezTo>
                      <a:pt x="107" y="156"/>
                      <a:pt x="107" y="156"/>
                      <a:pt x="107" y="156"/>
                    </a:cubicBezTo>
                    <a:cubicBezTo>
                      <a:pt x="107" y="156"/>
                      <a:pt x="107" y="156"/>
                      <a:pt x="107" y="156"/>
                    </a:cubicBezTo>
                    <a:cubicBezTo>
                      <a:pt x="107" y="156"/>
                      <a:pt x="107" y="156"/>
                      <a:pt x="107" y="156"/>
                    </a:cubicBezTo>
                    <a:cubicBezTo>
                      <a:pt x="162" y="156"/>
                      <a:pt x="162" y="156"/>
                      <a:pt x="162" y="156"/>
                    </a:cubicBezTo>
                    <a:cubicBezTo>
                      <a:pt x="167" y="156"/>
                      <a:pt x="172" y="152"/>
                      <a:pt x="172" y="146"/>
                    </a:cubicBezTo>
                    <a:cubicBezTo>
                      <a:pt x="172" y="141"/>
                      <a:pt x="172" y="141"/>
                      <a:pt x="172" y="141"/>
                    </a:cubicBezTo>
                    <a:cubicBezTo>
                      <a:pt x="172" y="135"/>
                      <a:pt x="170" y="130"/>
                      <a:pt x="167" y="126"/>
                    </a:cubicBezTo>
                    <a:cubicBezTo>
                      <a:pt x="164" y="121"/>
                      <a:pt x="159" y="117"/>
                      <a:pt x="154" y="116"/>
                    </a:cubicBezTo>
                    <a:close/>
                    <a:moveTo>
                      <a:pt x="126" y="109"/>
                    </a:moveTo>
                    <a:cubicBezTo>
                      <a:pt x="130" y="115"/>
                      <a:pt x="130" y="115"/>
                      <a:pt x="130" y="115"/>
                    </a:cubicBezTo>
                    <a:cubicBezTo>
                      <a:pt x="114" y="136"/>
                      <a:pt x="114" y="136"/>
                      <a:pt x="114" y="136"/>
                    </a:cubicBezTo>
                    <a:cubicBezTo>
                      <a:pt x="105" y="127"/>
                      <a:pt x="105" y="127"/>
                      <a:pt x="105" y="127"/>
                    </a:cubicBezTo>
                    <a:lnTo>
                      <a:pt x="126" y="109"/>
                    </a:lnTo>
                    <a:close/>
                    <a:moveTo>
                      <a:pt x="98" y="143"/>
                    </a:moveTo>
                    <a:cubicBezTo>
                      <a:pt x="102" y="143"/>
                      <a:pt x="102" y="143"/>
                      <a:pt x="102" y="143"/>
                    </a:cubicBezTo>
                    <a:cubicBezTo>
                      <a:pt x="103" y="150"/>
                      <a:pt x="103" y="150"/>
                      <a:pt x="103" y="150"/>
                    </a:cubicBezTo>
                    <a:cubicBezTo>
                      <a:pt x="97" y="150"/>
                      <a:pt x="97" y="150"/>
                      <a:pt x="97" y="150"/>
                    </a:cubicBezTo>
                    <a:lnTo>
                      <a:pt x="98" y="143"/>
                    </a:lnTo>
                    <a:close/>
                    <a:moveTo>
                      <a:pt x="103" y="135"/>
                    </a:moveTo>
                    <a:cubicBezTo>
                      <a:pt x="103" y="136"/>
                      <a:pt x="103" y="137"/>
                      <a:pt x="102" y="137"/>
                    </a:cubicBezTo>
                    <a:cubicBezTo>
                      <a:pt x="98" y="137"/>
                      <a:pt x="98" y="137"/>
                      <a:pt x="98" y="137"/>
                    </a:cubicBezTo>
                    <a:cubicBezTo>
                      <a:pt x="98" y="137"/>
                      <a:pt x="97" y="136"/>
                      <a:pt x="97" y="135"/>
                    </a:cubicBezTo>
                    <a:cubicBezTo>
                      <a:pt x="97" y="134"/>
                      <a:pt x="97" y="134"/>
                      <a:pt x="97" y="134"/>
                    </a:cubicBezTo>
                    <a:cubicBezTo>
                      <a:pt x="100" y="131"/>
                      <a:pt x="100" y="131"/>
                      <a:pt x="100" y="131"/>
                    </a:cubicBezTo>
                    <a:cubicBezTo>
                      <a:pt x="103" y="134"/>
                      <a:pt x="103" y="134"/>
                      <a:pt x="103" y="134"/>
                    </a:cubicBezTo>
                    <a:lnTo>
                      <a:pt x="103" y="135"/>
                    </a:lnTo>
                    <a:close/>
                    <a:moveTo>
                      <a:pt x="75" y="109"/>
                    </a:moveTo>
                    <a:cubicBezTo>
                      <a:pt x="96" y="127"/>
                      <a:pt x="96" y="127"/>
                      <a:pt x="96" y="127"/>
                    </a:cubicBezTo>
                    <a:cubicBezTo>
                      <a:pt x="86" y="136"/>
                      <a:pt x="86" y="136"/>
                      <a:pt x="86" y="136"/>
                    </a:cubicBezTo>
                    <a:cubicBezTo>
                      <a:pt x="71" y="115"/>
                      <a:pt x="71" y="115"/>
                      <a:pt x="71" y="115"/>
                    </a:cubicBezTo>
                    <a:lnTo>
                      <a:pt x="75" y="109"/>
                    </a:lnTo>
                    <a:close/>
                    <a:moveTo>
                      <a:pt x="35" y="146"/>
                    </a:moveTo>
                    <a:cubicBezTo>
                      <a:pt x="35" y="141"/>
                      <a:pt x="35" y="141"/>
                      <a:pt x="35" y="141"/>
                    </a:cubicBezTo>
                    <a:cubicBezTo>
                      <a:pt x="35" y="133"/>
                      <a:pt x="39" y="124"/>
                      <a:pt x="48" y="122"/>
                    </a:cubicBezTo>
                    <a:cubicBezTo>
                      <a:pt x="66" y="118"/>
                      <a:pt x="66" y="118"/>
                      <a:pt x="66" y="118"/>
                    </a:cubicBezTo>
                    <a:cubicBezTo>
                      <a:pt x="83" y="143"/>
                      <a:pt x="83" y="143"/>
                      <a:pt x="83" y="143"/>
                    </a:cubicBezTo>
                    <a:cubicBezTo>
                      <a:pt x="84" y="143"/>
                      <a:pt x="85" y="144"/>
                      <a:pt x="86" y="144"/>
                    </a:cubicBezTo>
                    <a:cubicBezTo>
                      <a:pt x="86" y="144"/>
                      <a:pt x="86" y="144"/>
                      <a:pt x="86" y="144"/>
                    </a:cubicBezTo>
                    <a:cubicBezTo>
                      <a:pt x="87" y="144"/>
                      <a:pt x="88" y="144"/>
                      <a:pt x="88" y="143"/>
                    </a:cubicBezTo>
                    <a:cubicBezTo>
                      <a:pt x="92" y="139"/>
                      <a:pt x="92" y="139"/>
                      <a:pt x="92" y="139"/>
                    </a:cubicBezTo>
                    <a:cubicBezTo>
                      <a:pt x="92" y="140"/>
                      <a:pt x="92" y="140"/>
                      <a:pt x="92" y="140"/>
                    </a:cubicBezTo>
                    <a:cubicBezTo>
                      <a:pt x="90" y="150"/>
                      <a:pt x="90" y="150"/>
                      <a:pt x="90" y="150"/>
                    </a:cubicBezTo>
                    <a:cubicBezTo>
                      <a:pt x="39" y="150"/>
                      <a:pt x="39" y="150"/>
                      <a:pt x="39" y="150"/>
                    </a:cubicBezTo>
                    <a:cubicBezTo>
                      <a:pt x="36" y="150"/>
                      <a:pt x="35" y="148"/>
                      <a:pt x="35" y="146"/>
                    </a:cubicBezTo>
                    <a:close/>
                    <a:moveTo>
                      <a:pt x="166" y="146"/>
                    </a:moveTo>
                    <a:cubicBezTo>
                      <a:pt x="166" y="148"/>
                      <a:pt x="164" y="150"/>
                      <a:pt x="162" y="150"/>
                    </a:cubicBezTo>
                    <a:cubicBezTo>
                      <a:pt x="110" y="150"/>
                      <a:pt x="110" y="150"/>
                      <a:pt x="110" y="150"/>
                    </a:cubicBezTo>
                    <a:cubicBezTo>
                      <a:pt x="108" y="140"/>
                      <a:pt x="108" y="140"/>
                      <a:pt x="108" y="140"/>
                    </a:cubicBezTo>
                    <a:cubicBezTo>
                      <a:pt x="108" y="140"/>
                      <a:pt x="108" y="140"/>
                      <a:pt x="109" y="139"/>
                    </a:cubicBezTo>
                    <a:cubicBezTo>
                      <a:pt x="112" y="143"/>
                      <a:pt x="112" y="143"/>
                      <a:pt x="112" y="143"/>
                    </a:cubicBezTo>
                    <a:cubicBezTo>
                      <a:pt x="113" y="144"/>
                      <a:pt x="114" y="144"/>
                      <a:pt x="114" y="144"/>
                    </a:cubicBezTo>
                    <a:cubicBezTo>
                      <a:pt x="114" y="144"/>
                      <a:pt x="115" y="144"/>
                      <a:pt x="115" y="144"/>
                    </a:cubicBezTo>
                    <a:cubicBezTo>
                      <a:pt x="116" y="144"/>
                      <a:pt x="116" y="143"/>
                      <a:pt x="117" y="143"/>
                    </a:cubicBezTo>
                    <a:cubicBezTo>
                      <a:pt x="135" y="118"/>
                      <a:pt x="135" y="118"/>
                      <a:pt x="135" y="118"/>
                    </a:cubicBezTo>
                    <a:cubicBezTo>
                      <a:pt x="152" y="122"/>
                      <a:pt x="152" y="122"/>
                      <a:pt x="152" y="122"/>
                    </a:cubicBezTo>
                    <a:cubicBezTo>
                      <a:pt x="161" y="124"/>
                      <a:pt x="166" y="133"/>
                      <a:pt x="166" y="141"/>
                    </a:cubicBezTo>
                    <a:lnTo>
                      <a:pt x="166" y="146"/>
                    </a:lnTo>
                    <a:close/>
                    <a:moveTo>
                      <a:pt x="166" y="146"/>
                    </a:moveTo>
                    <a:cubicBezTo>
                      <a:pt x="166" y="146"/>
                      <a:pt x="166" y="146"/>
                      <a:pt x="166" y="146"/>
                    </a:cubicBezTo>
                    <a:moveTo>
                      <a:pt x="25" y="71"/>
                    </a:moveTo>
                    <a:cubicBezTo>
                      <a:pt x="25" y="79"/>
                      <a:pt x="28" y="86"/>
                      <a:pt x="32" y="91"/>
                    </a:cubicBezTo>
                    <a:cubicBezTo>
                      <a:pt x="37" y="97"/>
                      <a:pt x="44" y="100"/>
                      <a:pt x="50" y="100"/>
                    </a:cubicBezTo>
                    <a:cubicBezTo>
                      <a:pt x="55" y="100"/>
                      <a:pt x="60" y="98"/>
                      <a:pt x="65" y="95"/>
                    </a:cubicBezTo>
                    <a:cubicBezTo>
                      <a:pt x="66" y="94"/>
                      <a:pt x="66" y="92"/>
                      <a:pt x="65" y="90"/>
                    </a:cubicBezTo>
                    <a:cubicBezTo>
                      <a:pt x="64" y="89"/>
                      <a:pt x="62" y="89"/>
                      <a:pt x="61" y="90"/>
                    </a:cubicBezTo>
                    <a:cubicBezTo>
                      <a:pt x="58" y="92"/>
                      <a:pt x="54" y="93"/>
                      <a:pt x="50" y="93"/>
                    </a:cubicBezTo>
                    <a:cubicBezTo>
                      <a:pt x="40" y="93"/>
                      <a:pt x="31" y="83"/>
                      <a:pt x="31" y="71"/>
                    </a:cubicBezTo>
                    <a:cubicBezTo>
                      <a:pt x="31" y="69"/>
                      <a:pt x="31" y="69"/>
                      <a:pt x="31" y="69"/>
                    </a:cubicBezTo>
                    <a:cubicBezTo>
                      <a:pt x="31" y="64"/>
                      <a:pt x="34" y="58"/>
                      <a:pt x="35" y="55"/>
                    </a:cubicBezTo>
                    <a:cubicBezTo>
                      <a:pt x="41" y="54"/>
                      <a:pt x="47" y="55"/>
                      <a:pt x="52" y="56"/>
                    </a:cubicBezTo>
                    <a:cubicBezTo>
                      <a:pt x="53" y="56"/>
                      <a:pt x="53" y="56"/>
                      <a:pt x="53" y="56"/>
                    </a:cubicBezTo>
                    <a:cubicBezTo>
                      <a:pt x="53" y="56"/>
                      <a:pt x="53" y="56"/>
                      <a:pt x="53" y="56"/>
                    </a:cubicBezTo>
                    <a:cubicBezTo>
                      <a:pt x="55" y="56"/>
                      <a:pt x="56" y="55"/>
                      <a:pt x="56" y="53"/>
                    </a:cubicBezTo>
                    <a:cubicBezTo>
                      <a:pt x="57" y="51"/>
                      <a:pt x="55" y="50"/>
                      <a:pt x="54" y="50"/>
                    </a:cubicBezTo>
                    <a:cubicBezTo>
                      <a:pt x="53" y="50"/>
                      <a:pt x="53" y="50"/>
                      <a:pt x="53" y="50"/>
                    </a:cubicBezTo>
                    <a:cubicBezTo>
                      <a:pt x="47" y="49"/>
                      <a:pt x="40" y="48"/>
                      <a:pt x="32" y="49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9"/>
                      <a:pt x="32" y="49"/>
                      <a:pt x="31" y="49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29" y="50"/>
                      <a:pt x="29" y="51"/>
                      <a:pt x="29" y="51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29" y="51"/>
                      <a:pt x="29" y="51"/>
                      <a:pt x="29" y="52"/>
                    </a:cubicBezTo>
                    <a:cubicBezTo>
                      <a:pt x="29" y="50"/>
                      <a:pt x="28" y="48"/>
                      <a:pt x="28" y="47"/>
                    </a:cubicBezTo>
                    <a:cubicBezTo>
                      <a:pt x="28" y="40"/>
                      <a:pt x="32" y="37"/>
                      <a:pt x="35" y="37"/>
                    </a:cubicBezTo>
                    <a:cubicBezTo>
                      <a:pt x="35" y="37"/>
                      <a:pt x="35" y="37"/>
                      <a:pt x="35" y="37"/>
                    </a:cubicBezTo>
                    <a:cubicBezTo>
                      <a:pt x="35" y="37"/>
                      <a:pt x="36" y="37"/>
                      <a:pt x="36" y="37"/>
                    </a:cubicBezTo>
                    <a:cubicBezTo>
                      <a:pt x="36" y="37"/>
                      <a:pt x="37" y="37"/>
                      <a:pt x="38" y="37"/>
                    </a:cubicBezTo>
                    <a:cubicBezTo>
                      <a:pt x="41" y="34"/>
                      <a:pt x="44" y="34"/>
                      <a:pt x="50" y="34"/>
                    </a:cubicBezTo>
                    <a:cubicBezTo>
                      <a:pt x="52" y="34"/>
                      <a:pt x="53" y="33"/>
                      <a:pt x="53" y="31"/>
                    </a:cubicBezTo>
                    <a:cubicBezTo>
                      <a:pt x="53" y="30"/>
                      <a:pt x="52" y="28"/>
                      <a:pt x="50" y="28"/>
                    </a:cubicBezTo>
                    <a:cubicBezTo>
                      <a:pt x="46" y="27"/>
                      <a:pt x="40" y="27"/>
                      <a:pt x="35" y="31"/>
                    </a:cubicBezTo>
                    <a:cubicBezTo>
                      <a:pt x="27" y="31"/>
                      <a:pt x="22" y="38"/>
                      <a:pt x="22" y="47"/>
                    </a:cubicBezTo>
                    <a:cubicBezTo>
                      <a:pt x="22" y="54"/>
                      <a:pt x="25" y="66"/>
                      <a:pt x="25" y="68"/>
                    </a:cubicBezTo>
                    <a:lnTo>
                      <a:pt x="25" y="71"/>
                    </a:lnTo>
                    <a:close/>
                    <a:moveTo>
                      <a:pt x="25" y="71"/>
                    </a:moveTo>
                    <a:cubicBezTo>
                      <a:pt x="25" y="71"/>
                      <a:pt x="25" y="71"/>
                      <a:pt x="25" y="71"/>
                    </a:cubicBezTo>
                    <a:moveTo>
                      <a:pt x="22" y="128"/>
                    </a:moveTo>
                    <a:cubicBezTo>
                      <a:pt x="8" y="128"/>
                      <a:pt x="8" y="128"/>
                      <a:pt x="8" y="128"/>
                    </a:cubicBezTo>
                    <a:cubicBezTo>
                      <a:pt x="7" y="128"/>
                      <a:pt x="6" y="127"/>
                      <a:pt x="6" y="127"/>
                    </a:cubicBezTo>
                    <a:cubicBezTo>
                      <a:pt x="6" y="123"/>
                      <a:pt x="6" y="123"/>
                      <a:pt x="6" y="123"/>
                    </a:cubicBezTo>
                    <a:cubicBezTo>
                      <a:pt x="6" y="118"/>
                      <a:pt x="9" y="112"/>
                      <a:pt x="15" y="111"/>
                    </a:cubicBezTo>
                    <a:cubicBezTo>
                      <a:pt x="26" y="108"/>
                      <a:pt x="26" y="108"/>
                      <a:pt x="26" y="108"/>
                    </a:cubicBezTo>
                    <a:cubicBezTo>
                      <a:pt x="32" y="117"/>
                      <a:pt x="32" y="117"/>
                      <a:pt x="32" y="117"/>
                    </a:cubicBezTo>
                    <a:cubicBezTo>
                      <a:pt x="33" y="118"/>
                      <a:pt x="34" y="118"/>
                      <a:pt x="35" y="118"/>
                    </a:cubicBezTo>
                    <a:cubicBezTo>
                      <a:pt x="35" y="118"/>
                      <a:pt x="36" y="118"/>
                      <a:pt x="36" y="118"/>
                    </a:cubicBezTo>
                    <a:cubicBezTo>
                      <a:pt x="38" y="117"/>
                      <a:pt x="38" y="115"/>
                      <a:pt x="37" y="113"/>
                    </a:cubicBezTo>
                    <a:cubicBezTo>
                      <a:pt x="31" y="105"/>
                      <a:pt x="31" y="105"/>
                      <a:pt x="31" y="105"/>
                    </a:cubicBezTo>
                    <a:cubicBezTo>
                      <a:pt x="33" y="102"/>
                      <a:pt x="33" y="102"/>
                      <a:pt x="33" y="102"/>
                    </a:cubicBezTo>
                    <a:cubicBezTo>
                      <a:pt x="45" y="111"/>
                      <a:pt x="45" y="111"/>
                      <a:pt x="45" y="111"/>
                    </a:cubicBezTo>
                    <a:cubicBezTo>
                      <a:pt x="47" y="112"/>
                      <a:pt x="48" y="112"/>
                      <a:pt x="50" y="111"/>
                    </a:cubicBezTo>
                    <a:cubicBezTo>
                      <a:pt x="51" y="109"/>
                      <a:pt x="50" y="107"/>
                      <a:pt x="49" y="10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3" y="95"/>
                      <a:pt x="32" y="95"/>
                    </a:cubicBezTo>
                    <a:cubicBezTo>
                      <a:pt x="31" y="96"/>
                      <a:pt x="30" y="96"/>
                      <a:pt x="29" y="97"/>
                    </a:cubicBezTo>
                    <a:cubicBezTo>
                      <a:pt x="29" y="97"/>
                      <a:pt x="29" y="97"/>
                      <a:pt x="29" y="97"/>
                    </a:cubicBezTo>
                    <a:cubicBezTo>
                      <a:pt x="26" y="102"/>
                      <a:pt x="26" y="102"/>
                      <a:pt x="26" y="102"/>
                    </a:cubicBezTo>
                    <a:cubicBezTo>
                      <a:pt x="13" y="105"/>
                      <a:pt x="13" y="105"/>
                      <a:pt x="13" y="105"/>
                    </a:cubicBezTo>
                    <a:cubicBezTo>
                      <a:pt x="13" y="105"/>
                      <a:pt x="13" y="105"/>
                      <a:pt x="13" y="105"/>
                    </a:cubicBezTo>
                    <a:cubicBezTo>
                      <a:pt x="5" y="107"/>
                      <a:pt x="0" y="116"/>
                      <a:pt x="0" y="123"/>
                    </a:cubicBezTo>
                    <a:cubicBezTo>
                      <a:pt x="0" y="127"/>
                      <a:pt x="0" y="127"/>
                      <a:pt x="0" y="127"/>
                    </a:cubicBezTo>
                    <a:cubicBezTo>
                      <a:pt x="0" y="131"/>
                      <a:pt x="4" y="134"/>
                      <a:pt x="8" y="134"/>
                    </a:cubicBezTo>
                    <a:cubicBezTo>
                      <a:pt x="22" y="134"/>
                      <a:pt x="22" y="134"/>
                      <a:pt x="22" y="134"/>
                    </a:cubicBezTo>
                    <a:cubicBezTo>
                      <a:pt x="24" y="134"/>
                      <a:pt x="25" y="133"/>
                      <a:pt x="25" y="131"/>
                    </a:cubicBezTo>
                    <a:cubicBezTo>
                      <a:pt x="25" y="129"/>
                      <a:pt x="24" y="128"/>
                      <a:pt x="22" y="128"/>
                    </a:cubicBezTo>
                    <a:close/>
                    <a:moveTo>
                      <a:pt x="22" y="128"/>
                    </a:moveTo>
                    <a:cubicBezTo>
                      <a:pt x="22" y="128"/>
                      <a:pt x="22" y="128"/>
                      <a:pt x="22" y="128"/>
                    </a:cubicBezTo>
                    <a:moveTo>
                      <a:pt x="147" y="31"/>
                    </a:moveTo>
                    <a:cubicBezTo>
                      <a:pt x="152" y="31"/>
                      <a:pt x="157" y="32"/>
                      <a:pt x="162" y="33"/>
                    </a:cubicBezTo>
                    <a:cubicBezTo>
                      <a:pt x="165" y="33"/>
                      <a:pt x="169" y="34"/>
                      <a:pt x="172" y="34"/>
                    </a:cubicBezTo>
                    <a:cubicBezTo>
                      <a:pt x="172" y="41"/>
                      <a:pt x="171" y="48"/>
                      <a:pt x="171" y="53"/>
                    </a:cubicBezTo>
                    <a:cubicBezTo>
                      <a:pt x="171" y="53"/>
                      <a:pt x="171" y="53"/>
                      <a:pt x="171" y="53"/>
                    </a:cubicBezTo>
                    <a:cubicBezTo>
                      <a:pt x="171" y="53"/>
                      <a:pt x="171" y="53"/>
                      <a:pt x="171" y="53"/>
                    </a:cubicBezTo>
                    <a:cubicBezTo>
                      <a:pt x="171" y="53"/>
                      <a:pt x="171" y="53"/>
                      <a:pt x="171" y="53"/>
                    </a:cubicBezTo>
                    <a:cubicBezTo>
                      <a:pt x="170" y="53"/>
                      <a:pt x="170" y="53"/>
                      <a:pt x="170" y="53"/>
                    </a:cubicBezTo>
                    <a:cubicBezTo>
                      <a:pt x="170" y="53"/>
                      <a:pt x="170" y="53"/>
                      <a:pt x="170" y="53"/>
                    </a:cubicBezTo>
                    <a:cubicBezTo>
                      <a:pt x="164" y="49"/>
                      <a:pt x="157" y="47"/>
                      <a:pt x="147" y="46"/>
                    </a:cubicBezTo>
                    <a:cubicBezTo>
                      <a:pt x="146" y="46"/>
                      <a:pt x="144" y="48"/>
                      <a:pt x="144" y="49"/>
                    </a:cubicBezTo>
                    <a:cubicBezTo>
                      <a:pt x="144" y="51"/>
                      <a:pt x="145" y="53"/>
                      <a:pt x="147" y="53"/>
                    </a:cubicBezTo>
                    <a:cubicBezTo>
                      <a:pt x="155" y="53"/>
                      <a:pt x="161" y="55"/>
                      <a:pt x="166" y="58"/>
                    </a:cubicBezTo>
                    <a:cubicBezTo>
                      <a:pt x="167" y="60"/>
                      <a:pt x="169" y="64"/>
                      <a:pt x="169" y="69"/>
                    </a:cubicBezTo>
                    <a:cubicBezTo>
                      <a:pt x="169" y="71"/>
                      <a:pt x="169" y="71"/>
                      <a:pt x="169" y="71"/>
                    </a:cubicBezTo>
                    <a:cubicBezTo>
                      <a:pt x="169" y="83"/>
                      <a:pt x="160" y="93"/>
                      <a:pt x="150" y="93"/>
                    </a:cubicBezTo>
                    <a:cubicBezTo>
                      <a:pt x="146" y="93"/>
                      <a:pt x="143" y="92"/>
                      <a:pt x="140" y="90"/>
                    </a:cubicBezTo>
                    <a:cubicBezTo>
                      <a:pt x="138" y="89"/>
                      <a:pt x="136" y="89"/>
                      <a:pt x="135" y="90"/>
                    </a:cubicBezTo>
                    <a:cubicBezTo>
                      <a:pt x="134" y="92"/>
                      <a:pt x="134" y="94"/>
                      <a:pt x="136" y="95"/>
                    </a:cubicBezTo>
                    <a:cubicBezTo>
                      <a:pt x="140" y="98"/>
                      <a:pt x="145" y="100"/>
                      <a:pt x="150" y="100"/>
                    </a:cubicBezTo>
                    <a:cubicBezTo>
                      <a:pt x="157" y="100"/>
                      <a:pt x="163" y="97"/>
                      <a:pt x="168" y="91"/>
                    </a:cubicBezTo>
                    <a:cubicBezTo>
                      <a:pt x="172" y="86"/>
                      <a:pt x="175" y="79"/>
                      <a:pt x="175" y="71"/>
                    </a:cubicBezTo>
                    <a:cubicBezTo>
                      <a:pt x="175" y="68"/>
                      <a:pt x="175" y="68"/>
                      <a:pt x="175" y="68"/>
                    </a:cubicBezTo>
                    <a:cubicBezTo>
                      <a:pt x="176" y="65"/>
                      <a:pt x="178" y="51"/>
                      <a:pt x="178" y="32"/>
                    </a:cubicBezTo>
                    <a:cubicBezTo>
                      <a:pt x="178" y="31"/>
                      <a:pt x="178" y="31"/>
                      <a:pt x="178" y="31"/>
                    </a:cubicBezTo>
                    <a:cubicBezTo>
                      <a:pt x="178" y="29"/>
                      <a:pt x="177" y="28"/>
                      <a:pt x="175" y="28"/>
                    </a:cubicBezTo>
                    <a:cubicBezTo>
                      <a:pt x="175" y="28"/>
                      <a:pt x="175" y="28"/>
                      <a:pt x="175" y="28"/>
                    </a:cubicBezTo>
                    <a:cubicBezTo>
                      <a:pt x="175" y="28"/>
                      <a:pt x="175" y="28"/>
                      <a:pt x="175" y="28"/>
                    </a:cubicBezTo>
                    <a:cubicBezTo>
                      <a:pt x="172" y="28"/>
                      <a:pt x="167" y="27"/>
                      <a:pt x="163" y="26"/>
                    </a:cubicBezTo>
                    <a:cubicBezTo>
                      <a:pt x="158" y="26"/>
                      <a:pt x="152" y="25"/>
                      <a:pt x="147" y="25"/>
                    </a:cubicBezTo>
                    <a:cubicBezTo>
                      <a:pt x="145" y="25"/>
                      <a:pt x="144" y="26"/>
                      <a:pt x="144" y="28"/>
                    </a:cubicBezTo>
                    <a:cubicBezTo>
                      <a:pt x="144" y="29"/>
                      <a:pt x="145" y="31"/>
                      <a:pt x="147" y="31"/>
                    </a:cubicBezTo>
                    <a:close/>
                    <a:moveTo>
                      <a:pt x="147" y="31"/>
                    </a:moveTo>
                    <a:cubicBezTo>
                      <a:pt x="147" y="31"/>
                      <a:pt x="147" y="31"/>
                      <a:pt x="147" y="31"/>
                    </a:cubicBezTo>
                    <a:moveTo>
                      <a:pt x="187" y="105"/>
                    </a:moveTo>
                    <a:cubicBezTo>
                      <a:pt x="187" y="105"/>
                      <a:pt x="187" y="105"/>
                      <a:pt x="187" y="105"/>
                    </a:cubicBezTo>
                    <a:cubicBezTo>
                      <a:pt x="175" y="102"/>
                      <a:pt x="175" y="102"/>
                      <a:pt x="175" y="102"/>
                    </a:cubicBezTo>
                    <a:cubicBezTo>
                      <a:pt x="172" y="97"/>
                      <a:pt x="172" y="97"/>
                      <a:pt x="172" y="97"/>
                    </a:cubicBezTo>
                    <a:cubicBezTo>
                      <a:pt x="172" y="97"/>
                      <a:pt x="172" y="97"/>
                      <a:pt x="172" y="97"/>
                    </a:cubicBezTo>
                    <a:cubicBezTo>
                      <a:pt x="171" y="96"/>
                      <a:pt x="170" y="96"/>
                      <a:pt x="168" y="95"/>
                    </a:cubicBezTo>
                    <a:cubicBezTo>
                      <a:pt x="167" y="95"/>
                      <a:pt x="166" y="96"/>
                      <a:pt x="165" y="96"/>
                    </a:cubicBezTo>
                    <a:cubicBezTo>
                      <a:pt x="151" y="106"/>
                      <a:pt x="151" y="106"/>
                      <a:pt x="151" y="106"/>
                    </a:cubicBezTo>
                    <a:cubicBezTo>
                      <a:pt x="150" y="107"/>
                      <a:pt x="150" y="109"/>
                      <a:pt x="151" y="111"/>
                    </a:cubicBezTo>
                    <a:cubicBezTo>
                      <a:pt x="152" y="112"/>
                      <a:pt x="154" y="112"/>
                      <a:pt x="155" y="111"/>
                    </a:cubicBezTo>
                    <a:cubicBezTo>
                      <a:pt x="167" y="102"/>
                      <a:pt x="167" y="102"/>
                      <a:pt x="167" y="102"/>
                    </a:cubicBezTo>
                    <a:cubicBezTo>
                      <a:pt x="169" y="105"/>
                      <a:pt x="169" y="105"/>
                      <a:pt x="169" y="105"/>
                    </a:cubicBezTo>
                    <a:cubicBezTo>
                      <a:pt x="163" y="113"/>
                      <a:pt x="163" y="113"/>
                      <a:pt x="163" y="113"/>
                    </a:cubicBezTo>
                    <a:cubicBezTo>
                      <a:pt x="162" y="115"/>
                      <a:pt x="163" y="117"/>
                      <a:pt x="164" y="118"/>
                    </a:cubicBezTo>
                    <a:cubicBezTo>
                      <a:pt x="165" y="118"/>
                      <a:pt x="165" y="118"/>
                      <a:pt x="166" y="118"/>
                    </a:cubicBezTo>
                    <a:cubicBezTo>
                      <a:pt x="167" y="118"/>
                      <a:pt x="168" y="118"/>
                      <a:pt x="168" y="117"/>
                    </a:cubicBezTo>
                    <a:cubicBezTo>
                      <a:pt x="174" y="108"/>
                      <a:pt x="174" y="108"/>
                      <a:pt x="174" y="108"/>
                    </a:cubicBezTo>
                    <a:cubicBezTo>
                      <a:pt x="186" y="111"/>
                      <a:pt x="186" y="111"/>
                      <a:pt x="186" y="111"/>
                    </a:cubicBezTo>
                    <a:cubicBezTo>
                      <a:pt x="191" y="112"/>
                      <a:pt x="194" y="118"/>
                      <a:pt x="194" y="123"/>
                    </a:cubicBezTo>
                    <a:cubicBezTo>
                      <a:pt x="194" y="127"/>
                      <a:pt x="194" y="127"/>
                      <a:pt x="194" y="127"/>
                    </a:cubicBezTo>
                    <a:cubicBezTo>
                      <a:pt x="194" y="127"/>
                      <a:pt x="193" y="128"/>
                      <a:pt x="192" y="128"/>
                    </a:cubicBezTo>
                    <a:cubicBezTo>
                      <a:pt x="178" y="128"/>
                      <a:pt x="178" y="128"/>
                      <a:pt x="178" y="128"/>
                    </a:cubicBezTo>
                    <a:cubicBezTo>
                      <a:pt x="177" y="128"/>
                      <a:pt x="175" y="129"/>
                      <a:pt x="175" y="131"/>
                    </a:cubicBezTo>
                    <a:cubicBezTo>
                      <a:pt x="175" y="133"/>
                      <a:pt x="177" y="134"/>
                      <a:pt x="178" y="134"/>
                    </a:cubicBezTo>
                    <a:cubicBezTo>
                      <a:pt x="192" y="134"/>
                      <a:pt x="192" y="134"/>
                      <a:pt x="192" y="134"/>
                    </a:cubicBezTo>
                    <a:cubicBezTo>
                      <a:pt x="197" y="134"/>
                      <a:pt x="200" y="131"/>
                      <a:pt x="200" y="127"/>
                    </a:cubicBezTo>
                    <a:cubicBezTo>
                      <a:pt x="200" y="123"/>
                      <a:pt x="200" y="123"/>
                      <a:pt x="200" y="123"/>
                    </a:cubicBezTo>
                    <a:cubicBezTo>
                      <a:pt x="200" y="116"/>
                      <a:pt x="196" y="107"/>
                      <a:pt x="187" y="105"/>
                    </a:cubicBezTo>
                    <a:close/>
                    <a:moveTo>
                      <a:pt x="187" y="105"/>
                    </a:moveTo>
                    <a:cubicBezTo>
                      <a:pt x="187" y="105"/>
                      <a:pt x="187" y="105"/>
                      <a:pt x="187" y="105"/>
                    </a:cubicBezTo>
                  </a:path>
                </a:pathLst>
              </a:custGeom>
              <a:solidFill>
                <a:srgbClr val="4285F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54468A12-3EF9-1329-F92C-51D8450752BC}"/>
                </a:ext>
              </a:extLst>
            </p:cNvPr>
            <p:cNvSpPr txBox="1"/>
            <p:nvPr/>
          </p:nvSpPr>
          <p:spPr>
            <a:xfrm>
              <a:off x="1308220" y="4118387"/>
              <a:ext cx="1387460" cy="739529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200" b="1">
                  <a:solidFill>
                    <a:srgbClr val="FFFFFF"/>
                  </a:solidFill>
                  <a:latin typeface="Arial" panose="020B0604020202020204" pitchFamily="34" charset="0"/>
                  <a:cs typeface="Arial"/>
                </a:rPr>
                <a:t>Anim </a:t>
              </a:r>
              <a:r>
                <a:rPr kumimoji="0" lang="en-GB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/>
                </a:rPr>
                <a:t>Idestlab /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/>
                </a:rPr>
                <a:t>Orumcurabitu</a:t>
              </a:r>
            </a:p>
          </p:txBody>
        </p:sp>
        <p:pic>
          <p:nvPicPr>
            <p:cNvPr id="157" name="Graphic 156">
              <a:extLst>
                <a:ext uri="{FF2B5EF4-FFF2-40B4-BE49-F238E27FC236}">
                  <a16:creationId xmlns:a16="http://schemas.microsoft.com/office/drawing/2014/main" id="{851F44D2-BEBA-4B28-10DC-F188511B30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17070" y="3889794"/>
              <a:ext cx="1133764" cy="654709"/>
            </a:xfrm>
            <a:prstGeom prst="rect">
              <a:avLst/>
            </a:prstGeom>
          </p:spPr>
        </p:pic>
        <p:pic>
          <p:nvPicPr>
            <p:cNvPr id="158" name="Graphic 157">
              <a:extLst>
                <a:ext uri="{FF2B5EF4-FFF2-40B4-BE49-F238E27FC236}">
                  <a16:creationId xmlns:a16="http://schemas.microsoft.com/office/drawing/2014/main" id="{F38E0115-A8A4-35F9-CA8A-334D57B719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479211" y="3845344"/>
              <a:ext cx="1133764" cy="654709"/>
            </a:xfrm>
            <a:prstGeom prst="rect">
              <a:avLst/>
            </a:prstGeom>
          </p:spPr>
        </p:pic>
        <p:pic>
          <p:nvPicPr>
            <p:cNvPr id="160" name="Graphic 159">
              <a:extLst>
                <a:ext uri="{FF2B5EF4-FFF2-40B4-BE49-F238E27FC236}">
                  <a16:creationId xmlns:a16="http://schemas.microsoft.com/office/drawing/2014/main" id="{6445B6BE-0609-AEEE-3D1D-FE7B0AE3A7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81855" y="3425058"/>
              <a:ext cx="237477" cy="409189"/>
            </a:xfrm>
            <a:prstGeom prst="rect">
              <a:avLst/>
            </a:prstGeom>
          </p:spPr>
        </p:pic>
        <p:pic>
          <p:nvPicPr>
            <p:cNvPr id="161" name="Graphic 160">
              <a:extLst>
                <a:ext uri="{FF2B5EF4-FFF2-40B4-BE49-F238E27FC236}">
                  <a16:creationId xmlns:a16="http://schemas.microsoft.com/office/drawing/2014/main" id="{C519B38A-50CC-91AB-530A-94EC6B4CFB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H="1">
              <a:off x="1580678" y="3425058"/>
              <a:ext cx="237477" cy="409189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69922A2D-5D99-460A-10F8-9571379E51B9}"/>
                </a:ext>
              </a:extLst>
            </p:cNvPr>
            <p:cNvGrpSpPr/>
            <p:nvPr/>
          </p:nvGrpSpPr>
          <p:grpSpPr>
            <a:xfrm rot="5400000">
              <a:off x="1789746" y="5704071"/>
              <a:ext cx="109034" cy="172274"/>
              <a:chOff x="10081583" y="1372202"/>
              <a:chExt cx="328387" cy="518850"/>
            </a:xfrm>
            <a:solidFill>
              <a:srgbClr val="4285F4"/>
            </a:solidFill>
          </p:grpSpPr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EF21F1B6-1301-AA6E-F7C8-1403C5DEEE24}"/>
                  </a:ext>
                </a:extLst>
              </p:cNvPr>
              <p:cNvSpPr/>
              <p:nvPr/>
            </p:nvSpPr>
            <p:spPr>
              <a:xfrm>
                <a:off x="10081583" y="1372202"/>
                <a:ext cx="328386" cy="328386"/>
              </a:xfrm>
              <a:custGeom>
                <a:avLst/>
                <a:gdLst>
                  <a:gd name="connsiteX0" fmla="*/ 308540 w 328386"/>
                  <a:gd name="connsiteY0" fmla="*/ 219591 h 328386"/>
                  <a:gd name="connsiteX1" fmla="*/ 308540 w 328386"/>
                  <a:gd name="connsiteY1" fmla="*/ 308541 h 328386"/>
                  <a:gd name="connsiteX2" fmla="*/ 219734 w 328386"/>
                  <a:gd name="connsiteY2" fmla="*/ 308541 h 328386"/>
                  <a:gd name="connsiteX3" fmla="*/ 219734 w 328386"/>
                  <a:gd name="connsiteY3" fmla="*/ 308541 h 328386"/>
                  <a:gd name="connsiteX4" fmla="*/ 29126 w 328386"/>
                  <a:gd name="connsiteY4" fmla="*/ 117934 h 328386"/>
                  <a:gd name="connsiteX5" fmla="*/ 29126 w 328386"/>
                  <a:gd name="connsiteY5" fmla="*/ 117934 h 328386"/>
                  <a:gd name="connsiteX6" fmla="*/ 29126 w 328386"/>
                  <a:gd name="connsiteY6" fmla="*/ 29126 h 328386"/>
                  <a:gd name="connsiteX7" fmla="*/ 118077 w 328386"/>
                  <a:gd name="connsiteY7" fmla="*/ 29126 h 328386"/>
                  <a:gd name="connsiteX8" fmla="*/ 308540 w 328386"/>
                  <a:gd name="connsiteY8" fmla="*/ 219591 h 328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386" h="328386">
                    <a:moveTo>
                      <a:pt x="308540" y="219591"/>
                    </a:moveTo>
                    <a:cubicBezTo>
                      <a:pt x="333098" y="244148"/>
                      <a:pt x="333098" y="283983"/>
                      <a:pt x="308540" y="308541"/>
                    </a:cubicBezTo>
                    <a:cubicBezTo>
                      <a:pt x="283983" y="333098"/>
                      <a:pt x="244148" y="333098"/>
                      <a:pt x="219734" y="308541"/>
                    </a:cubicBezTo>
                    <a:lnTo>
                      <a:pt x="219734" y="308541"/>
                    </a:lnTo>
                    <a:lnTo>
                      <a:pt x="29126" y="117934"/>
                    </a:lnTo>
                    <a:lnTo>
                      <a:pt x="29126" y="117934"/>
                    </a:lnTo>
                    <a:cubicBezTo>
                      <a:pt x="4569" y="93376"/>
                      <a:pt x="4569" y="53541"/>
                      <a:pt x="29126" y="29126"/>
                    </a:cubicBezTo>
                    <a:cubicBezTo>
                      <a:pt x="53684" y="4569"/>
                      <a:pt x="93519" y="4569"/>
                      <a:pt x="118077" y="29126"/>
                    </a:cubicBezTo>
                    <a:lnTo>
                      <a:pt x="308540" y="21959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  <a:effectLst>
                <a:outerShdw blurRad="190500" dist="38100" dir="5400000" algn="ctr" rotWithShape="0">
                  <a:srgbClr val="1ACAF8">
                    <a:alpha val="20000"/>
                  </a:srgb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2BB3A348-AC72-B4CD-E981-3F601E7DFF65}"/>
                  </a:ext>
                </a:extLst>
              </p:cNvPr>
              <p:cNvSpPr/>
              <p:nvPr/>
            </p:nvSpPr>
            <p:spPr>
              <a:xfrm>
                <a:off x="10081584" y="1562666"/>
                <a:ext cx="328386" cy="328386"/>
              </a:xfrm>
              <a:custGeom>
                <a:avLst/>
                <a:gdLst>
                  <a:gd name="connsiteX0" fmla="*/ 308540 w 328386"/>
                  <a:gd name="connsiteY0" fmla="*/ 118077 h 328386"/>
                  <a:gd name="connsiteX1" fmla="*/ 308540 w 328386"/>
                  <a:gd name="connsiteY1" fmla="*/ 29126 h 328386"/>
                  <a:gd name="connsiteX2" fmla="*/ 219734 w 328386"/>
                  <a:gd name="connsiteY2" fmla="*/ 29126 h 328386"/>
                  <a:gd name="connsiteX3" fmla="*/ 219734 w 328386"/>
                  <a:gd name="connsiteY3" fmla="*/ 29126 h 328386"/>
                  <a:gd name="connsiteX4" fmla="*/ 29126 w 328386"/>
                  <a:gd name="connsiteY4" fmla="*/ 219733 h 328386"/>
                  <a:gd name="connsiteX5" fmla="*/ 29126 w 328386"/>
                  <a:gd name="connsiteY5" fmla="*/ 219733 h 328386"/>
                  <a:gd name="connsiteX6" fmla="*/ 29126 w 328386"/>
                  <a:gd name="connsiteY6" fmla="*/ 308541 h 328386"/>
                  <a:gd name="connsiteX7" fmla="*/ 118077 w 328386"/>
                  <a:gd name="connsiteY7" fmla="*/ 308541 h 328386"/>
                  <a:gd name="connsiteX8" fmla="*/ 308540 w 328386"/>
                  <a:gd name="connsiteY8" fmla="*/ 118077 h 328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386" h="328386">
                    <a:moveTo>
                      <a:pt x="308540" y="118077"/>
                    </a:moveTo>
                    <a:cubicBezTo>
                      <a:pt x="333098" y="93519"/>
                      <a:pt x="333098" y="53684"/>
                      <a:pt x="308540" y="29126"/>
                    </a:cubicBezTo>
                    <a:cubicBezTo>
                      <a:pt x="283983" y="4569"/>
                      <a:pt x="244148" y="4569"/>
                      <a:pt x="219734" y="29126"/>
                    </a:cubicBezTo>
                    <a:lnTo>
                      <a:pt x="219734" y="29126"/>
                    </a:lnTo>
                    <a:lnTo>
                      <a:pt x="29126" y="219733"/>
                    </a:lnTo>
                    <a:lnTo>
                      <a:pt x="29126" y="219733"/>
                    </a:lnTo>
                    <a:cubicBezTo>
                      <a:pt x="4569" y="244291"/>
                      <a:pt x="4569" y="284126"/>
                      <a:pt x="29126" y="308541"/>
                    </a:cubicBezTo>
                    <a:cubicBezTo>
                      <a:pt x="53684" y="333098"/>
                      <a:pt x="93519" y="333098"/>
                      <a:pt x="118077" y="308541"/>
                    </a:cubicBezTo>
                    <a:lnTo>
                      <a:pt x="308540" y="11807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  <a:effectLst>
                <a:outerShdw blurRad="190500" dist="38100" dir="5400000" algn="ctr" rotWithShape="0">
                  <a:srgbClr val="1ACAF8">
                    <a:alpha val="20000"/>
                  </a:srgb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5EE625A-C5C7-F0A8-922B-EABEC287B895}"/>
              </a:ext>
            </a:extLst>
          </p:cNvPr>
          <p:cNvSpPr txBox="1"/>
          <p:nvPr/>
        </p:nvSpPr>
        <p:spPr>
          <a:xfrm>
            <a:off x="5746629" y="5236986"/>
            <a:ext cx="2491603" cy="1079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Rnonn ull Asitametni Sltempusc</a:t>
            </a:r>
          </a:p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Onvallis qui saclectuspe llentesque inipsumi dor ciportada pibusvivam ussusc ipi ttortor egetfelispo rttitorvo lu tpatcrasu ltri-cie sligulase dma gnad ictumportalo</a:t>
            </a:r>
            <a:endParaRPr lang="en-US" sz="1000" b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E833B6E-331F-FF94-B674-29EB270814B5}"/>
              </a:ext>
            </a:extLst>
          </p:cNvPr>
          <p:cNvCxnSpPr>
            <a:cxnSpLocks/>
          </p:cNvCxnSpPr>
          <p:nvPr/>
        </p:nvCxnSpPr>
        <p:spPr>
          <a:xfrm>
            <a:off x="2949476" y="5243284"/>
            <a:ext cx="0" cy="1108412"/>
          </a:xfrm>
          <a:prstGeom prst="line">
            <a:avLst/>
          </a:prstGeom>
          <a:ln w="3175">
            <a:solidFill>
              <a:srgbClr val="DFE3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DF5954D-F97A-ACA7-1745-9CFB679CD7F7}"/>
              </a:ext>
            </a:extLst>
          </p:cNvPr>
          <p:cNvCxnSpPr>
            <a:cxnSpLocks/>
          </p:cNvCxnSpPr>
          <p:nvPr/>
        </p:nvCxnSpPr>
        <p:spPr>
          <a:xfrm>
            <a:off x="5617340" y="5236304"/>
            <a:ext cx="0" cy="1108412"/>
          </a:xfrm>
          <a:prstGeom prst="line">
            <a:avLst/>
          </a:prstGeom>
          <a:ln w="3175">
            <a:solidFill>
              <a:srgbClr val="DFE3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13">
            <a:extLst>
              <a:ext uri="{FF2B5EF4-FFF2-40B4-BE49-F238E27FC236}">
                <a16:creationId xmlns:a16="http://schemas.microsoft.com/office/drawing/2014/main" id="{FE5756FA-3EB9-361A-C6A0-ED63ED5B85DB}"/>
              </a:ext>
            </a:extLst>
          </p:cNvPr>
          <p:cNvSpPr>
            <a:spLocks/>
          </p:cNvSpPr>
          <p:nvPr/>
        </p:nvSpPr>
        <p:spPr bwMode="auto">
          <a:xfrm rot="18900000">
            <a:off x="8551895" y="756805"/>
            <a:ext cx="303559" cy="339936"/>
          </a:xfrm>
          <a:custGeom>
            <a:avLst/>
            <a:gdLst>
              <a:gd name="T0" fmla="*/ 194 w 421"/>
              <a:gd name="T1" fmla="*/ 218 h 475"/>
              <a:gd name="T2" fmla="*/ 194 w 421"/>
              <a:gd name="T3" fmla="*/ 195 h 475"/>
              <a:gd name="T4" fmla="*/ 170 w 421"/>
              <a:gd name="T5" fmla="*/ 195 h 475"/>
              <a:gd name="T6" fmla="*/ 84 w 421"/>
              <a:gd name="T7" fmla="*/ 281 h 475"/>
              <a:gd name="T8" fmla="*/ 61 w 421"/>
              <a:gd name="T9" fmla="*/ 336 h 475"/>
              <a:gd name="T10" fmla="*/ 84 w 421"/>
              <a:gd name="T11" fmla="*/ 391 h 475"/>
              <a:gd name="T12" fmla="*/ 193 w 421"/>
              <a:gd name="T13" fmla="*/ 391 h 475"/>
              <a:gd name="T14" fmla="*/ 389 w 421"/>
              <a:gd name="T15" fmla="*/ 195 h 475"/>
              <a:gd name="T16" fmla="*/ 421 w 421"/>
              <a:gd name="T17" fmla="*/ 119 h 475"/>
              <a:gd name="T18" fmla="*/ 389 w 421"/>
              <a:gd name="T19" fmla="*/ 42 h 475"/>
              <a:gd name="T20" fmla="*/ 236 w 421"/>
              <a:gd name="T21" fmla="*/ 42 h 475"/>
              <a:gd name="T22" fmla="*/ 40 w 421"/>
              <a:gd name="T23" fmla="*/ 238 h 475"/>
              <a:gd name="T24" fmla="*/ 0 w 421"/>
              <a:gd name="T25" fmla="*/ 336 h 475"/>
              <a:gd name="T26" fmla="*/ 40 w 421"/>
              <a:gd name="T27" fmla="*/ 435 h 475"/>
              <a:gd name="T28" fmla="*/ 139 w 421"/>
              <a:gd name="T29" fmla="*/ 475 h 475"/>
              <a:gd name="T30" fmla="*/ 237 w 421"/>
              <a:gd name="T31" fmla="*/ 435 h 475"/>
              <a:gd name="T32" fmla="*/ 324 w 421"/>
              <a:gd name="T33" fmla="*/ 348 h 475"/>
              <a:gd name="T34" fmla="*/ 324 w 421"/>
              <a:gd name="T35" fmla="*/ 325 h 475"/>
              <a:gd name="T36" fmla="*/ 301 w 421"/>
              <a:gd name="T37" fmla="*/ 325 h 475"/>
              <a:gd name="T38" fmla="*/ 214 w 421"/>
              <a:gd name="T39" fmla="*/ 411 h 475"/>
              <a:gd name="T40" fmla="*/ 139 w 421"/>
              <a:gd name="T41" fmla="*/ 443 h 475"/>
              <a:gd name="T42" fmla="*/ 64 w 421"/>
              <a:gd name="T43" fmla="*/ 411 h 475"/>
              <a:gd name="T44" fmla="*/ 32 w 421"/>
              <a:gd name="T45" fmla="*/ 336 h 475"/>
              <a:gd name="T46" fmla="*/ 64 w 421"/>
              <a:gd name="T47" fmla="*/ 261 h 475"/>
              <a:gd name="T48" fmla="*/ 259 w 421"/>
              <a:gd name="T49" fmla="*/ 65 h 475"/>
              <a:gd name="T50" fmla="*/ 312 w 421"/>
              <a:gd name="T51" fmla="*/ 43 h 475"/>
              <a:gd name="T52" fmla="*/ 366 w 421"/>
              <a:gd name="T53" fmla="*/ 65 h 475"/>
              <a:gd name="T54" fmla="*/ 388 w 421"/>
              <a:gd name="T55" fmla="*/ 119 h 475"/>
              <a:gd name="T56" fmla="*/ 366 w 421"/>
              <a:gd name="T57" fmla="*/ 172 h 475"/>
              <a:gd name="T58" fmla="*/ 170 w 421"/>
              <a:gd name="T59" fmla="*/ 368 h 475"/>
              <a:gd name="T60" fmla="*/ 106 w 421"/>
              <a:gd name="T61" fmla="*/ 368 h 475"/>
              <a:gd name="T62" fmla="*/ 93 w 421"/>
              <a:gd name="T63" fmla="*/ 336 h 475"/>
              <a:gd name="T64" fmla="*/ 106 w 421"/>
              <a:gd name="T65" fmla="*/ 305 h 475"/>
              <a:gd name="T66" fmla="*/ 194 w 421"/>
              <a:gd name="T67" fmla="*/ 218 h 4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21" h="475">
                <a:moveTo>
                  <a:pt x="194" y="218"/>
                </a:moveTo>
                <a:cubicBezTo>
                  <a:pt x="200" y="211"/>
                  <a:pt x="200" y="201"/>
                  <a:pt x="194" y="195"/>
                </a:cubicBezTo>
                <a:cubicBezTo>
                  <a:pt x="187" y="188"/>
                  <a:pt x="177" y="188"/>
                  <a:pt x="170" y="195"/>
                </a:cubicBezTo>
                <a:cubicBezTo>
                  <a:pt x="84" y="281"/>
                  <a:pt x="84" y="281"/>
                  <a:pt x="84" y="281"/>
                </a:cubicBezTo>
                <a:cubicBezTo>
                  <a:pt x="69" y="296"/>
                  <a:pt x="61" y="315"/>
                  <a:pt x="61" y="336"/>
                </a:cubicBezTo>
                <a:cubicBezTo>
                  <a:pt x="61" y="357"/>
                  <a:pt x="69" y="376"/>
                  <a:pt x="84" y="391"/>
                </a:cubicBezTo>
                <a:cubicBezTo>
                  <a:pt x="114" y="421"/>
                  <a:pt x="163" y="421"/>
                  <a:pt x="193" y="391"/>
                </a:cubicBezTo>
                <a:cubicBezTo>
                  <a:pt x="389" y="195"/>
                  <a:pt x="389" y="195"/>
                  <a:pt x="389" y="195"/>
                </a:cubicBezTo>
                <a:cubicBezTo>
                  <a:pt x="410" y="175"/>
                  <a:pt x="421" y="147"/>
                  <a:pt x="421" y="119"/>
                </a:cubicBezTo>
                <a:cubicBezTo>
                  <a:pt x="421" y="90"/>
                  <a:pt x="410" y="63"/>
                  <a:pt x="389" y="42"/>
                </a:cubicBezTo>
                <a:cubicBezTo>
                  <a:pt x="347" y="0"/>
                  <a:pt x="278" y="0"/>
                  <a:pt x="236" y="42"/>
                </a:cubicBezTo>
                <a:cubicBezTo>
                  <a:pt x="40" y="238"/>
                  <a:pt x="40" y="238"/>
                  <a:pt x="40" y="238"/>
                </a:cubicBezTo>
                <a:cubicBezTo>
                  <a:pt x="14" y="264"/>
                  <a:pt x="0" y="299"/>
                  <a:pt x="0" y="336"/>
                </a:cubicBezTo>
                <a:cubicBezTo>
                  <a:pt x="0" y="373"/>
                  <a:pt x="14" y="409"/>
                  <a:pt x="40" y="435"/>
                </a:cubicBezTo>
                <a:cubicBezTo>
                  <a:pt x="67" y="461"/>
                  <a:pt x="102" y="475"/>
                  <a:pt x="139" y="475"/>
                </a:cubicBezTo>
                <a:cubicBezTo>
                  <a:pt x="176" y="475"/>
                  <a:pt x="211" y="461"/>
                  <a:pt x="237" y="435"/>
                </a:cubicBezTo>
                <a:cubicBezTo>
                  <a:pt x="324" y="348"/>
                  <a:pt x="324" y="348"/>
                  <a:pt x="324" y="348"/>
                </a:cubicBezTo>
                <a:cubicBezTo>
                  <a:pt x="330" y="341"/>
                  <a:pt x="330" y="331"/>
                  <a:pt x="324" y="325"/>
                </a:cubicBezTo>
                <a:cubicBezTo>
                  <a:pt x="318" y="318"/>
                  <a:pt x="307" y="318"/>
                  <a:pt x="301" y="325"/>
                </a:cubicBezTo>
                <a:cubicBezTo>
                  <a:pt x="214" y="411"/>
                  <a:pt x="214" y="411"/>
                  <a:pt x="214" y="411"/>
                </a:cubicBezTo>
                <a:cubicBezTo>
                  <a:pt x="194" y="431"/>
                  <a:pt x="167" y="443"/>
                  <a:pt x="139" y="443"/>
                </a:cubicBezTo>
                <a:cubicBezTo>
                  <a:pt x="110" y="443"/>
                  <a:pt x="84" y="431"/>
                  <a:pt x="64" y="411"/>
                </a:cubicBezTo>
                <a:cubicBezTo>
                  <a:pt x="44" y="391"/>
                  <a:pt x="32" y="365"/>
                  <a:pt x="32" y="336"/>
                </a:cubicBezTo>
                <a:cubicBezTo>
                  <a:pt x="32" y="308"/>
                  <a:pt x="44" y="281"/>
                  <a:pt x="64" y="261"/>
                </a:cubicBezTo>
                <a:cubicBezTo>
                  <a:pt x="259" y="65"/>
                  <a:pt x="259" y="65"/>
                  <a:pt x="259" y="65"/>
                </a:cubicBezTo>
                <a:cubicBezTo>
                  <a:pt x="274" y="51"/>
                  <a:pt x="292" y="43"/>
                  <a:pt x="312" y="43"/>
                </a:cubicBezTo>
                <a:cubicBezTo>
                  <a:pt x="332" y="43"/>
                  <a:pt x="352" y="51"/>
                  <a:pt x="366" y="65"/>
                </a:cubicBezTo>
                <a:cubicBezTo>
                  <a:pt x="380" y="80"/>
                  <a:pt x="388" y="99"/>
                  <a:pt x="388" y="119"/>
                </a:cubicBezTo>
                <a:cubicBezTo>
                  <a:pt x="388" y="139"/>
                  <a:pt x="380" y="158"/>
                  <a:pt x="366" y="172"/>
                </a:cubicBezTo>
                <a:cubicBezTo>
                  <a:pt x="170" y="368"/>
                  <a:pt x="170" y="368"/>
                  <a:pt x="170" y="368"/>
                </a:cubicBezTo>
                <a:cubicBezTo>
                  <a:pt x="152" y="385"/>
                  <a:pt x="124" y="385"/>
                  <a:pt x="106" y="368"/>
                </a:cubicBezTo>
                <a:cubicBezTo>
                  <a:pt x="98" y="359"/>
                  <a:pt x="93" y="348"/>
                  <a:pt x="93" y="336"/>
                </a:cubicBezTo>
                <a:cubicBezTo>
                  <a:pt x="93" y="324"/>
                  <a:pt x="98" y="313"/>
                  <a:pt x="106" y="305"/>
                </a:cubicBezTo>
                <a:cubicBezTo>
                  <a:pt x="194" y="218"/>
                  <a:pt x="194" y="218"/>
                  <a:pt x="194" y="218"/>
                </a:cubicBezTo>
                <a:close/>
              </a:path>
            </a:pathLst>
          </a:custGeom>
          <a:solidFill>
            <a:srgbClr val="459FED"/>
          </a:solidFill>
          <a:ln>
            <a:noFill/>
          </a:ln>
          <a:effectLst>
            <a:outerShdw blurRad="190500" dist="38100" dir="5400000" rotWithShape="0">
              <a:srgbClr val="DA8550">
                <a:alpha val="2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4095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Rectangle: Rounded Corners 630">
            <a:extLst>
              <a:ext uri="{FF2B5EF4-FFF2-40B4-BE49-F238E27FC236}">
                <a16:creationId xmlns:a16="http://schemas.microsoft.com/office/drawing/2014/main" id="{D8F91793-F32E-13EE-4EFA-76CD638D8049}"/>
              </a:ext>
            </a:extLst>
          </p:cNvPr>
          <p:cNvSpPr/>
          <p:nvPr/>
        </p:nvSpPr>
        <p:spPr>
          <a:xfrm>
            <a:off x="1662242" y="723643"/>
            <a:ext cx="3504118" cy="1810007"/>
          </a:xfrm>
          <a:prstGeom prst="roundRect">
            <a:avLst>
              <a:gd name="adj" fmla="val 5944"/>
            </a:avLst>
          </a:prstGeom>
          <a:solidFill>
            <a:schemeClr val="bg1">
              <a:alpha val="10000"/>
            </a:schemeClr>
          </a:solidFill>
          <a:ln>
            <a:solidFill>
              <a:schemeClr val="bg1">
                <a:alpha val="2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1" name="Rectangle: Rounded Corners 620">
            <a:extLst>
              <a:ext uri="{FF2B5EF4-FFF2-40B4-BE49-F238E27FC236}">
                <a16:creationId xmlns:a16="http://schemas.microsoft.com/office/drawing/2014/main" id="{2326AA2D-2EAE-4D8D-779F-3C7A73EBC389}"/>
              </a:ext>
            </a:extLst>
          </p:cNvPr>
          <p:cNvSpPr/>
          <p:nvPr/>
        </p:nvSpPr>
        <p:spPr>
          <a:xfrm>
            <a:off x="4414838" y="2667000"/>
            <a:ext cx="1962331" cy="2285999"/>
          </a:xfrm>
          <a:prstGeom prst="roundRect">
            <a:avLst>
              <a:gd name="adj" fmla="val 5944"/>
            </a:avLst>
          </a:prstGeom>
          <a:solidFill>
            <a:schemeClr val="bg1">
              <a:alpha val="10000"/>
            </a:schemeClr>
          </a:solidFill>
          <a:ln>
            <a:solidFill>
              <a:schemeClr val="bg1">
                <a:alpha val="2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2" name="Rectangle: Rounded Corners 621">
            <a:extLst>
              <a:ext uri="{FF2B5EF4-FFF2-40B4-BE49-F238E27FC236}">
                <a16:creationId xmlns:a16="http://schemas.microsoft.com/office/drawing/2014/main" id="{EC3AF39D-9B2A-44FC-59EC-218CCF423D03}"/>
              </a:ext>
            </a:extLst>
          </p:cNvPr>
          <p:cNvSpPr/>
          <p:nvPr/>
        </p:nvSpPr>
        <p:spPr>
          <a:xfrm>
            <a:off x="385378" y="2674620"/>
            <a:ext cx="1622532" cy="3066304"/>
          </a:xfrm>
          <a:prstGeom prst="roundRect">
            <a:avLst>
              <a:gd name="adj" fmla="val 7687"/>
            </a:avLst>
          </a:prstGeom>
          <a:solidFill>
            <a:schemeClr val="bg1">
              <a:alpha val="10000"/>
            </a:schemeClr>
          </a:solidFill>
          <a:ln>
            <a:solidFill>
              <a:schemeClr val="bg1">
                <a:alpha val="2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6" name="TextBox 565">
            <a:extLst>
              <a:ext uri="{FF2B5EF4-FFF2-40B4-BE49-F238E27FC236}">
                <a16:creationId xmlns:a16="http://schemas.microsoft.com/office/drawing/2014/main" id="{912448AA-2401-0761-1A69-6BCC3A2BAD61}"/>
              </a:ext>
            </a:extLst>
          </p:cNvPr>
          <p:cNvSpPr txBox="1"/>
          <p:nvPr/>
        </p:nvSpPr>
        <p:spPr>
          <a:xfrm>
            <a:off x="1625133" y="878310"/>
            <a:ext cx="3474768" cy="3474768"/>
          </a:xfrm>
          <a:prstGeom prst="rect">
            <a:avLst/>
          </a:prstGeom>
          <a:noFill/>
        </p:spPr>
        <p:txBody>
          <a:bodyPr wrap="square">
            <a:prstTxWarp prst="textArchUp">
              <a:avLst/>
            </a:prstTxWarp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Remipsumd Olorsitam Etcon Sect </a:t>
            </a:r>
            <a:endParaRPr lang="en-US" sz="2000" b="1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600" name="Oval 599">
            <a:extLst>
              <a:ext uri="{FF2B5EF4-FFF2-40B4-BE49-F238E27FC236}">
                <a16:creationId xmlns:a16="http://schemas.microsoft.com/office/drawing/2014/main" id="{11169591-FF6A-0E49-6088-DEE17F47D600}"/>
              </a:ext>
            </a:extLst>
          </p:cNvPr>
          <p:cNvSpPr/>
          <p:nvPr/>
        </p:nvSpPr>
        <p:spPr>
          <a:xfrm>
            <a:off x="1758500" y="1000000"/>
            <a:ext cx="3190572" cy="3190572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6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3B34AE4B-6576-E56B-ECE1-39D267CA727C}"/>
              </a:ext>
            </a:extLst>
          </p:cNvPr>
          <p:cNvSpPr/>
          <p:nvPr/>
        </p:nvSpPr>
        <p:spPr>
          <a:xfrm flipV="1">
            <a:off x="2087183" y="2845316"/>
            <a:ext cx="2556826" cy="1874085"/>
          </a:xfrm>
          <a:custGeom>
            <a:avLst/>
            <a:gdLst>
              <a:gd name="connsiteX0" fmla="*/ 2987769 w 3028336"/>
              <a:gd name="connsiteY0" fmla="*/ 2160222 h 2219692"/>
              <a:gd name="connsiteX1" fmla="*/ 1514168 w 3028336"/>
              <a:gd name="connsiteY1" fmla="*/ 0 h 2219692"/>
              <a:gd name="connsiteX2" fmla="*/ 51361 w 3028336"/>
              <a:gd name="connsiteY2" fmla="*/ 2144399 h 2219692"/>
              <a:gd name="connsiteX3" fmla="*/ 67909 w 3028336"/>
              <a:gd name="connsiteY3" fmla="*/ 2129949 h 2219692"/>
              <a:gd name="connsiteX4" fmla="*/ 1510505 w 3028336"/>
              <a:gd name="connsiteY4" fmla="*/ 1891646 h 2219692"/>
              <a:gd name="connsiteX5" fmla="*/ 2953101 w 3028336"/>
              <a:gd name="connsiteY5" fmla="*/ 2129949 h 2219692"/>
              <a:gd name="connsiteX6" fmla="*/ 3018511 w 3028336"/>
              <a:gd name="connsiteY6" fmla="*/ 2219692 h 2219692"/>
              <a:gd name="connsiteX7" fmla="*/ 3028336 w 3028336"/>
              <a:gd name="connsiteY7" fmla="*/ 2219692 h 2219692"/>
              <a:gd name="connsiteX8" fmla="*/ 3013679 w 3028336"/>
              <a:gd name="connsiteY8" fmla="*/ 2198205 h 2219692"/>
              <a:gd name="connsiteX9" fmla="*/ 0 w 3028336"/>
              <a:gd name="connsiteY9" fmla="*/ 2219692 h 2219692"/>
              <a:gd name="connsiteX10" fmla="*/ 2499 w 3028336"/>
              <a:gd name="connsiteY10" fmla="*/ 2219692 h 2219692"/>
              <a:gd name="connsiteX11" fmla="*/ 3728 w 3028336"/>
              <a:gd name="connsiteY11" fmla="*/ 2214227 h 221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28336" h="2219692">
                <a:moveTo>
                  <a:pt x="2987769" y="2160222"/>
                </a:moveTo>
                <a:lnTo>
                  <a:pt x="1514168" y="0"/>
                </a:lnTo>
                <a:lnTo>
                  <a:pt x="51361" y="2144399"/>
                </a:lnTo>
                <a:lnTo>
                  <a:pt x="67909" y="2129949"/>
                </a:lnTo>
                <a:cubicBezTo>
                  <a:pt x="259157" y="1991888"/>
                  <a:pt x="832694" y="1891646"/>
                  <a:pt x="1510505" y="1891646"/>
                </a:cubicBezTo>
                <a:cubicBezTo>
                  <a:pt x="2188316" y="1891646"/>
                  <a:pt x="2761854" y="1991888"/>
                  <a:pt x="2953101" y="2129949"/>
                </a:cubicBezTo>
                <a:close/>
                <a:moveTo>
                  <a:pt x="3018511" y="2219692"/>
                </a:moveTo>
                <a:lnTo>
                  <a:pt x="3028336" y="2219692"/>
                </a:lnTo>
                <a:lnTo>
                  <a:pt x="3013679" y="2198205"/>
                </a:lnTo>
                <a:close/>
                <a:moveTo>
                  <a:pt x="0" y="2219692"/>
                </a:moveTo>
                <a:lnTo>
                  <a:pt x="2499" y="2219692"/>
                </a:lnTo>
                <a:lnTo>
                  <a:pt x="3728" y="2214227"/>
                </a:lnTo>
                <a:close/>
              </a:path>
            </a:pathLst>
          </a:custGeom>
          <a:gradFill>
            <a:gsLst>
              <a:gs pos="100000">
                <a:srgbClr val="150029">
                  <a:alpha val="63000"/>
                </a:srgbClr>
              </a:gs>
              <a:gs pos="0">
                <a:schemeClr val="accent1">
                  <a:lumMod val="5000"/>
                  <a:lumOff val="95000"/>
                  <a:alpha val="16000"/>
                </a:schemeClr>
              </a:gs>
              <a:gs pos="64000">
                <a:schemeClr val="accent1">
                  <a:lumMod val="30000"/>
                  <a:lumOff val="70000"/>
                  <a:alpha val="14000"/>
                </a:schemeClr>
              </a:gs>
            </a:gsLst>
            <a:lin ang="16200000" scaled="0"/>
          </a:gra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9" name="Freeform: Shape 338">
            <a:extLst>
              <a:ext uri="{FF2B5EF4-FFF2-40B4-BE49-F238E27FC236}">
                <a16:creationId xmlns:a16="http://schemas.microsoft.com/office/drawing/2014/main" id="{1C7FF2B9-CAE8-26D2-CF08-D0989A33C95F}"/>
              </a:ext>
            </a:extLst>
          </p:cNvPr>
          <p:cNvSpPr/>
          <p:nvPr/>
        </p:nvSpPr>
        <p:spPr>
          <a:xfrm flipV="1">
            <a:off x="2378924" y="3282961"/>
            <a:ext cx="1968514" cy="945064"/>
          </a:xfrm>
          <a:custGeom>
            <a:avLst/>
            <a:gdLst>
              <a:gd name="connsiteX0" fmla="*/ 1953530 w 1968514"/>
              <a:gd name="connsiteY0" fmla="*/ 945064 h 945064"/>
              <a:gd name="connsiteX1" fmla="*/ 1968514 w 1968514"/>
              <a:gd name="connsiteY1" fmla="*/ 945064 h 945064"/>
              <a:gd name="connsiteX2" fmla="*/ 1375501 w 1968514"/>
              <a:gd name="connsiteY2" fmla="*/ 75739 h 945064"/>
              <a:gd name="connsiteX3" fmla="*/ 1372620 w 1968514"/>
              <a:gd name="connsiteY3" fmla="*/ 75739 h 945064"/>
              <a:gd name="connsiteX4" fmla="*/ 1370613 w 1968514"/>
              <a:gd name="connsiteY4" fmla="*/ 71268 h 945064"/>
              <a:gd name="connsiteX5" fmla="*/ 981165 w 1968514"/>
              <a:gd name="connsiteY5" fmla="*/ 0 h 945064"/>
              <a:gd name="connsiteX6" fmla="*/ 583641 w 1968514"/>
              <a:gd name="connsiteY6" fmla="*/ 89257 h 945064"/>
              <a:gd name="connsiteX7" fmla="*/ 583701 w 1968514"/>
              <a:gd name="connsiteY7" fmla="*/ 89390 h 945064"/>
              <a:gd name="connsiteX8" fmla="*/ 37149 w 1968514"/>
              <a:gd name="connsiteY8" fmla="*/ 890606 h 945064"/>
              <a:gd name="connsiteX9" fmla="*/ 83901 w 1968514"/>
              <a:gd name="connsiteY9" fmla="*/ 856789 h 945064"/>
              <a:gd name="connsiteX10" fmla="*/ 981164 w 1968514"/>
              <a:gd name="connsiteY10" fmla="*/ 723249 h 945064"/>
              <a:gd name="connsiteX11" fmla="*/ 1954952 w 1968514"/>
              <a:gd name="connsiteY11" fmla="*/ 941896 h 945064"/>
              <a:gd name="connsiteX12" fmla="*/ 0 w 1968514"/>
              <a:gd name="connsiteY12" fmla="*/ 945064 h 945064"/>
              <a:gd name="connsiteX13" fmla="*/ 8798 w 1968514"/>
              <a:gd name="connsiteY13" fmla="*/ 945064 h 945064"/>
              <a:gd name="connsiteX14" fmla="*/ 7376 w 1968514"/>
              <a:gd name="connsiteY14" fmla="*/ 941896 h 945064"/>
              <a:gd name="connsiteX15" fmla="*/ 17417 w 1968514"/>
              <a:gd name="connsiteY15" fmla="*/ 919532 h 945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968514" h="945064">
                <a:moveTo>
                  <a:pt x="1953530" y="945064"/>
                </a:moveTo>
                <a:lnTo>
                  <a:pt x="1968514" y="945064"/>
                </a:lnTo>
                <a:lnTo>
                  <a:pt x="1375501" y="75739"/>
                </a:lnTo>
                <a:lnTo>
                  <a:pt x="1372620" y="75739"/>
                </a:lnTo>
                <a:lnTo>
                  <a:pt x="1370613" y="71268"/>
                </a:lnTo>
                <a:cubicBezTo>
                  <a:pt x="1333545" y="30596"/>
                  <a:pt x="1173268" y="0"/>
                  <a:pt x="981165" y="0"/>
                </a:cubicBezTo>
                <a:cubicBezTo>
                  <a:pt x="761619" y="0"/>
                  <a:pt x="583641" y="39962"/>
                  <a:pt x="583641" y="89257"/>
                </a:cubicBezTo>
                <a:lnTo>
                  <a:pt x="583701" y="89390"/>
                </a:lnTo>
                <a:lnTo>
                  <a:pt x="37149" y="890606"/>
                </a:lnTo>
                <a:lnTo>
                  <a:pt x="83901" y="856789"/>
                </a:lnTo>
                <a:cubicBezTo>
                  <a:pt x="231730" y="778313"/>
                  <a:pt x="577808" y="723249"/>
                  <a:pt x="981164" y="723249"/>
                </a:cubicBezTo>
                <a:cubicBezTo>
                  <a:pt x="1518972" y="723249"/>
                  <a:pt x="1954952" y="821141"/>
                  <a:pt x="1954952" y="941896"/>
                </a:cubicBezTo>
                <a:close/>
                <a:moveTo>
                  <a:pt x="0" y="945064"/>
                </a:moveTo>
                <a:lnTo>
                  <a:pt x="8798" y="945064"/>
                </a:lnTo>
                <a:lnTo>
                  <a:pt x="7376" y="941896"/>
                </a:lnTo>
                <a:lnTo>
                  <a:pt x="17417" y="919532"/>
                </a:lnTo>
                <a:close/>
              </a:path>
            </a:pathLst>
          </a:custGeom>
          <a:gradFill>
            <a:gsLst>
              <a:gs pos="100000">
                <a:srgbClr val="3F96FF"/>
              </a:gs>
              <a:gs pos="0">
                <a:srgbClr val="3F96FF">
                  <a:alpha val="43922"/>
                </a:srgbClr>
              </a:gs>
            </a:gsLst>
            <a:lin ang="16200000" scaled="0"/>
          </a:gradFill>
          <a:ln w="38100">
            <a:noFill/>
          </a:ln>
          <a:effectLst>
            <a:outerShdw blurRad="431800" sx="106000" sy="106000" algn="ctr" rotWithShape="0">
              <a:srgbClr val="3F96FF">
                <a:alpha val="71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86" name="Group 585">
            <a:extLst>
              <a:ext uri="{FF2B5EF4-FFF2-40B4-BE49-F238E27FC236}">
                <a16:creationId xmlns:a16="http://schemas.microsoft.com/office/drawing/2014/main" id="{EC19BD22-649F-88F3-0A0A-25BF71A868EE}"/>
              </a:ext>
            </a:extLst>
          </p:cNvPr>
          <p:cNvGrpSpPr/>
          <p:nvPr/>
        </p:nvGrpSpPr>
        <p:grpSpPr>
          <a:xfrm>
            <a:off x="2495906" y="3241603"/>
            <a:ext cx="1733194" cy="887607"/>
            <a:chOff x="2495906" y="3241603"/>
            <a:chExt cx="1733194" cy="887607"/>
          </a:xfrm>
        </p:grpSpPr>
        <p:sp>
          <p:nvSpPr>
            <p:cNvPr id="577" name="Oval 576">
              <a:extLst>
                <a:ext uri="{FF2B5EF4-FFF2-40B4-BE49-F238E27FC236}">
                  <a16:creationId xmlns:a16="http://schemas.microsoft.com/office/drawing/2014/main" id="{F0B1229D-0042-44CA-5B3C-1A9F8A592F08}"/>
                </a:ext>
              </a:extLst>
            </p:cNvPr>
            <p:cNvSpPr/>
            <p:nvPr/>
          </p:nvSpPr>
          <p:spPr>
            <a:xfrm>
              <a:off x="2495906" y="3241603"/>
              <a:ext cx="1733194" cy="389158"/>
            </a:xfrm>
            <a:prstGeom prst="ellipse">
              <a:avLst/>
            </a:prstGeom>
            <a:noFill/>
            <a:ln w="3175">
              <a:gradFill>
                <a:gsLst>
                  <a:gs pos="0">
                    <a:schemeClr val="accent1">
                      <a:lumMod val="5000"/>
                      <a:lumOff val="95000"/>
                      <a:alpha val="44000"/>
                    </a:schemeClr>
                  </a:gs>
                  <a:gs pos="26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62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8" name="Oval 577">
              <a:extLst>
                <a:ext uri="{FF2B5EF4-FFF2-40B4-BE49-F238E27FC236}">
                  <a16:creationId xmlns:a16="http://schemas.microsoft.com/office/drawing/2014/main" id="{6D86659F-BF93-B298-1428-04FD1483A9B5}"/>
                </a:ext>
              </a:extLst>
            </p:cNvPr>
            <p:cNvSpPr/>
            <p:nvPr/>
          </p:nvSpPr>
          <p:spPr>
            <a:xfrm>
              <a:off x="2556231" y="3395402"/>
              <a:ext cx="1612544" cy="362068"/>
            </a:xfrm>
            <a:prstGeom prst="ellipse">
              <a:avLst/>
            </a:prstGeom>
            <a:noFill/>
            <a:ln w="3175">
              <a:gradFill>
                <a:gsLst>
                  <a:gs pos="0">
                    <a:schemeClr val="accent1">
                      <a:lumMod val="5000"/>
                      <a:lumOff val="95000"/>
                      <a:alpha val="44000"/>
                    </a:schemeClr>
                  </a:gs>
                  <a:gs pos="26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62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id="{45715B8E-2AED-DD89-0A9A-89FF6427B73B}"/>
                </a:ext>
              </a:extLst>
            </p:cNvPr>
            <p:cNvSpPr/>
            <p:nvPr/>
          </p:nvSpPr>
          <p:spPr>
            <a:xfrm>
              <a:off x="2635606" y="3550501"/>
              <a:ext cx="1453794" cy="326424"/>
            </a:xfrm>
            <a:prstGeom prst="ellipse">
              <a:avLst/>
            </a:prstGeom>
            <a:noFill/>
            <a:ln w="3175">
              <a:gradFill>
                <a:gsLst>
                  <a:gs pos="0">
                    <a:schemeClr val="accent1">
                      <a:lumMod val="5000"/>
                      <a:lumOff val="95000"/>
                      <a:alpha val="44000"/>
                    </a:schemeClr>
                  </a:gs>
                  <a:gs pos="26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62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0" name="Oval 579">
              <a:extLst>
                <a:ext uri="{FF2B5EF4-FFF2-40B4-BE49-F238E27FC236}">
                  <a16:creationId xmlns:a16="http://schemas.microsoft.com/office/drawing/2014/main" id="{F5C4C300-591F-9AAB-76BD-364532C993C1}"/>
                </a:ext>
              </a:extLst>
            </p:cNvPr>
            <p:cNvSpPr/>
            <p:nvPr/>
          </p:nvSpPr>
          <p:spPr>
            <a:xfrm>
              <a:off x="2718156" y="3716294"/>
              <a:ext cx="1288694" cy="289354"/>
            </a:xfrm>
            <a:prstGeom prst="ellipse">
              <a:avLst/>
            </a:prstGeom>
            <a:noFill/>
            <a:ln w="3175">
              <a:gradFill>
                <a:gsLst>
                  <a:gs pos="0">
                    <a:schemeClr val="accent1">
                      <a:lumMod val="5000"/>
                      <a:lumOff val="95000"/>
                      <a:alpha val="44000"/>
                    </a:schemeClr>
                  </a:gs>
                  <a:gs pos="26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62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1" name="Oval 580">
              <a:extLst>
                <a:ext uri="{FF2B5EF4-FFF2-40B4-BE49-F238E27FC236}">
                  <a16:creationId xmlns:a16="http://schemas.microsoft.com/office/drawing/2014/main" id="{44E48CE9-3AB5-F0A7-2B0A-7775FE6D5D0C}"/>
                </a:ext>
              </a:extLst>
            </p:cNvPr>
            <p:cNvSpPr/>
            <p:nvPr/>
          </p:nvSpPr>
          <p:spPr>
            <a:xfrm>
              <a:off x="2870556" y="3908292"/>
              <a:ext cx="983894" cy="220918"/>
            </a:xfrm>
            <a:prstGeom prst="ellipse">
              <a:avLst/>
            </a:prstGeom>
            <a:noFill/>
            <a:ln w="3175">
              <a:gradFill>
                <a:gsLst>
                  <a:gs pos="0">
                    <a:schemeClr val="accent1">
                      <a:lumMod val="5000"/>
                      <a:lumOff val="95000"/>
                      <a:alpha val="44000"/>
                    </a:schemeClr>
                  </a:gs>
                  <a:gs pos="26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62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20" name="Rectangle: Rounded Corners 319">
            <a:extLst>
              <a:ext uri="{FF2B5EF4-FFF2-40B4-BE49-F238E27FC236}">
                <a16:creationId xmlns:a16="http://schemas.microsoft.com/office/drawing/2014/main" id="{B8F33F80-56ED-40D2-6ABC-06C1349EB25B}"/>
              </a:ext>
            </a:extLst>
          </p:cNvPr>
          <p:cNvSpPr/>
          <p:nvPr/>
        </p:nvSpPr>
        <p:spPr>
          <a:xfrm>
            <a:off x="8617178" y="742043"/>
            <a:ext cx="3411170" cy="5793695"/>
          </a:xfrm>
          <a:prstGeom prst="roundRect">
            <a:avLst>
              <a:gd name="adj" fmla="val 2234"/>
            </a:avLst>
          </a:prstGeom>
          <a:solidFill>
            <a:schemeClr val="bg1">
              <a:alpha val="4000"/>
            </a:schemeClr>
          </a:solidFill>
          <a:ln>
            <a:solidFill>
              <a:schemeClr val="bg1">
                <a:alpha val="3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98FFD2-C3B8-07AD-35A7-29CD60159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10403016" cy="678316"/>
          </a:xfrm>
        </p:spPr>
        <p:txBody>
          <a:bodyPr/>
          <a:lstStyle/>
          <a:p>
            <a:r>
              <a:rPr lang="en-US" sz="1600">
                <a:latin typeface="Helvectica"/>
              </a:rPr>
              <a:t>ETU RADIPIS’C IN-GELITS EDDO EIUSMO DTEMPORINC IDIDUNTU TLAB OREE TDOLOREM AGNAAL IQUA UTE NIM’A DMI NIMVENIAMQ UI SNOSTRUD EXERC ITATION ULLAMCOL ABORISNIS</a:t>
            </a:r>
            <a:endParaRPr lang="es-MX" dirty="0"/>
          </a:p>
        </p:txBody>
      </p:sp>
      <p:sp>
        <p:nvSpPr>
          <p:cNvPr id="260" name="Rounded Rectangle 39">
            <a:extLst>
              <a:ext uri="{FF2B5EF4-FFF2-40B4-BE49-F238E27FC236}">
                <a16:creationId xmlns:a16="http://schemas.microsoft.com/office/drawing/2014/main" id="{AE4523B8-D7C4-3E78-7BF8-3F5420A4C46C}"/>
              </a:ext>
            </a:extLst>
          </p:cNvPr>
          <p:cNvSpPr/>
          <p:nvPr/>
        </p:nvSpPr>
        <p:spPr>
          <a:xfrm>
            <a:off x="8677606" y="821752"/>
            <a:ext cx="3290314" cy="420588"/>
          </a:xfrm>
          <a:prstGeom prst="roundRect">
            <a:avLst>
              <a:gd name="adj" fmla="val 15098"/>
            </a:avLst>
          </a:prstGeom>
          <a:gradFill>
            <a:gsLst>
              <a:gs pos="0">
                <a:srgbClr val="A400F6"/>
              </a:gs>
              <a:gs pos="100000">
                <a:srgbClr val="0070C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ctica"/>
                <a:ea typeface="+mn-ea"/>
                <a:cs typeface="+mn-cs"/>
              </a:rPr>
              <a:t>Iutaliq: Uipexeacomm Odo Consequa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ctica"/>
              <a:ea typeface="+mn-ea"/>
              <a:cs typeface="+mn-cs"/>
            </a:endParaRPr>
          </a:p>
        </p:txBody>
      </p:sp>
      <p:sp>
        <p:nvSpPr>
          <p:cNvPr id="520" name="Oval 519">
            <a:extLst>
              <a:ext uri="{FF2B5EF4-FFF2-40B4-BE49-F238E27FC236}">
                <a16:creationId xmlns:a16="http://schemas.microsoft.com/office/drawing/2014/main" id="{9741AA52-6A10-D157-924E-FBBD16B354FC}"/>
              </a:ext>
            </a:extLst>
          </p:cNvPr>
          <p:cNvSpPr/>
          <p:nvPr/>
        </p:nvSpPr>
        <p:spPr>
          <a:xfrm flipV="1">
            <a:off x="2178684" y="2658008"/>
            <a:ext cx="2380011" cy="495787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1">
                    <a:lumMod val="5000"/>
                    <a:lumOff val="95000"/>
                    <a:alpha val="32000"/>
                  </a:schemeClr>
                </a:gs>
                <a:gs pos="9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DBFFF3B-C500-619C-7E2C-53709CAD7667}"/>
              </a:ext>
            </a:extLst>
          </p:cNvPr>
          <p:cNvSpPr/>
          <p:nvPr/>
        </p:nvSpPr>
        <p:spPr>
          <a:xfrm>
            <a:off x="2087183" y="2539777"/>
            <a:ext cx="2550641" cy="572702"/>
          </a:xfrm>
          <a:prstGeom prst="ellipse">
            <a:avLst/>
          </a:prstGeom>
          <a:noFill/>
          <a:ln w="571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9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17" name="Group 516">
            <a:extLst>
              <a:ext uri="{FF2B5EF4-FFF2-40B4-BE49-F238E27FC236}">
                <a16:creationId xmlns:a16="http://schemas.microsoft.com/office/drawing/2014/main" id="{50263BD6-1CD1-EF41-98FC-7A2A7B5D2861}"/>
              </a:ext>
            </a:extLst>
          </p:cNvPr>
          <p:cNvGrpSpPr/>
          <p:nvPr/>
        </p:nvGrpSpPr>
        <p:grpSpPr>
          <a:xfrm>
            <a:off x="2460715" y="2683597"/>
            <a:ext cx="1803576" cy="404962"/>
            <a:chOff x="2075313" y="1834952"/>
            <a:chExt cx="2136178" cy="479643"/>
          </a:xfrm>
        </p:grpSpPr>
        <p:cxnSp>
          <p:nvCxnSpPr>
            <p:cNvPr id="513" name="Straight Connector 512">
              <a:extLst>
                <a:ext uri="{FF2B5EF4-FFF2-40B4-BE49-F238E27FC236}">
                  <a16:creationId xmlns:a16="http://schemas.microsoft.com/office/drawing/2014/main" id="{4AA7DE45-A7A6-E0E6-10F0-E273A0913278}"/>
                </a:ext>
              </a:extLst>
            </p:cNvPr>
            <p:cNvCxnSpPr>
              <a:stCxn id="10" idx="3"/>
              <a:endCxn id="10" idx="7"/>
            </p:cNvCxnSpPr>
            <p:nvPr/>
          </p:nvCxnSpPr>
          <p:spPr>
            <a:xfrm flipV="1">
              <a:off x="2075313" y="1834952"/>
              <a:ext cx="2136177" cy="479643"/>
            </a:xfrm>
            <a:prstGeom prst="line">
              <a:avLst/>
            </a:prstGeom>
            <a:ln w="12700" cap="rnd">
              <a:gradFill>
                <a:gsLst>
                  <a:gs pos="11000">
                    <a:schemeClr val="accent1">
                      <a:lumMod val="5000"/>
                      <a:lumOff val="95000"/>
                      <a:alpha val="0"/>
                    </a:schemeClr>
                  </a:gs>
                  <a:gs pos="50000">
                    <a:schemeClr val="bg1">
                      <a:alpha val="37000"/>
                    </a:schemeClr>
                  </a:gs>
                  <a:gs pos="9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513">
              <a:extLst>
                <a:ext uri="{FF2B5EF4-FFF2-40B4-BE49-F238E27FC236}">
                  <a16:creationId xmlns:a16="http://schemas.microsoft.com/office/drawing/2014/main" id="{68013018-7717-D0BC-44D8-611F4692DF07}"/>
                </a:ext>
              </a:extLst>
            </p:cNvPr>
            <p:cNvCxnSpPr>
              <a:cxnSpLocks/>
              <a:stCxn id="10" idx="5"/>
              <a:endCxn id="10" idx="1"/>
            </p:cNvCxnSpPr>
            <p:nvPr/>
          </p:nvCxnSpPr>
          <p:spPr>
            <a:xfrm flipH="1" flipV="1">
              <a:off x="2075314" y="1834952"/>
              <a:ext cx="2136177" cy="479643"/>
            </a:xfrm>
            <a:prstGeom prst="line">
              <a:avLst/>
            </a:prstGeom>
            <a:ln w="12700" cap="rnd">
              <a:gradFill>
                <a:gsLst>
                  <a:gs pos="11000">
                    <a:schemeClr val="accent1">
                      <a:lumMod val="5000"/>
                      <a:lumOff val="95000"/>
                      <a:alpha val="0"/>
                    </a:schemeClr>
                  </a:gs>
                  <a:gs pos="50000">
                    <a:schemeClr val="bg1">
                      <a:alpha val="37000"/>
                    </a:schemeClr>
                  </a:gs>
                  <a:gs pos="9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4" name="Freeform: Shape 343">
            <a:extLst>
              <a:ext uri="{FF2B5EF4-FFF2-40B4-BE49-F238E27FC236}">
                <a16:creationId xmlns:a16="http://schemas.microsoft.com/office/drawing/2014/main" id="{81C009DD-8D45-D145-7445-06EC6F1E0778}"/>
              </a:ext>
            </a:extLst>
          </p:cNvPr>
          <p:cNvSpPr/>
          <p:nvPr/>
        </p:nvSpPr>
        <p:spPr>
          <a:xfrm>
            <a:off x="3207615" y="3233586"/>
            <a:ext cx="4074247" cy="2096552"/>
          </a:xfrm>
          <a:custGeom>
            <a:avLst/>
            <a:gdLst>
              <a:gd name="connsiteX0" fmla="*/ 3767496 w 4074247"/>
              <a:gd name="connsiteY0" fmla="*/ 0 h 2096552"/>
              <a:gd name="connsiteX1" fmla="*/ 4072062 w 4074247"/>
              <a:gd name="connsiteY1" fmla="*/ 2064 h 2096552"/>
              <a:gd name="connsiteX2" fmla="*/ 4074247 w 4074247"/>
              <a:gd name="connsiteY2" fmla="*/ 334033 h 2096552"/>
              <a:gd name="connsiteX3" fmla="*/ 3819320 w 4074247"/>
              <a:gd name="connsiteY3" fmla="*/ 334033 h 2096552"/>
              <a:gd name="connsiteX4" fmla="*/ 3571845 w 4074247"/>
              <a:gd name="connsiteY4" fmla="*/ 581508 h 2096552"/>
              <a:gd name="connsiteX5" fmla="*/ 3571845 w 4074247"/>
              <a:gd name="connsiteY5" fmla="*/ 1356875 h 2096552"/>
              <a:gd name="connsiteX6" fmla="*/ 3270797 w 4074247"/>
              <a:gd name="connsiteY6" fmla="*/ 1356875 h 2096552"/>
              <a:gd name="connsiteX7" fmla="*/ 3569372 w 4074247"/>
              <a:gd name="connsiteY7" fmla="*/ 1358840 h 2096552"/>
              <a:gd name="connsiteX8" fmla="*/ 3571253 w 4074247"/>
              <a:gd name="connsiteY8" fmla="*/ 1636394 h 2096552"/>
              <a:gd name="connsiteX9" fmla="*/ 3114572 w 4074247"/>
              <a:gd name="connsiteY9" fmla="*/ 2093075 h 2096552"/>
              <a:gd name="connsiteX10" fmla="*/ 1236530 w 4074247"/>
              <a:gd name="connsiteY10" fmla="*/ 2096552 h 2096552"/>
              <a:gd name="connsiteX11" fmla="*/ 456682 w 4074247"/>
              <a:gd name="connsiteY11" fmla="*/ 2096552 h 2096552"/>
              <a:gd name="connsiteX12" fmla="*/ 0 w 4074247"/>
              <a:gd name="connsiteY12" fmla="*/ 1639871 h 2096552"/>
              <a:gd name="connsiteX13" fmla="*/ 1881 w 4074247"/>
              <a:gd name="connsiteY13" fmla="*/ 1362318 h 2096552"/>
              <a:gd name="connsiteX14" fmla="*/ 304407 w 4074247"/>
              <a:gd name="connsiteY14" fmla="*/ 1360326 h 2096552"/>
              <a:gd name="connsiteX15" fmla="*/ 304407 w 4074247"/>
              <a:gd name="connsiteY15" fmla="*/ 1592644 h 2096552"/>
              <a:gd name="connsiteX16" fmla="*/ 529933 w 4074247"/>
              <a:gd name="connsiteY16" fmla="*/ 1818169 h 2096552"/>
              <a:gd name="connsiteX17" fmla="*/ 1236530 w 4074247"/>
              <a:gd name="connsiteY17" fmla="*/ 1818169 h 2096552"/>
              <a:gd name="connsiteX18" fmla="*/ 1236530 w 4074247"/>
              <a:gd name="connsiteY18" fmla="*/ 1818438 h 2096552"/>
              <a:gd name="connsiteX19" fmla="*/ 3041321 w 4074247"/>
              <a:gd name="connsiteY19" fmla="*/ 1814692 h 2096552"/>
              <a:gd name="connsiteX20" fmla="*/ 3266847 w 4074247"/>
              <a:gd name="connsiteY20" fmla="*/ 1589167 h 2096552"/>
              <a:gd name="connsiteX21" fmla="*/ 3266847 w 4074247"/>
              <a:gd name="connsiteY21" fmla="*/ 1356875 h 2096552"/>
              <a:gd name="connsiteX22" fmla="*/ 3266368 w 4074247"/>
              <a:gd name="connsiteY22" fmla="*/ 1356875 h 2096552"/>
              <a:gd name="connsiteX23" fmla="*/ 3266368 w 4074247"/>
              <a:gd name="connsiteY23" fmla="*/ 501128 h 2096552"/>
              <a:gd name="connsiteX24" fmla="*/ 3767496 w 4074247"/>
              <a:gd name="connsiteY24" fmla="*/ 0 h 209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074247" h="2096552">
                <a:moveTo>
                  <a:pt x="3767496" y="0"/>
                </a:moveTo>
                <a:cubicBezTo>
                  <a:pt x="3869746" y="688"/>
                  <a:pt x="3969812" y="1376"/>
                  <a:pt x="4072062" y="2064"/>
                </a:cubicBezTo>
                <a:lnTo>
                  <a:pt x="4074247" y="334033"/>
                </a:lnTo>
                <a:lnTo>
                  <a:pt x="3819320" y="334033"/>
                </a:lnTo>
                <a:cubicBezTo>
                  <a:pt x="3682643" y="334033"/>
                  <a:pt x="3571845" y="444831"/>
                  <a:pt x="3571845" y="581508"/>
                </a:cubicBezTo>
                <a:lnTo>
                  <a:pt x="3571845" y="1356875"/>
                </a:lnTo>
                <a:lnTo>
                  <a:pt x="3270797" y="1356875"/>
                </a:lnTo>
                <a:lnTo>
                  <a:pt x="3569372" y="1358840"/>
                </a:lnTo>
                <a:cubicBezTo>
                  <a:pt x="3569999" y="1452022"/>
                  <a:pt x="3570626" y="1543212"/>
                  <a:pt x="3571253" y="1636394"/>
                </a:cubicBezTo>
                <a:cubicBezTo>
                  <a:pt x="3571253" y="1888612"/>
                  <a:pt x="3366790" y="2093075"/>
                  <a:pt x="3114572" y="2093075"/>
                </a:cubicBezTo>
                <a:lnTo>
                  <a:pt x="1236530" y="2096552"/>
                </a:lnTo>
                <a:lnTo>
                  <a:pt x="456682" y="2096552"/>
                </a:lnTo>
                <a:cubicBezTo>
                  <a:pt x="204464" y="2096552"/>
                  <a:pt x="0" y="1892089"/>
                  <a:pt x="0" y="1639871"/>
                </a:cubicBezTo>
                <a:cubicBezTo>
                  <a:pt x="627" y="1546689"/>
                  <a:pt x="1254" y="1455499"/>
                  <a:pt x="1881" y="1362318"/>
                </a:cubicBezTo>
                <a:lnTo>
                  <a:pt x="304407" y="1360326"/>
                </a:lnTo>
                <a:lnTo>
                  <a:pt x="304407" y="1592644"/>
                </a:lnTo>
                <a:cubicBezTo>
                  <a:pt x="304407" y="1717198"/>
                  <a:pt x="405378" y="1818169"/>
                  <a:pt x="529933" y="1818169"/>
                </a:cubicBezTo>
                <a:lnTo>
                  <a:pt x="1236530" y="1818169"/>
                </a:lnTo>
                <a:lnTo>
                  <a:pt x="1236530" y="1818438"/>
                </a:lnTo>
                <a:lnTo>
                  <a:pt x="3041321" y="1814692"/>
                </a:lnTo>
                <a:cubicBezTo>
                  <a:pt x="3165875" y="1814692"/>
                  <a:pt x="3266847" y="1713721"/>
                  <a:pt x="3266847" y="1589167"/>
                </a:cubicBezTo>
                <a:lnTo>
                  <a:pt x="3266847" y="1356875"/>
                </a:lnTo>
                <a:lnTo>
                  <a:pt x="3266368" y="1356875"/>
                </a:lnTo>
                <a:lnTo>
                  <a:pt x="3266368" y="501128"/>
                </a:lnTo>
                <a:cubicBezTo>
                  <a:pt x="3266368" y="224363"/>
                  <a:pt x="3490731" y="0"/>
                  <a:pt x="376749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44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15600000" scaled="0"/>
          </a:gra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2E218AF7-078F-7D00-0252-704B0D42CF7D}"/>
              </a:ext>
            </a:extLst>
          </p:cNvPr>
          <p:cNvGrpSpPr/>
          <p:nvPr/>
        </p:nvGrpSpPr>
        <p:grpSpPr>
          <a:xfrm>
            <a:off x="3133226" y="4478411"/>
            <a:ext cx="445922" cy="217702"/>
            <a:chOff x="2634226" y="3752401"/>
            <a:chExt cx="591574" cy="288810"/>
          </a:xfrm>
        </p:grpSpPr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E07FB349-58C6-3A11-8C04-9FCC80DCC6EC}"/>
                </a:ext>
              </a:extLst>
            </p:cNvPr>
            <p:cNvGrpSpPr/>
            <p:nvPr/>
          </p:nvGrpSpPr>
          <p:grpSpPr>
            <a:xfrm>
              <a:off x="2634226" y="3752401"/>
              <a:ext cx="591574" cy="288810"/>
              <a:chOff x="2691376" y="3780302"/>
              <a:chExt cx="477274" cy="233008"/>
            </a:xfrm>
          </p:grpSpPr>
          <p:sp>
            <p:nvSpPr>
              <p:cNvPr id="529" name="Oval 528">
                <a:extLst>
                  <a:ext uri="{FF2B5EF4-FFF2-40B4-BE49-F238E27FC236}">
                    <a16:creationId xmlns:a16="http://schemas.microsoft.com/office/drawing/2014/main" id="{0689BC2D-CB5C-658E-67A6-862601815956}"/>
                  </a:ext>
                </a:extLst>
              </p:cNvPr>
              <p:cNvSpPr/>
              <p:nvPr/>
            </p:nvSpPr>
            <p:spPr>
              <a:xfrm>
                <a:off x="2691376" y="3780302"/>
                <a:ext cx="477274" cy="107164"/>
              </a:xfrm>
              <a:prstGeom prst="ellipse">
                <a:avLst/>
              </a:prstGeom>
              <a:noFill/>
              <a:ln w="19050">
                <a:gradFill>
                  <a:gsLst>
                    <a:gs pos="0">
                      <a:schemeClr val="accent1">
                        <a:lumMod val="5000"/>
                        <a:lumOff val="95000"/>
                        <a:alpha val="63000"/>
                      </a:schemeClr>
                    </a:gs>
                    <a:gs pos="9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62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0" name="Oval 529">
                <a:extLst>
                  <a:ext uri="{FF2B5EF4-FFF2-40B4-BE49-F238E27FC236}">
                    <a16:creationId xmlns:a16="http://schemas.microsoft.com/office/drawing/2014/main" id="{9DE47726-1DFC-434C-E452-7E3BB5269BD5}"/>
                  </a:ext>
                </a:extLst>
              </p:cNvPr>
              <p:cNvSpPr/>
              <p:nvPr/>
            </p:nvSpPr>
            <p:spPr>
              <a:xfrm>
                <a:off x="2691376" y="3906146"/>
                <a:ext cx="477274" cy="107164"/>
              </a:xfrm>
              <a:prstGeom prst="ellipse">
                <a:avLst/>
              </a:prstGeom>
              <a:noFill/>
              <a:ln w="19050">
                <a:gradFill>
                  <a:gsLst>
                    <a:gs pos="0">
                      <a:schemeClr val="accent1">
                        <a:lumMod val="5000"/>
                        <a:lumOff val="95000"/>
                        <a:alpha val="63000"/>
                      </a:schemeClr>
                    </a:gs>
                    <a:gs pos="9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62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796124DE-3ECC-33FC-4B62-2A3C2C734272}"/>
                </a:ext>
              </a:extLst>
            </p:cNvPr>
            <p:cNvSpPr/>
            <p:nvPr/>
          </p:nvSpPr>
          <p:spPr>
            <a:xfrm>
              <a:off x="2634226" y="3818815"/>
              <a:ext cx="591574" cy="221686"/>
            </a:xfrm>
            <a:custGeom>
              <a:avLst/>
              <a:gdLst>
                <a:gd name="connsiteX0" fmla="*/ 0 w 591574"/>
                <a:gd name="connsiteY0" fmla="*/ 0 h 221686"/>
                <a:gd name="connsiteX1" fmla="*/ 638 w 591574"/>
                <a:gd name="connsiteY1" fmla="*/ 0 h 221686"/>
                <a:gd name="connsiteX2" fmla="*/ 23244 w 591574"/>
                <a:gd name="connsiteY2" fmla="*/ 25141 h 221686"/>
                <a:gd name="connsiteX3" fmla="*/ 295787 w 591574"/>
                <a:gd name="connsiteY3" fmla="*/ 65704 h 221686"/>
                <a:gd name="connsiteX4" fmla="*/ 568330 w 591574"/>
                <a:gd name="connsiteY4" fmla="*/ 25141 h 221686"/>
                <a:gd name="connsiteX5" fmla="*/ 590936 w 591574"/>
                <a:gd name="connsiteY5" fmla="*/ 0 h 221686"/>
                <a:gd name="connsiteX6" fmla="*/ 591574 w 591574"/>
                <a:gd name="connsiteY6" fmla="*/ 0 h 221686"/>
                <a:gd name="connsiteX7" fmla="*/ 591574 w 591574"/>
                <a:gd name="connsiteY7" fmla="*/ 151784 h 221686"/>
                <a:gd name="connsiteX8" fmla="*/ 588438 w 591574"/>
                <a:gd name="connsiteY8" fmla="*/ 151784 h 221686"/>
                <a:gd name="connsiteX9" fmla="*/ 591574 w 591574"/>
                <a:gd name="connsiteY9" fmla="*/ 155272 h 221686"/>
                <a:gd name="connsiteX10" fmla="*/ 295787 w 591574"/>
                <a:gd name="connsiteY10" fmla="*/ 221686 h 221686"/>
                <a:gd name="connsiteX11" fmla="*/ 0 w 591574"/>
                <a:gd name="connsiteY11" fmla="*/ 155272 h 221686"/>
                <a:gd name="connsiteX12" fmla="*/ 3136 w 591574"/>
                <a:gd name="connsiteY12" fmla="*/ 151784 h 221686"/>
                <a:gd name="connsiteX13" fmla="*/ 0 w 591574"/>
                <a:gd name="connsiteY13" fmla="*/ 151784 h 221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91574" h="221686">
                  <a:moveTo>
                    <a:pt x="0" y="0"/>
                  </a:moveTo>
                  <a:lnTo>
                    <a:pt x="638" y="0"/>
                  </a:lnTo>
                  <a:lnTo>
                    <a:pt x="23244" y="25141"/>
                  </a:lnTo>
                  <a:cubicBezTo>
                    <a:pt x="68147" y="48978"/>
                    <a:pt x="173268" y="65704"/>
                    <a:pt x="295787" y="65704"/>
                  </a:cubicBezTo>
                  <a:cubicBezTo>
                    <a:pt x="418306" y="65704"/>
                    <a:pt x="523427" y="48978"/>
                    <a:pt x="568330" y="25141"/>
                  </a:cubicBezTo>
                  <a:lnTo>
                    <a:pt x="590936" y="0"/>
                  </a:lnTo>
                  <a:lnTo>
                    <a:pt x="591574" y="0"/>
                  </a:lnTo>
                  <a:lnTo>
                    <a:pt x="591574" y="151784"/>
                  </a:lnTo>
                  <a:lnTo>
                    <a:pt x="588438" y="151784"/>
                  </a:lnTo>
                  <a:lnTo>
                    <a:pt x="591574" y="155272"/>
                  </a:lnTo>
                  <a:cubicBezTo>
                    <a:pt x="591574" y="191951"/>
                    <a:pt x="459146" y="221686"/>
                    <a:pt x="295787" y="221686"/>
                  </a:cubicBezTo>
                  <a:cubicBezTo>
                    <a:pt x="132428" y="221686"/>
                    <a:pt x="0" y="191951"/>
                    <a:pt x="0" y="155272"/>
                  </a:cubicBezTo>
                  <a:lnTo>
                    <a:pt x="3136" y="151784"/>
                  </a:lnTo>
                  <a:lnTo>
                    <a:pt x="0" y="15178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  <a:alpha val="63000"/>
                  </a:schemeClr>
                </a:gs>
                <a:gs pos="9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EDE79D0-5781-1F6C-A9FB-1F41D1EFBFA2}"/>
              </a:ext>
            </a:extLst>
          </p:cNvPr>
          <p:cNvGrpSpPr/>
          <p:nvPr/>
        </p:nvGrpSpPr>
        <p:grpSpPr>
          <a:xfrm>
            <a:off x="9339351" y="1814513"/>
            <a:ext cx="1966824" cy="1197938"/>
            <a:chOff x="9339351" y="1814513"/>
            <a:chExt cx="1966824" cy="119793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A3271DF-1C40-06F6-908C-F465BB6A0AE6}"/>
                </a:ext>
              </a:extLst>
            </p:cNvPr>
            <p:cNvSpPr/>
            <p:nvPr/>
          </p:nvSpPr>
          <p:spPr>
            <a:xfrm>
              <a:off x="9339351" y="1814513"/>
              <a:ext cx="1966824" cy="1197938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1" name="Picture 300">
              <a:extLst>
                <a:ext uri="{FF2B5EF4-FFF2-40B4-BE49-F238E27FC236}">
                  <a16:creationId xmlns:a16="http://schemas.microsoft.com/office/drawing/2014/main" id="{7F4783E4-4B40-27E5-812D-F57D61A1FF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727" t="5386" r="3391" b="5632"/>
            <a:stretch/>
          </p:blipFill>
          <p:spPr>
            <a:xfrm>
              <a:off x="9383255" y="1860244"/>
              <a:ext cx="1879016" cy="1095198"/>
            </a:xfrm>
            <a:prstGeom prst="rect">
              <a:avLst/>
            </a:prstGeom>
          </p:spPr>
        </p:pic>
      </p:grpSp>
      <p:sp>
        <p:nvSpPr>
          <p:cNvPr id="308" name="TextBox 307">
            <a:extLst>
              <a:ext uri="{FF2B5EF4-FFF2-40B4-BE49-F238E27FC236}">
                <a16:creationId xmlns:a16="http://schemas.microsoft.com/office/drawing/2014/main" id="{0BD40675-7A34-4646-C007-B36427ABA205}"/>
              </a:ext>
            </a:extLst>
          </p:cNvPr>
          <p:cNvSpPr txBox="1"/>
          <p:nvPr/>
        </p:nvSpPr>
        <p:spPr>
          <a:xfrm>
            <a:off x="8617179" y="1302525"/>
            <a:ext cx="3411169" cy="461665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alpha val="29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Arial" panose="020B0604020202020204" pitchFamily="34" charset="0"/>
              </a:rPr>
              <a:t>Tduisaut Eiruredolo: r.i., NR&amp;E pr % eh enderit, Invo/LUP, tat.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54590C8-8B38-7259-992D-55ACBCD789E7}"/>
              </a:ext>
            </a:extLst>
          </p:cNvPr>
          <p:cNvGrpSpPr/>
          <p:nvPr/>
        </p:nvGrpSpPr>
        <p:grpSpPr>
          <a:xfrm>
            <a:off x="9339351" y="3755493"/>
            <a:ext cx="1966824" cy="1029867"/>
            <a:chOff x="9339351" y="3755493"/>
            <a:chExt cx="1966824" cy="102986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0709379-CFB5-92E4-676E-A59C34404233}"/>
                </a:ext>
              </a:extLst>
            </p:cNvPr>
            <p:cNvSpPr>
              <a:spLocks/>
            </p:cNvSpPr>
            <p:nvPr/>
          </p:nvSpPr>
          <p:spPr>
            <a:xfrm>
              <a:off x="9339351" y="3755493"/>
              <a:ext cx="1966824" cy="1029867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2" name="Group 301">
              <a:extLst>
                <a:ext uri="{FF2B5EF4-FFF2-40B4-BE49-F238E27FC236}">
                  <a16:creationId xmlns:a16="http://schemas.microsoft.com/office/drawing/2014/main" id="{1931D84C-EEA5-F67F-7804-AD1973C937B2}"/>
                </a:ext>
              </a:extLst>
            </p:cNvPr>
            <p:cNvGrpSpPr/>
            <p:nvPr/>
          </p:nvGrpSpPr>
          <p:grpSpPr>
            <a:xfrm>
              <a:off x="9381838" y="3798874"/>
              <a:ext cx="1881850" cy="944044"/>
              <a:chOff x="6700213" y="3002279"/>
              <a:chExt cx="5270809" cy="2644142"/>
            </a:xfrm>
          </p:grpSpPr>
          <p:pic>
            <p:nvPicPr>
              <p:cNvPr id="303" name="Picture 302">
                <a:extLst>
                  <a:ext uri="{FF2B5EF4-FFF2-40B4-BE49-F238E27FC236}">
                    <a16:creationId xmlns:a16="http://schemas.microsoft.com/office/drawing/2014/main" id="{61FCD20D-D3EE-60DF-C9BF-7C5F63AE6070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3494" r="86793" b="38"/>
              <a:stretch>
                <a:fillRect/>
              </a:stretch>
            </p:blipFill>
            <p:spPr>
              <a:xfrm>
                <a:off x="6700213" y="3002279"/>
                <a:ext cx="1061873" cy="2644142"/>
              </a:xfrm>
              <a:prstGeom prst="rect">
                <a:avLst/>
              </a:prstGeom>
            </p:spPr>
          </p:pic>
          <p:pic>
            <p:nvPicPr>
              <p:cNvPr id="304" name="Picture 303">
                <a:extLst>
                  <a:ext uri="{FF2B5EF4-FFF2-40B4-BE49-F238E27FC236}">
                    <a16:creationId xmlns:a16="http://schemas.microsoft.com/office/drawing/2014/main" id="{519B3B87-87F3-A2BD-9F4C-B458863AF6AB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942" t="13494" r="6709" b="38"/>
              <a:stretch>
                <a:fillRect/>
              </a:stretch>
            </p:blipFill>
            <p:spPr>
              <a:xfrm>
                <a:off x="7762086" y="3002279"/>
                <a:ext cx="4208936" cy="2644142"/>
              </a:xfrm>
              <a:prstGeom prst="rect">
                <a:avLst/>
              </a:prstGeom>
            </p:spPr>
          </p:pic>
        </p:grpSp>
      </p:grpSp>
      <p:sp>
        <p:nvSpPr>
          <p:cNvPr id="309" name="TextBox 308">
            <a:extLst>
              <a:ext uri="{FF2B5EF4-FFF2-40B4-BE49-F238E27FC236}">
                <a16:creationId xmlns:a16="http://schemas.microsoft.com/office/drawing/2014/main" id="{EA970F05-5456-DD08-DF6A-D1C19870B424}"/>
              </a:ext>
            </a:extLst>
          </p:cNvPr>
          <p:cNvSpPr txBox="1"/>
          <p:nvPr/>
        </p:nvSpPr>
        <p:spPr>
          <a:xfrm>
            <a:off x="8614613" y="3245445"/>
            <a:ext cx="3416300" cy="461665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alpha val="29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Arial" panose="020B0604020202020204" pitchFamily="34" charset="0"/>
              </a:rPr>
              <a:t>Evelitesse Cillumdolo: r.e., EU Fugiatnu Llap/Ariatur, Excepteur Sint/Occaeca, tcu. 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7A5CBA5-3869-86EB-43C5-A6D7D052048D}"/>
              </a:ext>
            </a:extLst>
          </p:cNvPr>
          <p:cNvGrpSpPr/>
          <p:nvPr/>
        </p:nvGrpSpPr>
        <p:grpSpPr>
          <a:xfrm>
            <a:off x="9339351" y="5432538"/>
            <a:ext cx="1966824" cy="1042310"/>
            <a:chOff x="9339351" y="5432538"/>
            <a:chExt cx="1966824" cy="104231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AF6828E-AA47-E4FF-0569-56A6DF224EF4}"/>
                </a:ext>
              </a:extLst>
            </p:cNvPr>
            <p:cNvSpPr>
              <a:spLocks/>
            </p:cNvSpPr>
            <p:nvPr/>
          </p:nvSpPr>
          <p:spPr>
            <a:xfrm>
              <a:off x="9339351" y="5432538"/>
              <a:ext cx="1966824" cy="1011126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418932BD-DECE-1214-17E0-7D3E299DFF77}"/>
                </a:ext>
              </a:extLst>
            </p:cNvPr>
            <p:cNvGrpSpPr/>
            <p:nvPr/>
          </p:nvGrpSpPr>
          <p:grpSpPr>
            <a:xfrm>
              <a:off x="9348876" y="5453500"/>
              <a:ext cx="1947774" cy="1021348"/>
              <a:chOff x="4770041" y="1723986"/>
              <a:chExt cx="6851524" cy="3592713"/>
            </a:xfrm>
          </p:grpSpPr>
          <p:pic>
            <p:nvPicPr>
              <p:cNvPr id="306" name="Picture 305">
                <a:extLst>
                  <a:ext uri="{FF2B5EF4-FFF2-40B4-BE49-F238E27FC236}">
                    <a16:creationId xmlns:a16="http://schemas.microsoft.com/office/drawing/2014/main" id="{059240B0-8C6F-EFC1-8C72-27C2B6988E0A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797" t="-3271" r="74417" b="-8978"/>
              <a:stretch>
                <a:fillRect/>
              </a:stretch>
            </p:blipFill>
            <p:spPr>
              <a:xfrm>
                <a:off x="4770041" y="1723986"/>
                <a:ext cx="1973339" cy="3592713"/>
              </a:xfrm>
              <a:prstGeom prst="rect">
                <a:avLst/>
              </a:prstGeom>
            </p:spPr>
          </p:pic>
          <p:pic>
            <p:nvPicPr>
              <p:cNvPr id="307" name="Picture 306">
                <a:extLst>
                  <a:ext uri="{FF2B5EF4-FFF2-40B4-BE49-F238E27FC236}">
                    <a16:creationId xmlns:a16="http://schemas.microsoft.com/office/drawing/2014/main" id="{357B475D-6219-5D08-CC3A-7E8302F8097F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498" t="-3271" r="-1183" b="-3271"/>
              <a:stretch>
                <a:fillRect/>
              </a:stretch>
            </p:blipFill>
            <p:spPr>
              <a:xfrm>
                <a:off x="6743380" y="1723986"/>
                <a:ext cx="4878185" cy="3410026"/>
              </a:xfrm>
              <a:prstGeom prst="rect">
                <a:avLst/>
              </a:prstGeom>
            </p:spPr>
          </p:pic>
        </p:grpSp>
      </p:grpSp>
      <p:sp>
        <p:nvSpPr>
          <p:cNvPr id="313" name="TextBox 312">
            <a:extLst>
              <a:ext uri="{FF2B5EF4-FFF2-40B4-BE49-F238E27FC236}">
                <a16:creationId xmlns:a16="http://schemas.microsoft.com/office/drawing/2014/main" id="{EDFC13F4-83D1-A086-0AA0-CC95FDE35F56}"/>
              </a:ext>
            </a:extLst>
          </p:cNvPr>
          <p:cNvSpPr txBox="1"/>
          <p:nvPr/>
        </p:nvSpPr>
        <p:spPr>
          <a:xfrm>
            <a:off x="8614613" y="4941910"/>
            <a:ext cx="3416300" cy="461665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alpha val="29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</p:spPr>
        <p:txBody>
          <a:bodyPr vert="horz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Arial" panose="020B0604020202020204" pitchFamily="34" charset="0"/>
              </a:rPr>
              <a:t>Pida Tatnonpr Oidentsunt i.n., culpaquio ff % iciadese runtm, 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806F124A-D5D3-32E9-6770-1647129C4E2E}"/>
              </a:ext>
            </a:extLst>
          </p:cNvPr>
          <p:cNvSpPr txBox="1"/>
          <p:nvPr/>
        </p:nvSpPr>
        <p:spPr>
          <a:xfrm>
            <a:off x="1661362" y="1972840"/>
            <a:ext cx="1153586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200">
                <a:solidFill>
                  <a:schemeClr val="bg1"/>
                </a:solidFill>
                <a:latin typeface=""/>
              </a:rPr>
              <a:t>O/L Lita Nimi</a:t>
            </a:r>
            <a:endParaRPr lang="en-US" sz="12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8C2CF29E-9396-3F93-0906-E1BF3CA6C1D2}"/>
              </a:ext>
            </a:extLst>
          </p:cNvPr>
          <p:cNvSpPr txBox="1"/>
          <p:nvPr/>
        </p:nvSpPr>
        <p:spPr>
          <a:xfrm>
            <a:off x="3926899" y="2068971"/>
            <a:ext cx="994182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"/>
              </a:rPr>
              <a:t>Destl Abor</a:t>
            </a:r>
            <a:endParaRPr lang="en-US" sz="12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D302A9CB-5B82-3F5A-F847-FC1CD546F94F}"/>
              </a:ext>
            </a:extLst>
          </p:cNvPr>
          <p:cNvSpPr txBox="1"/>
          <p:nvPr/>
        </p:nvSpPr>
        <p:spPr>
          <a:xfrm>
            <a:off x="3406320" y="1338146"/>
            <a:ext cx="176812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chemeClr val="bg1"/>
                </a:solidFill>
                <a:latin typeface=""/>
              </a:rPr>
              <a:t>Umcur Abit</a:t>
            </a:r>
            <a:endParaRPr lang="en-US" sz="1200" b="1" dirty="0">
              <a:solidFill>
                <a:schemeClr val="bg1"/>
              </a:solidFill>
              <a:latin typeface=""/>
            </a:endParaRPr>
          </a:p>
          <a:p>
            <a:r>
              <a:rPr lang="en-US" sz="1100">
                <a:solidFill>
                  <a:schemeClr val="bg1"/>
                </a:solidFill>
                <a:latin typeface=""/>
              </a:rPr>
              <a:t>(URN/onnullas it ametnisl)</a:t>
            </a:r>
            <a:endParaRPr lang="en-US" sz="11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0F355636-C08B-172C-0143-81DA419D6CFF}"/>
              </a:ext>
            </a:extLst>
          </p:cNvPr>
          <p:cNvSpPr/>
          <p:nvPr/>
        </p:nvSpPr>
        <p:spPr>
          <a:xfrm>
            <a:off x="2386300" y="3079317"/>
            <a:ext cx="1947576" cy="437294"/>
          </a:xfrm>
          <a:prstGeom prst="ellipse">
            <a:avLst/>
          </a:prstGeom>
          <a:solidFill>
            <a:srgbClr val="3F96FF">
              <a:alpha val="22000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F962E29-C243-AD6F-32B8-D72B5088D9D0}"/>
              </a:ext>
            </a:extLst>
          </p:cNvPr>
          <p:cNvSpPr/>
          <p:nvPr/>
        </p:nvSpPr>
        <p:spPr>
          <a:xfrm>
            <a:off x="2379406" y="3058965"/>
            <a:ext cx="1966194" cy="441474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9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BEC0430-52DA-5AE8-1ACA-D67BE2D5B371}"/>
              </a:ext>
            </a:extLst>
          </p:cNvPr>
          <p:cNvSpPr/>
          <p:nvPr/>
        </p:nvSpPr>
        <p:spPr>
          <a:xfrm>
            <a:off x="2941201" y="4037745"/>
            <a:ext cx="842606" cy="189192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9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6" name="Arrow: Right 345">
            <a:extLst>
              <a:ext uri="{FF2B5EF4-FFF2-40B4-BE49-F238E27FC236}">
                <a16:creationId xmlns:a16="http://schemas.microsoft.com/office/drawing/2014/main" id="{CC877E96-ED67-60CC-9E8A-8F9C9BFF62E1}"/>
              </a:ext>
            </a:extLst>
          </p:cNvPr>
          <p:cNvSpPr/>
          <p:nvPr/>
        </p:nvSpPr>
        <p:spPr>
          <a:xfrm rot="5400000">
            <a:off x="3061055" y="2278958"/>
            <a:ext cx="590263" cy="325522"/>
          </a:xfrm>
          <a:prstGeom prst="rightArrow">
            <a:avLst>
              <a:gd name="adj1" fmla="val 50000"/>
              <a:gd name="adj2" fmla="val 62106"/>
            </a:avLst>
          </a:prstGeom>
          <a:gradFill>
            <a:gsLst>
              <a:gs pos="100000">
                <a:srgbClr val="838E95">
                  <a:alpha val="0"/>
                </a:srgbClr>
              </a:gs>
              <a:gs pos="29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0F530F0C-44D7-A1F7-7257-27F5BF0F014D}"/>
              </a:ext>
            </a:extLst>
          </p:cNvPr>
          <p:cNvSpPr/>
          <p:nvPr/>
        </p:nvSpPr>
        <p:spPr>
          <a:xfrm rot="16200000">
            <a:off x="6836013" y="3283607"/>
            <a:ext cx="842606" cy="189192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80000">
                  <a:schemeClr val="bg1"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8" name="Oval 347">
            <a:extLst>
              <a:ext uri="{FF2B5EF4-FFF2-40B4-BE49-F238E27FC236}">
                <a16:creationId xmlns:a16="http://schemas.microsoft.com/office/drawing/2014/main" id="{12F8BFDE-3D46-B096-23A1-8CD710688216}"/>
              </a:ext>
            </a:extLst>
          </p:cNvPr>
          <p:cNvSpPr/>
          <p:nvPr/>
        </p:nvSpPr>
        <p:spPr>
          <a:xfrm rot="16200000">
            <a:off x="6138346" y="3090652"/>
            <a:ext cx="2264382" cy="546526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9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0" name="Graphic 46">
            <a:extLst>
              <a:ext uri="{FF2B5EF4-FFF2-40B4-BE49-F238E27FC236}">
                <a16:creationId xmlns:a16="http://schemas.microsoft.com/office/drawing/2014/main" id="{0F48304D-114B-C1C6-9457-862B0B455B27}"/>
              </a:ext>
            </a:extLst>
          </p:cNvPr>
          <p:cNvSpPr/>
          <p:nvPr/>
        </p:nvSpPr>
        <p:spPr>
          <a:xfrm flipV="1">
            <a:off x="7222642" y="4296793"/>
            <a:ext cx="1570484" cy="941956"/>
          </a:xfrm>
          <a:custGeom>
            <a:avLst/>
            <a:gdLst>
              <a:gd name="connsiteX0" fmla="*/ 3531241 w 3531241"/>
              <a:gd name="connsiteY0" fmla="*/ 0 h 1717123"/>
              <a:gd name="connsiteX1" fmla="*/ 3225380 w 3531241"/>
              <a:gd name="connsiteY1" fmla="*/ 0 h 1717123"/>
              <a:gd name="connsiteX2" fmla="*/ 2265546 w 3531241"/>
              <a:gd name="connsiteY2" fmla="*/ 397612 h 1717123"/>
              <a:gd name="connsiteX3" fmla="*/ 1343645 w 3531241"/>
              <a:gd name="connsiteY3" fmla="*/ 1319512 h 1717123"/>
              <a:gd name="connsiteX4" fmla="*/ 383810 w 3531241"/>
              <a:gd name="connsiteY4" fmla="*/ 1717124 h 1717123"/>
              <a:gd name="connsiteX5" fmla="*/ 0 w 3531241"/>
              <a:gd name="connsiteY5" fmla="*/ 1717124 h 171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31241" h="1717123">
                <a:moveTo>
                  <a:pt x="3531241" y="0"/>
                </a:moveTo>
                <a:lnTo>
                  <a:pt x="3225380" y="0"/>
                </a:lnTo>
                <a:cubicBezTo>
                  <a:pt x="2865394" y="0"/>
                  <a:pt x="2520134" y="143023"/>
                  <a:pt x="2265546" y="397612"/>
                </a:cubicBezTo>
                <a:lnTo>
                  <a:pt x="1343645" y="1319512"/>
                </a:lnTo>
                <a:cubicBezTo>
                  <a:pt x="1089056" y="1574101"/>
                  <a:pt x="743797" y="1717124"/>
                  <a:pt x="383810" y="1717124"/>
                </a:cubicBezTo>
                <a:lnTo>
                  <a:pt x="0" y="1717124"/>
                </a:lnTo>
              </a:path>
            </a:pathLst>
          </a:custGeom>
          <a:noFill/>
          <a:ln w="57150" cap="flat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prstDash val="solid"/>
            <a:miter/>
            <a:headEnd type="triangle" w="med" len="med"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9" name="Graphic 46">
            <a:extLst>
              <a:ext uri="{FF2B5EF4-FFF2-40B4-BE49-F238E27FC236}">
                <a16:creationId xmlns:a16="http://schemas.microsoft.com/office/drawing/2014/main" id="{852061CB-F37A-060C-7E4D-7765B07D5CF9}"/>
              </a:ext>
            </a:extLst>
          </p:cNvPr>
          <p:cNvSpPr/>
          <p:nvPr/>
        </p:nvSpPr>
        <p:spPr>
          <a:xfrm>
            <a:off x="7222642" y="1513993"/>
            <a:ext cx="1570484" cy="975377"/>
          </a:xfrm>
          <a:custGeom>
            <a:avLst/>
            <a:gdLst>
              <a:gd name="connsiteX0" fmla="*/ 3531241 w 3531241"/>
              <a:gd name="connsiteY0" fmla="*/ 0 h 1717123"/>
              <a:gd name="connsiteX1" fmla="*/ 3225380 w 3531241"/>
              <a:gd name="connsiteY1" fmla="*/ 0 h 1717123"/>
              <a:gd name="connsiteX2" fmla="*/ 2265546 w 3531241"/>
              <a:gd name="connsiteY2" fmla="*/ 397612 h 1717123"/>
              <a:gd name="connsiteX3" fmla="*/ 1343645 w 3531241"/>
              <a:gd name="connsiteY3" fmla="*/ 1319512 h 1717123"/>
              <a:gd name="connsiteX4" fmla="*/ 383810 w 3531241"/>
              <a:gd name="connsiteY4" fmla="*/ 1717124 h 1717123"/>
              <a:gd name="connsiteX5" fmla="*/ 0 w 3531241"/>
              <a:gd name="connsiteY5" fmla="*/ 1717124 h 171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31241" h="1717123">
                <a:moveTo>
                  <a:pt x="3531241" y="0"/>
                </a:moveTo>
                <a:lnTo>
                  <a:pt x="3225380" y="0"/>
                </a:lnTo>
                <a:cubicBezTo>
                  <a:pt x="2865394" y="0"/>
                  <a:pt x="2520134" y="143023"/>
                  <a:pt x="2265546" y="397612"/>
                </a:cubicBezTo>
                <a:lnTo>
                  <a:pt x="1343645" y="1319512"/>
                </a:lnTo>
                <a:cubicBezTo>
                  <a:pt x="1089056" y="1574101"/>
                  <a:pt x="743797" y="1717124"/>
                  <a:pt x="383810" y="1717124"/>
                </a:cubicBezTo>
                <a:lnTo>
                  <a:pt x="0" y="1717124"/>
                </a:lnTo>
              </a:path>
            </a:pathLst>
          </a:custGeom>
          <a:noFill/>
          <a:ln w="57150" cap="flat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prstDash val="solid"/>
            <a:miter/>
            <a:headEnd type="triangle" w="med" len="med"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92DDA90B-39D6-10A9-D929-E7F2624099A8}"/>
              </a:ext>
            </a:extLst>
          </p:cNvPr>
          <p:cNvCxnSpPr>
            <a:cxnSpLocks/>
          </p:cNvCxnSpPr>
          <p:nvPr/>
        </p:nvCxnSpPr>
        <p:spPr>
          <a:xfrm flipH="1">
            <a:off x="7456406" y="3386919"/>
            <a:ext cx="1330407" cy="0"/>
          </a:xfrm>
          <a:prstGeom prst="line">
            <a:avLst/>
          </a:prstGeom>
          <a:noFill/>
          <a:ln w="57150" cap="flat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10800000" scaled="0"/>
            </a:gradFill>
            <a:prstDash val="solid"/>
            <a:miter/>
            <a:headEnd type="triangle" w="med" len="med"/>
          </a:ln>
        </p:spPr>
      </p:cxnSp>
      <p:sp>
        <p:nvSpPr>
          <p:cNvPr id="340" name="Oval 339">
            <a:extLst>
              <a:ext uri="{FF2B5EF4-FFF2-40B4-BE49-F238E27FC236}">
                <a16:creationId xmlns:a16="http://schemas.microsoft.com/office/drawing/2014/main" id="{93F7BA6A-3D79-6894-3C8F-94AD2B23A6F4}"/>
              </a:ext>
            </a:extLst>
          </p:cNvPr>
          <p:cNvSpPr/>
          <p:nvPr/>
        </p:nvSpPr>
        <p:spPr>
          <a:xfrm rot="19019058">
            <a:off x="7777830" y="4648892"/>
            <a:ext cx="334756" cy="75164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  <a:alpha val="61000"/>
                  </a:schemeClr>
                </a:gs>
                <a:gs pos="68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4" name="Oval 353">
            <a:extLst>
              <a:ext uri="{FF2B5EF4-FFF2-40B4-BE49-F238E27FC236}">
                <a16:creationId xmlns:a16="http://schemas.microsoft.com/office/drawing/2014/main" id="{520D5A80-0104-B477-ED3D-95380DBE1D40}"/>
              </a:ext>
            </a:extLst>
          </p:cNvPr>
          <p:cNvSpPr/>
          <p:nvPr/>
        </p:nvSpPr>
        <p:spPr>
          <a:xfrm rot="16200000">
            <a:off x="8040977" y="3344478"/>
            <a:ext cx="334756" cy="75164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  <a:alpha val="61000"/>
                  </a:schemeClr>
                </a:gs>
                <a:gs pos="68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5" name="Oval 354">
            <a:extLst>
              <a:ext uri="{FF2B5EF4-FFF2-40B4-BE49-F238E27FC236}">
                <a16:creationId xmlns:a16="http://schemas.microsoft.com/office/drawing/2014/main" id="{A9BA5A20-989D-AA9C-2150-B6B6DC223705}"/>
              </a:ext>
            </a:extLst>
          </p:cNvPr>
          <p:cNvSpPr/>
          <p:nvPr/>
        </p:nvSpPr>
        <p:spPr>
          <a:xfrm rot="13500000">
            <a:off x="7856265" y="1964076"/>
            <a:ext cx="334756" cy="75164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  <a:alpha val="61000"/>
                  </a:schemeClr>
                </a:gs>
                <a:gs pos="68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20DD1F43-0AAF-E6D7-88BB-DDF3275CB825}"/>
              </a:ext>
            </a:extLst>
          </p:cNvPr>
          <p:cNvSpPr txBox="1"/>
          <p:nvPr/>
        </p:nvSpPr>
        <p:spPr>
          <a:xfrm>
            <a:off x="553520" y="2742084"/>
            <a:ext cx="12862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>
                <a:solidFill>
                  <a:schemeClr val="bg1"/>
                </a:solidFill>
              </a:rPr>
              <a:t>Tempusco Nvallisqui</a:t>
            </a:r>
            <a:endParaRPr lang="en-US" sz="1400" b="1" i="1" dirty="0">
              <a:solidFill>
                <a:schemeClr val="bg1"/>
              </a:solidFill>
            </a:endParaRPr>
          </a:p>
        </p:txBody>
      </p:sp>
      <p:sp>
        <p:nvSpPr>
          <p:cNvPr id="369" name="Rectangle: Rounded Corners 368">
            <a:extLst>
              <a:ext uri="{FF2B5EF4-FFF2-40B4-BE49-F238E27FC236}">
                <a16:creationId xmlns:a16="http://schemas.microsoft.com/office/drawing/2014/main" id="{0C1367BC-03F1-732E-C285-B8E4C01E35CF}"/>
              </a:ext>
            </a:extLst>
          </p:cNvPr>
          <p:cNvSpPr/>
          <p:nvPr/>
        </p:nvSpPr>
        <p:spPr>
          <a:xfrm>
            <a:off x="1391763" y="2414314"/>
            <a:ext cx="1166834" cy="767035"/>
          </a:xfrm>
          <a:custGeom>
            <a:avLst/>
            <a:gdLst>
              <a:gd name="connsiteX0" fmla="*/ 0 w 1804422"/>
              <a:gd name="connsiteY0" fmla="*/ 902211 h 2613745"/>
              <a:gd name="connsiteX1" fmla="*/ 902211 w 1804422"/>
              <a:gd name="connsiteY1" fmla="*/ 0 h 2613745"/>
              <a:gd name="connsiteX2" fmla="*/ 902211 w 1804422"/>
              <a:gd name="connsiteY2" fmla="*/ 0 h 2613745"/>
              <a:gd name="connsiteX3" fmla="*/ 1804422 w 1804422"/>
              <a:gd name="connsiteY3" fmla="*/ 902211 h 2613745"/>
              <a:gd name="connsiteX4" fmla="*/ 1804422 w 1804422"/>
              <a:gd name="connsiteY4" fmla="*/ 1711534 h 2613745"/>
              <a:gd name="connsiteX5" fmla="*/ 902211 w 1804422"/>
              <a:gd name="connsiteY5" fmla="*/ 2613745 h 2613745"/>
              <a:gd name="connsiteX6" fmla="*/ 902211 w 1804422"/>
              <a:gd name="connsiteY6" fmla="*/ 2613745 h 2613745"/>
              <a:gd name="connsiteX7" fmla="*/ 0 w 1804422"/>
              <a:gd name="connsiteY7" fmla="*/ 1711534 h 2613745"/>
              <a:gd name="connsiteX8" fmla="*/ 0 w 1804422"/>
              <a:gd name="connsiteY8" fmla="*/ 902211 h 2613745"/>
              <a:gd name="connsiteX0" fmla="*/ 1804422 w 1895862"/>
              <a:gd name="connsiteY0" fmla="*/ 1711534 h 2613745"/>
              <a:gd name="connsiteX1" fmla="*/ 902211 w 1895862"/>
              <a:gd name="connsiteY1" fmla="*/ 2613745 h 2613745"/>
              <a:gd name="connsiteX2" fmla="*/ 902211 w 1895862"/>
              <a:gd name="connsiteY2" fmla="*/ 2613745 h 2613745"/>
              <a:gd name="connsiteX3" fmla="*/ 0 w 1895862"/>
              <a:gd name="connsiteY3" fmla="*/ 1711534 h 2613745"/>
              <a:gd name="connsiteX4" fmla="*/ 0 w 1895862"/>
              <a:gd name="connsiteY4" fmla="*/ 902211 h 2613745"/>
              <a:gd name="connsiteX5" fmla="*/ 902211 w 1895862"/>
              <a:gd name="connsiteY5" fmla="*/ 0 h 2613745"/>
              <a:gd name="connsiteX6" fmla="*/ 902211 w 1895862"/>
              <a:gd name="connsiteY6" fmla="*/ 0 h 2613745"/>
              <a:gd name="connsiteX7" fmla="*/ 1804422 w 1895862"/>
              <a:gd name="connsiteY7" fmla="*/ 902211 h 2613745"/>
              <a:gd name="connsiteX8" fmla="*/ 1895862 w 1895862"/>
              <a:gd name="connsiteY8" fmla="*/ 1802974 h 2613745"/>
              <a:gd name="connsiteX0" fmla="*/ 1804422 w 1804422"/>
              <a:gd name="connsiteY0" fmla="*/ 1711534 h 2613745"/>
              <a:gd name="connsiteX1" fmla="*/ 902211 w 1804422"/>
              <a:gd name="connsiteY1" fmla="*/ 2613745 h 2613745"/>
              <a:gd name="connsiteX2" fmla="*/ 902211 w 1804422"/>
              <a:gd name="connsiteY2" fmla="*/ 2613745 h 2613745"/>
              <a:gd name="connsiteX3" fmla="*/ 0 w 1804422"/>
              <a:gd name="connsiteY3" fmla="*/ 1711534 h 2613745"/>
              <a:gd name="connsiteX4" fmla="*/ 0 w 1804422"/>
              <a:gd name="connsiteY4" fmla="*/ 902211 h 2613745"/>
              <a:gd name="connsiteX5" fmla="*/ 902211 w 1804422"/>
              <a:gd name="connsiteY5" fmla="*/ 0 h 2613745"/>
              <a:gd name="connsiteX6" fmla="*/ 902211 w 1804422"/>
              <a:gd name="connsiteY6" fmla="*/ 0 h 2613745"/>
              <a:gd name="connsiteX7" fmla="*/ 1804422 w 1804422"/>
              <a:gd name="connsiteY7" fmla="*/ 902211 h 2613745"/>
              <a:gd name="connsiteX0" fmla="*/ 902211 w 1804422"/>
              <a:gd name="connsiteY0" fmla="*/ 2613745 h 2613745"/>
              <a:gd name="connsiteX1" fmla="*/ 902211 w 1804422"/>
              <a:gd name="connsiteY1" fmla="*/ 2613745 h 2613745"/>
              <a:gd name="connsiteX2" fmla="*/ 0 w 1804422"/>
              <a:gd name="connsiteY2" fmla="*/ 1711534 h 2613745"/>
              <a:gd name="connsiteX3" fmla="*/ 0 w 1804422"/>
              <a:gd name="connsiteY3" fmla="*/ 902211 h 2613745"/>
              <a:gd name="connsiteX4" fmla="*/ 902211 w 1804422"/>
              <a:gd name="connsiteY4" fmla="*/ 0 h 2613745"/>
              <a:gd name="connsiteX5" fmla="*/ 902211 w 1804422"/>
              <a:gd name="connsiteY5" fmla="*/ 0 h 2613745"/>
              <a:gd name="connsiteX6" fmla="*/ 1804422 w 1804422"/>
              <a:gd name="connsiteY6" fmla="*/ 902211 h 2613745"/>
              <a:gd name="connsiteX0" fmla="*/ 902211 w 1804422"/>
              <a:gd name="connsiteY0" fmla="*/ 2613745 h 2613745"/>
              <a:gd name="connsiteX1" fmla="*/ 0 w 1804422"/>
              <a:gd name="connsiteY1" fmla="*/ 1711534 h 2613745"/>
              <a:gd name="connsiteX2" fmla="*/ 0 w 1804422"/>
              <a:gd name="connsiteY2" fmla="*/ 902211 h 2613745"/>
              <a:gd name="connsiteX3" fmla="*/ 902211 w 1804422"/>
              <a:gd name="connsiteY3" fmla="*/ 0 h 2613745"/>
              <a:gd name="connsiteX4" fmla="*/ 902211 w 1804422"/>
              <a:gd name="connsiteY4" fmla="*/ 0 h 2613745"/>
              <a:gd name="connsiteX5" fmla="*/ 1804422 w 1804422"/>
              <a:gd name="connsiteY5" fmla="*/ 902211 h 2613745"/>
              <a:gd name="connsiteX0" fmla="*/ 0 w 1804422"/>
              <a:gd name="connsiteY0" fmla="*/ 1711534 h 1711534"/>
              <a:gd name="connsiteX1" fmla="*/ 0 w 1804422"/>
              <a:gd name="connsiteY1" fmla="*/ 902211 h 1711534"/>
              <a:gd name="connsiteX2" fmla="*/ 902211 w 1804422"/>
              <a:gd name="connsiteY2" fmla="*/ 0 h 1711534"/>
              <a:gd name="connsiteX3" fmla="*/ 902211 w 1804422"/>
              <a:gd name="connsiteY3" fmla="*/ 0 h 1711534"/>
              <a:gd name="connsiteX4" fmla="*/ 1804422 w 1804422"/>
              <a:gd name="connsiteY4" fmla="*/ 902211 h 1711534"/>
              <a:gd name="connsiteX0" fmla="*/ 0 w 1847127"/>
              <a:gd name="connsiteY0" fmla="*/ 1711534 h 1711534"/>
              <a:gd name="connsiteX1" fmla="*/ 0 w 1847127"/>
              <a:gd name="connsiteY1" fmla="*/ 902211 h 1711534"/>
              <a:gd name="connsiteX2" fmla="*/ 902211 w 1847127"/>
              <a:gd name="connsiteY2" fmla="*/ 0 h 1711534"/>
              <a:gd name="connsiteX3" fmla="*/ 902211 w 1847127"/>
              <a:gd name="connsiteY3" fmla="*/ 0 h 1711534"/>
              <a:gd name="connsiteX4" fmla="*/ 1772274 w 1847127"/>
              <a:gd name="connsiteY4" fmla="*/ 667510 h 1711534"/>
              <a:gd name="connsiteX5" fmla="*/ 1804422 w 1847127"/>
              <a:gd name="connsiteY5" fmla="*/ 902211 h 1711534"/>
              <a:gd name="connsiteX0" fmla="*/ 0 w 1772275"/>
              <a:gd name="connsiteY0" fmla="*/ 1711534 h 1711534"/>
              <a:gd name="connsiteX1" fmla="*/ 0 w 1772275"/>
              <a:gd name="connsiteY1" fmla="*/ 902211 h 1711534"/>
              <a:gd name="connsiteX2" fmla="*/ 902211 w 1772275"/>
              <a:gd name="connsiteY2" fmla="*/ 0 h 1711534"/>
              <a:gd name="connsiteX3" fmla="*/ 902211 w 1772275"/>
              <a:gd name="connsiteY3" fmla="*/ 0 h 1711534"/>
              <a:gd name="connsiteX4" fmla="*/ 1772274 w 1772275"/>
              <a:gd name="connsiteY4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902211 w 1772274"/>
              <a:gd name="connsiteY3" fmla="*/ 0 h 1711534"/>
              <a:gd name="connsiteX4" fmla="*/ 1772274 w 1772274"/>
              <a:gd name="connsiteY4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301495 w 1772274"/>
              <a:gd name="connsiteY3" fmla="*/ 12676 h 1711534"/>
              <a:gd name="connsiteX4" fmla="*/ 1772274 w 1772274"/>
              <a:gd name="connsiteY4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850 w 1772274"/>
              <a:gd name="connsiteY1" fmla="*/ 1165029 h 1711534"/>
              <a:gd name="connsiteX2" fmla="*/ 0 w 1772274"/>
              <a:gd name="connsiteY2" fmla="*/ 902211 h 1711534"/>
              <a:gd name="connsiteX3" fmla="*/ 902211 w 1772274"/>
              <a:gd name="connsiteY3" fmla="*/ 0 h 1711534"/>
              <a:gd name="connsiteX4" fmla="*/ 1772274 w 1772274"/>
              <a:gd name="connsiteY4" fmla="*/ 667510 h 1711534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2274" h="1165029">
                <a:moveTo>
                  <a:pt x="850" y="1165029"/>
                </a:moveTo>
                <a:cubicBezTo>
                  <a:pt x="567" y="1077423"/>
                  <a:pt x="283" y="989817"/>
                  <a:pt x="0" y="902211"/>
                </a:cubicBezTo>
                <a:cubicBezTo>
                  <a:pt x="0" y="403934"/>
                  <a:pt x="403934" y="0"/>
                  <a:pt x="902211" y="0"/>
                </a:cubicBezTo>
                <a:cubicBezTo>
                  <a:pt x="1352125" y="4295"/>
                  <a:pt x="1679275" y="205233"/>
                  <a:pt x="1772274" y="667510"/>
                </a:cubicBezTo>
              </a:path>
            </a:pathLst>
          </a:custGeom>
          <a:noFill/>
          <a:ln w="76200"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0" name="Rectangle: Rounded Corners 368">
            <a:extLst>
              <a:ext uri="{FF2B5EF4-FFF2-40B4-BE49-F238E27FC236}">
                <a16:creationId xmlns:a16="http://schemas.microsoft.com/office/drawing/2014/main" id="{245CE660-A0E5-6ECD-A436-C1DB771E9FAD}"/>
              </a:ext>
            </a:extLst>
          </p:cNvPr>
          <p:cNvSpPr/>
          <p:nvPr/>
        </p:nvSpPr>
        <p:spPr>
          <a:xfrm flipH="1">
            <a:off x="4214131" y="2414314"/>
            <a:ext cx="1166834" cy="767035"/>
          </a:xfrm>
          <a:custGeom>
            <a:avLst/>
            <a:gdLst>
              <a:gd name="connsiteX0" fmla="*/ 0 w 1804422"/>
              <a:gd name="connsiteY0" fmla="*/ 902211 h 2613745"/>
              <a:gd name="connsiteX1" fmla="*/ 902211 w 1804422"/>
              <a:gd name="connsiteY1" fmla="*/ 0 h 2613745"/>
              <a:gd name="connsiteX2" fmla="*/ 902211 w 1804422"/>
              <a:gd name="connsiteY2" fmla="*/ 0 h 2613745"/>
              <a:gd name="connsiteX3" fmla="*/ 1804422 w 1804422"/>
              <a:gd name="connsiteY3" fmla="*/ 902211 h 2613745"/>
              <a:gd name="connsiteX4" fmla="*/ 1804422 w 1804422"/>
              <a:gd name="connsiteY4" fmla="*/ 1711534 h 2613745"/>
              <a:gd name="connsiteX5" fmla="*/ 902211 w 1804422"/>
              <a:gd name="connsiteY5" fmla="*/ 2613745 h 2613745"/>
              <a:gd name="connsiteX6" fmla="*/ 902211 w 1804422"/>
              <a:gd name="connsiteY6" fmla="*/ 2613745 h 2613745"/>
              <a:gd name="connsiteX7" fmla="*/ 0 w 1804422"/>
              <a:gd name="connsiteY7" fmla="*/ 1711534 h 2613745"/>
              <a:gd name="connsiteX8" fmla="*/ 0 w 1804422"/>
              <a:gd name="connsiteY8" fmla="*/ 902211 h 2613745"/>
              <a:gd name="connsiteX0" fmla="*/ 1804422 w 1895862"/>
              <a:gd name="connsiteY0" fmla="*/ 1711534 h 2613745"/>
              <a:gd name="connsiteX1" fmla="*/ 902211 w 1895862"/>
              <a:gd name="connsiteY1" fmla="*/ 2613745 h 2613745"/>
              <a:gd name="connsiteX2" fmla="*/ 902211 w 1895862"/>
              <a:gd name="connsiteY2" fmla="*/ 2613745 h 2613745"/>
              <a:gd name="connsiteX3" fmla="*/ 0 w 1895862"/>
              <a:gd name="connsiteY3" fmla="*/ 1711534 h 2613745"/>
              <a:gd name="connsiteX4" fmla="*/ 0 w 1895862"/>
              <a:gd name="connsiteY4" fmla="*/ 902211 h 2613745"/>
              <a:gd name="connsiteX5" fmla="*/ 902211 w 1895862"/>
              <a:gd name="connsiteY5" fmla="*/ 0 h 2613745"/>
              <a:gd name="connsiteX6" fmla="*/ 902211 w 1895862"/>
              <a:gd name="connsiteY6" fmla="*/ 0 h 2613745"/>
              <a:gd name="connsiteX7" fmla="*/ 1804422 w 1895862"/>
              <a:gd name="connsiteY7" fmla="*/ 902211 h 2613745"/>
              <a:gd name="connsiteX8" fmla="*/ 1895862 w 1895862"/>
              <a:gd name="connsiteY8" fmla="*/ 1802974 h 2613745"/>
              <a:gd name="connsiteX0" fmla="*/ 1804422 w 1804422"/>
              <a:gd name="connsiteY0" fmla="*/ 1711534 h 2613745"/>
              <a:gd name="connsiteX1" fmla="*/ 902211 w 1804422"/>
              <a:gd name="connsiteY1" fmla="*/ 2613745 h 2613745"/>
              <a:gd name="connsiteX2" fmla="*/ 902211 w 1804422"/>
              <a:gd name="connsiteY2" fmla="*/ 2613745 h 2613745"/>
              <a:gd name="connsiteX3" fmla="*/ 0 w 1804422"/>
              <a:gd name="connsiteY3" fmla="*/ 1711534 h 2613745"/>
              <a:gd name="connsiteX4" fmla="*/ 0 w 1804422"/>
              <a:gd name="connsiteY4" fmla="*/ 902211 h 2613745"/>
              <a:gd name="connsiteX5" fmla="*/ 902211 w 1804422"/>
              <a:gd name="connsiteY5" fmla="*/ 0 h 2613745"/>
              <a:gd name="connsiteX6" fmla="*/ 902211 w 1804422"/>
              <a:gd name="connsiteY6" fmla="*/ 0 h 2613745"/>
              <a:gd name="connsiteX7" fmla="*/ 1804422 w 1804422"/>
              <a:gd name="connsiteY7" fmla="*/ 902211 h 2613745"/>
              <a:gd name="connsiteX0" fmla="*/ 902211 w 1804422"/>
              <a:gd name="connsiteY0" fmla="*/ 2613745 h 2613745"/>
              <a:gd name="connsiteX1" fmla="*/ 902211 w 1804422"/>
              <a:gd name="connsiteY1" fmla="*/ 2613745 h 2613745"/>
              <a:gd name="connsiteX2" fmla="*/ 0 w 1804422"/>
              <a:gd name="connsiteY2" fmla="*/ 1711534 h 2613745"/>
              <a:gd name="connsiteX3" fmla="*/ 0 w 1804422"/>
              <a:gd name="connsiteY3" fmla="*/ 902211 h 2613745"/>
              <a:gd name="connsiteX4" fmla="*/ 902211 w 1804422"/>
              <a:gd name="connsiteY4" fmla="*/ 0 h 2613745"/>
              <a:gd name="connsiteX5" fmla="*/ 902211 w 1804422"/>
              <a:gd name="connsiteY5" fmla="*/ 0 h 2613745"/>
              <a:gd name="connsiteX6" fmla="*/ 1804422 w 1804422"/>
              <a:gd name="connsiteY6" fmla="*/ 902211 h 2613745"/>
              <a:gd name="connsiteX0" fmla="*/ 902211 w 1804422"/>
              <a:gd name="connsiteY0" fmla="*/ 2613745 h 2613745"/>
              <a:gd name="connsiteX1" fmla="*/ 0 w 1804422"/>
              <a:gd name="connsiteY1" fmla="*/ 1711534 h 2613745"/>
              <a:gd name="connsiteX2" fmla="*/ 0 w 1804422"/>
              <a:gd name="connsiteY2" fmla="*/ 902211 h 2613745"/>
              <a:gd name="connsiteX3" fmla="*/ 902211 w 1804422"/>
              <a:gd name="connsiteY3" fmla="*/ 0 h 2613745"/>
              <a:gd name="connsiteX4" fmla="*/ 902211 w 1804422"/>
              <a:gd name="connsiteY4" fmla="*/ 0 h 2613745"/>
              <a:gd name="connsiteX5" fmla="*/ 1804422 w 1804422"/>
              <a:gd name="connsiteY5" fmla="*/ 902211 h 2613745"/>
              <a:gd name="connsiteX0" fmla="*/ 0 w 1804422"/>
              <a:gd name="connsiteY0" fmla="*/ 1711534 h 1711534"/>
              <a:gd name="connsiteX1" fmla="*/ 0 w 1804422"/>
              <a:gd name="connsiteY1" fmla="*/ 902211 h 1711534"/>
              <a:gd name="connsiteX2" fmla="*/ 902211 w 1804422"/>
              <a:gd name="connsiteY2" fmla="*/ 0 h 1711534"/>
              <a:gd name="connsiteX3" fmla="*/ 902211 w 1804422"/>
              <a:gd name="connsiteY3" fmla="*/ 0 h 1711534"/>
              <a:gd name="connsiteX4" fmla="*/ 1804422 w 1804422"/>
              <a:gd name="connsiteY4" fmla="*/ 902211 h 1711534"/>
              <a:gd name="connsiteX0" fmla="*/ 0 w 1847127"/>
              <a:gd name="connsiteY0" fmla="*/ 1711534 h 1711534"/>
              <a:gd name="connsiteX1" fmla="*/ 0 w 1847127"/>
              <a:gd name="connsiteY1" fmla="*/ 902211 h 1711534"/>
              <a:gd name="connsiteX2" fmla="*/ 902211 w 1847127"/>
              <a:gd name="connsiteY2" fmla="*/ 0 h 1711534"/>
              <a:gd name="connsiteX3" fmla="*/ 902211 w 1847127"/>
              <a:gd name="connsiteY3" fmla="*/ 0 h 1711534"/>
              <a:gd name="connsiteX4" fmla="*/ 1772274 w 1847127"/>
              <a:gd name="connsiteY4" fmla="*/ 667510 h 1711534"/>
              <a:gd name="connsiteX5" fmla="*/ 1804422 w 1847127"/>
              <a:gd name="connsiteY5" fmla="*/ 902211 h 1711534"/>
              <a:gd name="connsiteX0" fmla="*/ 0 w 1772275"/>
              <a:gd name="connsiteY0" fmla="*/ 1711534 h 1711534"/>
              <a:gd name="connsiteX1" fmla="*/ 0 w 1772275"/>
              <a:gd name="connsiteY1" fmla="*/ 902211 h 1711534"/>
              <a:gd name="connsiteX2" fmla="*/ 902211 w 1772275"/>
              <a:gd name="connsiteY2" fmla="*/ 0 h 1711534"/>
              <a:gd name="connsiteX3" fmla="*/ 902211 w 1772275"/>
              <a:gd name="connsiteY3" fmla="*/ 0 h 1711534"/>
              <a:gd name="connsiteX4" fmla="*/ 1772274 w 1772275"/>
              <a:gd name="connsiteY4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902211 w 1772274"/>
              <a:gd name="connsiteY3" fmla="*/ 0 h 1711534"/>
              <a:gd name="connsiteX4" fmla="*/ 1772274 w 1772274"/>
              <a:gd name="connsiteY4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301495 w 1772274"/>
              <a:gd name="connsiteY3" fmla="*/ 12676 h 1711534"/>
              <a:gd name="connsiteX4" fmla="*/ 1772274 w 1772274"/>
              <a:gd name="connsiteY4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850 w 1772274"/>
              <a:gd name="connsiteY1" fmla="*/ 1165029 h 1711534"/>
              <a:gd name="connsiteX2" fmla="*/ 0 w 1772274"/>
              <a:gd name="connsiteY2" fmla="*/ 902211 h 1711534"/>
              <a:gd name="connsiteX3" fmla="*/ 902211 w 1772274"/>
              <a:gd name="connsiteY3" fmla="*/ 0 h 1711534"/>
              <a:gd name="connsiteX4" fmla="*/ 1772274 w 1772274"/>
              <a:gd name="connsiteY4" fmla="*/ 667510 h 1711534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2274" h="1165029">
                <a:moveTo>
                  <a:pt x="850" y="1165029"/>
                </a:moveTo>
                <a:cubicBezTo>
                  <a:pt x="567" y="1077423"/>
                  <a:pt x="283" y="989817"/>
                  <a:pt x="0" y="902211"/>
                </a:cubicBezTo>
                <a:cubicBezTo>
                  <a:pt x="0" y="403934"/>
                  <a:pt x="403934" y="0"/>
                  <a:pt x="902211" y="0"/>
                </a:cubicBezTo>
                <a:cubicBezTo>
                  <a:pt x="1352125" y="4295"/>
                  <a:pt x="1679275" y="205233"/>
                  <a:pt x="1772274" y="667510"/>
                </a:cubicBezTo>
              </a:path>
            </a:pathLst>
          </a:custGeom>
          <a:noFill/>
          <a:ln w="76200"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B0D9A304-55DB-9A0C-6F00-FD4A1E1F9308}"/>
              </a:ext>
            </a:extLst>
          </p:cNvPr>
          <p:cNvSpPr txBox="1"/>
          <p:nvPr/>
        </p:nvSpPr>
        <p:spPr>
          <a:xfrm>
            <a:off x="4616351" y="2673729"/>
            <a:ext cx="1532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bg1"/>
                </a:solidFill>
              </a:rPr>
              <a:t>SAC </a:t>
            </a:r>
            <a:r>
              <a:rPr lang="en-US" sz="1400" b="1" i="1" dirty="0" err="1">
                <a:solidFill>
                  <a:schemeClr val="bg1"/>
                </a:solidFill>
              </a:rPr>
              <a:t>Lectuspe</a:t>
            </a:r>
            <a:r>
              <a:rPr lang="en-US" sz="1400" b="1" i="1" dirty="0">
                <a:solidFill>
                  <a:schemeClr val="bg1"/>
                </a:solidFill>
              </a:rPr>
              <a:t> </a:t>
            </a:r>
            <a:r>
              <a:rPr lang="en-US" sz="1400" b="1" i="1" dirty="0" err="1">
                <a:solidFill>
                  <a:schemeClr val="bg1"/>
                </a:solidFill>
              </a:rPr>
              <a:t>Llentesqu</a:t>
            </a:r>
            <a:endParaRPr lang="en-US" sz="1400" b="1" i="1" dirty="0">
              <a:solidFill>
                <a:schemeClr val="bg1"/>
              </a:solidFill>
            </a:endParaRPr>
          </a:p>
        </p:txBody>
      </p:sp>
      <p:grpSp>
        <p:nvGrpSpPr>
          <p:cNvPr id="576" name="Group 575">
            <a:extLst>
              <a:ext uri="{FF2B5EF4-FFF2-40B4-BE49-F238E27FC236}">
                <a16:creationId xmlns:a16="http://schemas.microsoft.com/office/drawing/2014/main" id="{5865203F-6956-33D1-1439-7561D17A1ECB}"/>
              </a:ext>
            </a:extLst>
          </p:cNvPr>
          <p:cNvGrpSpPr/>
          <p:nvPr/>
        </p:nvGrpSpPr>
        <p:grpSpPr>
          <a:xfrm>
            <a:off x="2814753" y="3647424"/>
            <a:ext cx="1072516" cy="395488"/>
            <a:chOff x="2812912" y="3633653"/>
            <a:chExt cx="1005638" cy="370826"/>
          </a:xfrm>
        </p:grpSpPr>
        <p:pic>
          <p:nvPicPr>
            <p:cNvPr id="380" name="Graphic 379">
              <a:extLst>
                <a:ext uri="{FF2B5EF4-FFF2-40B4-BE49-F238E27FC236}">
                  <a16:creationId xmlns:a16="http://schemas.microsoft.com/office/drawing/2014/main" id="{5CA11B95-2F79-104D-F44D-426BDD474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073959" y="3633653"/>
              <a:ext cx="483544" cy="123138"/>
            </a:xfrm>
            <a:prstGeom prst="rect">
              <a:avLst/>
            </a:prstGeom>
          </p:spPr>
        </p:pic>
        <p:grpSp>
          <p:nvGrpSpPr>
            <p:cNvPr id="383" name="Group 382">
              <a:extLst>
                <a:ext uri="{FF2B5EF4-FFF2-40B4-BE49-F238E27FC236}">
                  <a16:creationId xmlns:a16="http://schemas.microsoft.com/office/drawing/2014/main" id="{3E957991-B4CE-847B-C6E4-D8A91F123BA2}"/>
                </a:ext>
              </a:extLst>
            </p:cNvPr>
            <p:cNvGrpSpPr/>
            <p:nvPr/>
          </p:nvGrpSpPr>
          <p:grpSpPr>
            <a:xfrm>
              <a:off x="2812912" y="3721111"/>
              <a:ext cx="1005638" cy="283368"/>
              <a:chOff x="1943261" y="3616910"/>
              <a:chExt cx="3703549" cy="1043586"/>
            </a:xfrm>
          </p:grpSpPr>
          <p:pic>
            <p:nvPicPr>
              <p:cNvPr id="378" name="Picture 267" descr="A blue and black logo&#10;&#10;Description automatically generated">
                <a:extLst>
                  <a:ext uri="{FF2B5EF4-FFF2-40B4-BE49-F238E27FC236}">
                    <a16:creationId xmlns:a16="http://schemas.microsoft.com/office/drawing/2014/main" id="{E7738D8E-60DB-3DDF-D4F4-8FA3CE0ACC2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screen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34766" r="1"/>
              <a:stretch/>
            </p:blipFill>
            <p:spPr>
              <a:xfrm>
                <a:off x="2103191" y="3616910"/>
                <a:ext cx="3543619" cy="1043586"/>
              </a:xfrm>
              <a:prstGeom prst="rect">
                <a:avLst/>
              </a:prstGeom>
            </p:spPr>
          </p:pic>
          <p:pic>
            <p:nvPicPr>
              <p:cNvPr id="381" name="Picture 267" descr="A blue and black logo&#10;&#10;Description automatically generated">
                <a:extLst>
                  <a:ext uri="{FF2B5EF4-FFF2-40B4-BE49-F238E27FC236}">
                    <a16:creationId xmlns:a16="http://schemas.microsoft.com/office/drawing/2014/main" id="{F343DE54-ADBE-EC02-94A6-C72F26DBDF9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screen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34766" t="-1" r="50676" b="84195"/>
              <a:stretch/>
            </p:blipFill>
            <p:spPr>
              <a:xfrm rot="16200000">
                <a:off x="1630321" y="4059405"/>
                <a:ext cx="790821" cy="164942"/>
              </a:xfrm>
              <a:prstGeom prst="rect">
                <a:avLst/>
              </a:prstGeom>
            </p:spPr>
          </p:pic>
        </p:grpSp>
      </p:grpSp>
      <p:grpSp>
        <p:nvGrpSpPr>
          <p:cNvPr id="592" name="Group 591">
            <a:extLst>
              <a:ext uri="{FF2B5EF4-FFF2-40B4-BE49-F238E27FC236}">
                <a16:creationId xmlns:a16="http://schemas.microsoft.com/office/drawing/2014/main" id="{AABF1557-1A54-652F-9F3F-500D55D1D4A8}"/>
              </a:ext>
            </a:extLst>
          </p:cNvPr>
          <p:cNvGrpSpPr/>
          <p:nvPr/>
        </p:nvGrpSpPr>
        <p:grpSpPr>
          <a:xfrm>
            <a:off x="8614408" y="748949"/>
            <a:ext cx="3416711" cy="129676"/>
            <a:chOff x="8618390" y="761649"/>
            <a:chExt cx="3416711" cy="129676"/>
          </a:xfrm>
        </p:grpSpPr>
        <p:sp>
          <p:nvSpPr>
            <p:cNvPr id="590" name="Graphic 124">
              <a:extLst>
                <a:ext uri="{FF2B5EF4-FFF2-40B4-BE49-F238E27FC236}">
                  <a16:creationId xmlns:a16="http://schemas.microsoft.com/office/drawing/2014/main" id="{89EECDC3-DB27-3FF6-EABB-97361A65465F}"/>
                </a:ext>
              </a:extLst>
            </p:cNvPr>
            <p:cNvSpPr/>
            <p:nvPr/>
          </p:nvSpPr>
          <p:spPr>
            <a:xfrm>
              <a:off x="8618390" y="761649"/>
              <a:ext cx="129676" cy="129676"/>
            </a:xfrm>
            <a:custGeom>
              <a:avLst/>
              <a:gdLst>
                <a:gd name="connsiteX0" fmla="*/ 0 w 665654"/>
                <a:gd name="connsiteY0" fmla="*/ 665654 h 665654"/>
                <a:gd name="connsiteX1" fmla="*/ 0 w 665654"/>
                <a:gd name="connsiteY1" fmla="*/ 379112 h 665654"/>
                <a:gd name="connsiteX2" fmla="*/ 379112 w 665654"/>
                <a:gd name="connsiteY2" fmla="*/ 0 h 665654"/>
                <a:gd name="connsiteX3" fmla="*/ 665654 w 665654"/>
                <a:gd name="connsiteY3" fmla="*/ 0 h 665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5654" h="665654">
                  <a:moveTo>
                    <a:pt x="0" y="665654"/>
                  </a:moveTo>
                  <a:lnTo>
                    <a:pt x="0" y="379112"/>
                  </a:lnTo>
                  <a:cubicBezTo>
                    <a:pt x="0" y="169742"/>
                    <a:pt x="169742" y="0"/>
                    <a:pt x="379112" y="0"/>
                  </a:cubicBezTo>
                  <a:lnTo>
                    <a:pt x="665654" y="0"/>
                  </a:lnTo>
                </a:path>
              </a:pathLst>
            </a:custGeom>
            <a:noFill/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ctica"/>
                <a:ea typeface="+mn-ea"/>
                <a:cs typeface="+mn-cs"/>
              </a:endParaRPr>
            </a:p>
          </p:txBody>
        </p:sp>
        <p:sp>
          <p:nvSpPr>
            <p:cNvPr id="591" name="Graphic 124">
              <a:extLst>
                <a:ext uri="{FF2B5EF4-FFF2-40B4-BE49-F238E27FC236}">
                  <a16:creationId xmlns:a16="http://schemas.microsoft.com/office/drawing/2014/main" id="{CC3FA74E-DC56-8861-7FF9-10AEB65B25ED}"/>
                </a:ext>
              </a:extLst>
            </p:cNvPr>
            <p:cNvSpPr/>
            <p:nvPr/>
          </p:nvSpPr>
          <p:spPr>
            <a:xfrm flipH="1">
              <a:off x="11905425" y="761649"/>
              <a:ext cx="129676" cy="129676"/>
            </a:xfrm>
            <a:custGeom>
              <a:avLst/>
              <a:gdLst>
                <a:gd name="connsiteX0" fmla="*/ 0 w 665654"/>
                <a:gd name="connsiteY0" fmla="*/ 665654 h 665654"/>
                <a:gd name="connsiteX1" fmla="*/ 0 w 665654"/>
                <a:gd name="connsiteY1" fmla="*/ 379112 h 665654"/>
                <a:gd name="connsiteX2" fmla="*/ 379112 w 665654"/>
                <a:gd name="connsiteY2" fmla="*/ 0 h 665654"/>
                <a:gd name="connsiteX3" fmla="*/ 665654 w 665654"/>
                <a:gd name="connsiteY3" fmla="*/ 0 h 665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5654" h="665654">
                  <a:moveTo>
                    <a:pt x="0" y="665654"/>
                  </a:moveTo>
                  <a:lnTo>
                    <a:pt x="0" y="379112"/>
                  </a:lnTo>
                  <a:cubicBezTo>
                    <a:pt x="0" y="169742"/>
                    <a:pt x="169742" y="0"/>
                    <a:pt x="379112" y="0"/>
                  </a:cubicBezTo>
                  <a:lnTo>
                    <a:pt x="665654" y="0"/>
                  </a:lnTo>
                </a:path>
              </a:pathLst>
            </a:custGeom>
            <a:noFill/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ctica"/>
                <a:ea typeface="+mn-ea"/>
                <a:cs typeface="+mn-cs"/>
              </a:endParaRPr>
            </a:p>
          </p:txBody>
        </p: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10466CBD-E700-CB17-1566-B7C0A9E844D2}"/>
              </a:ext>
            </a:extLst>
          </p:cNvPr>
          <p:cNvGrpSpPr/>
          <p:nvPr/>
        </p:nvGrpSpPr>
        <p:grpSpPr>
          <a:xfrm flipV="1">
            <a:off x="8614408" y="6416048"/>
            <a:ext cx="3416711" cy="129676"/>
            <a:chOff x="8618390" y="761649"/>
            <a:chExt cx="3416711" cy="129676"/>
          </a:xfrm>
        </p:grpSpPr>
        <p:sp>
          <p:nvSpPr>
            <p:cNvPr id="594" name="Graphic 124">
              <a:extLst>
                <a:ext uri="{FF2B5EF4-FFF2-40B4-BE49-F238E27FC236}">
                  <a16:creationId xmlns:a16="http://schemas.microsoft.com/office/drawing/2014/main" id="{370335E6-F545-B6A0-ED7F-BD13B06A1830}"/>
                </a:ext>
              </a:extLst>
            </p:cNvPr>
            <p:cNvSpPr/>
            <p:nvPr/>
          </p:nvSpPr>
          <p:spPr>
            <a:xfrm>
              <a:off x="8618390" y="761649"/>
              <a:ext cx="129676" cy="129676"/>
            </a:xfrm>
            <a:custGeom>
              <a:avLst/>
              <a:gdLst>
                <a:gd name="connsiteX0" fmla="*/ 0 w 665654"/>
                <a:gd name="connsiteY0" fmla="*/ 665654 h 665654"/>
                <a:gd name="connsiteX1" fmla="*/ 0 w 665654"/>
                <a:gd name="connsiteY1" fmla="*/ 379112 h 665654"/>
                <a:gd name="connsiteX2" fmla="*/ 379112 w 665654"/>
                <a:gd name="connsiteY2" fmla="*/ 0 h 665654"/>
                <a:gd name="connsiteX3" fmla="*/ 665654 w 665654"/>
                <a:gd name="connsiteY3" fmla="*/ 0 h 665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5654" h="665654">
                  <a:moveTo>
                    <a:pt x="0" y="665654"/>
                  </a:moveTo>
                  <a:lnTo>
                    <a:pt x="0" y="379112"/>
                  </a:lnTo>
                  <a:cubicBezTo>
                    <a:pt x="0" y="169742"/>
                    <a:pt x="169742" y="0"/>
                    <a:pt x="379112" y="0"/>
                  </a:cubicBezTo>
                  <a:lnTo>
                    <a:pt x="665654" y="0"/>
                  </a:lnTo>
                </a:path>
              </a:pathLst>
            </a:custGeom>
            <a:noFill/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ctica"/>
                <a:ea typeface="+mn-ea"/>
                <a:cs typeface="+mn-cs"/>
              </a:endParaRPr>
            </a:p>
          </p:txBody>
        </p:sp>
        <p:sp>
          <p:nvSpPr>
            <p:cNvPr id="595" name="Graphic 124">
              <a:extLst>
                <a:ext uri="{FF2B5EF4-FFF2-40B4-BE49-F238E27FC236}">
                  <a16:creationId xmlns:a16="http://schemas.microsoft.com/office/drawing/2014/main" id="{A33B426B-92ED-CDE8-45C4-5E7AC5F1B274}"/>
                </a:ext>
              </a:extLst>
            </p:cNvPr>
            <p:cNvSpPr/>
            <p:nvPr/>
          </p:nvSpPr>
          <p:spPr>
            <a:xfrm flipH="1">
              <a:off x="11905425" y="761649"/>
              <a:ext cx="129676" cy="129676"/>
            </a:xfrm>
            <a:custGeom>
              <a:avLst/>
              <a:gdLst>
                <a:gd name="connsiteX0" fmla="*/ 0 w 665654"/>
                <a:gd name="connsiteY0" fmla="*/ 665654 h 665654"/>
                <a:gd name="connsiteX1" fmla="*/ 0 w 665654"/>
                <a:gd name="connsiteY1" fmla="*/ 379112 h 665654"/>
                <a:gd name="connsiteX2" fmla="*/ 379112 w 665654"/>
                <a:gd name="connsiteY2" fmla="*/ 0 h 665654"/>
                <a:gd name="connsiteX3" fmla="*/ 665654 w 665654"/>
                <a:gd name="connsiteY3" fmla="*/ 0 h 665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5654" h="665654">
                  <a:moveTo>
                    <a:pt x="0" y="665654"/>
                  </a:moveTo>
                  <a:lnTo>
                    <a:pt x="0" y="379112"/>
                  </a:lnTo>
                  <a:cubicBezTo>
                    <a:pt x="0" y="169742"/>
                    <a:pt x="169742" y="0"/>
                    <a:pt x="379112" y="0"/>
                  </a:cubicBezTo>
                  <a:lnTo>
                    <a:pt x="665654" y="0"/>
                  </a:lnTo>
                </a:path>
              </a:pathLst>
            </a:custGeom>
            <a:noFill/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ctica"/>
                <a:ea typeface="+mn-ea"/>
                <a:cs typeface="+mn-cs"/>
              </a:endParaRPr>
            </a:p>
          </p:txBody>
        </p:sp>
      </p:grpSp>
      <p:cxnSp>
        <p:nvCxnSpPr>
          <p:cNvPr id="603" name="Straight Connector 602">
            <a:extLst>
              <a:ext uri="{FF2B5EF4-FFF2-40B4-BE49-F238E27FC236}">
                <a16:creationId xmlns:a16="http://schemas.microsoft.com/office/drawing/2014/main" id="{1AF3E66D-FBBB-DDCC-E305-411A72D3B23E}"/>
              </a:ext>
            </a:extLst>
          </p:cNvPr>
          <p:cNvCxnSpPr>
            <a:cxnSpLocks/>
          </p:cNvCxnSpPr>
          <p:nvPr/>
        </p:nvCxnSpPr>
        <p:spPr>
          <a:xfrm>
            <a:off x="447213" y="3320698"/>
            <a:ext cx="1498861" cy="0"/>
          </a:xfrm>
          <a:prstGeom prst="lin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rgbClr val="F7F9FC"/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04" name="Straight Connector 603">
            <a:extLst>
              <a:ext uri="{FF2B5EF4-FFF2-40B4-BE49-F238E27FC236}">
                <a16:creationId xmlns:a16="http://schemas.microsoft.com/office/drawing/2014/main" id="{E2D31919-8594-9760-EEA5-155269E9A988}"/>
              </a:ext>
            </a:extLst>
          </p:cNvPr>
          <p:cNvCxnSpPr>
            <a:cxnSpLocks/>
          </p:cNvCxnSpPr>
          <p:nvPr/>
        </p:nvCxnSpPr>
        <p:spPr>
          <a:xfrm>
            <a:off x="4708910" y="3220487"/>
            <a:ext cx="1498861" cy="0"/>
          </a:xfrm>
          <a:prstGeom prst="lin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rgbClr val="F7F9FC"/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06" name="Oval 605">
            <a:extLst>
              <a:ext uri="{FF2B5EF4-FFF2-40B4-BE49-F238E27FC236}">
                <a16:creationId xmlns:a16="http://schemas.microsoft.com/office/drawing/2014/main" id="{14478A34-3E53-CE05-5B45-F15BE8C54ACD}"/>
              </a:ext>
            </a:extLst>
          </p:cNvPr>
          <p:cNvSpPr/>
          <p:nvPr/>
        </p:nvSpPr>
        <p:spPr>
          <a:xfrm rot="16200000">
            <a:off x="6989956" y="3354198"/>
            <a:ext cx="529362" cy="7889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alpha val="0"/>
                </a:schemeClr>
              </a:gs>
              <a:gs pos="45000">
                <a:schemeClr val="bg1">
                  <a:alpha val="57000"/>
                </a:schemeClr>
              </a:gs>
            </a:gsLst>
            <a:lin ang="16200000" scaled="0"/>
          </a:gra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24" name="Group 623">
            <a:extLst>
              <a:ext uri="{FF2B5EF4-FFF2-40B4-BE49-F238E27FC236}">
                <a16:creationId xmlns:a16="http://schemas.microsoft.com/office/drawing/2014/main" id="{BC7D3A33-A41A-98E0-E0C2-D9D98DD7756A}"/>
              </a:ext>
            </a:extLst>
          </p:cNvPr>
          <p:cNvGrpSpPr/>
          <p:nvPr/>
        </p:nvGrpSpPr>
        <p:grpSpPr>
          <a:xfrm>
            <a:off x="777722" y="3487436"/>
            <a:ext cx="935169" cy="2054874"/>
            <a:chOff x="776733" y="3591674"/>
            <a:chExt cx="935169" cy="2054874"/>
          </a:xfrm>
        </p:grpSpPr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DA7A00FC-A8F0-B89C-8D25-4FAD274CF8CC}"/>
                </a:ext>
              </a:extLst>
            </p:cNvPr>
            <p:cNvSpPr txBox="1"/>
            <p:nvPr/>
          </p:nvSpPr>
          <p:spPr>
            <a:xfrm>
              <a:off x="905271" y="3591674"/>
              <a:ext cx="694421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Einipsum</a:t>
              </a:r>
              <a:endPara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B62D192A-A98D-F1E9-5822-F0583AFBD157}"/>
                </a:ext>
              </a:extLst>
            </p:cNvPr>
            <p:cNvSpPr txBox="1"/>
            <p:nvPr/>
          </p:nvSpPr>
          <p:spPr>
            <a:xfrm>
              <a:off x="906284" y="4184299"/>
              <a:ext cx="620683" cy="276999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IDOR</a:t>
              </a:r>
              <a:endPara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3FF4E6AE-5266-0707-6451-6CD10EB9E1CB}"/>
                </a:ext>
              </a:extLst>
            </p:cNvPr>
            <p:cNvSpPr txBox="1"/>
            <p:nvPr/>
          </p:nvSpPr>
          <p:spPr>
            <a:xfrm>
              <a:off x="905271" y="4776924"/>
              <a:ext cx="806631" cy="276999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Ciportad</a:t>
              </a:r>
              <a:endPara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124DBFF9-F59C-3A3C-B10E-1E65729CD81A}"/>
                </a:ext>
              </a:extLst>
            </p:cNvPr>
            <p:cNvSpPr txBox="1"/>
            <p:nvPr/>
          </p:nvSpPr>
          <p:spPr>
            <a:xfrm>
              <a:off x="905271" y="5369549"/>
              <a:ext cx="797591" cy="276999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Apibusvi</a:t>
              </a:r>
              <a:endPara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7" name="Oval 606">
              <a:extLst>
                <a:ext uri="{FF2B5EF4-FFF2-40B4-BE49-F238E27FC236}">
                  <a16:creationId xmlns:a16="http://schemas.microsoft.com/office/drawing/2014/main" id="{10F63FC5-90EF-6222-176F-D5C1EF94868C}"/>
                </a:ext>
              </a:extLst>
            </p:cNvPr>
            <p:cNvSpPr/>
            <p:nvPr/>
          </p:nvSpPr>
          <p:spPr>
            <a:xfrm>
              <a:off x="776733" y="3667125"/>
              <a:ext cx="128340" cy="1260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sx="102000" sy="102000" algn="ctr" rotWithShape="0">
                <a:schemeClr val="bg1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08" name="Oval 607">
              <a:extLst>
                <a:ext uri="{FF2B5EF4-FFF2-40B4-BE49-F238E27FC236}">
                  <a16:creationId xmlns:a16="http://schemas.microsoft.com/office/drawing/2014/main" id="{28C80695-3A7B-4D5C-27EC-36679137E721}"/>
                </a:ext>
              </a:extLst>
            </p:cNvPr>
            <p:cNvSpPr/>
            <p:nvPr/>
          </p:nvSpPr>
          <p:spPr>
            <a:xfrm>
              <a:off x="776733" y="4259750"/>
              <a:ext cx="128340" cy="1260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sx="102000" sy="102000" algn="ctr" rotWithShape="0">
                <a:schemeClr val="bg1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609" name="Oval 608">
              <a:extLst>
                <a:ext uri="{FF2B5EF4-FFF2-40B4-BE49-F238E27FC236}">
                  <a16:creationId xmlns:a16="http://schemas.microsoft.com/office/drawing/2014/main" id="{BDFBDBAF-C753-FC22-D7FD-7B5D9DF8E3BF}"/>
                </a:ext>
              </a:extLst>
            </p:cNvPr>
            <p:cNvSpPr/>
            <p:nvPr/>
          </p:nvSpPr>
          <p:spPr>
            <a:xfrm>
              <a:off x="776733" y="4852375"/>
              <a:ext cx="128340" cy="1260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sx="102000" sy="102000" algn="ctr" rotWithShape="0">
                <a:schemeClr val="bg1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10" name="Oval 609">
              <a:extLst>
                <a:ext uri="{FF2B5EF4-FFF2-40B4-BE49-F238E27FC236}">
                  <a16:creationId xmlns:a16="http://schemas.microsoft.com/office/drawing/2014/main" id="{CF054723-534D-94B2-A5F9-DF73030948B4}"/>
                </a:ext>
              </a:extLst>
            </p:cNvPr>
            <p:cNvSpPr/>
            <p:nvPr/>
          </p:nvSpPr>
          <p:spPr>
            <a:xfrm>
              <a:off x="776733" y="5445000"/>
              <a:ext cx="128340" cy="1260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sx="102000" sy="102000" algn="ctr" rotWithShape="0">
                <a:schemeClr val="bg1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632" name="Group 631">
            <a:extLst>
              <a:ext uri="{FF2B5EF4-FFF2-40B4-BE49-F238E27FC236}">
                <a16:creationId xmlns:a16="http://schemas.microsoft.com/office/drawing/2014/main" id="{EA310F6F-C877-8517-BA9A-173B0649DE9F}"/>
              </a:ext>
            </a:extLst>
          </p:cNvPr>
          <p:cNvGrpSpPr/>
          <p:nvPr/>
        </p:nvGrpSpPr>
        <p:grpSpPr>
          <a:xfrm>
            <a:off x="2768502" y="1891158"/>
            <a:ext cx="448196" cy="440362"/>
            <a:chOff x="2801674" y="2088557"/>
            <a:chExt cx="448196" cy="440362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CBB192C-AEBB-D0D4-B9DA-7152EE0DECF4}"/>
                </a:ext>
              </a:extLst>
            </p:cNvPr>
            <p:cNvSpPr/>
            <p:nvPr/>
          </p:nvSpPr>
          <p:spPr>
            <a:xfrm>
              <a:off x="2801674" y="2088557"/>
              <a:ext cx="448196" cy="440362"/>
            </a:xfrm>
            <a:prstGeom prst="ellipse">
              <a:avLst/>
            </a:prstGeom>
            <a:solidFill>
              <a:schemeClr val="bg1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pic>
          <p:nvPicPr>
            <p:cNvPr id="614" name="Graphic 613">
              <a:extLst>
                <a:ext uri="{FF2B5EF4-FFF2-40B4-BE49-F238E27FC236}">
                  <a16:creationId xmlns:a16="http://schemas.microsoft.com/office/drawing/2014/main" id="{41C418B1-83AA-1978-F056-A67754223FA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869973" y="2152940"/>
              <a:ext cx="311598" cy="311596"/>
            </a:xfrm>
            <a:prstGeom prst="rect">
              <a:avLst/>
            </a:prstGeom>
          </p:spPr>
        </p:pic>
      </p:grpSp>
      <p:grpSp>
        <p:nvGrpSpPr>
          <p:cNvPr id="634" name="Group 633">
            <a:extLst>
              <a:ext uri="{FF2B5EF4-FFF2-40B4-BE49-F238E27FC236}">
                <a16:creationId xmlns:a16="http://schemas.microsoft.com/office/drawing/2014/main" id="{1DDA0FD5-1FDA-6F50-B9BF-45B20965DFD2}"/>
              </a:ext>
            </a:extLst>
          </p:cNvPr>
          <p:cNvGrpSpPr/>
          <p:nvPr/>
        </p:nvGrpSpPr>
        <p:grpSpPr>
          <a:xfrm>
            <a:off x="2974219" y="1348797"/>
            <a:ext cx="448196" cy="440362"/>
            <a:chOff x="3056922" y="1574934"/>
            <a:chExt cx="448196" cy="440362"/>
          </a:xfrm>
        </p:grpSpPr>
        <p:sp>
          <p:nvSpPr>
            <p:cNvPr id="568" name="Oval 567">
              <a:extLst>
                <a:ext uri="{FF2B5EF4-FFF2-40B4-BE49-F238E27FC236}">
                  <a16:creationId xmlns:a16="http://schemas.microsoft.com/office/drawing/2014/main" id="{34C78225-6AD7-AAB6-0514-4F43E0D0EE62}"/>
                </a:ext>
              </a:extLst>
            </p:cNvPr>
            <p:cNvSpPr/>
            <p:nvPr/>
          </p:nvSpPr>
          <p:spPr>
            <a:xfrm>
              <a:off x="3056922" y="1574934"/>
              <a:ext cx="448196" cy="440362"/>
            </a:xfrm>
            <a:prstGeom prst="ellipse">
              <a:avLst/>
            </a:prstGeom>
            <a:solidFill>
              <a:schemeClr val="bg1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pic>
          <p:nvPicPr>
            <p:cNvPr id="615" name="Graphic 614">
              <a:extLst>
                <a:ext uri="{FF2B5EF4-FFF2-40B4-BE49-F238E27FC236}">
                  <a16:creationId xmlns:a16="http://schemas.microsoft.com/office/drawing/2014/main" id="{882A9D65-6EB6-6BFA-CEB9-017AF34B4C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153770" y="1667865"/>
              <a:ext cx="254500" cy="254500"/>
            </a:xfrm>
            <a:prstGeom prst="rect">
              <a:avLst/>
            </a:prstGeom>
          </p:spPr>
        </p:pic>
      </p:grpSp>
      <p:grpSp>
        <p:nvGrpSpPr>
          <p:cNvPr id="633" name="Group 632">
            <a:extLst>
              <a:ext uri="{FF2B5EF4-FFF2-40B4-BE49-F238E27FC236}">
                <a16:creationId xmlns:a16="http://schemas.microsoft.com/office/drawing/2014/main" id="{4B47B07B-BF4B-1E4E-495A-065840583338}"/>
              </a:ext>
            </a:extLst>
          </p:cNvPr>
          <p:cNvGrpSpPr/>
          <p:nvPr/>
        </p:nvGrpSpPr>
        <p:grpSpPr>
          <a:xfrm>
            <a:off x="3521624" y="1987289"/>
            <a:ext cx="448196" cy="440362"/>
            <a:chOff x="3334901" y="2215276"/>
            <a:chExt cx="448196" cy="440362"/>
          </a:xfrm>
        </p:grpSpPr>
        <p:sp>
          <p:nvSpPr>
            <p:cNvPr id="567" name="Oval 566">
              <a:extLst>
                <a:ext uri="{FF2B5EF4-FFF2-40B4-BE49-F238E27FC236}">
                  <a16:creationId xmlns:a16="http://schemas.microsoft.com/office/drawing/2014/main" id="{4087093A-F96A-96DE-0F94-61121D49A573}"/>
                </a:ext>
              </a:extLst>
            </p:cNvPr>
            <p:cNvSpPr/>
            <p:nvPr/>
          </p:nvSpPr>
          <p:spPr>
            <a:xfrm>
              <a:off x="3334901" y="2215276"/>
              <a:ext cx="448196" cy="440362"/>
            </a:xfrm>
            <a:prstGeom prst="ellipse">
              <a:avLst/>
            </a:prstGeom>
            <a:solidFill>
              <a:schemeClr val="bg1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16" name="Graphic 615">
              <a:extLst>
                <a:ext uri="{FF2B5EF4-FFF2-40B4-BE49-F238E27FC236}">
                  <a16:creationId xmlns:a16="http://schemas.microsoft.com/office/drawing/2014/main" id="{E4FFE6C2-04F2-3D56-694B-2614F4B19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411781" y="2288239"/>
              <a:ext cx="294436" cy="294436"/>
            </a:xfrm>
            <a:prstGeom prst="rect">
              <a:avLst/>
            </a:prstGeom>
          </p:spPr>
        </p:pic>
      </p:grpSp>
      <p:grpSp>
        <p:nvGrpSpPr>
          <p:cNvPr id="629" name="Group 628">
            <a:extLst>
              <a:ext uri="{FF2B5EF4-FFF2-40B4-BE49-F238E27FC236}">
                <a16:creationId xmlns:a16="http://schemas.microsoft.com/office/drawing/2014/main" id="{0825B6F2-370C-D916-8766-320C7FE8AB1A}"/>
              </a:ext>
            </a:extLst>
          </p:cNvPr>
          <p:cNvGrpSpPr/>
          <p:nvPr/>
        </p:nvGrpSpPr>
        <p:grpSpPr>
          <a:xfrm>
            <a:off x="4476229" y="3275017"/>
            <a:ext cx="1900940" cy="461665"/>
            <a:chOff x="4476229" y="3275017"/>
            <a:chExt cx="1900940" cy="461665"/>
          </a:xfrm>
        </p:grpSpPr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84A579FE-DC77-1CC6-CE53-4B077126B8DD}"/>
                </a:ext>
              </a:extLst>
            </p:cNvPr>
            <p:cNvSpPr txBox="1"/>
            <p:nvPr/>
          </p:nvSpPr>
          <p:spPr>
            <a:xfrm>
              <a:off x="4913955" y="3275017"/>
              <a:ext cx="1463214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>
                  <a:solidFill>
                    <a:srgbClr val="FFFFFF"/>
                  </a:solidFill>
                  <a:latin typeface=""/>
                </a:rPr>
                <a:t>Vamussus cipi $3Tt ortor egetfeli</a:t>
              </a:r>
              <a:endParaRPr lang="en-US" sz="1200" dirty="0">
                <a:solidFill>
                  <a:srgbClr val="FFFFFF"/>
                </a:solidFill>
                <a:latin typeface=""/>
              </a:endParaRPr>
            </a:p>
          </p:txBody>
        </p:sp>
        <p:grpSp>
          <p:nvGrpSpPr>
            <p:cNvPr id="625" name="Group 624">
              <a:extLst>
                <a:ext uri="{FF2B5EF4-FFF2-40B4-BE49-F238E27FC236}">
                  <a16:creationId xmlns:a16="http://schemas.microsoft.com/office/drawing/2014/main" id="{6AC978EA-76A0-FA06-23DF-3A5180AA1ABB}"/>
                </a:ext>
              </a:extLst>
            </p:cNvPr>
            <p:cNvGrpSpPr/>
            <p:nvPr/>
          </p:nvGrpSpPr>
          <p:grpSpPr>
            <a:xfrm>
              <a:off x="4476229" y="3285668"/>
              <a:ext cx="448196" cy="440362"/>
              <a:chOff x="4476229" y="3310478"/>
              <a:chExt cx="448196" cy="440362"/>
            </a:xfrm>
          </p:grpSpPr>
          <p:sp>
            <p:nvSpPr>
              <p:cNvPr id="611" name="Oval 610">
                <a:extLst>
                  <a:ext uri="{FF2B5EF4-FFF2-40B4-BE49-F238E27FC236}">
                    <a16:creationId xmlns:a16="http://schemas.microsoft.com/office/drawing/2014/main" id="{7140AE16-358B-8BA2-488F-A054A27B3C59}"/>
                  </a:ext>
                </a:extLst>
              </p:cNvPr>
              <p:cNvSpPr/>
              <p:nvPr/>
            </p:nvSpPr>
            <p:spPr>
              <a:xfrm>
                <a:off x="4476229" y="3310478"/>
                <a:ext cx="448196" cy="440362"/>
              </a:xfrm>
              <a:prstGeom prst="ellipse">
                <a:avLst/>
              </a:prstGeom>
              <a:solidFill>
                <a:schemeClr val="bg1">
                  <a:alpha val="3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pic>
            <p:nvPicPr>
              <p:cNvPr id="617" name="Graphic 616">
                <a:extLst>
                  <a:ext uri="{FF2B5EF4-FFF2-40B4-BE49-F238E27FC236}">
                    <a16:creationId xmlns:a16="http://schemas.microsoft.com/office/drawing/2014/main" id="{51B3E419-C02A-0708-101E-AD6F8CCE52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4531264" y="3361596"/>
                <a:ext cx="338126" cy="338126"/>
              </a:xfrm>
              <a:prstGeom prst="rect">
                <a:avLst/>
              </a:prstGeom>
            </p:spPr>
          </p:pic>
        </p:grpSp>
      </p:grpSp>
      <p:grpSp>
        <p:nvGrpSpPr>
          <p:cNvPr id="630" name="Group 629">
            <a:extLst>
              <a:ext uri="{FF2B5EF4-FFF2-40B4-BE49-F238E27FC236}">
                <a16:creationId xmlns:a16="http://schemas.microsoft.com/office/drawing/2014/main" id="{36B56D23-D08E-84FE-C607-F55939935C47}"/>
              </a:ext>
            </a:extLst>
          </p:cNvPr>
          <p:cNvGrpSpPr/>
          <p:nvPr/>
        </p:nvGrpSpPr>
        <p:grpSpPr>
          <a:xfrm>
            <a:off x="4476229" y="4425632"/>
            <a:ext cx="1894902" cy="451013"/>
            <a:chOff x="4476229" y="4425632"/>
            <a:chExt cx="1894902" cy="451013"/>
          </a:xfrm>
        </p:grpSpPr>
        <p:sp>
          <p:nvSpPr>
            <p:cNvPr id="376" name="TextBox 375">
              <a:extLst>
                <a:ext uri="{FF2B5EF4-FFF2-40B4-BE49-F238E27FC236}">
                  <a16:creationId xmlns:a16="http://schemas.microsoft.com/office/drawing/2014/main" id="{F611ECA9-E97C-B428-D882-196F8B283623}"/>
                </a:ext>
              </a:extLst>
            </p:cNvPr>
            <p:cNvSpPr txBox="1"/>
            <p:nvPr/>
          </p:nvSpPr>
          <p:spPr>
            <a:xfrm>
              <a:off x="4913955" y="4425632"/>
              <a:ext cx="1457176" cy="276999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>
                  <a:solidFill>
                    <a:srgbClr val="FFFFFF"/>
                  </a:solidFill>
                  <a:latin typeface=""/>
                </a:rPr>
                <a:t>Sporttit orvolutpat</a:t>
              </a:r>
              <a:endParaRPr lang="en-US" sz="1200" dirty="0">
                <a:solidFill>
                  <a:srgbClr val="FFFFFF"/>
                </a:solidFill>
                <a:latin typeface=""/>
              </a:endParaRPr>
            </a:p>
          </p:txBody>
        </p:sp>
        <p:grpSp>
          <p:nvGrpSpPr>
            <p:cNvPr id="627" name="Group 626">
              <a:extLst>
                <a:ext uri="{FF2B5EF4-FFF2-40B4-BE49-F238E27FC236}">
                  <a16:creationId xmlns:a16="http://schemas.microsoft.com/office/drawing/2014/main" id="{03514BD3-F648-2E6F-FE78-6477578C5CE5}"/>
                </a:ext>
              </a:extLst>
            </p:cNvPr>
            <p:cNvGrpSpPr/>
            <p:nvPr/>
          </p:nvGrpSpPr>
          <p:grpSpPr>
            <a:xfrm>
              <a:off x="4476229" y="4436283"/>
              <a:ext cx="448196" cy="440362"/>
              <a:chOff x="4476229" y="4483934"/>
              <a:chExt cx="448196" cy="440362"/>
            </a:xfrm>
          </p:grpSpPr>
          <p:sp>
            <p:nvSpPr>
              <p:cNvPr id="613" name="Oval 612">
                <a:extLst>
                  <a:ext uri="{FF2B5EF4-FFF2-40B4-BE49-F238E27FC236}">
                    <a16:creationId xmlns:a16="http://schemas.microsoft.com/office/drawing/2014/main" id="{F62BF3B3-8231-CE0A-BDC4-6FEB5DE4104C}"/>
                  </a:ext>
                </a:extLst>
              </p:cNvPr>
              <p:cNvSpPr/>
              <p:nvPr/>
            </p:nvSpPr>
            <p:spPr>
              <a:xfrm>
                <a:off x="4476229" y="4483934"/>
                <a:ext cx="448196" cy="440362"/>
              </a:xfrm>
              <a:prstGeom prst="ellipse">
                <a:avLst/>
              </a:prstGeom>
              <a:solidFill>
                <a:schemeClr val="bg1">
                  <a:alpha val="3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pic>
            <p:nvPicPr>
              <p:cNvPr id="618" name="Graphic 617">
                <a:extLst>
                  <a:ext uri="{FF2B5EF4-FFF2-40B4-BE49-F238E27FC236}">
                    <a16:creationId xmlns:a16="http://schemas.microsoft.com/office/drawing/2014/main" id="{9A4D8879-5D02-0FDA-A3E2-9D1A9315BB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4548342" y="4552130"/>
                <a:ext cx="303970" cy="303970"/>
              </a:xfrm>
              <a:prstGeom prst="rect">
                <a:avLst/>
              </a:prstGeom>
            </p:spPr>
          </p:pic>
        </p:grpSp>
      </p:grpSp>
      <p:grpSp>
        <p:nvGrpSpPr>
          <p:cNvPr id="628" name="Group 627">
            <a:extLst>
              <a:ext uri="{FF2B5EF4-FFF2-40B4-BE49-F238E27FC236}">
                <a16:creationId xmlns:a16="http://schemas.microsoft.com/office/drawing/2014/main" id="{F3E6A37E-6769-C5FA-64E7-0780956FF03F}"/>
              </a:ext>
            </a:extLst>
          </p:cNvPr>
          <p:cNvGrpSpPr/>
          <p:nvPr/>
        </p:nvGrpSpPr>
        <p:grpSpPr>
          <a:xfrm>
            <a:off x="4476229" y="3860976"/>
            <a:ext cx="1407863" cy="440362"/>
            <a:chOff x="4476229" y="3866251"/>
            <a:chExt cx="1407863" cy="440362"/>
          </a:xfrm>
        </p:grpSpPr>
        <p:sp>
          <p:nvSpPr>
            <p:cNvPr id="375" name="TextBox 374">
              <a:extLst>
                <a:ext uri="{FF2B5EF4-FFF2-40B4-BE49-F238E27FC236}">
                  <a16:creationId xmlns:a16="http://schemas.microsoft.com/office/drawing/2014/main" id="{8E06E4C9-B5C8-33EB-2D5D-C12EAB95BD17}"/>
                </a:ext>
              </a:extLst>
            </p:cNvPr>
            <p:cNvSpPr txBox="1"/>
            <p:nvPr/>
          </p:nvSpPr>
          <p:spPr>
            <a:xfrm>
              <a:off x="4913955" y="3947933"/>
              <a:ext cx="970137" cy="276999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>
                  <a:solidFill>
                    <a:srgbClr val="FFFFFF"/>
                  </a:solidFill>
                  <a:latin typeface=""/>
                </a:rPr>
                <a:t>CRA sultri</a:t>
              </a:r>
              <a:endParaRPr lang="en-US" sz="1200" dirty="0">
                <a:solidFill>
                  <a:srgbClr val="FFFFFF"/>
                </a:solidFill>
                <a:latin typeface=""/>
              </a:endParaRPr>
            </a:p>
          </p:txBody>
        </p: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id="{DDED66CB-73ED-2129-AF1F-C9DE7FCF853E}"/>
                </a:ext>
              </a:extLst>
            </p:cNvPr>
            <p:cNvGrpSpPr/>
            <p:nvPr/>
          </p:nvGrpSpPr>
          <p:grpSpPr>
            <a:xfrm>
              <a:off x="4476229" y="3866251"/>
              <a:ext cx="448196" cy="440362"/>
              <a:chOff x="4476229" y="3912892"/>
              <a:chExt cx="448196" cy="440362"/>
            </a:xfrm>
          </p:grpSpPr>
          <p:sp>
            <p:nvSpPr>
              <p:cNvPr id="612" name="Oval 611">
                <a:extLst>
                  <a:ext uri="{FF2B5EF4-FFF2-40B4-BE49-F238E27FC236}">
                    <a16:creationId xmlns:a16="http://schemas.microsoft.com/office/drawing/2014/main" id="{82E77630-E0A4-F4CB-74F1-C5EEE1321F22}"/>
                  </a:ext>
                </a:extLst>
              </p:cNvPr>
              <p:cNvSpPr/>
              <p:nvPr/>
            </p:nvSpPr>
            <p:spPr>
              <a:xfrm>
                <a:off x="4476229" y="3912892"/>
                <a:ext cx="448196" cy="440362"/>
              </a:xfrm>
              <a:prstGeom prst="ellipse">
                <a:avLst/>
              </a:prstGeom>
              <a:solidFill>
                <a:schemeClr val="bg1">
                  <a:alpha val="3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pic>
            <p:nvPicPr>
              <p:cNvPr id="619" name="Graphic 618">
                <a:extLst>
                  <a:ext uri="{FF2B5EF4-FFF2-40B4-BE49-F238E27FC236}">
                    <a16:creationId xmlns:a16="http://schemas.microsoft.com/office/drawing/2014/main" id="{3EC61525-2A1E-14A5-B84E-01EF61FC96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4547318" y="3980064"/>
                <a:ext cx="306019" cy="306019"/>
              </a:xfrm>
              <a:prstGeom prst="rect">
                <a:avLst/>
              </a:prstGeom>
            </p:spPr>
          </p:pic>
        </p:grpSp>
      </p:grpSp>
      <p:sp>
        <p:nvSpPr>
          <p:cNvPr id="620" name="TextBox 619">
            <a:extLst>
              <a:ext uri="{FF2B5EF4-FFF2-40B4-BE49-F238E27FC236}">
                <a16:creationId xmlns:a16="http://schemas.microsoft.com/office/drawing/2014/main" id="{E5B7564E-2E25-7DE2-2EF0-9941E9D35650}"/>
              </a:ext>
            </a:extLst>
          </p:cNvPr>
          <p:cNvSpPr txBox="1"/>
          <p:nvPr/>
        </p:nvSpPr>
        <p:spPr>
          <a:xfrm>
            <a:off x="112972" y="6036703"/>
            <a:ext cx="8434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CIE SLIGULAS EDMAG NADICTU MPORTA LOREMIPSU MDO L ORSITAM, ETCONSECTETUR ADIP IS CINGE LITSEDDOE IUSMODTEM PO RINCIDI DUNT-UTLABO REETD OLOREMAG NAALIQUAUT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17319B2-6144-FE17-43FC-6CCA5958BD09}"/>
              </a:ext>
            </a:extLst>
          </p:cNvPr>
          <p:cNvGrpSpPr/>
          <p:nvPr/>
        </p:nvGrpSpPr>
        <p:grpSpPr>
          <a:xfrm rot="16200000">
            <a:off x="6836197" y="3294123"/>
            <a:ext cx="445922" cy="217702"/>
            <a:chOff x="2634226" y="3752401"/>
            <a:chExt cx="591574" cy="28881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6ED251C-8CF5-9A24-AC45-7A45DE91C10C}"/>
                </a:ext>
              </a:extLst>
            </p:cNvPr>
            <p:cNvGrpSpPr/>
            <p:nvPr/>
          </p:nvGrpSpPr>
          <p:grpSpPr>
            <a:xfrm>
              <a:off x="2634226" y="3752401"/>
              <a:ext cx="591574" cy="288810"/>
              <a:chOff x="2691376" y="3780302"/>
              <a:chExt cx="477274" cy="233008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3014FCF-0409-2116-ADF5-9BD327650B44}"/>
                  </a:ext>
                </a:extLst>
              </p:cNvPr>
              <p:cNvSpPr/>
              <p:nvPr/>
            </p:nvSpPr>
            <p:spPr>
              <a:xfrm>
                <a:off x="2691376" y="3780302"/>
                <a:ext cx="477274" cy="107164"/>
              </a:xfrm>
              <a:prstGeom prst="ellipse">
                <a:avLst/>
              </a:prstGeom>
              <a:noFill/>
              <a:ln w="19050">
                <a:gradFill>
                  <a:gsLst>
                    <a:gs pos="0">
                      <a:schemeClr val="accent1">
                        <a:lumMod val="5000"/>
                        <a:lumOff val="95000"/>
                        <a:alpha val="63000"/>
                      </a:schemeClr>
                    </a:gs>
                    <a:gs pos="9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62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C876FD0-BFE9-4732-AF9C-E90A86B74DB5}"/>
                  </a:ext>
                </a:extLst>
              </p:cNvPr>
              <p:cNvSpPr/>
              <p:nvPr/>
            </p:nvSpPr>
            <p:spPr>
              <a:xfrm>
                <a:off x="2691376" y="3906146"/>
                <a:ext cx="477274" cy="107164"/>
              </a:xfrm>
              <a:prstGeom prst="ellipse">
                <a:avLst/>
              </a:prstGeom>
              <a:noFill/>
              <a:ln w="19050">
                <a:gradFill>
                  <a:gsLst>
                    <a:gs pos="0">
                      <a:schemeClr val="accent1">
                        <a:lumMod val="5000"/>
                        <a:lumOff val="95000"/>
                        <a:alpha val="63000"/>
                      </a:schemeClr>
                    </a:gs>
                    <a:gs pos="9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62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EEE7260-D473-949C-8C5F-F5BBBCC434F5}"/>
                </a:ext>
              </a:extLst>
            </p:cNvPr>
            <p:cNvSpPr/>
            <p:nvPr/>
          </p:nvSpPr>
          <p:spPr>
            <a:xfrm>
              <a:off x="2634226" y="3818815"/>
              <a:ext cx="591574" cy="221686"/>
            </a:xfrm>
            <a:custGeom>
              <a:avLst/>
              <a:gdLst>
                <a:gd name="connsiteX0" fmla="*/ 0 w 591574"/>
                <a:gd name="connsiteY0" fmla="*/ 0 h 221686"/>
                <a:gd name="connsiteX1" fmla="*/ 638 w 591574"/>
                <a:gd name="connsiteY1" fmla="*/ 0 h 221686"/>
                <a:gd name="connsiteX2" fmla="*/ 23244 w 591574"/>
                <a:gd name="connsiteY2" fmla="*/ 25141 h 221686"/>
                <a:gd name="connsiteX3" fmla="*/ 295787 w 591574"/>
                <a:gd name="connsiteY3" fmla="*/ 65704 h 221686"/>
                <a:gd name="connsiteX4" fmla="*/ 568330 w 591574"/>
                <a:gd name="connsiteY4" fmla="*/ 25141 h 221686"/>
                <a:gd name="connsiteX5" fmla="*/ 590936 w 591574"/>
                <a:gd name="connsiteY5" fmla="*/ 0 h 221686"/>
                <a:gd name="connsiteX6" fmla="*/ 591574 w 591574"/>
                <a:gd name="connsiteY6" fmla="*/ 0 h 221686"/>
                <a:gd name="connsiteX7" fmla="*/ 591574 w 591574"/>
                <a:gd name="connsiteY7" fmla="*/ 151784 h 221686"/>
                <a:gd name="connsiteX8" fmla="*/ 588438 w 591574"/>
                <a:gd name="connsiteY8" fmla="*/ 151784 h 221686"/>
                <a:gd name="connsiteX9" fmla="*/ 591574 w 591574"/>
                <a:gd name="connsiteY9" fmla="*/ 155272 h 221686"/>
                <a:gd name="connsiteX10" fmla="*/ 295787 w 591574"/>
                <a:gd name="connsiteY10" fmla="*/ 221686 h 221686"/>
                <a:gd name="connsiteX11" fmla="*/ 0 w 591574"/>
                <a:gd name="connsiteY11" fmla="*/ 155272 h 221686"/>
                <a:gd name="connsiteX12" fmla="*/ 3136 w 591574"/>
                <a:gd name="connsiteY12" fmla="*/ 151784 h 221686"/>
                <a:gd name="connsiteX13" fmla="*/ 0 w 591574"/>
                <a:gd name="connsiteY13" fmla="*/ 151784 h 221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91574" h="221686">
                  <a:moveTo>
                    <a:pt x="0" y="0"/>
                  </a:moveTo>
                  <a:lnTo>
                    <a:pt x="638" y="0"/>
                  </a:lnTo>
                  <a:lnTo>
                    <a:pt x="23244" y="25141"/>
                  </a:lnTo>
                  <a:cubicBezTo>
                    <a:pt x="68147" y="48978"/>
                    <a:pt x="173268" y="65704"/>
                    <a:pt x="295787" y="65704"/>
                  </a:cubicBezTo>
                  <a:cubicBezTo>
                    <a:pt x="418306" y="65704"/>
                    <a:pt x="523427" y="48978"/>
                    <a:pt x="568330" y="25141"/>
                  </a:cubicBezTo>
                  <a:lnTo>
                    <a:pt x="590936" y="0"/>
                  </a:lnTo>
                  <a:lnTo>
                    <a:pt x="591574" y="0"/>
                  </a:lnTo>
                  <a:lnTo>
                    <a:pt x="591574" y="151784"/>
                  </a:lnTo>
                  <a:lnTo>
                    <a:pt x="588438" y="151784"/>
                  </a:lnTo>
                  <a:lnTo>
                    <a:pt x="591574" y="155272"/>
                  </a:lnTo>
                  <a:cubicBezTo>
                    <a:pt x="591574" y="191951"/>
                    <a:pt x="459146" y="221686"/>
                    <a:pt x="295787" y="221686"/>
                  </a:cubicBezTo>
                  <a:cubicBezTo>
                    <a:pt x="132428" y="221686"/>
                    <a:pt x="0" y="191951"/>
                    <a:pt x="0" y="155272"/>
                  </a:cubicBezTo>
                  <a:lnTo>
                    <a:pt x="3136" y="151784"/>
                  </a:lnTo>
                  <a:lnTo>
                    <a:pt x="0" y="15178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  <a:alpha val="63000"/>
                  </a:schemeClr>
                </a:gs>
                <a:gs pos="9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922220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p Corporate Deck">
      <a:majorFont>
        <a:latin typeface="Helvetica Black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P PPT Template 2024" id="{E4C8557A-E8B8-4142-AFEB-624756157223}" vid="{886CFD79-E2DD-4F18-832D-495019FBD2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3a291d3-8a20-4c35-8d08-38ffcafa479d}" enabled="0" method="" siteId="{e3a291d3-8a20-4c35-8d08-38ffcafa479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1770</Words>
  <Application>Microsoft Office PowerPoint</Application>
  <PresentationFormat>Widescreen</PresentationFormat>
  <Paragraphs>212</Paragraphs>
  <Slides>8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Helvectica</vt:lpstr>
      <vt:lpstr>Helvetica</vt:lpstr>
      <vt:lpstr>Segoe UI Semibold</vt:lpstr>
      <vt:lpstr>4_Office Theme</vt:lpstr>
      <vt:lpstr>think-cell Slide</vt:lpstr>
      <vt:lpstr>Loremip Sum Dolorsit ame TCO: Ns ecte turadipi sci ‘NGE’ litseddoe iu smodt EMP orincididunt ut laboreetdol, oremagnaaliqu, aut enimadmini mveniamq uisnostrud exerci tationull</vt:lpstr>
      <vt:lpstr>Agnaa Liqu Auten Imadminimv: Eni amquisn-ostrude xercitati onu llamcolab ori snisiutali quip exeac, ommod oconsequat duisauteiru redolori nrepre </vt:lpstr>
      <vt:lpstr>Torvo Lutpatcrasultr: Ic iesl igulasedm agn AD-ictum POR TALOR Emips Umdo lo rsitamet Cons’e ctet, uradipi sc in-gelit seddoeiu, smo dtempori ncididunt ut-labor eetdo</vt:lpstr>
      <vt:lpstr>Ivamussusc Ipittortoregetf: Elispor, ttito rv olutpatcrasult rici es ligul/asedmagn ad ictumpor taloremipsu, md olor sitametc ons ecteturad ipiscin gelitsed doeiusmodtempor inc Ididu</vt:lpstr>
      <vt:lpstr>Oreetdol Orem ag naaliq uautenima dmini mveniamquisno strudexerc itation ullamcol aboris nisi ut aliqu ipexeacomm, odoconse quatduisaut/eiruredolori, nreprehen deritinvolup tat.</vt:lpstr>
      <vt:lpstr>Umcurabitu Rnonnullasi: Ta metnislt e mpusconvall is qui SAC lectuspel len tesquei nipsu (midorcip ort ada) pi busviva ~30% mussusci pittortore getf 5 elisp</vt:lpstr>
      <vt:lpstr>Iciadeseru Ntmollitan imi Destlaboru: Mcurabiturnonnul lasitametn isl tempusconv all isqu isac lect uspellentes queinipsumid orc ipor TADA ‘Pi Busv ivam Ussu’</vt:lpstr>
      <vt:lpstr>ETU RADIPIS’C IN-GELITS EDDO EIUSMO DTEMPORINC IDIDUNTU TLAB OREE TDOLOREM AGNAAL IQUA UTE NIM’A DMI NIMVENIAMQ UI SNOSTRUD EXERC ITATION ULLAMCOL ABORISNIS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Vasanti Kadam</dc:creator>
  <cp:lastModifiedBy>Vasanti Kadam</cp:lastModifiedBy>
  <cp:revision>3</cp:revision>
  <dcterms:created xsi:type="dcterms:W3CDTF">2025-08-12T11:57:00Z</dcterms:created>
  <dcterms:modified xsi:type="dcterms:W3CDTF">2025-08-18T15:14:56Z</dcterms:modified>
</cp:coreProperties>
</file>