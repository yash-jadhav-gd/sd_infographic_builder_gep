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1.svg" ContentType="image/svg+xml"/>
  <Override PartName="/ppt/media/image13.svg" ContentType="image/svg+xml"/>
  <Override PartName="/ppt/media/image3.svg" ContentType="image/svg+xml"/>
  <Override PartName="/ppt/media/image5.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98D0"/>
    <a:srgbClr val="9464B8"/>
    <a:srgbClr val="EDE5F3"/>
    <a:srgbClr val="CDC7E4"/>
    <a:srgbClr val="9A8DC8"/>
    <a:srgbClr val="1D1E20"/>
    <a:srgbClr val="BECADE"/>
    <a:srgbClr val="AFD2EB"/>
    <a:srgbClr val="CCC6E3"/>
    <a:srgbClr val="60A6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B11B1-B3C4-497A-A717-9586A5C7B20A}" v="233" dt="2025-07-21T13:06:10.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688"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C8FB11B1-B3C4-497A-A717-9586A5C7B20A}"/>
    <pc:docChg chg="undo custSel addSld delSld modSld sldOrd">
      <pc:chgData name="Vasanti Kadam" userId="2d2c718a-941c-44c5-9fc1-bfc327de9193" providerId="ADAL" clId="{C8FB11B1-B3C4-497A-A717-9586A5C7B20A}" dt="2025-07-21T14:40:40.802" v="1372" actId="478"/>
      <pc:docMkLst>
        <pc:docMk/>
      </pc:docMkLst>
      <pc:sldChg chg="delSp add mod ord">
        <pc:chgData name="Vasanti Kadam" userId="2d2c718a-941c-44c5-9fc1-bfc327de9193" providerId="ADAL" clId="{C8FB11B1-B3C4-497A-A717-9586A5C7B20A}" dt="2025-07-21T14:40:40.802" v="1372" actId="478"/>
        <pc:sldMkLst>
          <pc:docMk/>
          <pc:sldMk cId="951129363" sldId="257"/>
        </pc:sldMkLst>
        <pc:spChg chg="del">
          <ac:chgData name="Vasanti Kadam" userId="2d2c718a-941c-44c5-9fc1-bfc327de9193" providerId="ADAL" clId="{C8FB11B1-B3C4-497A-A717-9586A5C7B20A}" dt="2025-07-21T14:40:40.802" v="1372" actId="478"/>
          <ac:spMkLst>
            <pc:docMk/>
            <pc:sldMk cId="951129363" sldId="257"/>
            <ac:spMk id="11" creationId="{B854D247-48BB-A451-3220-B6076EC0985A}"/>
          </ac:spMkLst>
        </pc:spChg>
        <pc:spChg chg="del">
          <ac:chgData name="Vasanti Kadam" userId="2d2c718a-941c-44c5-9fc1-bfc327de9193" providerId="ADAL" clId="{C8FB11B1-B3C4-497A-A717-9586A5C7B20A}" dt="2025-07-21T14:40:40.802" v="1372" actId="478"/>
          <ac:spMkLst>
            <pc:docMk/>
            <pc:sldMk cId="951129363" sldId="257"/>
            <ac:spMk id="12" creationId="{55ECABC3-342B-2DEA-7BDA-6E007A1A9D61}"/>
          </ac:spMkLst>
        </pc:spChg>
        <pc:spChg chg="del">
          <ac:chgData name="Vasanti Kadam" userId="2d2c718a-941c-44c5-9fc1-bfc327de9193" providerId="ADAL" clId="{C8FB11B1-B3C4-497A-A717-9586A5C7B20A}" dt="2025-07-21T14:40:40.802" v="1372" actId="478"/>
          <ac:spMkLst>
            <pc:docMk/>
            <pc:sldMk cId="951129363" sldId="257"/>
            <ac:spMk id="14" creationId="{0DD5319B-B89C-BDD9-34B7-21098149F431}"/>
          </ac:spMkLst>
        </pc:spChg>
        <pc:spChg chg="del">
          <ac:chgData name="Vasanti Kadam" userId="2d2c718a-941c-44c5-9fc1-bfc327de9193" providerId="ADAL" clId="{C8FB11B1-B3C4-497A-A717-9586A5C7B20A}" dt="2025-07-21T14:40:40.802" v="1372" actId="478"/>
          <ac:spMkLst>
            <pc:docMk/>
            <pc:sldMk cId="951129363" sldId="257"/>
            <ac:spMk id="19" creationId="{14430F95-3224-A94C-377F-F6179374DC64}"/>
          </ac:spMkLst>
        </pc:spChg>
        <pc:spChg chg="del">
          <ac:chgData name="Vasanti Kadam" userId="2d2c718a-941c-44c5-9fc1-bfc327de9193" providerId="ADAL" clId="{C8FB11B1-B3C4-497A-A717-9586A5C7B20A}" dt="2025-07-21T14:40:40.802" v="1372" actId="478"/>
          <ac:spMkLst>
            <pc:docMk/>
            <pc:sldMk cId="951129363" sldId="257"/>
            <ac:spMk id="22" creationId="{C65B39E7-957D-393C-0ADC-951E27766DC3}"/>
          </ac:spMkLst>
        </pc:spChg>
        <pc:spChg chg="del">
          <ac:chgData name="Vasanti Kadam" userId="2d2c718a-941c-44c5-9fc1-bfc327de9193" providerId="ADAL" clId="{C8FB11B1-B3C4-497A-A717-9586A5C7B20A}" dt="2025-07-21T14:40:40.802" v="1372" actId="478"/>
          <ac:spMkLst>
            <pc:docMk/>
            <pc:sldMk cId="951129363" sldId="257"/>
            <ac:spMk id="23" creationId="{D4ACBCC8-FE38-70CD-A792-73A26AA45FC5}"/>
          </ac:spMkLst>
        </pc:spChg>
        <pc:spChg chg="del">
          <ac:chgData name="Vasanti Kadam" userId="2d2c718a-941c-44c5-9fc1-bfc327de9193" providerId="ADAL" clId="{C8FB11B1-B3C4-497A-A717-9586A5C7B20A}" dt="2025-07-21T14:40:40.802" v="1372" actId="478"/>
          <ac:spMkLst>
            <pc:docMk/>
            <pc:sldMk cId="951129363" sldId="257"/>
            <ac:spMk id="24" creationId="{41D45F27-7003-C050-3FE1-7C2E6F82C7E9}"/>
          </ac:spMkLst>
        </pc:spChg>
        <pc:spChg chg="del">
          <ac:chgData name="Vasanti Kadam" userId="2d2c718a-941c-44c5-9fc1-bfc327de9193" providerId="ADAL" clId="{C8FB11B1-B3C4-497A-A717-9586A5C7B20A}" dt="2025-07-21T14:40:40.802" v="1372" actId="478"/>
          <ac:spMkLst>
            <pc:docMk/>
            <pc:sldMk cId="951129363" sldId="257"/>
            <ac:spMk id="29" creationId="{B8DA2760-872F-37CF-9F18-3E53462E8354}"/>
          </ac:spMkLst>
        </pc:spChg>
        <pc:spChg chg="del">
          <ac:chgData name="Vasanti Kadam" userId="2d2c718a-941c-44c5-9fc1-bfc327de9193" providerId="ADAL" clId="{C8FB11B1-B3C4-497A-A717-9586A5C7B20A}" dt="2025-07-21T14:40:40.802" v="1372" actId="478"/>
          <ac:spMkLst>
            <pc:docMk/>
            <pc:sldMk cId="951129363" sldId="257"/>
            <ac:spMk id="32" creationId="{437EEEF4-CF2E-7A8E-8BC3-8E0BF80D576C}"/>
          </ac:spMkLst>
        </pc:spChg>
        <pc:spChg chg="del">
          <ac:chgData name="Vasanti Kadam" userId="2d2c718a-941c-44c5-9fc1-bfc327de9193" providerId="ADAL" clId="{C8FB11B1-B3C4-497A-A717-9586A5C7B20A}" dt="2025-07-21T14:40:40.802" v="1372" actId="478"/>
          <ac:spMkLst>
            <pc:docMk/>
            <pc:sldMk cId="951129363" sldId="257"/>
            <ac:spMk id="33" creationId="{5FC94735-965F-238B-3B63-E441ECBE8C4F}"/>
          </ac:spMkLst>
        </pc:spChg>
      </pc:sldChg>
      <pc:sldChg chg="addSp delSp modSp mod ord">
        <pc:chgData name="Vasanti Kadam" userId="2d2c718a-941c-44c5-9fc1-bfc327de9193" providerId="ADAL" clId="{C8FB11B1-B3C4-497A-A717-9586A5C7B20A}" dt="2025-07-21T10:16:48.962" v="371" actId="478"/>
        <pc:sldMkLst>
          <pc:docMk/>
          <pc:sldMk cId="2193436657" sldId="2147478459"/>
        </pc:sldMkLst>
        <pc:spChg chg="mod">
          <ac:chgData name="Vasanti Kadam" userId="2d2c718a-941c-44c5-9fc1-bfc327de9193" providerId="ADAL" clId="{C8FB11B1-B3C4-497A-A717-9586A5C7B20A}" dt="2025-07-21T09:58:07.553" v="73" actId="12789"/>
          <ac:spMkLst>
            <pc:docMk/>
            <pc:sldMk cId="2193436657" sldId="2147478459"/>
            <ac:spMk id="2" creationId="{17EF2570-1F13-D0E3-4AA9-4CA7314AA55A}"/>
          </ac:spMkLst>
        </pc:spChg>
        <pc:spChg chg="add del mod">
          <ac:chgData name="Vasanti Kadam" userId="2d2c718a-941c-44c5-9fc1-bfc327de9193" providerId="ADAL" clId="{C8FB11B1-B3C4-497A-A717-9586A5C7B20A}" dt="2025-07-21T09:59:30.464" v="103" actId="21"/>
          <ac:spMkLst>
            <pc:docMk/>
            <pc:sldMk cId="2193436657" sldId="2147478459"/>
            <ac:spMk id="3" creationId="{9A9AF8B5-964D-E158-87A5-19569B267BF2}"/>
          </ac:spMkLst>
        </pc:spChg>
        <pc:spChg chg="mod">
          <ac:chgData name="Vasanti Kadam" userId="2d2c718a-941c-44c5-9fc1-bfc327de9193" providerId="ADAL" clId="{C8FB11B1-B3C4-497A-A717-9586A5C7B20A}" dt="2025-07-21T09:58:18.967" v="80" actId="12789"/>
          <ac:spMkLst>
            <pc:docMk/>
            <pc:sldMk cId="2193436657" sldId="2147478459"/>
            <ac:spMk id="4" creationId="{B1B61682-CA37-51D6-A4F5-7F5F79173B02}"/>
          </ac:spMkLst>
        </pc:spChg>
        <pc:spChg chg="add del mod">
          <ac:chgData name="Vasanti Kadam" userId="2d2c718a-941c-44c5-9fc1-bfc327de9193" providerId="ADAL" clId="{C8FB11B1-B3C4-497A-A717-9586A5C7B20A}" dt="2025-07-21T09:59:30.464" v="103" actId="21"/>
          <ac:spMkLst>
            <pc:docMk/>
            <pc:sldMk cId="2193436657" sldId="2147478459"/>
            <ac:spMk id="5" creationId="{572B761B-0750-AF86-0EE5-221D9F8A4466}"/>
          </ac:spMkLst>
        </pc:spChg>
        <pc:spChg chg="add del mod">
          <ac:chgData name="Vasanti Kadam" userId="2d2c718a-941c-44c5-9fc1-bfc327de9193" providerId="ADAL" clId="{C8FB11B1-B3C4-497A-A717-9586A5C7B20A}" dt="2025-07-21T09:59:30.464" v="103" actId="21"/>
          <ac:spMkLst>
            <pc:docMk/>
            <pc:sldMk cId="2193436657" sldId="2147478459"/>
            <ac:spMk id="6" creationId="{FABB9B54-1A4A-FD2D-B671-FBCB53D85466}"/>
          </ac:spMkLst>
        </pc:spChg>
        <pc:spChg chg="add del mod">
          <ac:chgData name="Vasanti Kadam" userId="2d2c718a-941c-44c5-9fc1-bfc327de9193" providerId="ADAL" clId="{C8FB11B1-B3C4-497A-A717-9586A5C7B20A}" dt="2025-07-21T10:16:48.962" v="371" actId="478"/>
          <ac:spMkLst>
            <pc:docMk/>
            <pc:sldMk cId="2193436657" sldId="2147478459"/>
            <ac:spMk id="7" creationId="{E561CAC5-D405-2780-8069-2FB6966F1735}"/>
          </ac:spMkLst>
        </pc:spChg>
        <pc:spChg chg="mod">
          <ac:chgData name="Vasanti Kadam" userId="2d2c718a-941c-44c5-9fc1-bfc327de9193" providerId="ADAL" clId="{C8FB11B1-B3C4-497A-A717-9586A5C7B20A}" dt="2025-07-21T10:00:02.102" v="117" actId="113"/>
          <ac:spMkLst>
            <pc:docMk/>
            <pc:sldMk cId="2193436657" sldId="2147478459"/>
            <ac:spMk id="9" creationId="{BCE9DFDE-563D-6759-8EB4-EEAAE01A3C4B}"/>
          </ac:spMkLst>
        </pc:spChg>
        <pc:spChg chg="add del mod">
          <ac:chgData name="Vasanti Kadam" userId="2d2c718a-941c-44c5-9fc1-bfc327de9193" providerId="ADAL" clId="{C8FB11B1-B3C4-497A-A717-9586A5C7B20A}" dt="2025-07-21T09:59:30.464" v="103" actId="21"/>
          <ac:spMkLst>
            <pc:docMk/>
            <pc:sldMk cId="2193436657" sldId="2147478459"/>
            <ac:spMk id="11" creationId="{945B21F9-067E-0870-BB57-8191B88AC41E}"/>
          </ac:spMkLst>
        </pc:spChg>
        <pc:spChg chg="add del mod">
          <ac:chgData name="Vasanti Kadam" userId="2d2c718a-941c-44c5-9fc1-bfc327de9193" providerId="ADAL" clId="{C8FB11B1-B3C4-497A-A717-9586A5C7B20A}" dt="2025-07-21T10:16:48.962" v="371" actId="478"/>
          <ac:spMkLst>
            <pc:docMk/>
            <pc:sldMk cId="2193436657" sldId="2147478459"/>
            <ac:spMk id="13" creationId="{A931E34F-3926-373C-8C98-EFEA2ACAD66B}"/>
          </ac:spMkLst>
        </pc:spChg>
        <pc:spChg chg="mod topLvl">
          <ac:chgData name="Vasanti Kadam" userId="2d2c718a-941c-44c5-9fc1-bfc327de9193" providerId="ADAL" clId="{C8FB11B1-B3C4-497A-A717-9586A5C7B20A}" dt="2025-07-21T09:58:25.160" v="83" actId="164"/>
          <ac:spMkLst>
            <pc:docMk/>
            <pc:sldMk cId="2193436657" sldId="2147478459"/>
            <ac:spMk id="15" creationId="{A83688DF-D7CC-6B14-BD0B-489C92191352}"/>
          </ac:spMkLst>
        </pc:spChg>
        <pc:spChg chg="mod topLvl">
          <ac:chgData name="Vasanti Kadam" userId="2d2c718a-941c-44c5-9fc1-bfc327de9193" providerId="ADAL" clId="{C8FB11B1-B3C4-497A-A717-9586A5C7B20A}" dt="2025-07-21T09:58:27.222" v="84" actId="164"/>
          <ac:spMkLst>
            <pc:docMk/>
            <pc:sldMk cId="2193436657" sldId="2147478459"/>
            <ac:spMk id="16" creationId="{5446945F-57A3-103F-5562-FD7B6535B055}"/>
          </ac:spMkLst>
        </pc:spChg>
        <pc:spChg chg="add del mod topLvl">
          <ac:chgData name="Vasanti Kadam" userId="2d2c718a-941c-44c5-9fc1-bfc327de9193" providerId="ADAL" clId="{C8FB11B1-B3C4-497A-A717-9586A5C7B20A}" dt="2025-07-21T10:16:48.962" v="371" actId="478"/>
          <ac:spMkLst>
            <pc:docMk/>
            <pc:sldMk cId="2193436657" sldId="2147478459"/>
            <ac:spMk id="17" creationId="{994FFD67-B85F-C3C8-77C5-E01AF8D1386E}"/>
          </ac:spMkLst>
        </pc:spChg>
        <pc:spChg chg="add del mod">
          <ac:chgData name="Vasanti Kadam" userId="2d2c718a-941c-44c5-9fc1-bfc327de9193" providerId="ADAL" clId="{C8FB11B1-B3C4-497A-A717-9586A5C7B20A}" dt="2025-07-21T10:16:48.962" v="371" actId="478"/>
          <ac:spMkLst>
            <pc:docMk/>
            <pc:sldMk cId="2193436657" sldId="2147478459"/>
            <ac:spMk id="18" creationId="{FEBAF712-5ABD-252C-A241-7977FDFCFAC7}"/>
          </ac:spMkLst>
        </pc:spChg>
        <pc:spChg chg="mod">
          <ac:chgData name="Vasanti Kadam" userId="2d2c718a-941c-44c5-9fc1-bfc327de9193" providerId="ADAL" clId="{C8FB11B1-B3C4-497A-A717-9586A5C7B20A}" dt="2025-07-21T09:58:31.481" v="86" actId="164"/>
          <ac:spMkLst>
            <pc:docMk/>
            <pc:sldMk cId="2193436657" sldId="2147478459"/>
            <ac:spMk id="19" creationId="{B02E7ADA-BFC5-785D-DAFD-711FEDB42622}"/>
          </ac:spMkLst>
        </pc:spChg>
        <pc:spChg chg="mod topLvl">
          <ac:chgData name="Vasanti Kadam" userId="2d2c718a-941c-44c5-9fc1-bfc327de9193" providerId="ADAL" clId="{C8FB11B1-B3C4-497A-A717-9586A5C7B20A}" dt="2025-07-21T09:58:31.481" v="86" actId="164"/>
          <ac:spMkLst>
            <pc:docMk/>
            <pc:sldMk cId="2193436657" sldId="2147478459"/>
            <ac:spMk id="20" creationId="{913EA573-CCDA-B0A5-8E06-3256C3CBF5E9}"/>
          </ac:spMkLst>
        </pc:spChg>
        <pc:spChg chg="add del mod">
          <ac:chgData name="Vasanti Kadam" userId="2d2c718a-941c-44c5-9fc1-bfc327de9193" providerId="ADAL" clId="{C8FB11B1-B3C4-497A-A717-9586A5C7B20A}" dt="2025-07-21T09:59:30.464" v="103" actId="21"/>
          <ac:spMkLst>
            <pc:docMk/>
            <pc:sldMk cId="2193436657" sldId="2147478459"/>
            <ac:spMk id="24" creationId="{0A0D5BCA-CA99-A35E-3D43-5F239333E1D9}"/>
          </ac:spMkLst>
        </pc:spChg>
        <pc:spChg chg="mod">
          <ac:chgData name="Vasanti Kadam" userId="2d2c718a-941c-44c5-9fc1-bfc327de9193" providerId="ADAL" clId="{C8FB11B1-B3C4-497A-A717-9586A5C7B20A}" dt="2025-07-21T09:58:23.353" v="82" actId="164"/>
          <ac:spMkLst>
            <pc:docMk/>
            <pc:sldMk cId="2193436657" sldId="2147478459"/>
            <ac:spMk id="26" creationId="{A126BE9E-31FA-AEB7-7419-6708AB2889D0}"/>
          </ac:spMkLst>
        </pc:spChg>
        <pc:spChg chg="mod topLvl">
          <ac:chgData name="Vasanti Kadam" userId="2d2c718a-941c-44c5-9fc1-bfc327de9193" providerId="ADAL" clId="{C8FB11B1-B3C4-497A-A717-9586A5C7B20A}" dt="2025-07-21T09:58:27.222" v="84" actId="164"/>
          <ac:spMkLst>
            <pc:docMk/>
            <pc:sldMk cId="2193436657" sldId="2147478459"/>
            <ac:spMk id="27" creationId="{39630D4C-F9D4-1D18-37B7-33EFFA0A016D}"/>
          </ac:spMkLst>
        </pc:spChg>
        <pc:spChg chg="mod">
          <ac:chgData name="Vasanti Kadam" userId="2d2c718a-941c-44c5-9fc1-bfc327de9193" providerId="ADAL" clId="{C8FB11B1-B3C4-497A-A717-9586A5C7B20A}" dt="2025-07-21T09:58:29.690" v="85" actId="164"/>
          <ac:spMkLst>
            <pc:docMk/>
            <pc:sldMk cId="2193436657" sldId="2147478459"/>
            <ac:spMk id="28" creationId="{53C8BB29-DD4B-04A0-28D4-02ADE9A86C6A}"/>
          </ac:spMkLst>
        </pc:spChg>
        <pc:spChg chg="mod">
          <ac:chgData name="Vasanti Kadam" userId="2d2c718a-941c-44c5-9fc1-bfc327de9193" providerId="ADAL" clId="{C8FB11B1-B3C4-497A-A717-9586A5C7B20A}" dt="2025-07-21T09:58:29.690" v="85" actId="164"/>
          <ac:spMkLst>
            <pc:docMk/>
            <pc:sldMk cId="2193436657" sldId="2147478459"/>
            <ac:spMk id="29" creationId="{03F58DFB-90C1-8BA7-AE00-9F7EB09157AB}"/>
          </ac:spMkLst>
        </pc:spChg>
        <pc:spChg chg="mod">
          <ac:chgData name="Vasanti Kadam" userId="2d2c718a-941c-44c5-9fc1-bfc327de9193" providerId="ADAL" clId="{C8FB11B1-B3C4-497A-A717-9586A5C7B20A}" dt="2025-07-21T09:58:25.160" v="83" actId="164"/>
          <ac:spMkLst>
            <pc:docMk/>
            <pc:sldMk cId="2193436657" sldId="2147478459"/>
            <ac:spMk id="30" creationId="{E7F81D11-09AB-2B12-7BC2-8F0BFA321AEA}"/>
          </ac:spMkLst>
        </pc:spChg>
        <pc:spChg chg="mod">
          <ac:chgData name="Vasanti Kadam" userId="2d2c718a-941c-44c5-9fc1-bfc327de9193" providerId="ADAL" clId="{C8FB11B1-B3C4-497A-A717-9586A5C7B20A}" dt="2025-07-21T09:58:33.494" v="87" actId="164"/>
          <ac:spMkLst>
            <pc:docMk/>
            <pc:sldMk cId="2193436657" sldId="2147478459"/>
            <ac:spMk id="31" creationId="{CFFAB367-0E99-E119-1816-2997E1BE8DA0}"/>
          </ac:spMkLst>
        </pc:spChg>
        <pc:spChg chg="mod">
          <ac:chgData name="Vasanti Kadam" userId="2d2c718a-941c-44c5-9fc1-bfc327de9193" providerId="ADAL" clId="{C8FB11B1-B3C4-497A-A717-9586A5C7B20A}" dt="2025-07-21T09:58:33.494" v="87" actId="164"/>
          <ac:spMkLst>
            <pc:docMk/>
            <pc:sldMk cId="2193436657" sldId="2147478459"/>
            <ac:spMk id="32" creationId="{B92E5E84-DA10-59AC-6CAF-8206DD6ED9F3}"/>
          </ac:spMkLst>
        </pc:spChg>
        <pc:spChg chg="mod">
          <ac:chgData name="Vasanti Kadam" userId="2d2c718a-941c-44c5-9fc1-bfc327de9193" providerId="ADAL" clId="{C8FB11B1-B3C4-497A-A717-9586A5C7B20A}" dt="2025-07-21T09:58:31.481" v="86" actId="164"/>
          <ac:spMkLst>
            <pc:docMk/>
            <pc:sldMk cId="2193436657" sldId="2147478459"/>
            <ac:spMk id="33" creationId="{AB1836A8-E907-6938-C62C-35F1F3C4D522}"/>
          </ac:spMkLst>
        </pc:spChg>
        <pc:spChg chg="mod topLvl">
          <ac:chgData name="Vasanti Kadam" userId="2d2c718a-941c-44c5-9fc1-bfc327de9193" providerId="ADAL" clId="{C8FB11B1-B3C4-497A-A717-9586A5C7B20A}" dt="2025-07-21T09:58:31.481" v="86" actId="164"/>
          <ac:spMkLst>
            <pc:docMk/>
            <pc:sldMk cId="2193436657" sldId="2147478459"/>
            <ac:spMk id="34" creationId="{4B0D5943-A4D5-D8D3-3F7F-6C6227878015}"/>
          </ac:spMkLst>
        </pc:spChg>
        <pc:spChg chg="mod topLvl">
          <ac:chgData name="Vasanti Kadam" userId="2d2c718a-941c-44c5-9fc1-bfc327de9193" providerId="ADAL" clId="{C8FB11B1-B3C4-497A-A717-9586A5C7B20A}" dt="2025-07-21T09:58:23.353" v="82" actId="164"/>
          <ac:spMkLst>
            <pc:docMk/>
            <pc:sldMk cId="2193436657" sldId="2147478459"/>
            <ac:spMk id="36" creationId="{47621B51-5C0B-3E59-4A1A-8C82D4F55488}"/>
          </ac:spMkLst>
        </pc:spChg>
        <pc:spChg chg="add del mod">
          <ac:chgData name="Vasanti Kadam" userId="2d2c718a-941c-44c5-9fc1-bfc327de9193" providerId="ADAL" clId="{C8FB11B1-B3C4-497A-A717-9586A5C7B20A}" dt="2025-07-21T09:58:23.353" v="82" actId="164"/>
          <ac:spMkLst>
            <pc:docMk/>
            <pc:sldMk cId="2193436657" sldId="2147478459"/>
            <ac:spMk id="37" creationId="{C1213452-232E-C66C-37D8-70A8E7773796}"/>
          </ac:spMkLst>
        </pc:spChg>
        <pc:spChg chg="add del mod">
          <ac:chgData name="Vasanti Kadam" userId="2d2c718a-941c-44c5-9fc1-bfc327de9193" providerId="ADAL" clId="{C8FB11B1-B3C4-497A-A717-9586A5C7B20A}" dt="2025-07-21T09:59:30.464" v="103" actId="21"/>
          <ac:spMkLst>
            <pc:docMk/>
            <pc:sldMk cId="2193436657" sldId="2147478459"/>
            <ac:spMk id="39" creationId="{A1C32757-D859-A3E4-EA37-C1BB4B6D0DC9}"/>
          </ac:spMkLst>
        </pc:spChg>
        <pc:spChg chg="mod topLvl">
          <ac:chgData name="Vasanti Kadam" userId="2d2c718a-941c-44c5-9fc1-bfc327de9193" providerId="ADAL" clId="{C8FB11B1-B3C4-497A-A717-9586A5C7B20A}" dt="2025-07-21T09:58:27.222" v="84" actId="164"/>
          <ac:spMkLst>
            <pc:docMk/>
            <pc:sldMk cId="2193436657" sldId="2147478459"/>
            <ac:spMk id="40" creationId="{A573B479-E0F4-F02F-3769-E53530703ADB}"/>
          </ac:spMkLst>
        </pc:spChg>
        <pc:spChg chg="mod">
          <ac:chgData name="Vasanti Kadam" userId="2d2c718a-941c-44c5-9fc1-bfc327de9193" providerId="ADAL" clId="{C8FB11B1-B3C4-497A-A717-9586A5C7B20A}" dt="2025-07-21T09:58:27.222" v="84" actId="164"/>
          <ac:spMkLst>
            <pc:docMk/>
            <pc:sldMk cId="2193436657" sldId="2147478459"/>
            <ac:spMk id="41" creationId="{D585AC74-3706-7BED-5D20-16E120BFC28D}"/>
          </ac:spMkLst>
        </pc:spChg>
        <pc:spChg chg="add del mod">
          <ac:chgData name="Vasanti Kadam" userId="2d2c718a-941c-44c5-9fc1-bfc327de9193" providerId="ADAL" clId="{C8FB11B1-B3C4-497A-A717-9586A5C7B20A}" dt="2025-07-21T09:59:30.464" v="103" actId="21"/>
          <ac:spMkLst>
            <pc:docMk/>
            <pc:sldMk cId="2193436657" sldId="2147478459"/>
            <ac:spMk id="42" creationId="{570F2A09-7AD5-1BFA-89F0-7E991277A1B6}"/>
          </ac:spMkLst>
        </pc:spChg>
        <pc:spChg chg="add del mod">
          <ac:chgData name="Vasanti Kadam" userId="2d2c718a-941c-44c5-9fc1-bfc327de9193" providerId="ADAL" clId="{C8FB11B1-B3C4-497A-A717-9586A5C7B20A}" dt="2025-07-21T09:59:30.464" v="103" actId="21"/>
          <ac:spMkLst>
            <pc:docMk/>
            <pc:sldMk cId="2193436657" sldId="2147478459"/>
            <ac:spMk id="43" creationId="{E4B0DABA-806A-FBF5-840B-CA529B9C0A56}"/>
          </ac:spMkLst>
        </pc:spChg>
        <pc:spChg chg="mod">
          <ac:chgData name="Vasanti Kadam" userId="2d2c718a-941c-44c5-9fc1-bfc327de9193" providerId="ADAL" clId="{C8FB11B1-B3C4-497A-A717-9586A5C7B20A}" dt="2025-07-21T09:58:29.690" v="85" actId="164"/>
          <ac:spMkLst>
            <pc:docMk/>
            <pc:sldMk cId="2193436657" sldId="2147478459"/>
            <ac:spMk id="44" creationId="{96476F8E-D323-43AE-A146-ED3EAF076EA1}"/>
          </ac:spMkLst>
        </pc:spChg>
        <pc:spChg chg="add del mod topLvl">
          <ac:chgData name="Vasanti Kadam" userId="2d2c718a-941c-44c5-9fc1-bfc327de9193" providerId="ADAL" clId="{C8FB11B1-B3C4-497A-A717-9586A5C7B20A}" dt="2025-07-21T09:58:29.690" v="85" actId="164"/>
          <ac:spMkLst>
            <pc:docMk/>
            <pc:sldMk cId="2193436657" sldId="2147478459"/>
            <ac:spMk id="45" creationId="{4AF0EDAD-C179-8541-7A8F-07AB027DE02E}"/>
          </ac:spMkLst>
        </pc:spChg>
        <pc:spChg chg="mod">
          <ac:chgData name="Vasanti Kadam" userId="2d2c718a-941c-44c5-9fc1-bfc327de9193" providerId="ADAL" clId="{C8FB11B1-B3C4-497A-A717-9586A5C7B20A}" dt="2025-07-21T09:58:25.160" v="83" actId="164"/>
          <ac:spMkLst>
            <pc:docMk/>
            <pc:sldMk cId="2193436657" sldId="2147478459"/>
            <ac:spMk id="48" creationId="{57558118-96AB-AFFD-BDD3-414603AA5B9E}"/>
          </ac:spMkLst>
        </pc:spChg>
        <pc:spChg chg="add del mod">
          <ac:chgData name="Vasanti Kadam" userId="2d2c718a-941c-44c5-9fc1-bfc327de9193" providerId="ADAL" clId="{C8FB11B1-B3C4-497A-A717-9586A5C7B20A}" dt="2025-07-21T09:59:30.464" v="103" actId="21"/>
          <ac:spMkLst>
            <pc:docMk/>
            <pc:sldMk cId="2193436657" sldId="2147478459"/>
            <ac:spMk id="49" creationId="{771C637C-45B9-F6C7-487E-CD64E82ECDE5}"/>
          </ac:spMkLst>
        </pc:spChg>
        <pc:spChg chg="mod">
          <ac:chgData name="Vasanti Kadam" userId="2d2c718a-941c-44c5-9fc1-bfc327de9193" providerId="ADAL" clId="{C8FB11B1-B3C4-497A-A717-9586A5C7B20A}" dt="2025-07-21T09:58:25.160" v="83" actId="164"/>
          <ac:spMkLst>
            <pc:docMk/>
            <pc:sldMk cId="2193436657" sldId="2147478459"/>
            <ac:spMk id="50" creationId="{F2A65BA4-E8DA-04BF-4E9C-49453A943AF6}"/>
          </ac:spMkLst>
        </pc:spChg>
        <pc:spChg chg="mod">
          <ac:chgData name="Vasanti Kadam" userId="2d2c718a-941c-44c5-9fc1-bfc327de9193" providerId="ADAL" clId="{C8FB11B1-B3C4-497A-A717-9586A5C7B20A}" dt="2025-07-21T09:58:33.494" v="87" actId="164"/>
          <ac:spMkLst>
            <pc:docMk/>
            <pc:sldMk cId="2193436657" sldId="2147478459"/>
            <ac:spMk id="52" creationId="{13D82D0C-64D9-A008-F252-FEAC861CC097}"/>
          </ac:spMkLst>
        </pc:spChg>
        <pc:spChg chg="mod topLvl">
          <ac:chgData name="Vasanti Kadam" userId="2d2c718a-941c-44c5-9fc1-bfc327de9193" providerId="ADAL" clId="{C8FB11B1-B3C4-497A-A717-9586A5C7B20A}" dt="2025-07-21T09:58:33.494" v="87" actId="164"/>
          <ac:spMkLst>
            <pc:docMk/>
            <pc:sldMk cId="2193436657" sldId="2147478459"/>
            <ac:spMk id="53" creationId="{71A81F74-4B21-8AD1-68D1-62525DCEA09F}"/>
          </ac:spMkLst>
        </pc:spChg>
        <pc:spChg chg="add del mod">
          <ac:chgData name="Vasanti Kadam" userId="2d2c718a-941c-44c5-9fc1-bfc327de9193" providerId="ADAL" clId="{C8FB11B1-B3C4-497A-A717-9586A5C7B20A}" dt="2025-07-21T09:59:30.464" v="103" actId="21"/>
          <ac:spMkLst>
            <pc:docMk/>
            <pc:sldMk cId="2193436657" sldId="2147478459"/>
            <ac:spMk id="54" creationId="{15C3EF3D-CB3F-03A6-040C-963C809E06DB}"/>
          </ac:spMkLst>
        </pc:spChg>
        <pc:spChg chg="mod">
          <ac:chgData name="Vasanti Kadam" userId="2d2c718a-941c-44c5-9fc1-bfc327de9193" providerId="ADAL" clId="{C8FB11B1-B3C4-497A-A717-9586A5C7B20A}" dt="2025-07-21T09:58:23.353" v="82" actId="164"/>
          <ac:spMkLst>
            <pc:docMk/>
            <pc:sldMk cId="2193436657" sldId="2147478459"/>
            <ac:spMk id="56" creationId="{9686AA42-87D0-3860-7766-007D23D25283}"/>
          </ac:spMkLst>
        </pc:spChg>
        <pc:spChg chg="add del mod">
          <ac:chgData name="Vasanti Kadam" userId="2d2c718a-941c-44c5-9fc1-bfc327de9193" providerId="ADAL" clId="{C8FB11B1-B3C4-497A-A717-9586A5C7B20A}" dt="2025-07-21T10:16:48.962" v="371" actId="478"/>
          <ac:spMkLst>
            <pc:docMk/>
            <pc:sldMk cId="2193436657" sldId="2147478459"/>
            <ac:spMk id="70" creationId="{BAC8CF3A-7E01-1ADA-2AE2-F12A6A5CF48A}"/>
          </ac:spMkLst>
        </pc:spChg>
        <pc:spChg chg="add del mod">
          <ac:chgData name="Vasanti Kadam" userId="2d2c718a-941c-44c5-9fc1-bfc327de9193" providerId="ADAL" clId="{C8FB11B1-B3C4-497A-A717-9586A5C7B20A}" dt="2025-07-21T10:16:48.962" v="371" actId="478"/>
          <ac:spMkLst>
            <pc:docMk/>
            <pc:sldMk cId="2193436657" sldId="2147478459"/>
            <ac:spMk id="71" creationId="{1A242141-A798-DD2C-AB7E-063835D82360}"/>
          </ac:spMkLst>
        </pc:spChg>
        <pc:spChg chg="add del mod">
          <ac:chgData name="Vasanti Kadam" userId="2d2c718a-941c-44c5-9fc1-bfc327de9193" providerId="ADAL" clId="{C8FB11B1-B3C4-497A-A717-9586A5C7B20A}" dt="2025-07-21T10:16:48.962" v="371" actId="478"/>
          <ac:spMkLst>
            <pc:docMk/>
            <pc:sldMk cId="2193436657" sldId="2147478459"/>
            <ac:spMk id="72" creationId="{A8E7F61B-CAF1-8FAB-9A2D-9C0423551910}"/>
          </ac:spMkLst>
        </pc:spChg>
        <pc:spChg chg="add del mod">
          <ac:chgData name="Vasanti Kadam" userId="2d2c718a-941c-44c5-9fc1-bfc327de9193" providerId="ADAL" clId="{C8FB11B1-B3C4-497A-A717-9586A5C7B20A}" dt="2025-07-21T10:16:48.962" v="371" actId="478"/>
          <ac:spMkLst>
            <pc:docMk/>
            <pc:sldMk cId="2193436657" sldId="2147478459"/>
            <ac:spMk id="73" creationId="{83D61070-C417-AD3E-FAA3-0550BDAC7B2C}"/>
          </ac:spMkLst>
        </pc:spChg>
        <pc:spChg chg="add del mod">
          <ac:chgData name="Vasanti Kadam" userId="2d2c718a-941c-44c5-9fc1-bfc327de9193" providerId="ADAL" clId="{C8FB11B1-B3C4-497A-A717-9586A5C7B20A}" dt="2025-07-21T10:16:48.962" v="371" actId="478"/>
          <ac:spMkLst>
            <pc:docMk/>
            <pc:sldMk cId="2193436657" sldId="2147478459"/>
            <ac:spMk id="74" creationId="{77EF6C77-8FF8-272B-F2ED-A8E7C0684625}"/>
          </ac:spMkLst>
        </pc:spChg>
        <pc:spChg chg="mod">
          <ac:chgData name="Vasanti Kadam" userId="2d2c718a-941c-44c5-9fc1-bfc327de9193" providerId="ADAL" clId="{C8FB11B1-B3C4-497A-A717-9586A5C7B20A}" dt="2025-07-21T10:16:46.098" v="365" actId="27803"/>
          <ac:spMkLst>
            <pc:docMk/>
            <pc:sldMk cId="2193436657" sldId="2147478459"/>
            <ac:spMk id="84" creationId="{05FE7A03-399D-9156-6E28-5DAE52BEE35E}"/>
          </ac:spMkLst>
        </pc:spChg>
        <pc:spChg chg="mod">
          <ac:chgData name="Vasanti Kadam" userId="2d2c718a-941c-44c5-9fc1-bfc327de9193" providerId="ADAL" clId="{C8FB11B1-B3C4-497A-A717-9586A5C7B20A}" dt="2025-07-21T10:16:46.098" v="365" actId="27803"/>
          <ac:spMkLst>
            <pc:docMk/>
            <pc:sldMk cId="2193436657" sldId="2147478459"/>
            <ac:spMk id="88" creationId="{E657473C-177D-7F0E-306F-8669DE6F2347}"/>
          </ac:spMkLst>
        </pc:spChg>
        <pc:spChg chg="mod">
          <ac:chgData name="Vasanti Kadam" userId="2d2c718a-941c-44c5-9fc1-bfc327de9193" providerId="ADAL" clId="{C8FB11B1-B3C4-497A-A717-9586A5C7B20A}" dt="2025-07-21T10:16:35.183" v="359" actId="27803"/>
          <ac:spMkLst>
            <pc:docMk/>
            <pc:sldMk cId="2193436657" sldId="2147478459"/>
            <ac:spMk id="102" creationId="{97A64A7F-19A2-7600-BB1F-E39072EEB203}"/>
          </ac:spMkLst>
        </pc:spChg>
        <pc:spChg chg="mod">
          <ac:chgData name="Vasanti Kadam" userId="2d2c718a-941c-44c5-9fc1-bfc327de9193" providerId="ADAL" clId="{C8FB11B1-B3C4-497A-A717-9586A5C7B20A}" dt="2025-07-21T10:16:46.098" v="365" actId="27803"/>
          <ac:spMkLst>
            <pc:docMk/>
            <pc:sldMk cId="2193436657" sldId="2147478459"/>
            <ac:spMk id="104" creationId="{FD4B3D18-049F-6D5C-D98C-12DE3A04200F}"/>
          </ac:spMkLst>
        </pc:spChg>
        <pc:spChg chg="mod">
          <ac:chgData name="Vasanti Kadam" userId="2d2c718a-941c-44c5-9fc1-bfc327de9193" providerId="ADAL" clId="{C8FB11B1-B3C4-497A-A717-9586A5C7B20A}" dt="2025-07-21T10:16:35.183" v="359" actId="27803"/>
          <ac:spMkLst>
            <pc:docMk/>
            <pc:sldMk cId="2193436657" sldId="2147478459"/>
            <ac:spMk id="106" creationId="{C34578C2-39C7-F586-4A2C-9BAF019AAD51}"/>
          </ac:spMkLst>
        </pc:spChg>
        <pc:spChg chg="mod">
          <ac:chgData name="Vasanti Kadam" userId="2d2c718a-941c-44c5-9fc1-bfc327de9193" providerId="ADAL" clId="{C8FB11B1-B3C4-497A-A717-9586A5C7B20A}" dt="2025-07-21T10:16:46.098" v="365" actId="27803"/>
          <ac:spMkLst>
            <pc:docMk/>
            <pc:sldMk cId="2193436657" sldId="2147478459"/>
            <ac:spMk id="110" creationId="{EF241F37-BBDD-436A-6153-38617B933D86}"/>
          </ac:spMkLst>
        </pc:spChg>
        <pc:spChg chg="del">
          <ac:chgData name="Vasanti Kadam" userId="2d2c718a-941c-44c5-9fc1-bfc327de9193" providerId="ADAL" clId="{C8FB11B1-B3C4-497A-A717-9586A5C7B20A}" dt="2025-07-21T09:55:18.707" v="10" actId="478"/>
          <ac:spMkLst>
            <pc:docMk/>
            <pc:sldMk cId="2193436657" sldId="2147478459"/>
            <ac:spMk id="120" creationId="{3AD63799-1335-7BA2-51B3-ADEADA6C11A6}"/>
          </ac:spMkLst>
        </pc:spChg>
        <pc:spChg chg="add del mod">
          <ac:chgData name="Vasanti Kadam" userId="2d2c718a-941c-44c5-9fc1-bfc327de9193" providerId="ADAL" clId="{C8FB11B1-B3C4-497A-A717-9586A5C7B20A}" dt="2025-07-21T10:16:48.962" v="371" actId="478"/>
          <ac:spMkLst>
            <pc:docMk/>
            <pc:sldMk cId="2193436657" sldId="2147478459"/>
            <ac:spMk id="121" creationId="{A49ABD1A-4901-7BD4-550F-53A9F259EDB1}"/>
          </ac:spMkLst>
        </pc:spChg>
        <pc:spChg chg="del">
          <ac:chgData name="Vasanti Kadam" userId="2d2c718a-941c-44c5-9fc1-bfc327de9193" providerId="ADAL" clId="{C8FB11B1-B3C4-497A-A717-9586A5C7B20A}" dt="2025-07-21T09:55:18.707" v="10" actId="478"/>
          <ac:spMkLst>
            <pc:docMk/>
            <pc:sldMk cId="2193436657" sldId="2147478459"/>
            <ac:spMk id="123" creationId="{D0413F6F-0BBB-8408-AAEB-3E30C840FD19}"/>
          </ac:spMkLst>
        </pc:spChg>
        <pc:spChg chg="del">
          <ac:chgData name="Vasanti Kadam" userId="2d2c718a-941c-44c5-9fc1-bfc327de9193" providerId="ADAL" clId="{C8FB11B1-B3C4-497A-A717-9586A5C7B20A}" dt="2025-07-21T09:55:18.707" v="10" actId="478"/>
          <ac:spMkLst>
            <pc:docMk/>
            <pc:sldMk cId="2193436657" sldId="2147478459"/>
            <ac:spMk id="124" creationId="{60EB50FA-2E93-CA0C-CFBC-64548BE67719}"/>
          </ac:spMkLst>
        </pc:spChg>
        <pc:spChg chg="mod">
          <ac:chgData name="Vasanti Kadam" userId="2d2c718a-941c-44c5-9fc1-bfc327de9193" providerId="ADAL" clId="{C8FB11B1-B3C4-497A-A717-9586A5C7B20A}" dt="2025-07-21T10:16:35.183" v="359" actId="27803"/>
          <ac:spMkLst>
            <pc:docMk/>
            <pc:sldMk cId="2193436657" sldId="2147478459"/>
            <ac:spMk id="128" creationId="{2FEAC101-CDC0-9088-1697-D8CB636E6BE1}"/>
          </ac:spMkLst>
        </pc:spChg>
        <pc:spChg chg="del">
          <ac:chgData name="Vasanti Kadam" userId="2d2c718a-941c-44c5-9fc1-bfc327de9193" providerId="ADAL" clId="{C8FB11B1-B3C4-497A-A717-9586A5C7B20A}" dt="2025-07-21T09:55:18.707" v="10" actId="478"/>
          <ac:spMkLst>
            <pc:docMk/>
            <pc:sldMk cId="2193436657" sldId="2147478459"/>
            <ac:spMk id="129" creationId="{2E3893B9-2680-EFBE-E648-9101AC876744}"/>
          </ac:spMkLst>
        </pc:spChg>
        <pc:spChg chg="mod">
          <ac:chgData name="Vasanti Kadam" userId="2d2c718a-941c-44c5-9fc1-bfc327de9193" providerId="ADAL" clId="{C8FB11B1-B3C4-497A-A717-9586A5C7B20A}" dt="2025-07-21T10:16:46.098" v="365" actId="27803"/>
          <ac:spMkLst>
            <pc:docMk/>
            <pc:sldMk cId="2193436657" sldId="2147478459"/>
            <ac:spMk id="136" creationId="{5A5B9A74-240B-6B2E-79C5-7E7431865880}"/>
          </ac:spMkLst>
        </pc:spChg>
        <pc:spChg chg="del">
          <ac:chgData name="Vasanti Kadam" userId="2d2c718a-941c-44c5-9fc1-bfc327de9193" providerId="ADAL" clId="{C8FB11B1-B3C4-497A-A717-9586A5C7B20A}" dt="2025-07-21T09:55:18.707" v="10" actId="478"/>
          <ac:spMkLst>
            <pc:docMk/>
            <pc:sldMk cId="2193436657" sldId="2147478459"/>
            <ac:spMk id="140" creationId="{3B42E54D-AF18-C286-7BF6-4F3BC43D716E}"/>
          </ac:spMkLst>
        </pc:spChg>
        <pc:spChg chg="mod">
          <ac:chgData name="Vasanti Kadam" userId="2d2c718a-941c-44c5-9fc1-bfc327de9193" providerId="ADAL" clId="{C8FB11B1-B3C4-497A-A717-9586A5C7B20A}" dt="2025-07-21T10:16:35.183" v="359" actId="27803"/>
          <ac:spMkLst>
            <pc:docMk/>
            <pc:sldMk cId="2193436657" sldId="2147478459"/>
            <ac:spMk id="143" creationId="{556BA57A-B764-027D-1A48-87B91AA57051}"/>
          </ac:spMkLst>
        </pc:spChg>
        <pc:spChg chg="mod">
          <ac:chgData name="Vasanti Kadam" userId="2d2c718a-941c-44c5-9fc1-bfc327de9193" providerId="ADAL" clId="{C8FB11B1-B3C4-497A-A717-9586A5C7B20A}" dt="2025-07-21T10:16:35.183" v="359" actId="27803"/>
          <ac:spMkLst>
            <pc:docMk/>
            <pc:sldMk cId="2193436657" sldId="2147478459"/>
            <ac:spMk id="144" creationId="{DA77706B-B40B-3848-D006-DF4C4B2CDF9C}"/>
          </ac:spMkLst>
        </pc:spChg>
        <pc:spChg chg="mod">
          <ac:chgData name="Vasanti Kadam" userId="2d2c718a-941c-44c5-9fc1-bfc327de9193" providerId="ADAL" clId="{C8FB11B1-B3C4-497A-A717-9586A5C7B20A}" dt="2025-07-21T10:16:46.098" v="365" actId="27803"/>
          <ac:spMkLst>
            <pc:docMk/>
            <pc:sldMk cId="2193436657" sldId="2147478459"/>
            <ac:spMk id="149" creationId="{E6117C82-CE25-EB6B-8FFF-DABDD6F0AE9F}"/>
          </ac:spMkLst>
        </pc:spChg>
        <pc:spChg chg="mod">
          <ac:chgData name="Vasanti Kadam" userId="2d2c718a-941c-44c5-9fc1-bfc327de9193" providerId="ADAL" clId="{C8FB11B1-B3C4-497A-A717-9586A5C7B20A}" dt="2025-07-21T10:16:35.183" v="359" actId="27803"/>
          <ac:spMkLst>
            <pc:docMk/>
            <pc:sldMk cId="2193436657" sldId="2147478459"/>
            <ac:spMk id="150" creationId="{3EB2099A-8077-910F-5959-88F28E97F9C7}"/>
          </ac:spMkLst>
        </pc:spChg>
        <pc:spChg chg="mod">
          <ac:chgData name="Vasanti Kadam" userId="2d2c718a-941c-44c5-9fc1-bfc327de9193" providerId="ADAL" clId="{C8FB11B1-B3C4-497A-A717-9586A5C7B20A}" dt="2025-07-21T10:16:46.098" v="365" actId="27803"/>
          <ac:spMkLst>
            <pc:docMk/>
            <pc:sldMk cId="2193436657" sldId="2147478459"/>
            <ac:spMk id="153" creationId="{6DB79C94-C4B9-CC6B-8F26-61797E17E3E7}"/>
          </ac:spMkLst>
        </pc:spChg>
        <pc:spChg chg="mod">
          <ac:chgData name="Vasanti Kadam" userId="2d2c718a-941c-44c5-9fc1-bfc327de9193" providerId="ADAL" clId="{C8FB11B1-B3C4-497A-A717-9586A5C7B20A}" dt="2025-07-21T10:16:35.183" v="359" actId="27803"/>
          <ac:spMkLst>
            <pc:docMk/>
            <pc:sldMk cId="2193436657" sldId="2147478459"/>
            <ac:spMk id="156" creationId="{620CC463-055D-57C1-31E3-3CE2DC8AE2F9}"/>
          </ac:spMkLst>
        </pc:spChg>
        <pc:spChg chg="mod">
          <ac:chgData name="Vasanti Kadam" userId="2d2c718a-941c-44c5-9fc1-bfc327de9193" providerId="ADAL" clId="{C8FB11B1-B3C4-497A-A717-9586A5C7B20A}" dt="2025-07-21T10:16:46.098" v="365" actId="27803"/>
          <ac:spMkLst>
            <pc:docMk/>
            <pc:sldMk cId="2193436657" sldId="2147478459"/>
            <ac:spMk id="158" creationId="{B25C42EE-2BF7-46BE-76CF-1074A4F156F8}"/>
          </ac:spMkLst>
        </pc:spChg>
        <pc:spChg chg="mod">
          <ac:chgData name="Vasanti Kadam" userId="2d2c718a-941c-44c5-9fc1-bfc327de9193" providerId="ADAL" clId="{C8FB11B1-B3C4-497A-A717-9586A5C7B20A}" dt="2025-07-21T10:16:35.183" v="359" actId="27803"/>
          <ac:spMkLst>
            <pc:docMk/>
            <pc:sldMk cId="2193436657" sldId="2147478459"/>
            <ac:spMk id="162" creationId="{11C9C36D-DFD0-B89A-01BD-355CD3F37EC0}"/>
          </ac:spMkLst>
        </pc:spChg>
        <pc:spChg chg="mod">
          <ac:chgData name="Vasanti Kadam" userId="2d2c718a-941c-44c5-9fc1-bfc327de9193" providerId="ADAL" clId="{C8FB11B1-B3C4-497A-A717-9586A5C7B20A}" dt="2025-07-21T10:16:46.098" v="365" actId="27803"/>
          <ac:spMkLst>
            <pc:docMk/>
            <pc:sldMk cId="2193436657" sldId="2147478459"/>
            <ac:spMk id="163" creationId="{AC8CEEC8-7B53-30E1-1E74-FD2708C0A02A}"/>
          </ac:spMkLst>
        </pc:spChg>
        <pc:spChg chg="mod">
          <ac:chgData name="Vasanti Kadam" userId="2d2c718a-941c-44c5-9fc1-bfc327de9193" providerId="ADAL" clId="{C8FB11B1-B3C4-497A-A717-9586A5C7B20A}" dt="2025-07-21T10:16:35.183" v="359" actId="27803"/>
          <ac:spMkLst>
            <pc:docMk/>
            <pc:sldMk cId="2193436657" sldId="2147478459"/>
            <ac:spMk id="164" creationId="{9F11E5B8-1B8A-3FA3-8500-657188A2BD96}"/>
          </ac:spMkLst>
        </pc:spChg>
        <pc:spChg chg="mod">
          <ac:chgData name="Vasanti Kadam" userId="2d2c718a-941c-44c5-9fc1-bfc327de9193" providerId="ADAL" clId="{C8FB11B1-B3C4-497A-A717-9586A5C7B20A}" dt="2025-07-21T10:16:46.098" v="365" actId="27803"/>
          <ac:spMkLst>
            <pc:docMk/>
            <pc:sldMk cId="2193436657" sldId="2147478459"/>
            <ac:spMk id="165" creationId="{D89927DB-D6FE-1DAB-1A19-9F643336BEEC}"/>
          </ac:spMkLst>
        </pc:spChg>
        <pc:grpChg chg="mod">
          <ac:chgData name="Vasanti Kadam" userId="2d2c718a-941c-44c5-9fc1-bfc327de9193" providerId="ADAL" clId="{C8FB11B1-B3C4-497A-A717-9586A5C7B20A}" dt="2025-07-21T09:58:18.967" v="80" actId="12789"/>
          <ac:grpSpMkLst>
            <pc:docMk/>
            <pc:sldMk cId="2193436657" sldId="2147478459"/>
            <ac:grpSpMk id="57" creationId="{8B35F6B5-3066-10EA-B7C0-0D20CFDB1054}"/>
          </ac:grpSpMkLst>
        </pc:grpChg>
        <pc:grpChg chg="add mod">
          <ac:chgData name="Vasanti Kadam" userId="2d2c718a-941c-44c5-9fc1-bfc327de9193" providerId="ADAL" clId="{C8FB11B1-B3C4-497A-A717-9586A5C7B20A}" dt="2025-07-21T09:58:40.274" v="90" actId="164"/>
          <ac:grpSpMkLst>
            <pc:docMk/>
            <pc:sldMk cId="2193436657" sldId="2147478459"/>
            <ac:grpSpMk id="58" creationId="{04E5EF40-1DFA-16A1-07ED-DD894B385D5B}"/>
          </ac:grpSpMkLst>
        </pc:grpChg>
        <pc:grpChg chg="add mod">
          <ac:chgData name="Vasanti Kadam" userId="2d2c718a-941c-44c5-9fc1-bfc327de9193" providerId="ADAL" clId="{C8FB11B1-B3C4-497A-A717-9586A5C7B20A}" dt="2025-07-21T09:58:42.148" v="91" actId="164"/>
          <ac:grpSpMkLst>
            <pc:docMk/>
            <pc:sldMk cId="2193436657" sldId="2147478459"/>
            <ac:grpSpMk id="59" creationId="{2D1A60C6-3828-ED9B-3658-8D090EB31AD9}"/>
          </ac:grpSpMkLst>
        </pc:grpChg>
        <pc:grpChg chg="add mod">
          <ac:chgData name="Vasanti Kadam" userId="2d2c718a-941c-44c5-9fc1-bfc327de9193" providerId="ADAL" clId="{C8FB11B1-B3C4-497A-A717-9586A5C7B20A}" dt="2025-07-21T09:58:43.540" v="92" actId="164"/>
          <ac:grpSpMkLst>
            <pc:docMk/>
            <pc:sldMk cId="2193436657" sldId="2147478459"/>
            <ac:grpSpMk id="60" creationId="{F5C68378-93BA-F55D-E3DE-780FF18F47C3}"/>
          </ac:grpSpMkLst>
        </pc:grpChg>
        <pc:grpChg chg="add mod">
          <ac:chgData name="Vasanti Kadam" userId="2d2c718a-941c-44c5-9fc1-bfc327de9193" providerId="ADAL" clId="{C8FB11B1-B3C4-497A-A717-9586A5C7B20A}" dt="2025-07-21T09:58:46.177" v="93" actId="164"/>
          <ac:grpSpMkLst>
            <pc:docMk/>
            <pc:sldMk cId="2193436657" sldId="2147478459"/>
            <ac:grpSpMk id="61" creationId="{743598F6-C3D8-5C8E-B439-656BC31D4C23}"/>
          </ac:grpSpMkLst>
        </pc:grpChg>
        <pc:grpChg chg="add mod">
          <ac:chgData name="Vasanti Kadam" userId="2d2c718a-941c-44c5-9fc1-bfc327de9193" providerId="ADAL" clId="{C8FB11B1-B3C4-497A-A717-9586A5C7B20A}" dt="2025-07-21T09:58:37.866" v="89" actId="164"/>
          <ac:grpSpMkLst>
            <pc:docMk/>
            <pc:sldMk cId="2193436657" sldId="2147478459"/>
            <ac:grpSpMk id="62" creationId="{B70DF773-08EE-10E0-AB92-153A59AD6B3F}"/>
          </ac:grpSpMkLst>
        </pc:grpChg>
        <pc:grpChg chg="add mod">
          <ac:chgData name="Vasanti Kadam" userId="2d2c718a-941c-44c5-9fc1-bfc327de9193" providerId="ADAL" clId="{C8FB11B1-B3C4-497A-A717-9586A5C7B20A}" dt="2025-07-21T09:58:36.168" v="88" actId="164"/>
          <ac:grpSpMkLst>
            <pc:docMk/>
            <pc:sldMk cId="2193436657" sldId="2147478459"/>
            <ac:grpSpMk id="63" creationId="{F20055B0-C225-D357-9199-FAC0AAB1AE4B}"/>
          </ac:grpSpMkLst>
        </pc:grpChg>
        <pc:grpChg chg="add mod">
          <ac:chgData name="Vasanti Kadam" userId="2d2c718a-941c-44c5-9fc1-bfc327de9193" providerId="ADAL" clId="{C8FB11B1-B3C4-497A-A717-9586A5C7B20A}" dt="2025-07-21T09:58:36.168" v="88" actId="164"/>
          <ac:grpSpMkLst>
            <pc:docMk/>
            <pc:sldMk cId="2193436657" sldId="2147478459"/>
            <ac:grpSpMk id="64" creationId="{61565A60-39AF-29B5-8E62-92CD2CED3CAB}"/>
          </ac:grpSpMkLst>
        </pc:grpChg>
        <pc:grpChg chg="add mod">
          <ac:chgData name="Vasanti Kadam" userId="2d2c718a-941c-44c5-9fc1-bfc327de9193" providerId="ADAL" clId="{C8FB11B1-B3C4-497A-A717-9586A5C7B20A}" dt="2025-07-21T09:58:37.866" v="89" actId="164"/>
          <ac:grpSpMkLst>
            <pc:docMk/>
            <pc:sldMk cId="2193436657" sldId="2147478459"/>
            <ac:grpSpMk id="65" creationId="{2EEB86C2-8E37-3045-803A-887250A90D4E}"/>
          </ac:grpSpMkLst>
        </pc:grpChg>
        <pc:grpChg chg="add mod">
          <ac:chgData name="Vasanti Kadam" userId="2d2c718a-941c-44c5-9fc1-bfc327de9193" providerId="ADAL" clId="{C8FB11B1-B3C4-497A-A717-9586A5C7B20A}" dt="2025-07-21T09:58:40.274" v="90" actId="164"/>
          <ac:grpSpMkLst>
            <pc:docMk/>
            <pc:sldMk cId="2193436657" sldId="2147478459"/>
            <ac:grpSpMk id="66" creationId="{B3026C5C-5D17-9A8C-C231-8035C54CF30C}"/>
          </ac:grpSpMkLst>
        </pc:grpChg>
        <pc:grpChg chg="add mod">
          <ac:chgData name="Vasanti Kadam" userId="2d2c718a-941c-44c5-9fc1-bfc327de9193" providerId="ADAL" clId="{C8FB11B1-B3C4-497A-A717-9586A5C7B20A}" dt="2025-07-21T09:58:42.148" v="91" actId="164"/>
          <ac:grpSpMkLst>
            <pc:docMk/>
            <pc:sldMk cId="2193436657" sldId="2147478459"/>
            <ac:grpSpMk id="67" creationId="{643F5DD9-6B8D-0D63-BF21-6BACC4ADF94B}"/>
          </ac:grpSpMkLst>
        </pc:grpChg>
        <pc:grpChg chg="add mod">
          <ac:chgData name="Vasanti Kadam" userId="2d2c718a-941c-44c5-9fc1-bfc327de9193" providerId="ADAL" clId="{C8FB11B1-B3C4-497A-A717-9586A5C7B20A}" dt="2025-07-21T09:58:43.540" v="92" actId="164"/>
          <ac:grpSpMkLst>
            <pc:docMk/>
            <pc:sldMk cId="2193436657" sldId="2147478459"/>
            <ac:grpSpMk id="68" creationId="{F20E2B78-69AD-1B26-DAFE-B32AD26A4E08}"/>
          </ac:grpSpMkLst>
        </pc:grpChg>
        <pc:grpChg chg="add mod">
          <ac:chgData name="Vasanti Kadam" userId="2d2c718a-941c-44c5-9fc1-bfc327de9193" providerId="ADAL" clId="{C8FB11B1-B3C4-497A-A717-9586A5C7B20A}" dt="2025-07-21T09:58:46.177" v="93" actId="164"/>
          <ac:grpSpMkLst>
            <pc:docMk/>
            <pc:sldMk cId="2193436657" sldId="2147478459"/>
            <ac:grpSpMk id="69" creationId="{301E44D0-B916-06F8-789F-69DD4DBA728D}"/>
          </ac:grpSpMkLst>
        </pc:grpChg>
        <pc:grpChg chg="del">
          <ac:chgData name="Vasanti Kadam" userId="2d2c718a-941c-44c5-9fc1-bfc327de9193" providerId="ADAL" clId="{C8FB11B1-B3C4-497A-A717-9586A5C7B20A}" dt="2025-07-21T09:56:34.456" v="45" actId="478"/>
          <ac:grpSpMkLst>
            <pc:docMk/>
            <pc:sldMk cId="2193436657" sldId="2147478459"/>
            <ac:grpSpMk id="90" creationId="{4B590D50-168C-7BA7-C096-73C18A0813DF}"/>
          </ac:grpSpMkLst>
        </pc:grpChg>
        <pc:picChg chg="add del mod">
          <ac:chgData name="Vasanti Kadam" userId="2d2c718a-941c-44c5-9fc1-bfc327de9193" providerId="ADAL" clId="{C8FB11B1-B3C4-497A-A717-9586A5C7B20A}" dt="2025-07-21T10:16:48.568" v="370" actId="22"/>
          <ac:picMkLst>
            <pc:docMk/>
            <pc:sldMk cId="2193436657" sldId="2147478459"/>
            <ac:picMk id="76" creationId="{B5F5D85F-88CE-8A19-0127-7229871D4957}"/>
          </ac:picMkLst>
        </pc:picChg>
        <pc:picChg chg="del">
          <ac:chgData name="Vasanti Kadam" userId="2d2c718a-941c-44c5-9fc1-bfc327de9193" providerId="ADAL" clId="{C8FB11B1-B3C4-497A-A717-9586A5C7B20A}" dt="2025-07-21T09:55:45.622" v="20" actId="478"/>
          <ac:picMkLst>
            <pc:docMk/>
            <pc:sldMk cId="2193436657" sldId="2147478459"/>
            <ac:picMk id="94" creationId="{E61E6A93-7537-F91B-AC6A-D75362AA0D57}"/>
          </ac:picMkLst>
        </pc:picChg>
        <pc:picChg chg="del">
          <ac:chgData name="Vasanti Kadam" userId="2d2c718a-941c-44c5-9fc1-bfc327de9193" providerId="ADAL" clId="{C8FB11B1-B3C4-497A-A717-9586A5C7B20A}" dt="2025-07-21T09:55:51.776" v="25" actId="478"/>
          <ac:picMkLst>
            <pc:docMk/>
            <pc:sldMk cId="2193436657" sldId="2147478459"/>
            <ac:picMk id="95" creationId="{8E3016C9-64AB-8F51-6AAC-A895F637C3AA}"/>
          </ac:picMkLst>
        </pc:picChg>
        <pc:picChg chg="del">
          <ac:chgData name="Vasanti Kadam" userId="2d2c718a-941c-44c5-9fc1-bfc327de9193" providerId="ADAL" clId="{C8FB11B1-B3C4-497A-A717-9586A5C7B20A}" dt="2025-07-21T09:55:55.013" v="28" actId="478"/>
          <ac:picMkLst>
            <pc:docMk/>
            <pc:sldMk cId="2193436657" sldId="2147478459"/>
            <ac:picMk id="96" creationId="{1FE6BF7C-EE18-FADD-DD79-ED15E41E1DD2}"/>
          </ac:picMkLst>
        </pc:picChg>
        <pc:picChg chg="del">
          <ac:chgData name="Vasanti Kadam" userId="2d2c718a-941c-44c5-9fc1-bfc327de9193" providerId="ADAL" clId="{C8FB11B1-B3C4-497A-A717-9586A5C7B20A}" dt="2025-07-21T09:55:44.194" v="19" actId="478"/>
          <ac:picMkLst>
            <pc:docMk/>
            <pc:sldMk cId="2193436657" sldId="2147478459"/>
            <ac:picMk id="97" creationId="{B34AD3F2-49B1-8125-4E97-D6D1FB4A2AC7}"/>
          </ac:picMkLst>
        </pc:picChg>
        <pc:picChg chg="del">
          <ac:chgData name="Vasanti Kadam" userId="2d2c718a-941c-44c5-9fc1-bfc327de9193" providerId="ADAL" clId="{C8FB11B1-B3C4-497A-A717-9586A5C7B20A}" dt="2025-07-21T09:55:50.755" v="24" actId="478"/>
          <ac:picMkLst>
            <pc:docMk/>
            <pc:sldMk cId="2193436657" sldId="2147478459"/>
            <ac:picMk id="98" creationId="{4A81F9AA-1A44-8B3A-F138-7C3353D9F494}"/>
          </ac:picMkLst>
        </pc:picChg>
        <pc:picChg chg="del">
          <ac:chgData name="Vasanti Kadam" userId="2d2c718a-941c-44c5-9fc1-bfc327de9193" providerId="ADAL" clId="{C8FB11B1-B3C4-497A-A717-9586A5C7B20A}" dt="2025-07-21T09:55:49.023" v="23" actId="478"/>
          <ac:picMkLst>
            <pc:docMk/>
            <pc:sldMk cId="2193436657" sldId="2147478459"/>
            <ac:picMk id="99" creationId="{7A8858DD-DF92-4E9E-E3F1-C1C8E0037631}"/>
          </ac:picMkLst>
        </pc:picChg>
        <pc:cxnChg chg="mod">
          <ac:chgData name="Vasanti Kadam" userId="2d2c718a-941c-44c5-9fc1-bfc327de9193" providerId="ADAL" clId="{C8FB11B1-B3C4-497A-A717-9586A5C7B20A}" dt="2025-07-21T09:58:37.866" v="89" actId="164"/>
          <ac:cxnSpMkLst>
            <pc:docMk/>
            <pc:sldMk cId="2193436657" sldId="2147478459"/>
            <ac:cxnSpMk id="101" creationId="{CBAC7C58-94C0-005F-75F4-FCF382BF62A6}"/>
          </ac:cxnSpMkLst>
        </pc:cxnChg>
        <pc:cxnChg chg="mod">
          <ac:chgData name="Vasanti Kadam" userId="2d2c718a-941c-44c5-9fc1-bfc327de9193" providerId="ADAL" clId="{C8FB11B1-B3C4-497A-A717-9586A5C7B20A}" dt="2025-07-21T09:58:40.274" v="90" actId="164"/>
          <ac:cxnSpMkLst>
            <pc:docMk/>
            <pc:sldMk cId="2193436657" sldId="2147478459"/>
            <ac:cxnSpMk id="105" creationId="{69EF0209-5ED7-B96B-FA08-C33845954E1B}"/>
          </ac:cxnSpMkLst>
        </pc:cxnChg>
        <pc:cxnChg chg="mod">
          <ac:chgData name="Vasanti Kadam" userId="2d2c718a-941c-44c5-9fc1-bfc327de9193" providerId="ADAL" clId="{C8FB11B1-B3C4-497A-A717-9586A5C7B20A}" dt="2025-07-21T09:58:36.168" v="88" actId="164"/>
          <ac:cxnSpMkLst>
            <pc:docMk/>
            <pc:sldMk cId="2193436657" sldId="2147478459"/>
            <ac:cxnSpMk id="114" creationId="{55B6D107-FA04-0202-7B61-ACA13A32A2C3}"/>
          </ac:cxnSpMkLst>
        </pc:cxnChg>
        <pc:cxnChg chg="mod">
          <ac:chgData name="Vasanti Kadam" userId="2d2c718a-941c-44c5-9fc1-bfc327de9193" providerId="ADAL" clId="{C8FB11B1-B3C4-497A-A717-9586A5C7B20A}" dt="2025-07-21T09:58:46.177" v="93" actId="164"/>
          <ac:cxnSpMkLst>
            <pc:docMk/>
            <pc:sldMk cId="2193436657" sldId="2147478459"/>
            <ac:cxnSpMk id="117" creationId="{5C12A069-36BB-9FAC-A9BE-A203DD694441}"/>
          </ac:cxnSpMkLst>
        </pc:cxnChg>
        <pc:cxnChg chg="mod">
          <ac:chgData name="Vasanti Kadam" userId="2d2c718a-941c-44c5-9fc1-bfc327de9193" providerId="ADAL" clId="{C8FB11B1-B3C4-497A-A717-9586A5C7B20A}" dt="2025-07-21T09:58:42.148" v="91" actId="164"/>
          <ac:cxnSpMkLst>
            <pc:docMk/>
            <pc:sldMk cId="2193436657" sldId="2147478459"/>
            <ac:cxnSpMk id="118" creationId="{A3595DE9-B9CF-019C-1EB3-9C6759BDF4BD}"/>
          </ac:cxnSpMkLst>
        </pc:cxnChg>
        <pc:cxnChg chg="mod">
          <ac:chgData name="Vasanti Kadam" userId="2d2c718a-941c-44c5-9fc1-bfc327de9193" providerId="ADAL" clId="{C8FB11B1-B3C4-497A-A717-9586A5C7B20A}" dt="2025-07-21T09:58:43.540" v="92" actId="164"/>
          <ac:cxnSpMkLst>
            <pc:docMk/>
            <pc:sldMk cId="2193436657" sldId="2147478459"/>
            <ac:cxnSpMk id="119" creationId="{C48BCCB3-E369-F6DC-DA92-E448B6CFC9A6}"/>
          </ac:cxnSpMkLst>
        </pc:cxnChg>
      </pc:sldChg>
      <pc:sldChg chg="addSp delSp modSp mod">
        <pc:chgData name="Vasanti Kadam" userId="2d2c718a-941c-44c5-9fc1-bfc327de9193" providerId="ADAL" clId="{C8FB11B1-B3C4-497A-A717-9586A5C7B20A}" dt="2025-07-21T10:03:16.375" v="176" actId="21"/>
        <pc:sldMkLst>
          <pc:docMk/>
          <pc:sldMk cId="981253254" sldId="2147478460"/>
        </pc:sldMkLst>
        <pc:spChg chg="add del mod">
          <ac:chgData name="Vasanti Kadam" userId="2d2c718a-941c-44c5-9fc1-bfc327de9193" providerId="ADAL" clId="{C8FB11B1-B3C4-497A-A717-9586A5C7B20A}" dt="2025-07-21T10:03:16.375" v="176" actId="21"/>
          <ac:spMkLst>
            <pc:docMk/>
            <pc:sldMk cId="981253254" sldId="2147478460"/>
            <ac:spMk id="3" creationId="{9A9AF8B5-964D-E158-87A5-19569B267BF2}"/>
          </ac:spMkLst>
        </pc:spChg>
        <pc:spChg chg="ord">
          <ac:chgData name="Vasanti Kadam" userId="2d2c718a-941c-44c5-9fc1-bfc327de9193" providerId="ADAL" clId="{C8FB11B1-B3C4-497A-A717-9586A5C7B20A}" dt="2025-07-21T10:01:47.415" v="150" actId="167"/>
          <ac:spMkLst>
            <pc:docMk/>
            <pc:sldMk cId="981253254" sldId="2147478460"/>
            <ac:spMk id="4" creationId="{40039A3A-15BA-0881-044D-B9E5008B642B}"/>
          </ac:spMkLst>
        </pc:spChg>
        <pc:spChg chg="add del mod">
          <ac:chgData name="Vasanti Kadam" userId="2d2c718a-941c-44c5-9fc1-bfc327de9193" providerId="ADAL" clId="{C8FB11B1-B3C4-497A-A717-9586A5C7B20A}" dt="2025-07-21T10:03:16.375" v="176" actId="21"/>
          <ac:spMkLst>
            <pc:docMk/>
            <pc:sldMk cId="981253254" sldId="2147478460"/>
            <ac:spMk id="5" creationId="{572B761B-0750-AF86-0EE5-221D9F8A4466}"/>
          </ac:spMkLst>
        </pc:spChg>
        <pc:spChg chg="add del mod">
          <ac:chgData name="Vasanti Kadam" userId="2d2c718a-941c-44c5-9fc1-bfc327de9193" providerId="ADAL" clId="{C8FB11B1-B3C4-497A-A717-9586A5C7B20A}" dt="2025-07-21T10:03:16.375" v="176" actId="21"/>
          <ac:spMkLst>
            <pc:docMk/>
            <pc:sldMk cId="981253254" sldId="2147478460"/>
            <ac:spMk id="6" creationId="{FABB9B54-1A4A-FD2D-B671-FBCB53D85466}"/>
          </ac:spMkLst>
        </pc:spChg>
        <pc:spChg chg="add mod">
          <ac:chgData name="Vasanti Kadam" userId="2d2c718a-941c-44c5-9fc1-bfc327de9193" providerId="ADAL" clId="{C8FB11B1-B3C4-497A-A717-9586A5C7B20A}" dt="2025-07-21T09:59:52.004" v="113" actId="1076"/>
          <ac:spMkLst>
            <pc:docMk/>
            <pc:sldMk cId="981253254" sldId="2147478460"/>
            <ac:spMk id="7" creationId="{DCEB66C9-5C42-7485-8FA2-44B936B150C4}"/>
          </ac:spMkLst>
        </pc:spChg>
        <pc:spChg chg="add del mod">
          <ac:chgData name="Vasanti Kadam" userId="2d2c718a-941c-44c5-9fc1-bfc327de9193" providerId="ADAL" clId="{C8FB11B1-B3C4-497A-A717-9586A5C7B20A}" dt="2025-07-21T10:03:16.375" v="176" actId="21"/>
          <ac:spMkLst>
            <pc:docMk/>
            <pc:sldMk cId="981253254" sldId="2147478460"/>
            <ac:spMk id="8" creationId="{07BF8574-BCF5-D186-01D8-9D46EED16435}"/>
          </ac:spMkLst>
        </pc:spChg>
        <pc:spChg chg="add del mod">
          <ac:chgData name="Vasanti Kadam" userId="2d2c718a-941c-44c5-9fc1-bfc327de9193" providerId="ADAL" clId="{C8FB11B1-B3C4-497A-A717-9586A5C7B20A}" dt="2025-07-21T10:03:16.375" v="176" actId="21"/>
          <ac:spMkLst>
            <pc:docMk/>
            <pc:sldMk cId="981253254" sldId="2147478460"/>
            <ac:spMk id="12" creationId="{F3418508-ECCC-E4A1-6BE8-4AC05C554086}"/>
          </ac:spMkLst>
        </pc:spChg>
        <pc:spChg chg="add del mod">
          <ac:chgData name="Vasanti Kadam" userId="2d2c718a-941c-44c5-9fc1-bfc327de9193" providerId="ADAL" clId="{C8FB11B1-B3C4-497A-A717-9586A5C7B20A}" dt="2025-07-21T10:03:16.375" v="176" actId="21"/>
          <ac:spMkLst>
            <pc:docMk/>
            <pc:sldMk cId="981253254" sldId="2147478460"/>
            <ac:spMk id="24" creationId="{0A0D5BCA-CA99-A35E-3D43-5F239333E1D9}"/>
          </ac:spMkLst>
        </pc:spChg>
        <pc:spChg chg="add del mod">
          <ac:chgData name="Vasanti Kadam" userId="2d2c718a-941c-44c5-9fc1-bfc327de9193" providerId="ADAL" clId="{C8FB11B1-B3C4-497A-A717-9586A5C7B20A}" dt="2025-07-21T10:03:16.375" v="176" actId="21"/>
          <ac:spMkLst>
            <pc:docMk/>
            <pc:sldMk cId="981253254" sldId="2147478460"/>
            <ac:spMk id="38" creationId="{861D9A80-BD46-D9DF-11AA-658B9D5000D5}"/>
          </ac:spMkLst>
        </pc:spChg>
        <pc:spChg chg="add del mod">
          <ac:chgData name="Vasanti Kadam" userId="2d2c718a-941c-44c5-9fc1-bfc327de9193" providerId="ADAL" clId="{C8FB11B1-B3C4-497A-A717-9586A5C7B20A}" dt="2025-07-21T10:03:16.375" v="176" actId="21"/>
          <ac:spMkLst>
            <pc:docMk/>
            <pc:sldMk cId="981253254" sldId="2147478460"/>
            <ac:spMk id="39" creationId="{A1C32757-D859-A3E4-EA37-C1BB4B6D0DC9}"/>
          </ac:spMkLst>
        </pc:spChg>
        <pc:spChg chg="add del mod">
          <ac:chgData name="Vasanti Kadam" userId="2d2c718a-941c-44c5-9fc1-bfc327de9193" providerId="ADAL" clId="{C8FB11B1-B3C4-497A-A717-9586A5C7B20A}" dt="2025-07-21T10:03:16.375" v="176" actId="21"/>
          <ac:spMkLst>
            <pc:docMk/>
            <pc:sldMk cId="981253254" sldId="2147478460"/>
            <ac:spMk id="46" creationId="{1B657705-A440-4CCE-7635-CE99B4DD9398}"/>
          </ac:spMkLst>
        </pc:spChg>
        <pc:spChg chg="add del mod">
          <ac:chgData name="Vasanti Kadam" userId="2d2c718a-941c-44c5-9fc1-bfc327de9193" providerId="ADAL" clId="{C8FB11B1-B3C4-497A-A717-9586A5C7B20A}" dt="2025-07-21T10:03:16.375" v="176" actId="21"/>
          <ac:spMkLst>
            <pc:docMk/>
            <pc:sldMk cId="981253254" sldId="2147478460"/>
            <ac:spMk id="49" creationId="{771C637C-45B9-F6C7-487E-CD64E82ECDE5}"/>
          </ac:spMkLst>
        </pc:spChg>
        <pc:spChg chg="mod topLvl">
          <ac:chgData name="Vasanti Kadam" userId="2d2c718a-941c-44c5-9fc1-bfc327de9193" providerId="ADAL" clId="{C8FB11B1-B3C4-497A-A717-9586A5C7B20A}" dt="2025-07-21T10:00:22.599" v="122" actId="207"/>
          <ac:spMkLst>
            <pc:docMk/>
            <pc:sldMk cId="981253254" sldId="2147478460"/>
            <ac:spMk id="162" creationId="{0AD2BDF8-9995-6A2F-06AF-B66C2445916F}"/>
          </ac:spMkLst>
        </pc:spChg>
        <pc:spChg chg="mod topLvl">
          <ac:chgData name="Vasanti Kadam" userId="2d2c718a-941c-44c5-9fc1-bfc327de9193" providerId="ADAL" clId="{C8FB11B1-B3C4-497A-A717-9586A5C7B20A}" dt="2025-07-21T10:00:40.723" v="128" actId="207"/>
          <ac:spMkLst>
            <pc:docMk/>
            <pc:sldMk cId="981253254" sldId="2147478460"/>
            <ac:spMk id="163" creationId="{16E4AFD0-88F2-225E-4CC8-5A236E2FCBE3}"/>
          </ac:spMkLst>
        </pc:spChg>
        <pc:spChg chg="mod topLvl">
          <ac:chgData name="Vasanti Kadam" userId="2d2c718a-941c-44c5-9fc1-bfc327de9193" providerId="ADAL" clId="{C8FB11B1-B3C4-497A-A717-9586A5C7B20A}" dt="2025-07-21T10:00:34.406" v="126" actId="207"/>
          <ac:spMkLst>
            <pc:docMk/>
            <pc:sldMk cId="981253254" sldId="2147478460"/>
            <ac:spMk id="164" creationId="{10074CD1-5516-0F75-A789-734FE5910704}"/>
          </ac:spMkLst>
        </pc:spChg>
        <pc:spChg chg="mod">
          <ac:chgData name="Vasanti Kadam" userId="2d2c718a-941c-44c5-9fc1-bfc327de9193" providerId="ADAL" clId="{C8FB11B1-B3C4-497A-A717-9586A5C7B20A}" dt="2025-07-21T10:00:26.060" v="123" actId="207"/>
          <ac:spMkLst>
            <pc:docMk/>
            <pc:sldMk cId="981253254" sldId="2147478460"/>
            <ac:spMk id="165" creationId="{5ED81B87-463E-FD17-0255-75FBC2D7DF4D}"/>
          </ac:spMkLst>
        </pc:spChg>
        <pc:spChg chg="mod topLvl">
          <ac:chgData name="Vasanti Kadam" userId="2d2c718a-941c-44c5-9fc1-bfc327de9193" providerId="ADAL" clId="{C8FB11B1-B3C4-497A-A717-9586A5C7B20A}" dt="2025-07-21T10:00:28.920" v="124" actId="207"/>
          <ac:spMkLst>
            <pc:docMk/>
            <pc:sldMk cId="981253254" sldId="2147478460"/>
            <ac:spMk id="166" creationId="{72A0AA0A-7750-6299-8480-7B398DDFDF1E}"/>
          </ac:spMkLst>
        </pc:spChg>
        <pc:spChg chg="mod topLvl">
          <ac:chgData name="Vasanti Kadam" userId="2d2c718a-941c-44c5-9fc1-bfc327de9193" providerId="ADAL" clId="{C8FB11B1-B3C4-497A-A717-9586A5C7B20A}" dt="2025-07-21T10:00:31.782" v="125" actId="207"/>
          <ac:spMkLst>
            <pc:docMk/>
            <pc:sldMk cId="981253254" sldId="2147478460"/>
            <ac:spMk id="167" creationId="{C152BCE5-341D-1ACD-9D58-3B664B0D679D}"/>
          </ac:spMkLst>
        </pc:spChg>
        <pc:spChg chg="mod topLvl">
          <ac:chgData name="Vasanti Kadam" userId="2d2c718a-941c-44c5-9fc1-bfc327de9193" providerId="ADAL" clId="{C8FB11B1-B3C4-497A-A717-9586A5C7B20A}" dt="2025-07-21T09:59:34.707" v="105" actId="165"/>
          <ac:spMkLst>
            <pc:docMk/>
            <pc:sldMk cId="981253254" sldId="2147478460"/>
            <ac:spMk id="170" creationId="{9E288115-D88E-0923-0F44-E3E2441FC2B7}"/>
          </ac:spMkLst>
        </pc:spChg>
        <pc:spChg chg="mod topLvl">
          <ac:chgData name="Vasanti Kadam" userId="2d2c718a-941c-44c5-9fc1-bfc327de9193" providerId="ADAL" clId="{C8FB11B1-B3C4-497A-A717-9586A5C7B20A}" dt="2025-07-21T09:59:34.707" v="105" actId="165"/>
          <ac:spMkLst>
            <pc:docMk/>
            <pc:sldMk cId="981253254" sldId="2147478460"/>
            <ac:spMk id="171" creationId="{7E94849E-7368-1740-0208-754120735890}"/>
          </ac:spMkLst>
        </pc:spChg>
        <pc:spChg chg="mod topLvl">
          <ac:chgData name="Vasanti Kadam" userId="2d2c718a-941c-44c5-9fc1-bfc327de9193" providerId="ADAL" clId="{C8FB11B1-B3C4-497A-A717-9586A5C7B20A}" dt="2025-07-21T09:59:34.707" v="105" actId="165"/>
          <ac:spMkLst>
            <pc:docMk/>
            <pc:sldMk cId="981253254" sldId="2147478460"/>
            <ac:spMk id="172" creationId="{6DB54964-8DF2-CDE2-C8EF-A3D696AD5C60}"/>
          </ac:spMkLst>
        </pc:spChg>
        <pc:spChg chg="mod topLvl">
          <ac:chgData name="Vasanti Kadam" userId="2d2c718a-941c-44c5-9fc1-bfc327de9193" providerId="ADAL" clId="{C8FB11B1-B3C4-497A-A717-9586A5C7B20A}" dt="2025-07-21T09:59:34.707" v="105" actId="165"/>
          <ac:spMkLst>
            <pc:docMk/>
            <pc:sldMk cId="981253254" sldId="2147478460"/>
            <ac:spMk id="173" creationId="{87944E12-566D-F89D-1BCA-6947D504955D}"/>
          </ac:spMkLst>
        </pc:spChg>
        <pc:spChg chg="mod topLvl">
          <ac:chgData name="Vasanti Kadam" userId="2d2c718a-941c-44c5-9fc1-bfc327de9193" providerId="ADAL" clId="{C8FB11B1-B3C4-497A-A717-9586A5C7B20A}" dt="2025-07-21T09:59:34.707" v="105" actId="165"/>
          <ac:spMkLst>
            <pc:docMk/>
            <pc:sldMk cId="981253254" sldId="2147478460"/>
            <ac:spMk id="174" creationId="{F8E33DFC-DB2C-F44A-5F83-F4A396AE8950}"/>
          </ac:spMkLst>
        </pc:spChg>
        <pc:spChg chg="mod topLvl">
          <ac:chgData name="Vasanti Kadam" userId="2d2c718a-941c-44c5-9fc1-bfc327de9193" providerId="ADAL" clId="{C8FB11B1-B3C4-497A-A717-9586A5C7B20A}" dt="2025-07-21T10:03:09.112" v="169"/>
          <ac:spMkLst>
            <pc:docMk/>
            <pc:sldMk cId="981253254" sldId="2147478460"/>
            <ac:spMk id="175" creationId="{73E8CACE-AC4A-C4EA-A208-F4BD2CD1E895}"/>
          </ac:spMkLst>
        </pc:spChg>
        <pc:spChg chg="mod ord topLvl">
          <ac:chgData name="Vasanti Kadam" userId="2d2c718a-941c-44c5-9fc1-bfc327de9193" providerId="ADAL" clId="{C8FB11B1-B3C4-497A-A717-9586A5C7B20A}" dt="2025-07-21T10:01:56.109" v="151" actId="166"/>
          <ac:spMkLst>
            <pc:docMk/>
            <pc:sldMk cId="981253254" sldId="2147478460"/>
            <ac:spMk id="176" creationId="{8F91F696-4B86-9245-EB02-B84F76B72CF6}"/>
          </ac:spMkLst>
        </pc:spChg>
        <pc:spChg chg="mod topLvl">
          <ac:chgData name="Vasanti Kadam" userId="2d2c718a-941c-44c5-9fc1-bfc327de9193" providerId="ADAL" clId="{C8FB11B1-B3C4-497A-A717-9586A5C7B20A}" dt="2025-07-21T10:03:13.297" v="173"/>
          <ac:spMkLst>
            <pc:docMk/>
            <pc:sldMk cId="981253254" sldId="2147478460"/>
            <ac:spMk id="177" creationId="{22E0695C-C626-148C-17B4-99E76AB6DBD6}"/>
          </ac:spMkLst>
        </pc:spChg>
        <pc:spChg chg="mod ord topLvl">
          <ac:chgData name="Vasanti Kadam" userId="2d2c718a-941c-44c5-9fc1-bfc327de9193" providerId="ADAL" clId="{C8FB11B1-B3C4-497A-A717-9586A5C7B20A}" dt="2025-07-21T10:01:56.109" v="151" actId="166"/>
          <ac:spMkLst>
            <pc:docMk/>
            <pc:sldMk cId="981253254" sldId="2147478460"/>
            <ac:spMk id="178" creationId="{135C3D05-4B5D-2E45-5699-58928EA7C979}"/>
          </ac:spMkLst>
        </pc:spChg>
        <pc:spChg chg="del mod topLvl">
          <ac:chgData name="Vasanti Kadam" userId="2d2c718a-941c-44c5-9fc1-bfc327de9193" providerId="ADAL" clId="{C8FB11B1-B3C4-497A-A717-9586A5C7B20A}" dt="2025-07-21T10:03:09.112" v="171"/>
          <ac:spMkLst>
            <pc:docMk/>
            <pc:sldMk cId="981253254" sldId="2147478460"/>
            <ac:spMk id="179" creationId="{AC2683B2-548D-18F6-F3F4-C6D4B0DBF104}"/>
          </ac:spMkLst>
        </pc:spChg>
        <pc:spChg chg="del mod topLvl">
          <ac:chgData name="Vasanti Kadam" userId="2d2c718a-941c-44c5-9fc1-bfc327de9193" providerId="ADAL" clId="{C8FB11B1-B3C4-497A-A717-9586A5C7B20A}" dt="2025-07-21T10:03:13.297" v="175"/>
          <ac:spMkLst>
            <pc:docMk/>
            <pc:sldMk cId="981253254" sldId="2147478460"/>
            <ac:spMk id="180" creationId="{0D24BF96-E441-68FC-3FCE-BF506B3785E4}"/>
          </ac:spMkLst>
        </pc:spChg>
        <pc:spChg chg="mod topLvl">
          <ac:chgData name="Vasanti Kadam" userId="2d2c718a-941c-44c5-9fc1-bfc327de9193" providerId="ADAL" clId="{C8FB11B1-B3C4-497A-A717-9586A5C7B20A}" dt="2025-07-21T10:02:53.208" v="159"/>
          <ac:spMkLst>
            <pc:docMk/>
            <pc:sldMk cId="981253254" sldId="2147478460"/>
            <ac:spMk id="185" creationId="{BA2128E9-4B6C-7B5A-C3D4-B883B2D47CC0}"/>
          </ac:spMkLst>
        </pc:spChg>
        <pc:spChg chg="ord">
          <ac:chgData name="Vasanti Kadam" userId="2d2c718a-941c-44c5-9fc1-bfc327de9193" providerId="ADAL" clId="{C8FB11B1-B3C4-497A-A717-9586A5C7B20A}" dt="2025-07-21T10:01:56.109" v="151" actId="166"/>
          <ac:spMkLst>
            <pc:docMk/>
            <pc:sldMk cId="981253254" sldId="2147478460"/>
            <ac:spMk id="186" creationId="{A783DE13-2A67-CEDD-1DA1-0CCDE4649F1B}"/>
          </ac:spMkLst>
        </pc:spChg>
        <pc:spChg chg="del mod topLvl">
          <ac:chgData name="Vasanti Kadam" userId="2d2c718a-941c-44c5-9fc1-bfc327de9193" providerId="ADAL" clId="{C8FB11B1-B3C4-497A-A717-9586A5C7B20A}" dt="2025-07-21T10:02:53.208" v="161"/>
          <ac:spMkLst>
            <pc:docMk/>
            <pc:sldMk cId="981253254" sldId="2147478460"/>
            <ac:spMk id="187" creationId="{0584B204-272D-2F84-311D-9220BC385958}"/>
          </ac:spMkLst>
        </pc:spChg>
        <pc:spChg chg="mod topLvl">
          <ac:chgData name="Vasanti Kadam" userId="2d2c718a-941c-44c5-9fc1-bfc327de9193" providerId="ADAL" clId="{C8FB11B1-B3C4-497A-A717-9586A5C7B20A}" dt="2025-07-21T10:02:49.697" v="156"/>
          <ac:spMkLst>
            <pc:docMk/>
            <pc:sldMk cId="981253254" sldId="2147478460"/>
            <ac:spMk id="188" creationId="{9D12DB5D-791C-FCB5-29FF-FC5750020D7B}"/>
          </ac:spMkLst>
        </pc:spChg>
        <pc:spChg chg="ord">
          <ac:chgData name="Vasanti Kadam" userId="2d2c718a-941c-44c5-9fc1-bfc327de9193" providerId="ADAL" clId="{C8FB11B1-B3C4-497A-A717-9586A5C7B20A}" dt="2025-07-21T10:01:56.109" v="151" actId="166"/>
          <ac:spMkLst>
            <pc:docMk/>
            <pc:sldMk cId="981253254" sldId="2147478460"/>
            <ac:spMk id="189" creationId="{3ACB6FD3-003F-49E2-631B-2ED3F28C7BFE}"/>
          </ac:spMkLst>
        </pc:spChg>
        <pc:spChg chg="del mod topLvl">
          <ac:chgData name="Vasanti Kadam" userId="2d2c718a-941c-44c5-9fc1-bfc327de9193" providerId="ADAL" clId="{C8FB11B1-B3C4-497A-A717-9586A5C7B20A}" dt="2025-07-21T10:02:49.697" v="158"/>
          <ac:spMkLst>
            <pc:docMk/>
            <pc:sldMk cId="981253254" sldId="2147478460"/>
            <ac:spMk id="190" creationId="{EE0BF6D1-315E-EE02-C6C3-DD3673C2D7CA}"/>
          </ac:spMkLst>
        </pc:spChg>
        <pc:spChg chg="mod">
          <ac:chgData name="Vasanti Kadam" userId="2d2c718a-941c-44c5-9fc1-bfc327de9193" providerId="ADAL" clId="{C8FB11B1-B3C4-497A-A717-9586A5C7B20A}" dt="2025-07-21T10:02:56.588" v="162"/>
          <ac:spMkLst>
            <pc:docMk/>
            <pc:sldMk cId="981253254" sldId="2147478460"/>
            <ac:spMk id="193" creationId="{2781131D-44F0-65D4-96AD-4FB389DB2024}"/>
          </ac:spMkLst>
        </pc:spChg>
        <pc:spChg chg="del mod">
          <ac:chgData name="Vasanti Kadam" userId="2d2c718a-941c-44c5-9fc1-bfc327de9193" providerId="ADAL" clId="{C8FB11B1-B3C4-497A-A717-9586A5C7B20A}" dt="2025-07-21T10:02:56.588" v="164"/>
          <ac:spMkLst>
            <pc:docMk/>
            <pc:sldMk cId="981253254" sldId="2147478460"/>
            <ac:spMk id="194" creationId="{B60212DE-281D-1577-16E4-707347C1BD17}"/>
          </ac:spMkLst>
        </pc:spChg>
        <pc:spChg chg="mod">
          <ac:chgData name="Vasanti Kadam" userId="2d2c718a-941c-44c5-9fc1-bfc327de9193" providerId="ADAL" clId="{C8FB11B1-B3C4-497A-A717-9586A5C7B20A}" dt="2025-07-21T10:03:00.763" v="168" actId="20577"/>
          <ac:spMkLst>
            <pc:docMk/>
            <pc:sldMk cId="981253254" sldId="2147478460"/>
            <ac:spMk id="195" creationId="{C5A346B3-138A-443E-E63E-7DC29283A28F}"/>
          </ac:spMkLst>
        </pc:spChg>
        <pc:spChg chg="del mod">
          <ac:chgData name="Vasanti Kadam" userId="2d2c718a-941c-44c5-9fc1-bfc327de9193" providerId="ADAL" clId="{C8FB11B1-B3C4-497A-A717-9586A5C7B20A}" dt="2025-07-21T10:02:59.333" v="167"/>
          <ac:spMkLst>
            <pc:docMk/>
            <pc:sldMk cId="981253254" sldId="2147478460"/>
            <ac:spMk id="196" creationId="{53E73F15-64B7-7ACB-3502-22EB8BA07C05}"/>
          </ac:spMkLst>
        </pc:spChg>
        <pc:spChg chg="ord">
          <ac:chgData name="Vasanti Kadam" userId="2d2c718a-941c-44c5-9fc1-bfc327de9193" providerId="ADAL" clId="{C8FB11B1-B3C4-497A-A717-9586A5C7B20A}" dt="2025-07-21T10:01:56.109" v="151" actId="166"/>
          <ac:spMkLst>
            <pc:docMk/>
            <pc:sldMk cId="981253254" sldId="2147478460"/>
            <ac:spMk id="199" creationId="{434F8C0F-57BC-0E69-AC81-74CA12FD4852}"/>
          </ac:spMkLst>
        </pc:spChg>
        <pc:spChg chg="ord">
          <ac:chgData name="Vasanti Kadam" userId="2d2c718a-941c-44c5-9fc1-bfc327de9193" providerId="ADAL" clId="{C8FB11B1-B3C4-497A-A717-9586A5C7B20A}" dt="2025-07-21T10:01:56.109" v="151" actId="166"/>
          <ac:spMkLst>
            <pc:docMk/>
            <pc:sldMk cId="981253254" sldId="2147478460"/>
            <ac:spMk id="200" creationId="{6E82FAD3-5E7C-95BB-3E3D-15015E27081D}"/>
          </ac:spMkLst>
        </pc:spChg>
        <pc:picChg chg="del">
          <ac:chgData name="Vasanti Kadam" userId="2d2c718a-941c-44c5-9fc1-bfc327de9193" providerId="ADAL" clId="{C8FB11B1-B3C4-497A-A717-9586A5C7B20A}" dt="2025-07-21T09:59:42.416" v="111" actId="478"/>
          <ac:picMkLst>
            <pc:docMk/>
            <pc:sldMk cId="981253254" sldId="2147478460"/>
            <ac:picMk id="201" creationId="{9CFF4825-8CB1-B695-FD7E-43121FCE467C}"/>
          </ac:picMkLst>
        </pc:picChg>
        <pc:picChg chg="del">
          <ac:chgData name="Vasanti Kadam" userId="2d2c718a-941c-44c5-9fc1-bfc327de9193" providerId="ADAL" clId="{C8FB11B1-B3C4-497A-A717-9586A5C7B20A}" dt="2025-07-21T09:59:38.092" v="107" actId="478"/>
          <ac:picMkLst>
            <pc:docMk/>
            <pc:sldMk cId="981253254" sldId="2147478460"/>
            <ac:picMk id="202" creationId="{817627E1-D12A-625F-358B-7970FC8C6C42}"/>
          </ac:picMkLst>
        </pc:picChg>
        <pc:picChg chg="del">
          <ac:chgData name="Vasanti Kadam" userId="2d2c718a-941c-44c5-9fc1-bfc327de9193" providerId="ADAL" clId="{C8FB11B1-B3C4-497A-A717-9586A5C7B20A}" dt="2025-07-21T09:59:38.941" v="108" actId="478"/>
          <ac:picMkLst>
            <pc:docMk/>
            <pc:sldMk cId="981253254" sldId="2147478460"/>
            <ac:picMk id="203" creationId="{32037F75-90FC-867A-DB42-0BF883A39093}"/>
          </ac:picMkLst>
        </pc:picChg>
        <pc:picChg chg="del">
          <ac:chgData name="Vasanti Kadam" userId="2d2c718a-941c-44c5-9fc1-bfc327de9193" providerId="ADAL" clId="{C8FB11B1-B3C4-497A-A717-9586A5C7B20A}" dt="2025-07-21T09:59:41.567" v="110" actId="478"/>
          <ac:picMkLst>
            <pc:docMk/>
            <pc:sldMk cId="981253254" sldId="2147478460"/>
            <ac:picMk id="204" creationId="{44863065-76E5-620F-BD3F-3C5245B08CDC}"/>
          </ac:picMkLst>
        </pc:picChg>
        <pc:picChg chg="del">
          <ac:chgData name="Vasanti Kadam" userId="2d2c718a-941c-44c5-9fc1-bfc327de9193" providerId="ADAL" clId="{C8FB11B1-B3C4-497A-A717-9586A5C7B20A}" dt="2025-07-21T09:59:39.790" v="109" actId="478"/>
          <ac:picMkLst>
            <pc:docMk/>
            <pc:sldMk cId="981253254" sldId="2147478460"/>
            <ac:picMk id="205" creationId="{4583C04C-C16B-0AAB-7846-5065ADA419D7}"/>
          </ac:picMkLst>
        </pc:picChg>
        <pc:picChg chg="del">
          <ac:chgData name="Vasanti Kadam" userId="2d2c718a-941c-44c5-9fc1-bfc327de9193" providerId="ADAL" clId="{C8FB11B1-B3C4-497A-A717-9586A5C7B20A}" dt="2025-07-21T09:59:37.195" v="106" actId="478"/>
          <ac:picMkLst>
            <pc:docMk/>
            <pc:sldMk cId="981253254" sldId="2147478460"/>
            <ac:picMk id="206" creationId="{B786FD84-B120-DA50-CF87-C20D1DB41072}"/>
          </ac:picMkLst>
        </pc:picChg>
      </pc:sldChg>
      <pc:sldChg chg="addSp delSp modSp mod">
        <pc:chgData name="Vasanti Kadam" userId="2d2c718a-941c-44c5-9fc1-bfc327de9193" providerId="ADAL" clId="{C8FB11B1-B3C4-497A-A717-9586A5C7B20A}" dt="2025-07-21T10:11:42.021" v="349" actId="21"/>
        <pc:sldMkLst>
          <pc:docMk/>
          <pc:sldMk cId="2628924770" sldId="2147478461"/>
        </pc:sldMkLst>
        <pc:spChg chg="add del mod">
          <ac:chgData name="Vasanti Kadam" userId="2d2c718a-941c-44c5-9fc1-bfc327de9193" providerId="ADAL" clId="{C8FB11B1-B3C4-497A-A717-9586A5C7B20A}" dt="2025-07-21T10:11:42.021" v="349" actId="21"/>
          <ac:spMkLst>
            <pc:docMk/>
            <pc:sldMk cId="2628924770" sldId="2147478461"/>
            <ac:spMk id="3" creationId="{9A9AF8B5-964D-E158-87A5-19569B267BF2}"/>
          </ac:spMkLst>
        </pc:spChg>
        <pc:spChg chg="mod">
          <ac:chgData name="Vasanti Kadam" userId="2d2c718a-941c-44c5-9fc1-bfc327de9193" providerId="ADAL" clId="{C8FB11B1-B3C4-497A-A717-9586A5C7B20A}" dt="2025-07-21T10:04:01.818" v="224" actId="207"/>
          <ac:spMkLst>
            <pc:docMk/>
            <pc:sldMk cId="2628924770" sldId="2147478461"/>
            <ac:spMk id="4" creationId="{7CE3146E-61A2-D88E-9708-E035EEF53E69}"/>
          </ac:spMkLst>
        </pc:spChg>
        <pc:spChg chg="add del mod">
          <ac:chgData name="Vasanti Kadam" userId="2d2c718a-941c-44c5-9fc1-bfc327de9193" providerId="ADAL" clId="{C8FB11B1-B3C4-497A-A717-9586A5C7B20A}" dt="2025-07-21T10:11:42.021" v="349" actId="21"/>
          <ac:spMkLst>
            <pc:docMk/>
            <pc:sldMk cId="2628924770" sldId="2147478461"/>
            <ac:spMk id="5" creationId="{572B761B-0750-AF86-0EE5-221D9F8A4466}"/>
          </ac:spMkLst>
        </pc:spChg>
        <pc:spChg chg="mod topLvl">
          <ac:chgData name="Vasanti Kadam" userId="2d2c718a-941c-44c5-9fc1-bfc327de9193" providerId="ADAL" clId="{C8FB11B1-B3C4-497A-A717-9586A5C7B20A}" dt="2025-07-21T10:04:14.251" v="229" actId="207"/>
          <ac:spMkLst>
            <pc:docMk/>
            <pc:sldMk cId="2628924770" sldId="2147478461"/>
            <ac:spMk id="6" creationId="{A92B7EE7-9956-4FF7-4F9E-9449E1BE869B}"/>
          </ac:spMkLst>
        </pc:spChg>
        <pc:spChg chg="mod">
          <ac:chgData name="Vasanti Kadam" userId="2d2c718a-941c-44c5-9fc1-bfc327de9193" providerId="ADAL" clId="{C8FB11B1-B3C4-497A-A717-9586A5C7B20A}" dt="2025-07-21T10:04:25.974" v="232" actId="207"/>
          <ac:spMkLst>
            <pc:docMk/>
            <pc:sldMk cId="2628924770" sldId="2147478461"/>
            <ac:spMk id="8" creationId="{C2A03CBC-602F-CD3F-0B04-A2D95C38ACD5}"/>
          </ac:spMkLst>
        </pc:spChg>
        <pc:spChg chg="add del mod">
          <ac:chgData name="Vasanti Kadam" userId="2d2c718a-941c-44c5-9fc1-bfc327de9193" providerId="ADAL" clId="{C8FB11B1-B3C4-497A-A717-9586A5C7B20A}" dt="2025-07-21T10:11:42.021" v="349" actId="21"/>
          <ac:spMkLst>
            <pc:docMk/>
            <pc:sldMk cId="2628924770" sldId="2147478461"/>
            <ac:spMk id="11" creationId="{945B21F9-067E-0870-BB57-8191B88AC41E}"/>
          </ac:spMkLst>
        </pc:spChg>
        <pc:spChg chg="mod topLvl">
          <ac:chgData name="Vasanti Kadam" userId="2d2c718a-941c-44c5-9fc1-bfc327de9193" providerId="ADAL" clId="{C8FB11B1-B3C4-497A-A717-9586A5C7B20A}" dt="2025-07-21T10:04:14.251" v="229" actId="207"/>
          <ac:spMkLst>
            <pc:docMk/>
            <pc:sldMk cId="2628924770" sldId="2147478461"/>
            <ac:spMk id="13" creationId="{CD4BE4E6-EA7A-75F9-0A0F-7B06F8427E48}"/>
          </ac:spMkLst>
        </pc:spChg>
        <pc:spChg chg="add del mod">
          <ac:chgData name="Vasanti Kadam" userId="2d2c718a-941c-44c5-9fc1-bfc327de9193" providerId="ADAL" clId="{C8FB11B1-B3C4-497A-A717-9586A5C7B20A}" dt="2025-07-21T10:11:42.021" v="349" actId="21"/>
          <ac:spMkLst>
            <pc:docMk/>
            <pc:sldMk cId="2628924770" sldId="2147478461"/>
            <ac:spMk id="15" creationId="{D12E26B7-1F13-042D-923E-034D164D58EF}"/>
          </ac:spMkLst>
        </pc:spChg>
        <pc:spChg chg="mod topLvl">
          <ac:chgData name="Vasanti Kadam" userId="2d2c718a-941c-44c5-9fc1-bfc327de9193" providerId="ADAL" clId="{C8FB11B1-B3C4-497A-A717-9586A5C7B20A}" dt="2025-07-21T10:04:25.974" v="232" actId="207"/>
          <ac:spMkLst>
            <pc:docMk/>
            <pc:sldMk cId="2628924770" sldId="2147478461"/>
            <ac:spMk id="16" creationId="{3D64F28A-4FFE-D52A-34E8-F0D4071588EB}"/>
          </ac:spMkLst>
        </pc:spChg>
        <pc:spChg chg="mod topLvl">
          <ac:chgData name="Vasanti Kadam" userId="2d2c718a-941c-44c5-9fc1-bfc327de9193" providerId="ADAL" clId="{C8FB11B1-B3C4-497A-A717-9586A5C7B20A}" dt="2025-07-21T10:04:14.251" v="229" actId="207"/>
          <ac:spMkLst>
            <pc:docMk/>
            <pc:sldMk cId="2628924770" sldId="2147478461"/>
            <ac:spMk id="18" creationId="{5D4EFD1A-E6AF-5247-12EA-CBE604B30278}"/>
          </ac:spMkLst>
        </pc:spChg>
        <pc:spChg chg="mod topLvl">
          <ac:chgData name="Vasanti Kadam" userId="2d2c718a-941c-44c5-9fc1-bfc327de9193" providerId="ADAL" clId="{C8FB11B1-B3C4-497A-A717-9586A5C7B20A}" dt="2025-07-21T10:04:25.974" v="232" actId="207"/>
          <ac:spMkLst>
            <pc:docMk/>
            <pc:sldMk cId="2628924770" sldId="2147478461"/>
            <ac:spMk id="20" creationId="{1B63696C-AF1E-D36E-235F-3D2712E67CC0}"/>
          </ac:spMkLst>
        </pc:spChg>
        <pc:spChg chg="add del mod">
          <ac:chgData name="Vasanti Kadam" userId="2d2c718a-941c-44c5-9fc1-bfc327de9193" providerId="ADAL" clId="{C8FB11B1-B3C4-497A-A717-9586A5C7B20A}" dt="2025-07-21T10:11:42.021" v="349" actId="21"/>
          <ac:spMkLst>
            <pc:docMk/>
            <pc:sldMk cId="2628924770" sldId="2147478461"/>
            <ac:spMk id="21" creationId="{C3207475-B984-292C-F0B9-D85448D759FE}"/>
          </ac:spMkLst>
        </pc:spChg>
        <pc:spChg chg="add mod">
          <ac:chgData name="Vasanti Kadam" userId="2d2c718a-941c-44c5-9fc1-bfc327de9193" providerId="ADAL" clId="{C8FB11B1-B3C4-497A-A717-9586A5C7B20A}" dt="2025-07-21T10:05:02.008" v="251" actId="12788"/>
          <ac:spMkLst>
            <pc:docMk/>
            <pc:sldMk cId="2628924770" sldId="2147478461"/>
            <ac:spMk id="26" creationId="{1D3EE1F1-F3A1-FC6D-BFD1-363750947C0E}"/>
          </ac:spMkLst>
        </pc:spChg>
        <pc:spChg chg="mod">
          <ac:chgData name="Vasanti Kadam" userId="2d2c718a-941c-44c5-9fc1-bfc327de9193" providerId="ADAL" clId="{C8FB11B1-B3C4-497A-A717-9586A5C7B20A}" dt="2025-07-21T10:04:35.330" v="235" actId="1582"/>
          <ac:spMkLst>
            <pc:docMk/>
            <pc:sldMk cId="2628924770" sldId="2147478461"/>
            <ac:spMk id="31" creationId="{C90A1631-E2F2-FA34-BFB8-29BFA4B5DC95}"/>
          </ac:spMkLst>
        </pc:spChg>
        <pc:spChg chg="add del mod topLvl">
          <ac:chgData name="Vasanti Kadam" userId="2d2c718a-941c-44c5-9fc1-bfc327de9193" providerId="ADAL" clId="{C8FB11B1-B3C4-497A-A717-9586A5C7B20A}" dt="2025-07-21T10:04:55.566" v="248" actId="478"/>
          <ac:spMkLst>
            <pc:docMk/>
            <pc:sldMk cId="2628924770" sldId="2147478461"/>
            <ac:spMk id="32" creationId="{8DE07159-8491-B85B-400D-711AB7DC3A15}"/>
          </ac:spMkLst>
        </pc:spChg>
        <pc:spChg chg="mod">
          <ac:chgData name="Vasanti Kadam" userId="2d2c718a-941c-44c5-9fc1-bfc327de9193" providerId="ADAL" clId="{C8FB11B1-B3C4-497A-A717-9586A5C7B20A}" dt="2025-07-21T10:04:37.733" v="237"/>
          <ac:spMkLst>
            <pc:docMk/>
            <pc:sldMk cId="2628924770" sldId="2147478461"/>
            <ac:spMk id="33" creationId="{4F3437B6-FD38-FB1A-DD10-C15D6BCC5BE9}"/>
          </ac:spMkLst>
        </pc:spChg>
        <pc:spChg chg="mod">
          <ac:chgData name="Vasanti Kadam" userId="2d2c718a-941c-44c5-9fc1-bfc327de9193" providerId="ADAL" clId="{C8FB11B1-B3C4-497A-A717-9586A5C7B20A}" dt="2025-07-21T10:04:46.185" v="241" actId="1582"/>
          <ac:spMkLst>
            <pc:docMk/>
            <pc:sldMk cId="2628924770" sldId="2147478461"/>
            <ac:spMk id="34" creationId="{C7ED1641-8A3B-D9DA-ED8E-F57203DB48F3}"/>
          </ac:spMkLst>
        </pc:spChg>
        <pc:spChg chg="mod topLvl">
          <ac:chgData name="Vasanti Kadam" userId="2d2c718a-941c-44c5-9fc1-bfc327de9193" providerId="ADAL" clId="{C8FB11B1-B3C4-497A-A717-9586A5C7B20A}" dt="2025-07-21T10:11:15.604" v="343" actId="688"/>
          <ac:spMkLst>
            <pc:docMk/>
            <pc:sldMk cId="2628924770" sldId="2147478461"/>
            <ac:spMk id="35" creationId="{D44D3C20-A73D-8C64-53B5-D40D8804D0AF}"/>
          </ac:spMkLst>
        </pc:spChg>
        <pc:spChg chg="mod">
          <ac:chgData name="Vasanti Kadam" userId="2d2c718a-941c-44c5-9fc1-bfc327de9193" providerId="ADAL" clId="{C8FB11B1-B3C4-497A-A717-9586A5C7B20A}" dt="2025-07-21T10:04:46.185" v="241" actId="1582"/>
          <ac:spMkLst>
            <pc:docMk/>
            <pc:sldMk cId="2628924770" sldId="2147478461"/>
            <ac:spMk id="36" creationId="{E7C195BC-A142-C930-F34B-272D5D1114BB}"/>
          </ac:spMkLst>
        </pc:spChg>
        <pc:spChg chg="mod topLvl">
          <ac:chgData name="Vasanti Kadam" userId="2d2c718a-941c-44c5-9fc1-bfc327de9193" providerId="ADAL" clId="{C8FB11B1-B3C4-497A-A717-9586A5C7B20A}" dt="2025-07-21T10:04:04.489" v="226" actId="165"/>
          <ac:spMkLst>
            <pc:docMk/>
            <pc:sldMk cId="2628924770" sldId="2147478461"/>
            <ac:spMk id="38" creationId="{CECBD403-6AC8-7E73-9342-34CFD2D29541}"/>
          </ac:spMkLst>
        </pc:spChg>
        <pc:spChg chg="mod">
          <ac:chgData name="Vasanti Kadam" userId="2d2c718a-941c-44c5-9fc1-bfc327de9193" providerId="ADAL" clId="{C8FB11B1-B3C4-497A-A717-9586A5C7B20A}" dt="2025-07-21T10:04:06.862" v="227" actId="1076"/>
          <ac:spMkLst>
            <pc:docMk/>
            <pc:sldMk cId="2628924770" sldId="2147478461"/>
            <ac:spMk id="41" creationId="{C0D56478-4673-0065-3A2A-BB72970AC374}"/>
          </ac:spMkLst>
        </pc:spChg>
        <pc:spChg chg="mod">
          <ac:chgData name="Vasanti Kadam" userId="2d2c718a-941c-44c5-9fc1-bfc327de9193" providerId="ADAL" clId="{C8FB11B1-B3C4-497A-A717-9586A5C7B20A}" dt="2025-07-21T10:04:06.862" v="227" actId="1076"/>
          <ac:spMkLst>
            <pc:docMk/>
            <pc:sldMk cId="2628924770" sldId="2147478461"/>
            <ac:spMk id="42" creationId="{FE664785-78AD-22C0-DAFA-D4F88A3C94BD}"/>
          </ac:spMkLst>
        </pc:spChg>
        <pc:spChg chg="add del mod">
          <ac:chgData name="Vasanti Kadam" userId="2d2c718a-941c-44c5-9fc1-bfc327de9193" providerId="ADAL" clId="{C8FB11B1-B3C4-497A-A717-9586A5C7B20A}" dt="2025-07-21T10:11:42.021" v="349" actId="21"/>
          <ac:spMkLst>
            <pc:docMk/>
            <pc:sldMk cId="2628924770" sldId="2147478461"/>
            <ac:spMk id="43" creationId="{E4B0DABA-806A-FBF5-840B-CA529B9C0A56}"/>
          </ac:spMkLst>
        </pc:spChg>
        <pc:spChg chg="mod">
          <ac:chgData name="Vasanti Kadam" userId="2d2c718a-941c-44c5-9fc1-bfc327de9193" providerId="ADAL" clId="{C8FB11B1-B3C4-497A-A717-9586A5C7B20A}" dt="2025-07-21T10:04:06.862" v="227" actId="1076"/>
          <ac:spMkLst>
            <pc:docMk/>
            <pc:sldMk cId="2628924770" sldId="2147478461"/>
            <ac:spMk id="44" creationId="{E7BF78EF-2579-A9AC-8536-8CCE472E77B4}"/>
          </ac:spMkLst>
        </pc:spChg>
        <pc:spChg chg="add del mod">
          <ac:chgData name="Vasanti Kadam" userId="2d2c718a-941c-44c5-9fc1-bfc327de9193" providerId="ADAL" clId="{C8FB11B1-B3C4-497A-A717-9586A5C7B20A}" dt="2025-07-21T10:11:42.021" v="349" actId="21"/>
          <ac:spMkLst>
            <pc:docMk/>
            <pc:sldMk cId="2628924770" sldId="2147478461"/>
            <ac:spMk id="46" creationId="{1B657705-A440-4CCE-7635-CE99B4DD9398}"/>
          </ac:spMkLst>
        </pc:spChg>
        <pc:spChg chg="add del mod">
          <ac:chgData name="Vasanti Kadam" userId="2d2c718a-941c-44c5-9fc1-bfc327de9193" providerId="ADAL" clId="{C8FB11B1-B3C4-497A-A717-9586A5C7B20A}" dt="2025-07-21T10:11:42.021" v="349" actId="21"/>
          <ac:spMkLst>
            <pc:docMk/>
            <pc:sldMk cId="2628924770" sldId="2147478461"/>
            <ac:spMk id="47" creationId="{8E94A27A-2EB2-BAF0-B6CB-047C93CE1DC9}"/>
          </ac:spMkLst>
        </pc:spChg>
        <pc:spChg chg="add del mod">
          <ac:chgData name="Vasanti Kadam" userId="2d2c718a-941c-44c5-9fc1-bfc327de9193" providerId="ADAL" clId="{C8FB11B1-B3C4-497A-A717-9586A5C7B20A}" dt="2025-07-21T10:11:42.021" v="349" actId="21"/>
          <ac:spMkLst>
            <pc:docMk/>
            <pc:sldMk cId="2628924770" sldId="2147478461"/>
            <ac:spMk id="51" creationId="{76BB649A-5106-CD68-4E7D-DDFBB6D4D9CE}"/>
          </ac:spMkLst>
        </pc:spChg>
        <pc:spChg chg="add del mod">
          <ac:chgData name="Vasanti Kadam" userId="2d2c718a-941c-44c5-9fc1-bfc327de9193" providerId="ADAL" clId="{C8FB11B1-B3C4-497A-A717-9586A5C7B20A}" dt="2025-07-21T10:11:42.021" v="349" actId="21"/>
          <ac:spMkLst>
            <pc:docMk/>
            <pc:sldMk cId="2628924770" sldId="2147478461"/>
            <ac:spMk id="54" creationId="{15C3EF3D-CB3F-03A6-040C-963C809E06DB}"/>
          </ac:spMkLst>
        </pc:spChg>
        <pc:spChg chg="mod">
          <ac:chgData name="Vasanti Kadam" userId="2d2c718a-941c-44c5-9fc1-bfc327de9193" providerId="ADAL" clId="{C8FB11B1-B3C4-497A-A717-9586A5C7B20A}" dt="2025-07-21T10:09:49.383" v="317" actId="208"/>
          <ac:spMkLst>
            <pc:docMk/>
            <pc:sldMk cId="2628924770" sldId="2147478461"/>
            <ac:spMk id="114" creationId="{A2AFD035-3769-88B7-855F-2391EC1365F3}"/>
          </ac:spMkLst>
        </pc:spChg>
        <pc:spChg chg="mod">
          <ac:chgData name="Vasanti Kadam" userId="2d2c718a-941c-44c5-9fc1-bfc327de9193" providerId="ADAL" clId="{C8FB11B1-B3C4-497A-A717-9586A5C7B20A}" dt="2025-07-21T10:11:30.937" v="347" actId="208"/>
          <ac:spMkLst>
            <pc:docMk/>
            <pc:sldMk cId="2628924770" sldId="2147478461"/>
            <ac:spMk id="116" creationId="{604C4F2E-539D-69F5-3D64-659A5EE976E7}"/>
          </ac:spMkLst>
        </pc:spChg>
        <pc:spChg chg="del">
          <ac:chgData name="Vasanti Kadam" userId="2d2c718a-941c-44c5-9fc1-bfc327de9193" providerId="ADAL" clId="{C8FB11B1-B3C4-497A-A717-9586A5C7B20A}" dt="2025-07-21T10:05:37.203" v="261"/>
          <ac:spMkLst>
            <pc:docMk/>
            <pc:sldMk cId="2628924770" sldId="2147478461"/>
            <ac:spMk id="117" creationId="{E1D8560C-1598-ADC3-56E9-4111F82B566C}"/>
          </ac:spMkLst>
        </pc:spChg>
        <pc:spChg chg="mod topLvl">
          <ac:chgData name="Vasanti Kadam" userId="2d2c718a-941c-44c5-9fc1-bfc327de9193" providerId="ADAL" clId="{C8FB11B1-B3C4-497A-A717-9586A5C7B20A}" dt="2025-07-21T10:09:46.736" v="316" actId="208"/>
          <ac:spMkLst>
            <pc:docMk/>
            <pc:sldMk cId="2628924770" sldId="2147478461"/>
            <ac:spMk id="120" creationId="{E5C32C08-4D02-6C9D-1A88-87C995CA6D32}"/>
          </ac:spMkLst>
        </pc:spChg>
        <pc:spChg chg="del mod topLvl">
          <ac:chgData name="Vasanti Kadam" userId="2d2c718a-941c-44c5-9fc1-bfc327de9193" providerId="ADAL" clId="{C8FB11B1-B3C4-497A-A717-9586A5C7B20A}" dt="2025-07-21T10:05:39.939" v="264"/>
          <ac:spMkLst>
            <pc:docMk/>
            <pc:sldMk cId="2628924770" sldId="2147478461"/>
            <ac:spMk id="123" creationId="{FDBD8465-9868-D932-450E-E8ACBD697F47}"/>
          </ac:spMkLst>
        </pc:spChg>
        <pc:spChg chg="mod">
          <ac:chgData name="Vasanti Kadam" userId="2d2c718a-941c-44c5-9fc1-bfc327de9193" providerId="ADAL" clId="{C8FB11B1-B3C4-497A-A717-9586A5C7B20A}" dt="2025-07-21T10:09:49.383" v="317" actId="208"/>
          <ac:spMkLst>
            <pc:docMk/>
            <pc:sldMk cId="2628924770" sldId="2147478461"/>
            <ac:spMk id="125" creationId="{514AC490-0CB3-54D3-B50F-07231A6EF326}"/>
          </ac:spMkLst>
        </pc:spChg>
        <pc:spChg chg="mod">
          <ac:chgData name="Vasanti Kadam" userId="2d2c718a-941c-44c5-9fc1-bfc327de9193" providerId="ADAL" clId="{C8FB11B1-B3C4-497A-A717-9586A5C7B20A}" dt="2025-07-21T10:10:17.209" v="320" actId="208"/>
          <ac:spMkLst>
            <pc:docMk/>
            <pc:sldMk cId="2628924770" sldId="2147478461"/>
            <ac:spMk id="127" creationId="{CC23B6CB-8126-8BD5-3330-0D1AE239AF03}"/>
          </ac:spMkLst>
        </pc:spChg>
        <pc:spChg chg="del">
          <ac:chgData name="Vasanti Kadam" userId="2d2c718a-941c-44c5-9fc1-bfc327de9193" providerId="ADAL" clId="{C8FB11B1-B3C4-497A-A717-9586A5C7B20A}" dt="2025-07-21T10:05:34.548" v="258"/>
          <ac:spMkLst>
            <pc:docMk/>
            <pc:sldMk cId="2628924770" sldId="2147478461"/>
            <ac:spMk id="128" creationId="{3BB44EDB-FA91-5EA0-F99E-0461AAA2CB03}"/>
          </ac:spMkLst>
        </pc:spChg>
        <pc:spChg chg="mod">
          <ac:chgData name="Vasanti Kadam" userId="2d2c718a-941c-44c5-9fc1-bfc327de9193" providerId="ADAL" clId="{C8FB11B1-B3C4-497A-A717-9586A5C7B20A}" dt="2025-07-21T10:09:52.650" v="318" actId="208"/>
          <ac:spMkLst>
            <pc:docMk/>
            <pc:sldMk cId="2628924770" sldId="2147478461"/>
            <ac:spMk id="130" creationId="{83429C0A-5C65-95C2-855F-05140910B5A5}"/>
          </ac:spMkLst>
        </pc:spChg>
        <pc:spChg chg="mod">
          <ac:chgData name="Vasanti Kadam" userId="2d2c718a-941c-44c5-9fc1-bfc327de9193" providerId="ADAL" clId="{C8FB11B1-B3C4-497A-A717-9586A5C7B20A}" dt="2025-07-21T10:11:36.296" v="348" actId="208"/>
          <ac:spMkLst>
            <pc:docMk/>
            <pc:sldMk cId="2628924770" sldId="2147478461"/>
            <ac:spMk id="132" creationId="{8C970764-DEC3-4B80-F8FF-250601DEE4B8}"/>
          </ac:spMkLst>
        </pc:spChg>
        <pc:spChg chg="del">
          <ac:chgData name="Vasanti Kadam" userId="2d2c718a-941c-44c5-9fc1-bfc327de9193" providerId="ADAL" clId="{C8FB11B1-B3C4-497A-A717-9586A5C7B20A}" dt="2025-07-21T10:05:49.724" v="270"/>
          <ac:spMkLst>
            <pc:docMk/>
            <pc:sldMk cId="2628924770" sldId="2147478461"/>
            <ac:spMk id="133" creationId="{EFBD2D3C-3615-8F14-0D55-C6516294FAF6}"/>
          </ac:spMkLst>
        </pc:spChg>
        <pc:spChg chg="mod">
          <ac:chgData name="Vasanti Kadam" userId="2d2c718a-941c-44c5-9fc1-bfc327de9193" providerId="ADAL" clId="{C8FB11B1-B3C4-497A-A717-9586A5C7B20A}" dt="2025-07-21T10:09:52.650" v="318" actId="208"/>
          <ac:spMkLst>
            <pc:docMk/>
            <pc:sldMk cId="2628924770" sldId="2147478461"/>
            <ac:spMk id="135" creationId="{62DE1A7B-32AA-CB93-5A5C-FFEA013031D0}"/>
          </ac:spMkLst>
        </pc:spChg>
        <pc:spChg chg="mod">
          <ac:chgData name="Vasanti Kadam" userId="2d2c718a-941c-44c5-9fc1-bfc327de9193" providerId="ADAL" clId="{C8FB11B1-B3C4-497A-A717-9586A5C7B20A}" dt="2025-07-21T10:10:12.762" v="319" actId="208"/>
          <ac:spMkLst>
            <pc:docMk/>
            <pc:sldMk cId="2628924770" sldId="2147478461"/>
            <ac:spMk id="137" creationId="{11721423-E674-C53D-A63D-F9634551CEBB}"/>
          </ac:spMkLst>
        </pc:spChg>
        <pc:spChg chg="del">
          <ac:chgData name="Vasanti Kadam" userId="2d2c718a-941c-44c5-9fc1-bfc327de9193" providerId="ADAL" clId="{C8FB11B1-B3C4-497A-A717-9586A5C7B20A}" dt="2025-07-21T10:05:46.171" v="267"/>
          <ac:spMkLst>
            <pc:docMk/>
            <pc:sldMk cId="2628924770" sldId="2147478461"/>
            <ac:spMk id="138" creationId="{99E58C98-C20B-F501-2B6F-217E2D173D43}"/>
          </ac:spMkLst>
        </pc:spChg>
        <pc:spChg chg="mod">
          <ac:chgData name="Vasanti Kadam" userId="2d2c718a-941c-44c5-9fc1-bfc327de9193" providerId="ADAL" clId="{C8FB11B1-B3C4-497A-A717-9586A5C7B20A}" dt="2025-07-21T10:11:08.859" v="340" actId="12788"/>
          <ac:spMkLst>
            <pc:docMk/>
            <pc:sldMk cId="2628924770" sldId="2147478461"/>
            <ac:spMk id="165" creationId="{15B2DBDE-6EEE-1089-5557-DFF536DE1A22}"/>
          </ac:spMkLst>
        </pc:spChg>
        <pc:spChg chg="del">
          <ac:chgData name="Vasanti Kadam" userId="2d2c718a-941c-44c5-9fc1-bfc327de9193" providerId="ADAL" clId="{C8FB11B1-B3C4-497A-A717-9586A5C7B20A}" dt="2025-07-21T10:05:52.884" v="273"/>
          <ac:spMkLst>
            <pc:docMk/>
            <pc:sldMk cId="2628924770" sldId="2147478461"/>
            <ac:spMk id="167" creationId="{66D77D26-EB14-7ED3-7E05-44ADB57E1810}"/>
          </ac:spMkLst>
        </pc:spChg>
        <pc:grpChg chg="del mod topLvl">
          <ac:chgData name="Vasanti Kadam" userId="2d2c718a-941c-44c5-9fc1-bfc327de9193" providerId="ADAL" clId="{C8FB11B1-B3C4-497A-A717-9586A5C7B20A}" dt="2025-07-21T10:04:07.513" v="228" actId="478"/>
          <ac:grpSpMkLst>
            <pc:docMk/>
            <pc:sldMk cId="2628924770" sldId="2147478461"/>
            <ac:grpSpMk id="40" creationId="{8A2E9033-EA32-8B8D-7A16-74CA43A033BE}"/>
          </ac:grpSpMkLst>
        </pc:grpChg>
        <pc:grpChg chg="del mod">
          <ac:chgData name="Vasanti Kadam" userId="2d2c718a-941c-44c5-9fc1-bfc327de9193" providerId="ADAL" clId="{C8FB11B1-B3C4-497A-A717-9586A5C7B20A}" dt="2025-07-21T10:04:04.489" v="226" actId="165"/>
          <ac:grpSpMkLst>
            <pc:docMk/>
            <pc:sldMk cId="2628924770" sldId="2147478461"/>
            <ac:grpSpMk id="99" creationId="{D9321D52-B960-BF87-700D-06DF66BB53B9}"/>
          </ac:grpSpMkLst>
        </pc:grpChg>
        <pc:grpChg chg="del mod topLvl">
          <ac:chgData name="Vasanti Kadam" userId="2d2c718a-941c-44c5-9fc1-bfc327de9193" providerId="ADAL" clId="{C8FB11B1-B3C4-497A-A717-9586A5C7B20A}" dt="2025-07-21T10:05:17.002" v="253" actId="165"/>
          <ac:grpSpMkLst>
            <pc:docMk/>
            <pc:sldMk cId="2628924770" sldId="2147478461"/>
            <ac:grpSpMk id="145" creationId="{FE2EBA0A-1DBF-B36D-2453-1C39967BE6BB}"/>
          </ac:grpSpMkLst>
        </pc:grpChg>
        <pc:grpChg chg="del">
          <ac:chgData name="Vasanti Kadam" userId="2d2c718a-941c-44c5-9fc1-bfc327de9193" providerId="ADAL" clId="{C8FB11B1-B3C4-497A-A717-9586A5C7B20A}" dt="2025-07-21T10:05:15.210" v="252" actId="165"/>
          <ac:grpSpMkLst>
            <pc:docMk/>
            <pc:sldMk cId="2628924770" sldId="2147478461"/>
            <ac:grpSpMk id="161" creationId="{8CA8CD54-708C-00AF-CC20-5521DA7A11EA}"/>
          </ac:grpSpMkLst>
        </pc:grpChg>
        <pc:picChg chg="del">
          <ac:chgData name="Vasanti Kadam" userId="2d2c718a-941c-44c5-9fc1-bfc327de9193" providerId="ADAL" clId="{C8FB11B1-B3C4-497A-A717-9586A5C7B20A}" dt="2025-07-21T10:04:56.697" v="249" actId="478"/>
          <ac:picMkLst>
            <pc:docMk/>
            <pc:sldMk cId="2628924770" sldId="2147478461"/>
            <ac:picMk id="93" creationId="{D9E7B277-FB9A-DC9F-2134-87DF95890B7B}"/>
          </ac:picMkLst>
        </pc:picChg>
        <pc:picChg chg="del">
          <ac:chgData name="Vasanti Kadam" userId="2d2c718a-941c-44c5-9fc1-bfc327de9193" providerId="ADAL" clId="{C8FB11B1-B3C4-497A-A717-9586A5C7B20A}" dt="2025-07-21T10:04:50.951" v="244" actId="478"/>
          <ac:picMkLst>
            <pc:docMk/>
            <pc:sldMk cId="2628924770" sldId="2147478461"/>
            <ac:picMk id="101" creationId="{1380C284-68A3-F6C3-3448-13B4A34FC264}"/>
          </ac:picMkLst>
        </pc:picChg>
        <pc:picChg chg="del">
          <ac:chgData name="Vasanti Kadam" userId="2d2c718a-941c-44c5-9fc1-bfc327de9193" providerId="ADAL" clId="{C8FB11B1-B3C4-497A-A717-9586A5C7B20A}" dt="2025-07-21T10:04:49.977" v="243" actId="478"/>
          <ac:picMkLst>
            <pc:docMk/>
            <pc:sldMk cId="2628924770" sldId="2147478461"/>
            <ac:picMk id="105" creationId="{9E547EA6-3197-9429-822F-CA6F4AFD5AC7}"/>
          </ac:picMkLst>
        </pc:picChg>
        <pc:picChg chg="del">
          <ac:chgData name="Vasanti Kadam" userId="2d2c718a-941c-44c5-9fc1-bfc327de9193" providerId="ADAL" clId="{C8FB11B1-B3C4-497A-A717-9586A5C7B20A}" dt="2025-07-21T10:04:51.845" v="245" actId="478"/>
          <ac:picMkLst>
            <pc:docMk/>
            <pc:sldMk cId="2628924770" sldId="2147478461"/>
            <ac:picMk id="109" creationId="{C560B4FE-9426-38E5-7BA6-C6132322499F}"/>
          </ac:picMkLst>
        </pc:picChg>
        <pc:picChg chg="del">
          <ac:chgData name="Vasanti Kadam" userId="2d2c718a-941c-44c5-9fc1-bfc327de9193" providerId="ADAL" clId="{C8FB11B1-B3C4-497A-A717-9586A5C7B20A}" dt="2025-07-21T10:04:53.745" v="246" actId="478"/>
          <ac:picMkLst>
            <pc:docMk/>
            <pc:sldMk cId="2628924770" sldId="2147478461"/>
            <ac:picMk id="110" creationId="{5F7D996E-62A9-6996-DA65-C8D83E69C608}"/>
          </ac:picMkLst>
        </pc:picChg>
        <pc:picChg chg="del">
          <ac:chgData name="Vasanti Kadam" userId="2d2c718a-941c-44c5-9fc1-bfc327de9193" providerId="ADAL" clId="{C8FB11B1-B3C4-497A-A717-9586A5C7B20A}" dt="2025-07-21T10:04:48.483" v="242" actId="478"/>
          <ac:picMkLst>
            <pc:docMk/>
            <pc:sldMk cId="2628924770" sldId="2147478461"/>
            <ac:picMk id="111" creationId="{0EE9645F-051A-4E12-F230-68DCB9B762BA}"/>
          </ac:picMkLst>
        </pc:picChg>
        <pc:cxnChg chg="mod">
          <ac:chgData name="Vasanti Kadam" userId="2d2c718a-941c-44c5-9fc1-bfc327de9193" providerId="ADAL" clId="{C8FB11B1-B3C4-497A-A717-9586A5C7B20A}" dt="2025-07-21T10:09:37.050" v="313" actId="692"/>
          <ac:cxnSpMkLst>
            <pc:docMk/>
            <pc:sldMk cId="2628924770" sldId="2147478461"/>
            <ac:cxnSpMk id="115" creationId="{2ED7615C-D366-77E9-964B-2CB84ADE7595}"/>
          </ac:cxnSpMkLst>
        </pc:cxnChg>
        <pc:cxnChg chg="mod topLvl">
          <ac:chgData name="Vasanti Kadam" userId="2d2c718a-941c-44c5-9fc1-bfc327de9193" providerId="ADAL" clId="{C8FB11B1-B3C4-497A-A717-9586A5C7B20A}" dt="2025-07-21T10:09:37.050" v="313" actId="692"/>
          <ac:cxnSpMkLst>
            <pc:docMk/>
            <pc:sldMk cId="2628924770" sldId="2147478461"/>
            <ac:cxnSpMk id="121" creationId="{67B03A48-488A-D5EC-BD8B-1A9348EDC2BE}"/>
          </ac:cxnSpMkLst>
        </pc:cxnChg>
        <pc:cxnChg chg="mod topLvl">
          <ac:chgData name="Vasanti Kadam" userId="2d2c718a-941c-44c5-9fc1-bfc327de9193" providerId="ADAL" clId="{C8FB11B1-B3C4-497A-A717-9586A5C7B20A}" dt="2025-07-21T10:10:21.356" v="321" actId="208"/>
          <ac:cxnSpMkLst>
            <pc:docMk/>
            <pc:sldMk cId="2628924770" sldId="2147478461"/>
            <ac:cxnSpMk id="122" creationId="{22F2AC60-146A-1F12-C7B5-77582BC6C1C2}"/>
          </ac:cxnSpMkLst>
        </pc:cxnChg>
        <pc:cxnChg chg="mod">
          <ac:chgData name="Vasanti Kadam" userId="2d2c718a-941c-44c5-9fc1-bfc327de9193" providerId="ADAL" clId="{C8FB11B1-B3C4-497A-A717-9586A5C7B20A}" dt="2025-07-21T10:09:37.050" v="313" actId="692"/>
          <ac:cxnSpMkLst>
            <pc:docMk/>
            <pc:sldMk cId="2628924770" sldId="2147478461"/>
            <ac:cxnSpMk id="126" creationId="{4EEC4AAA-7223-5AAF-7CC0-E992F5C1D47C}"/>
          </ac:cxnSpMkLst>
        </pc:cxnChg>
        <pc:cxnChg chg="mod">
          <ac:chgData name="Vasanti Kadam" userId="2d2c718a-941c-44c5-9fc1-bfc327de9193" providerId="ADAL" clId="{C8FB11B1-B3C4-497A-A717-9586A5C7B20A}" dt="2025-07-21T10:09:37.050" v="313" actId="692"/>
          <ac:cxnSpMkLst>
            <pc:docMk/>
            <pc:sldMk cId="2628924770" sldId="2147478461"/>
            <ac:cxnSpMk id="131" creationId="{1FB6E0E8-4AEC-4A99-95CF-30AAC66AF4E2}"/>
          </ac:cxnSpMkLst>
        </pc:cxnChg>
        <pc:cxnChg chg="mod">
          <ac:chgData name="Vasanti Kadam" userId="2d2c718a-941c-44c5-9fc1-bfc327de9193" providerId="ADAL" clId="{C8FB11B1-B3C4-497A-A717-9586A5C7B20A}" dt="2025-07-21T10:09:37.050" v="313" actId="692"/>
          <ac:cxnSpMkLst>
            <pc:docMk/>
            <pc:sldMk cId="2628924770" sldId="2147478461"/>
            <ac:cxnSpMk id="136" creationId="{C487513E-AC4A-00BC-484C-14D78B94D4EA}"/>
          </ac:cxnSpMkLst>
        </pc:cxnChg>
        <pc:cxnChg chg="mod">
          <ac:chgData name="Vasanti Kadam" userId="2d2c718a-941c-44c5-9fc1-bfc327de9193" providerId="ADAL" clId="{C8FB11B1-B3C4-497A-A717-9586A5C7B20A}" dt="2025-07-21T10:11:21.515" v="346" actId="14100"/>
          <ac:cxnSpMkLst>
            <pc:docMk/>
            <pc:sldMk cId="2628924770" sldId="2147478461"/>
            <ac:cxnSpMk id="163" creationId="{7B7594D0-D85E-3DB3-F24A-4D2E452C9761}"/>
          </ac:cxnSpMkLst>
        </pc:cxnChg>
        <pc:cxnChg chg="mod">
          <ac:chgData name="Vasanti Kadam" userId="2d2c718a-941c-44c5-9fc1-bfc327de9193" providerId="ADAL" clId="{C8FB11B1-B3C4-497A-A717-9586A5C7B20A}" dt="2025-07-21T10:11:08.859" v="340" actId="12788"/>
          <ac:cxnSpMkLst>
            <pc:docMk/>
            <pc:sldMk cId="2628924770" sldId="2147478461"/>
            <ac:cxnSpMk id="166" creationId="{AC5C9EF0-BA70-6E0C-E8DA-EC38825DA5A3}"/>
          </ac:cxnSpMkLst>
        </pc:cxnChg>
      </pc:sldChg>
      <pc:sldChg chg="del">
        <pc:chgData name="Vasanti Kadam" userId="2d2c718a-941c-44c5-9fc1-bfc327de9193" providerId="ADAL" clId="{C8FB11B1-B3C4-497A-A717-9586A5C7B20A}" dt="2025-07-21T10:11:44.239" v="350" actId="47"/>
        <pc:sldMkLst>
          <pc:docMk/>
          <pc:sldMk cId="2284290193" sldId="2147478462"/>
        </pc:sldMkLst>
      </pc:sldChg>
      <pc:sldChg chg="addSp delSp modSp add mod">
        <pc:chgData name="Vasanti Kadam" userId="2d2c718a-941c-44c5-9fc1-bfc327de9193" providerId="ADAL" clId="{C8FB11B1-B3C4-497A-A717-9586A5C7B20A}" dt="2025-07-21T10:25:35.834" v="541" actId="21"/>
        <pc:sldMkLst>
          <pc:docMk/>
          <pc:sldMk cId="2614371295" sldId="2147478462"/>
        </pc:sldMkLst>
        <pc:spChg chg="mod">
          <ac:chgData name="Vasanti Kadam" userId="2d2c718a-941c-44c5-9fc1-bfc327de9193" providerId="ADAL" clId="{C8FB11B1-B3C4-497A-A717-9586A5C7B20A}" dt="2025-07-21T10:21:27.488" v="469" actId="947"/>
          <ac:spMkLst>
            <pc:docMk/>
            <pc:sldMk cId="2614371295" sldId="2147478462"/>
            <ac:spMk id="2" creationId="{DE021B28-518D-78E8-7A1E-8EF256C166A3}"/>
          </ac:spMkLst>
        </pc:spChg>
        <pc:spChg chg="mod">
          <ac:chgData name="Vasanti Kadam" userId="2d2c718a-941c-44c5-9fc1-bfc327de9193" providerId="ADAL" clId="{C8FB11B1-B3C4-497A-A717-9586A5C7B20A}" dt="2025-07-21T10:21:27.488" v="470" actId="947"/>
          <ac:spMkLst>
            <pc:docMk/>
            <pc:sldMk cId="2614371295" sldId="2147478462"/>
            <ac:spMk id="3" creationId="{9A9AF8B5-964D-E158-87A5-19569B267BF2}"/>
          </ac:spMkLst>
        </pc:spChg>
        <pc:spChg chg="mod">
          <ac:chgData name="Vasanti Kadam" userId="2d2c718a-941c-44c5-9fc1-bfc327de9193" providerId="ADAL" clId="{C8FB11B1-B3C4-497A-A717-9586A5C7B20A}" dt="2025-07-21T10:20:19.754" v="429" actId="1076"/>
          <ac:spMkLst>
            <pc:docMk/>
            <pc:sldMk cId="2614371295" sldId="2147478462"/>
            <ac:spMk id="4" creationId="{4941173D-777C-6ECC-9538-8FA6B854042C}"/>
          </ac:spMkLst>
        </pc:spChg>
        <pc:spChg chg="mod">
          <ac:chgData name="Vasanti Kadam" userId="2d2c718a-941c-44c5-9fc1-bfc327de9193" providerId="ADAL" clId="{C8FB11B1-B3C4-497A-A717-9586A5C7B20A}" dt="2025-07-21T10:21:27.488" v="471" actId="947"/>
          <ac:spMkLst>
            <pc:docMk/>
            <pc:sldMk cId="2614371295" sldId="2147478462"/>
            <ac:spMk id="5" creationId="{572B761B-0750-AF86-0EE5-221D9F8A4466}"/>
          </ac:spMkLst>
        </pc:spChg>
        <pc:spChg chg="mod">
          <ac:chgData name="Vasanti Kadam" userId="2d2c718a-941c-44c5-9fc1-bfc327de9193" providerId="ADAL" clId="{C8FB11B1-B3C4-497A-A717-9586A5C7B20A}" dt="2025-07-21T10:21:27.488" v="472" actId="947"/>
          <ac:spMkLst>
            <pc:docMk/>
            <pc:sldMk cId="2614371295" sldId="2147478462"/>
            <ac:spMk id="7" creationId="{FABB9B54-1A4A-FD2D-B671-FBCB53D85466}"/>
          </ac:spMkLst>
        </pc:spChg>
        <pc:spChg chg="mod">
          <ac:chgData name="Vasanti Kadam" userId="2d2c718a-941c-44c5-9fc1-bfc327de9193" providerId="ADAL" clId="{C8FB11B1-B3C4-497A-A717-9586A5C7B20A}" dt="2025-07-21T10:21:27.488" v="473" actId="947"/>
          <ac:spMkLst>
            <pc:docMk/>
            <pc:sldMk cId="2614371295" sldId="2147478462"/>
            <ac:spMk id="9" creationId="{07BF8574-BCF5-D186-01D8-9D46EED16435}"/>
          </ac:spMkLst>
        </pc:spChg>
        <pc:spChg chg="mod">
          <ac:chgData name="Vasanti Kadam" userId="2d2c718a-941c-44c5-9fc1-bfc327de9193" providerId="ADAL" clId="{C8FB11B1-B3C4-497A-A717-9586A5C7B20A}" dt="2025-07-21T10:21:27.488" v="474" actId="947"/>
          <ac:spMkLst>
            <pc:docMk/>
            <pc:sldMk cId="2614371295" sldId="2147478462"/>
            <ac:spMk id="10" creationId="{05B3A4BF-31FC-1926-A701-3F03EFC38024}"/>
          </ac:spMkLst>
        </pc:spChg>
        <pc:spChg chg="mod">
          <ac:chgData name="Vasanti Kadam" userId="2d2c718a-941c-44c5-9fc1-bfc327de9193" providerId="ADAL" clId="{C8FB11B1-B3C4-497A-A717-9586A5C7B20A}" dt="2025-07-21T10:21:27.488" v="475" actId="947"/>
          <ac:spMkLst>
            <pc:docMk/>
            <pc:sldMk cId="2614371295" sldId="2147478462"/>
            <ac:spMk id="11" creationId="{945B21F9-067E-0870-BB57-8191B88AC41E}"/>
          </ac:spMkLst>
        </pc:spChg>
        <pc:spChg chg="mod">
          <ac:chgData name="Vasanti Kadam" userId="2d2c718a-941c-44c5-9fc1-bfc327de9193" providerId="ADAL" clId="{C8FB11B1-B3C4-497A-A717-9586A5C7B20A}" dt="2025-07-21T10:21:27.488" v="476" actId="947"/>
          <ac:spMkLst>
            <pc:docMk/>
            <pc:sldMk cId="2614371295" sldId="2147478462"/>
            <ac:spMk id="12" creationId="{F3418508-ECCC-E4A1-6BE8-4AC05C554086}"/>
          </ac:spMkLst>
        </pc:spChg>
        <pc:spChg chg="del">
          <ac:chgData name="Vasanti Kadam" userId="2d2c718a-941c-44c5-9fc1-bfc327de9193" providerId="ADAL" clId="{C8FB11B1-B3C4-497A-A717-9586A5C7B20A}" dt="2025-07-21T10:16:53.871" v="372" actId="478"/>
          <ac:spMkLst>
            <pc:docMk/>
            <pc:sldMk cId="2614371295" sldId="2147478462"/>
            <ac:spMk id="13" creationId="{CD73FE03-4867-D24E-EB95-40CE3290CE00}"/>
          </ac:spMkLst>
        </pc:spChg>
        <pc:spChg chg="add del mod">
          <ac:chgData name="Vasanti Kadam" userId="2d2c718a-941c-44c5-9fc1-bfc327de9193" providerId="ADAL" clId="{C8FB11B1-B3C4-497A-A717-9586A5C7B20A}" dt="2025-07-21T10:25:35.834" v="541" actId="21"/>
          <ac:spMkLst>
            <pc:docMk/>
            <pc:sldMk cId="2614371295" sldId="2147478462"/>
            <ac:spMk id="14" creationId="{8CDC6984-F7DB-EF9E-9C2D-220AA22C289A}"/>
          </ac:spMkLst>
        </pc:spChg>
        <pc:spChg chg="add del mod">
          <ac:chgData name="Vasanti Kadam" userId="2d2c718a-941c-44c5-9fc1-bfc327de9193" providerId="ADAL" clId="{C8FB11B1-B3C4-497A-A717-9586A5C7B20A}" dt="2025-07-21T10:25:35.834" v="541" actId="21"/>
          <ac:spMkLst>
            <pc:docMk/>
            <pc:sldMk cId="2614371295" sldId="2147478462"/>
            <ac:spMk id="15" creationId="{D12E26B7-1F13-042D-923E-034D164D58EF}"/>
          </ac:spMkLst>
        </pc:spChg>
        <pc:spChg chg="del">
          <ac:chgData name="Vasanti Kadam" userId="2d2c718a-941c-44c5-9fc1-bfc327de9193" providerId="ADAL" clId="{C8FB11B1-B3C4-497A-A717-9586A5C7B20A}" dt="2025-07-21T10:16:53.871" v="372" actId="478"/>
          <ac:spMkLst>
            <pc:docMk/>
            <pc:sldMk cId="2614371295" sldId="2147478462"/>
            <ac:spMk id="16" creationId="{0B6AA2EB-E2A0-581E-3CAA-90DCB7FCDDFE}"/>
          </ac:spMkLst>
        </pc:spChg>
        <pc:spChg chg="add del mod">
          <ac:chgData name="Vasanti Kadam" userId="2d2c718a-941c-44c5-9fc1-bfc327de9193" providerId="ADAL" clId="{C8FB11B1-B3C4-497A-A717-9586A5C7B20A}" dt="2025-07-21T10:25:35.834" v="541" actId="21"/>
          <ac:spMkLst>
            <pc:docMk/>
            <pc:sldMk cId="2614371295" sldId="2147478462"/>
            <ac:spMk id="17" creationId="{861D9A80-BD46-D9DF-11AA-658B9D5000D5}"/>
          </ac:spMkLst>
        </pc:spChg>
        <pc:spChg chg="del">
          <ac:chgData name="Vasanti Kadam" userId="2d2c718a-941c-44c5-9fc1-bfc327de9193" providerId="ADAL" clId="{C8FB11B1-B3C4-497A-A717-9586A5C7B20A}" dt="2025-07-21T10:16:53.871" v="372" actId="478"/>
          <ac:spMkLst>
            <pc:docMk/>
            <pc:sldMk cId="2614371295" sldId="2147478462"/>
            <ac:spMk id="18" creationId="{BB3D8F45-D029-BDEA-858E-FA8D01BA1887}"/>
          </ac:spMkLst>
        </pc:spChg>
        <pc:spChg chg="mod">
          <ac:chgData name="Vasanti Kadam" userId="2d2c718a-941c-44c5-9fc1-bfc327de9193" providerId="ADAL" clId="{C8FB11B1-B3C4-497A-A717-9586A5C7B20A}" dt="2025-07-21T10:21:27.488" v="486" actId="947"/>
          <ac:spMkLst>
            <pc:docMk/>
            <pc:sldMk cId="2614371295" sldId="2147478462"/>
            <ac:spMk id="19" creationId="{570F2A09-7AD5-1BFA-89F0-7E991277A1B6}"/>
          </ac:spMkLst>
        </pc:spChg>
        <pc:spChg chg="mod">
          <ac:chgData name="Vasanti Kadam" userId="2d2c718a-941c-44c5-9fc1-bfc327de9193" providerId="ADAL" clId="{C8FB11B1-B3C4-497A-A717-9586A5C7B20A}" dt="2025-07-21T10:21:27.488" v="478" actId="947"/>
          <ac:spMkLst>
            <pc:docMk/>
            <pc:sldMk cId="2614371295" sldId="2147478462"/>
            <ac:spMk id="21" creationId="{C3207475-B984-292C-F0B9-D85448D759FE}"/>
          </ac:spMkLst>
        </pc:spChg>
        <pc:spChg chg="add del mod">
          <ac:chgData name="Vasanti Kadam" userId="2d2c718a-941c-44c5-9fc1-bfc327de9193" providerId="ADAL" clId="{C8FB11B1-B3C4-497A-A717-9586A5C7B20A}" dt="2025-07-21T10:25:35.834" v="541" actId="21"/>
          <ac:spMkLst>
            <pc:docMk/>
            <pc:sldMk cId="2614371295" sldId="2147478462"/>
            <ac:spMk id="22" creationId="{A228EF80-3F05-CD2B-0610-25DBC3DE1D3F}"/>
          </ac:spMkLst>
        </pc:spChg>
        <pc:spChg chg="mod">
          <ac:chgData name="Vasanti Kadam" userId="2d2c718a-941c-44c5-9fc1-bfc327de9193" providerId="ADAL" clId="{C8FB11B1-B3C4-497A-A717-9586A5C7B20A}" dt="2025-07-21T10:21:27.488" v="480" actId="947"/>
          <ac:spMkLst>
            <pc:docMk/>
            <pc:sldMk cId="2614371295" sldId="2147478462"/>
            <ac:spMk id="23" creationId="{26ADDC0A-A608-1ED3-83B2-D2E8E5E5B6C9}"/>
          </ac:spMkLst>
        </pc:spChg>
        <pc:spChg chg="add del mod">
          <ac:chgData name="Vasanti Kadam" userId="2d2c718a-941c-44c5-9fc1-bfc327de9193" providerId="ADAL" clId="{C8FB11B1-B3C4-497A-A717-9586A5C7B20A}" dt="2025-07-21T10:25:35.834" v="541" actId="21"/>
          <ac:spMkLst>
            <pc:docMk/>
            <pc:sldMk cId="2614371295" sldId="2147478462"/>
            <ac:spMk id="24" creationId="{0A0D5BCA-CA99-A35E-3D43-5F239333E1D9}"/>
          </ac:spMkLst>
        </pc:spChg>
        <pc:spChg chg="add del mod">
          <ac:chgData name="Vasanti Kadam" userId="2d2c718a-941c-44c5-9fc1-bfc327de9193" providerId="ADAL" clId="{C8FB11B1-B3C4-497A-A717-9586A5C7B20A}" dt="2025-07-21T10:25:35.834" v="541" actId="21"/>
          <ac:spMkLst>
            <pc:docMk/>
            <pc:sldMk cId="2614371295" sldId="2147478462"/>
            <ac:spMk id="25" creationId="{0116E7E6-3E91-97D5-14F0-9170AB844D3C}"/>
          </ac:spMkLst>
        </pc:spChg>
        <pc:spChg chg="del">
          <ac:chgData name="Vasanti Kadam" userId="2d2c718a-941c-44c5-9fc1-bfc327de9193" providerId="ADAL" clId="{C8FB11B1-B3C4-497A-A717-9586A5C7B20A}" dt="2025-07-21T10:16:53.871" v="372" actId="478"/>
          <ac:spMkLst>
            <pc:docMk/>
            <pc:sldMk cId="2614371295" sldId="2147478462"/>
            <ac:spMk id="26" creationId="{E8DC6CDB-3437-22FD-676C-9860745140CB}"/>
          </ac:spMkLst>
        </pc:spChg>
        <pc:spChg chg="add mod">
          <ac:chgData name="Vasanti Kadam" userId="2d2c718a-941c-44c5-9fc1-bfc327de9193" providerId="ADAL" clId="{C8FB11B1-B3C4-497A-A717-9586A5C7B20A}" dt="2025-07-21T10:16:54.483" v="373"/>
          <ac:spMkLst>
            <pc:docMk/>
            <pc:sldMk cId="2614371295" sldId="2147478462"/>
            <ac:spMk id="27" creationId="{9A9AF8B5-964D-E158-87A5-19569B267BF2}"/>
          </ac:spMkLst>
        </pc:spChg>
        <pc:spChg chg="add mod">
          <ac:chgData name="Vasanti Kadam" userId="2d2c718a-941c-44c5-9fc1-bfc327de9193" providerId="ADAL" clId="{C8FB11B1-B3C4-497A-A717-9586A5C7B20A}" dt="2025-07-21T10:16:54.483" v="373"/>
          <ac:spMkLst>
            <pc:docMk/>
            <pc:sldMk cId="2614371295" sldId="2147478462"/>
            <ac:spMk id="28" creationId="{572B761B-0750-AF86-0EE5-221D9F8A4466}"/>
          </ac:spMkLst>
        </pc:spChg>
        <pc:spChg chg="del">
          <ac:chgData name="Vasanti Kadam" userId="2d2c718a-941c-44c5-9fc1-bfc327de9193" providerId="ADAL" clId="{C8FB11B1-B3C4-497A-A717-9586A5C7B20A}" dt="2025-07-21T10:16:53.871" v="372" actId="478"/>
          <ac:spMkLst>
            <pc:docMk/>
            <pc:sldMk cId="2614371295" sldId="2147478462"/>
            <ac:spMk id="31" creationId="{634D941E-37E8-9B1A-BE75-20DBB1FB9944}"/>
          </ac:spMkLst>
        </pc:spChg>
        <pc:spChg chg="del">
          <ac:chgData name="Vasanti Kadam" userId="2d2c718a-941c-44c5-9fc1-bfc327de9193" providerId="ADAL" clId="{C8FB11B1-B3C4-497A-A717-9586A5C7B20A}" dt="2025-07-21T10:16:53.871" v="372" actId="478"/>
          <ac:spMkLst>
            <pc:docMk/>
            <pc:sldMk cId="2614371295" sldId="2147478462"/>
            <ac:spMk id="33" creationId="{24FBDAF5-6966-369D-11A9-C1091F0E729E}"/>
          </ac:spMkLst>
        </pc:spChg>
        <pc:spChg chg="mod">
          <ac:chgData name="Vasanti Kadam" userId="2d2c718a-941c-44c5-9fc1-bfc327de9193" providerId="ADAL" clId="{C8FB11B1-B3C4-497A-A717-9586A5C7B20A}" dt="2025-07-21T10:21:27.488" v="485" actId="947"/>
          <ac:spMkLst>
            <pc:docMk/>
            <pc:sldMk cId="2614371295" sldId="2147478462"/>
            <ac:spMk id="39" creationId="{A1C32757-D859-A3E4-EA37-C1BB4B6D0DC9}"/>
          </ac:spMkLst>
        </pc:spChg>
        <pc:spChg chg="add mod">
          <ac:chgData name="Vasanti Kadam" userId="2d2c718a-941c-44c5-9fc1-bfc327de9193" providerId="ADAL" clId="{C8FB11B1-B3C4-497A-A717-9586A5C7B20A}" dt="2025-07-21T10:16:54.483" v="373"/>
          <ac:spMkLst>
            <pc:docMk/>
            <pc:sldMk cId="2614371295" sldId="2147478462"/>
            <ac:spMk id="40" creationId="{945B21F9-067E-0870-BB57-8191B88AC41E}"/>
          </ac:spMkLst>
        </pc:spChg>
        <pc:spChg chg="add del mod">
          <ac:chgData name="Vasanti Kadam" userId="2d2c718a-941c-44c5-9fc1-bfc327de9193" providerId="ADAL" clId="{C8FB11B1-B3C4-497A-A717-9586A5C7B20A}" dt="2025-07-21T10:25:35.834" v="541" actId="21"/>
          <ac:spMkLst>
            <pc:docMk/>
            <pc:sldMk cId="2614371295" sldId="2147478462"/>
            <ac:spMk id="43" creationId="{E4B0DABA-806A-FBF5-840B-CA529B9C0A56}"/>
          </ac:spMkLst>
        </pc:spChg>
        <pc:spChg chg="add del mod">
          <ac:chgData name="Vasanti Kadam" userId="2d2c718a-941c-44c5-9fc1-bfc327de9193" providerId="ADAL" clId="{C8FB11B1-B3C4-497A-A717-9586A5C7B20A}" dt="2025-07-21T10:25:35.834" v="541" actId="21"/>
          <ac:spMkLst>
            <pc:docMk/>
            <pc:sldMk cId="2614371295" sldId="2147478462"/>
            <ac:spMk id="46" creationId="{1B657705-A440-4CCE-7635-CE99B4DD9398}"/>
          </ac:spMkLst>
        </pc:spChg>
        <pc:spChg chg="add del mod">
          <ac:chgData name="Vasanti Kadam" userId="2d2c718a-941c-44c5-9fc1-bfc327de9193" providerId="ADAL" clId="{C8FB11B1-B3C4-497A-A717-9586A5C7B20A}" dt="2025-07-21T10:25:35.834" v="541" actId="21"/>
          <ac:spMkLst>
            <pc:docMk/>
            <pc:sldMk cId="2614371295" sldId="2147478462"/>
            <ac:spMk id="47" creationId="{8E94A27A-2EB2-BAF0-B6CB-047C93CE1DC9}"/>
          </ac:spMkLst>
        </pc:spChg>
        <pc:spChg chg="mod">
          <ac:chgData name="Vasanti Kadam" userId="2d2c718a-941c-44c5-9fc1-bfc327de9193" providerId="ADAL" clId="{C8FB11B1-B3C4-497A-A717-9586A5C7B20A}" dt="2025-07-21T10:21:27.488" v="490" actId="947"/>
          <ac:spMkLst>
            <pc:docMk/>
            <pc:sldMk cId="2614371295" sldId="2147478462"/>
            <ac:spMk id="49" creationId="{771C637C-45B9-F6C7-487E-CD64E82ECDE5}"/>
          </ac:spMkLst>
        </pc:spChg>
        <pc:spChg chg="mod">
          <ac:chgData name="Vasanti Kadam" userId="2d2c718a-941c-44c5-9fc1-bfc327de9193" providerId="ADAL" clId="{C8FB11B1-B3C4-497A-A717-9586A5C7B20A}" dt="2025-07-21T10:21:27.488" v="491" actId="947"/>
          <ac:spMkLst>
            <pc:docMk/>
            <pc:sldMk cId="2614371295" sldId="2147478462"/>
            <ac:spMk id="51" creationId="{76BB649A-5106-CD68-4E7D-DDFBB6D4D9CE}"/>
          </ac:spMkLst>
        </pc:spChg>
        <pc:spChg chg="add mod">
          <ac:chgData name="Vasanti Kadam" userId="2d2c718a-941c-44c5-9fc1-bfc327de9193" providerId="ADAL" clId="{C8FB11B1-B3C4-497A-A717-9586A5C7B20A}" dt="2025-07-21T10:16:54.483" v="373"/>
          <ac:spMkLst>
            <pc:docMk/>
            <pc:sldMk cId="2614371295" sldId="2147478462"/>
            <ac:spMk id="52" creationId="{0116E7E6-3E91-97D5-14F0-9170AB844D3C}"/>
          </ac:spMkLst>
        </pc:spChg>
        <pc:spChg chg="add mod">
          <ac:chgData name="Vasanti Kadam" userId="2d2c718a-941c-44c5-9fc1-bfc327de9193" providerId="ADAL" clId="{C8FB11B1-B3C4-497A-A717-9586A5C7B20A}" dt="2025-07-21T10:16:54.483" v="373"/>
          <ac:spMkLst>
            <pc:docMk/>
            <pc:sldMk cId="2614371295" sldId="2147478462"/>
            <ac:spMk id="53" creationId="{D12E26B7-1F13-042D-923E-034D164D58EF}"/>
          </ac:spMkLst>
        </pc:spChg>
        <pc:spChg chg="add del mod">
          <ac:chgData name="Vasanti Kadam" userId="2d2c718a-941c-44c5-9fc1-bfc327de9193" providerId="ADAL" clId="{C8FB11B1-B3C4-497A-A717-9586A5C7B20A}" dt="2025-07-21T10:25:35.834" v="541" actId="21"/>
          <ac:spMkLst>
            <pc:docMk/>
            <pc:sldMk cId="2614371295" sldId="2147478462"/>
            <ac:spMk id="54" creationId="{15C3EF3D-CB3F-03A6-040C-963C809E06DB}"/>
          </ac:spMkLst>
        </pc:spChg>
        <pc:spChg chg="mod">
          <ac:chgData name="Vasanti Kadam" userId="2d2c718a-941c-44c5-9fc1-bfc327de9193" providerId="ADAL" clId="{C8FB11B1-B3C4-497A-A717-9586A5C7B20A}" dt="2025-07-21T10:21:27.504" v="493" actId="947"/>
          <ac:spMkLst>
            <pc:docMk/>
            <pc:sldMk cId="2614371295" sldId="2147478462"/>
            <ac:spMk id="55" creationId="{5B25FE4C-6AEC-D666-87D5-612B9B9A9C3B}"/>
          </ac:spMkLst>
        </pc:spChg>
        <pc:spChg chg="add mod">
          <ac:chgData name="Vasanti Kadam" userId="2d2c718a-941c-44c5-9fc1-bfc327de9193" providerId="ADAL" clId="{C8FB11B1-B3C4-497A-A717-9586A5C7B20A}" dt="2025-07-21T10:16:54.483" v="373"/>
          <ac:spMkLst>
            <pc:docMk/>
            <pc:sldMk cId="2614371295" sldId="2147478462"/>
            <ac:spMk id="56" creationId="{861D9A80-BD46-D9DF-11AA-658B9D5000D5}"/>
          </ac:spMkLst>
        </pc:spChg>
        <pc:spChg chg="add mod">
          <ac:chgData name="Vasanti Kadam" userId="2d2c718a-941c-44c5-9fc1-bfc327de9193" providerId="ADAL" clId="{C8FB11B1-B3C4-497A-A717-9586A5C7B20A}" dt="2025-07-21T10:16:54.483" v="373"/>
          <ac:spMkLst>
            <pc:docMk/>
            <pc:sldMk cId="2614371295" sldId="2147478462"/>
            <ac:spMk id="58" creationId="{570F2A09-7AD5-1BFA-89F0-7E991277A1B6}"/>
          </ac:spMkLst>
        </pc:spChg>
        <pc:spChg chg="add mod">
          <ac:chgData name="Vasanti Kadam" userId="2d2c718a-941c-44c5-9fc1-bfc327de9193" providerId="ADAL" clId="{C8FB11B1-B3C4-497A-A717-9586A5C7B20A}" dt="2025-07-21T10:16:54.483" v="373"/>
          <ac:spMkLst>
            <pc:docMk/>
            <pc:sldMk cId="2614371295" sldId="2147478462"/>
            <ac:spMk id="59" creationId="{E4B0DABA-806A-FBF5-840B-CA529B9C0A56}"/>
          </ac:spMkLst>
        </pc:spChg>
        <pc:spChg chg="add mod">
          <ac:chgData name="Vasanti Kadam" userId="2d2c718a-941c-44c5-9fc1-bfc327de9193" providerId="ADAL" clId="{C8FB11B1-B3C4-497A-A717-9586A5C7B20A}" dt="2025-07-21T10:16:54.483" v="373"/>
          <ac:spMkLst>
            <pc:docMk/>
            <pc:sldMk cId="2614371295" sldId="2147478462"/>
            <ac:spMk id="60" creationId="{1B657705-A440-4CCE-7635-CE99B4DD9398}"/>
          </ac:spMkLst>
        </pc:spChg>
        <pc:spChg chg="add mod">
          <ac:chgData name="Vasanti Kadam" userId="2d2c718a-941c-44c5-9fc1-bfc327de9193" providerId="ADAL" clId="{C8FB11B1-B3C4-497A-A717-9586A5C7B20A}" dt="2025-07-21T10:16:54.483" v="373"/>
          <ac:spMkLst>
            <pc:docMk/>
            <pc:sldMk cId="2614371295" sldId="2147478462"/>
            <ac:spMk id="63" creationId="{76BB649A-5106-CD68-4E7D-DDFBB6D4D9CE}"/>
          </ac:spMkLst>
        </pc:spChg>
        <pc:spChg chg="mod">
          <ac:chgData name="Vasanti Kadam" userId="2d2c718a-941c-44c5-9fc1-bfc327de9193" providerId="ADAL" clId="{C8FB11B1-B3C4-497A-A717-9586A5C7B20A}" dt="2025-07-21T10:18:20.521" v="401" actId="207"/>
          <ac:spMkLst>
            <pc:docMk/>
            <pc:sldMk cId="2614371295" sldId="2147478462"/>
            <ac:spMk id="69" creationId="{2F42CC0C-97CF-9888-E577-C8C0840D3A97}"/>
          </ac:spMkLst>
        </pc:spChg>
        <pc:spChg chg="mod">
          <ac:chgData name="Vasanti Kadam" userId="2d2c718a-941c-44c5-9fc1-bfc327de9193" providerId="ADAL" clId="{C8FB11B1-B3C4-497A-A717-9586A5C7B20A}" dt="2025-07-21T10:18:20.521" v="401" actId="207"/>
          <ac:spMkLst>
            <pc:docMk/>
            <pc:sldMk cId="2614371295" sldId="2147478462"/>
            <ac:spMk id="70" creationId="{FE459EF5-FB5F-842E-2F1F-90F003ABF084}"/>
          </ac:spMkLst>
        </pc:spChg>
        <pc:spChg chg="mod">
          <ac:chgData name="Vasanti Kadam" userId="2d2c718a-941c-44c5-9fc1-bfc327de9193" providerId="ADAL" clId="{C8FB11B1-B3C4-497A-A717-9586A5C7B20A}" dt="2025-07-21T10:18:20.521" v="401" actId="207"/>
          <ac:spMkLst>
            <pc:docMk/>
            <pc:sldMk cId="2614371295" sldId="2147478462"/>
            <ac:spMk id="71" creationId="{212A0E86-43AF-0A4B-76E0-30324FDC1E7E}"/>
          </ac:spMkLst>
        </pc:spChg>
        <pc:spChg chg="mod">
          <ac:chgData name="Vasanti Kadam" userId="2d2c718a-941c-44c5-9fc1-bfc327de9193" providerId="ADAL" clId="{C8FB11B1-B3C4-497A-A717-9586A5C7B20A}" dt="2025-07-21T10:18:24.874" v="402" actId="207"/>
          <ac:spMkLst>
            <pc:docMk/>
            <pc:sldMk cId="2614371295" sldId="2147478462"/>
            <ac:spMk id="72" creationId="{995B9CEE-6B33-B314-A2A7-9A740A7E0823}"/>
          </ac:spMkLst>
        </pc:spChg>
        <pc:spChg chg="mod">
          <ac:chgData name="Vasanti Kadam" userId="2d2c718a-941c-44c5-9fc1-bfc327de9193" providerId="ADAL" clId="{C8FB11B1-B3C4-497A-A717-9586A5C7B20A}" dt="2025-07-21T10:25:29.545" v="538" actId="164"/>
          <ac:spMkLst>
            <pc:docMk/>
            <pc:sldMk cId="2614371295" sldId="2147478462"/>
            <ac:spMk id="73" creationId="{E787D92F-C751-F245-C740-DD6A8C8C8A4F}"/>
          </ac:spMkLst>
        </pc:spChg>
        <pc:spChg chg="mod">
          <ac:chgData name="Vasanti Kadam" userId="2d2c718a-941c-44c5-9fc1-bfc327de9193" providerId="ADAL" clId="{C8FB11B1-B3C4-497A-A717-9586A5C7B20A}" dt="2025-07-21T10:25:14.229" v="531" actId="207"/>
          <ac:spMkLst>
            <pc:docMk/>
            <pc:sldMk cId="2614371295" sldId="2147478462"/>
            <ac:spMk id="74" creationId="{D49357C0-8C07-1005-F8BB-7E4967B38C59}"/>
          </ac:spMkLst>
        </pc:spChg>
        <pc:spChg chg="mod">
          <ac:chgData name="Vasanti Kadam" userId="2d2c718a-941c-44c5-9fc1-bfc327de9193" providerId="ADAL" clId="{C8FB11B1-B3C4-497A-A717-9586A5C7B20A}" dt="2025-07-21T10:25:29.545" v="538" actId="164"/>
          <ac:spMkLst>
            <pc:docMk/>
            <pc:sldMk cId="2614371295" sldId="2147478462"/>
            <ac:spMk id="75" creationId="{F3529519-3D4E-27A1-2222-A9BF200B945A}"/>
          </ac:spMkLst>
        </pc:spChg>
        <pc:spChg chg="mod topLvl">
          <ac:chgData name="Vasanti Kadam" userId="2d2c718a-941c-44c5-9fc1-bfc327de9193" providerId="ADAL" clId="{C8FB11B1-B3C4-497A-A717-9586A5C7B20A}" dt="2025-07-21T10:25:27.313" v="537" actId="165"/>
          <ac:spMkLst>
            <pc:docMk/>
            <pc:sldMk cId="2614371295" sldId="2147478462"/>
            <ac:spMk id="76" creationId="{88967F56-32A9-7337-176B-7C1E8021A374}"/>
          </ac:spMkLst>
        </pc:spChg>
        <pc:spChg chg="mod">
          <ac:chgData name="Vasanti Kadam" userId="2d2c718a-941c-44c5-9fc1-bfc327de9193" providerId="ADAL" clId="{C8FB11B1-B3C4-497A-A717-9586A5C7B20A}" dt="2025-07-21T10:25:01.819" v="528" actId="207"/>
          <ac:spMkLst>
            <pc:docMk/>
            <pc:sldMk cId="2614371295" sldId="2147478462"/>
            <ac:spMk id="77" creationId="{D074E6E3-8F00-50B3-A100-7CC8680EBD3E}"/>
          </ac:spMkLst>
        </pc:spChg>
        <pc:spChg chg="mod">
          <ac:chgData name="Vasanti Kadam" userId="2d2c718a-941c-44c5-9fc1-bfc327de9193" providerId="ADAL" clId="{C8FB11B1-B3C4-497A-A717-9586A5C7B20A}" dt="2025-07-21T10:25:10.912" v="530" actId="207"/>
          <ac:spMkLst>
            <pc:docMk/>
            <pc:sldMk cId="2614371295" sldId="2147478462"/>
            <ac:spMk id="78" creationId="{EC1279B8-AF54-A6CE-C4CE-17489DB2F679}"/>
          </ac:spMkLst>
        </pc:spChg>
        <pc:spChg chg="mod">
          <ac:chgData name="Vasanti Kadam" userId="2d2c718a-941c-44c5-9fc1-bfc327de9193" providerId="ADAL" clId="{C8FB11B1-B3C4-497A-A717-9586A5C7B20A}" dt="2025-07-21T10:21:36.027" v="502"/>
          <ac:spMkLst>
            <pc:docMk/>
            <pc:sldMk cId="2614371295" sldId="2147478462"/>
            <ac:spMk id="79" creationId="{B83B6610-432D-9FD4-1F02-553C83C31EFA}"/>
          </ac:spMkLst>
        </pc:spChg>
        <pc:spChg chg="mod">
          <ac:chgData name="Vasanti Kadam" userId="2d2c718a-941c-44c5-9fc1-bfc327de9193" providerId="ADAL" clId="{C8FB11B1-B3C4-497A-A717-9586A5C7B20A}" dt="2025-07-21T10:22:02.034" v="511" actId="113"/>
          <ac:spMkLst>
            <pc:docMk/>
            <pc:sldMk cId="2614371295" sldId="2147478462"/>
            <ac:spMk id="81" creationId="{B7A780C7-6A46-1792-7625-2469C3259A82}"/>
          </ac:spMkLst>
        </pc:spChg>
        <pc:spChg chg="mod">
          <ac:chgData name="Vasanti Kadam" userId="2d2c718a-941c-44c5-9fc1-bfc327de9193" providerId="ADAL" clId="{C8FB11B1-B3C4-497A-A717-9586A5C7B20A}" dt="2025-07-21T10:25:27.313" v="537" actId="165"/>
          <ac:spMkLst>
            <pc:docMk/>
            <pc:sldMk cId="2614371295" sldId="2147478462"/>
            <ac:spMk id="82" creationId="{60456ABB-3DB8-ACBF-F7F3-6FE20ECC6782}"/>
          </ac:spMkLst>
        </pc:spChg>
        <pc:spChg chg="mod">
          <ac:chgData name="Vasanti Kadam" userId="2d2c718a-941c-44c5-9fc1-bfc327de9193" providerId="ADAL" clId="{C8FB11B1-B3C4-497A-A717-9586A5C7B20A}" dt="2025-07-21T10:18:56.646" v="414" actId="207"/>
          <ac:spMkLst>
            <pc:docMk/>
            <pc:sldMk cId="2614371295" sldId="2147478462"/>
            <ac:spMk id="83" creationId="{060D6851-1648-2348-5D52-FCEC93FB661F}"/>
          </ac:spMkLst>
        </pc:spChg>
        <pc:spChg chg="mod">
          <ac:chgData name="Vasanti Kadam" userId="2d2c718a-941c-44c5-9fc1-bfc327de9193" providerId="ADAL" clId="{C8FB11B1-B3C4-497A-A717-9586A5C7B20A}" dt="2025-07-21T10:25:29.545" v="538" actId="164"/>
          <ac:spMkLst>
            <pc:docMk/>
            <pc:sldMk cId="2614371295" sldId="2147478462"/>
            <ac:spMk id="84" creationId="{1F7F5187-F82D-920C-FC0B-4FB7188D691A}"/>
          </ac:spMkLst>
        </pc:spChg>
        <pc:spChg chg="mod">
          <ac:chgData name="Vasanti Kadam" userId="2d2c718a-941c-44c5-9fc1-bfc327de9193" providerId="ADAL" clId="{C8FB11B1-B3C4-497A-A717-9586A5C7B20A}" dt="2025-07-21T10:19:11.346" v="420" actId="207"/>
          <ac:spMkLst>
            <pc:docMk/>
            <pc:sldMk cId="2614371295" sldId="2147478462"/>
            <ac:spMk id="85" creationId="{4EBBAD38-F0A7-2BA0-5783-ADC16E26B068}"/>
          </ac:spMkLst>
        </pc:spChg>
        <pc:spChg chg="mod">
          <ac:chgData name="Vasanti Kadam" userId="2d2c718a-941c-44c5-9fc1-bfc327de9193" providerId="ADAL" clId="{C8FB11B1-B3C4-497A-A717-9586A5C7B20A}" dt="2025-07-21T10:19:11.346" v="420" actId="207"/>
          <ac:spMkLst>
            <pc:docMk/>
            <pc:sldMk cId="2614371295" sldId="2147478462"/>
            <ac:spMk id="86" creationId="{A2524743-AE19-02FA-293D-98E42777FF97}"/>
          </ac:spMkLst>
        </pc:spChg>
        <pc:spChg chg="mod">
          <ac:chgData name="Vasanti Kadam" userId="2d2c718a-941c-44c5-9fc1-bfc327de9193" providerId="ADAL" clId="{C8FB11B1-B3C4-497A-A717-9586A5C7B20A}" dt="2025-07-21T10:25:29.545" v="538" actId="164"/>
          <ac:spMkLst>
            <pc:docMk/>
            <pc:sldMk cId="2614371295" sldId="2147478462"/>
            <ac:spMk id="87" creationId="{A36F2358-75CF-8BCE-8F14-D9A0A500CADD}"/>
          </ac:spMkLst>
        </pc:spChg>
        <pc:spChg chg="mod">
          <ac:chgData name="Vasanti Kadam" userId="2d2c718a-941c-44c5-9fc1-bfc327de9193" providerId="ADAL" clId="{C8FB11B1-B3C4-497A-A717-9586A5C7B20A}" dt="2025-07-21T10:20:26.024" v="430" actId="207"/>
          <ac:spMkLst>
            <pc:docMk/>
            <pc:sldMk cId="2614371295" sldId="2147478462"/>
            <ac:spMk id="89" creationId="{56FE0A66-2888-712D-D3E0-0D28266CB7AB}"/>
          </ac:spMkLst>
        </pc:spChg>
        <pc:spChg chg="mod">
          <ac:chgData name="Vasanti Kadam" userId="2d2c718a-941c-44c5-9fc1-bfc327de9193" providerId="ADAL" clId="{C8FB11B1-B3C4-497A-A717-9586A5C7B20A}" dt="2025-07-21T10:22:14.957" v="514" actId="165"/>
          <ac:spMkLst>
            <pc:docMk/>
            <pc:sldMk cId="2614371295" sldId="2147478462"/>
            <ac:spMk id="90" creationId="{BABB2F52-B4B3-F219-20C8-B04E6421DE7C}"/>
          </ac:spMkLst>
        </pc:spChg>
        <pc:spChg chg="mod">
          <ac:chgData name="Vasanti Kadam" userId="2d2c718a-941c-44c5-9fc1-bfc327de9193" providerId="ADAL" clId="{C8FB11B1-B3C4-497A-A717-9586A5C7B20A}" dt="2025-07-21T10:20:07.222" v="425" actId="207"/>
          <ac:spMkLst>
            <pc:docMk/>
            <pc:sldMk cId="2614371295" sldId="2147478462"/>
            <ac:spMk id="92" creationId="{F41E213F-FF17-5B96-DE86-BB97D7F066AA}"/>
          </ac:spMkLst>
        </pc:spChg>
        <pc:spChg chg="mod">
          <ac:chgData name="Vasanti Kadam" userId="2d2c718a-941c-44c5-9fc1-bfc327de9193" providerId="ADAL" clId="{C8FB11B1-B3C4-497A-A717-9586A5C7B20A}" dt="2025-07-21T10:25:27.313" v="537" actId="165"/>
          <ac:spMkLst>
            <pc:docMk/>
            <pc:sldMk cId="2614371295" sldId="2147478462"/>
            <ac:spMk id="93" creationId="{DF4DB6D7-D0DE-B9E0-968A-6FC197251F9F}"/>
          </ac:spMkLst>
        </pc:spChg>
        <pc:spChg chg="mod">
          <ac:chgData name="Vasanti Kadam" userId="2d2c718a-941c-44c5-9fc1-bfc327de9193" providerId="ADAL" clId="{C8FB11B1-B3C4-497A-A717-9586A5C7B20A}" dt="2025-07-21T10:25:27.313" v="537" actId="165"/>
          <ac:spMkLst>
            <pc:docMk/>
            <pc:sldMk cId="2614371295" sldId="2147478462"/>
            <ac:spMk id="95" creationId="{241181EE-9301-224D-BD98-3B46D8DF09C1}"/>
          </ac:spMkLst>
        </pc:spChg>
        <pc:spChg chg="mod">
          <ac:chgData name="Vasanti Kadam" userId="2d2c718a-941c-44c5-9fc1-bfc327de9193" providerId="ADAL" clId="{C8FB11B1-B3C4-497A-A717-9586A5C7B20A}" dt="2025-07-21T10:25:27.313" v="537" actId="165"/>
          <ac:spMkLst>
            <pc:docMk/>
            <pc:sldMk cId="2614371295" sldId="2147478462"/>
            <ac:spMk id="96" creationId="{BA647C76-6BD3-254E-487C-60A6D9371542}"/>
          </ac:spMkLst>
        </pc:spChg>
        <pc:spChg chg="mod">
          <ac:chgData name="Vasanti Kadam" userId="2d2c718a-941c-44c5-9fc1-bfc327de9193" providerId="ADAL" clId="{C8FB11B1-B3C4-497A-A717-9586A5C7B20A}" dt="2025-07-21T10:20:07.222" v="425" actId="207"/>
          <ac:spMkLst>
            <pc:docMk/>
            <pc:sldMk cId="2614371295" sldId="2147478462"/>
            <ac:spMk id="98" creationId="{04500F5D-DE5E-86B9-B1D2-FDBF177A9D4E}"/>
          </ac:spMkLst>
        </pc:spChg>
        <pc:spChg chg="mod">
          <ac:chgData name="Vasanti Kadam" userId="2d2c718a-941c-44c5-9fc1-bfc327de9193" providerId="ADAL" clId="{C8FB11B1-B3C4-497A-A717-9586A5C7B20A}" dt="2025-07-21T10:20:07.222" v="425" actId="207"/>
          <ac:spMkLst>
            <pc:docMk/>
            <pc:sldMk cId="2614371295" sldId="2147478462"/>
            <ac:spMk id="99" creationId="{24BC0235-405F-76A9-305B-61AB47824B31}"/>
          </ac:spMkLst>
        </pc:spChg>
        <pc:spChg chg="mod">
          <ac:chgData name="Vasanti Kadam" userId="2d2c718a-941c-44c5-9fc1-bfc327de9193" providerId="ADAL" clId="{C8FB11B1-B3C4-497A-A717-9586A5C7B20A}" dt="2025-07-21T10:20:32.936" v="432" actId="207"/>
          <ac:spMkLst>
            <pc:docMk/>
            <pc:sldMk cId="2614371295" sldId="2147478462"/>
            <ac:spMk id="101" creationId="{9D9AF1E8-C04B-C01D-4DEA-5072DE5BF667}"/>
          </ac:spMkLst>
        </pc:spChg>
        <pc:spChg chg="mod">
          <ac:chgData name="Vasanti Kadam" userId="2d2c718a-941c-44c5-9fc1-bfc327de9193" providerId="ADAL" clId="{C8FB11B1-B3C4-497A-A717-9586A5C7B20A}" dt="2025-07-21T10:20:32.936" v="432" actId="207"/>
          <ac:spMkLst>
            <pc:docMk/>
            <pc:sldMk cId="2614371295" sldId="2147478462"/>
            <ac:spMk id="102" creationId="{EC97863B-3170-B20F-43CA-6BB9013FE47B}"/>
          </ac:spMkLst>
        </pc:spChg>
        <pc:spChg chg="mod">
          <ac:chgData name="Vasanti Kadam" userId="2d2c718a-941c-44c5-9fc1-bfc327de9193" providerId="ADAL" clId="{C8FB11B1-B3C4-497A-A717-9586A5C7B20A}" dt="2025-07-21T10:20:26.024" v="430" actId="207"/>
          <ac:spMkLst>
            <pc:docMk/>
            <pc:sldMk cId="2614371295" sldId="2147478462"/>
            <ac:spMk id="103" creationId="{EEDADA5C-572F-E34D-3D93-9945C4D63312}"/>
          </ac:spMkLst>
        </pc:spChg>
        <pc:spChg chg="mod">
          <ac:chgData name="Vasanti Kadam" userId="2d2c718a-941c-44c5-9fc1-bfc327de9193" providerId="ADAL" clId="{C8FB11B1-B3C4-497A-A717-9586A5C7B20A}" dt="2025-07-21T10:20:26.024" v="430" actId="207"/>
          <ac:spMkLst>
            <pc:docMk/>
            <pc:sldMk cId="2614371295" sldId="2147478462"/>
            <ac:spMk id="104" creationId="{52E06704-D8FA-C21B-00E9-0644E25C38E7}"/>
          </ac:spMkLst>
        </pc:spChg>
        <pc:spChg chg="mod topLvl">
          <ac:chgData name="Vasanti Kadam" userId="2d2c718a-941c-44c5-9fc1-bfc327de9193" providerId="ADAL" clId="{C8FB11B1-B3C4-497A-A717-9586A5C7B20A}" dt="2025-07-21T10:25:27.313" v="537" actId="165"/>
          <ac:spMkLst>
            <pc:docMk/>
            <pc:sldMk cId="2614371295" sldId="2147478462"/>
            <ac:spMk id="105" creationId="{010C27B8-2E90-6BE8-1F0D-CF9F248AF6BB}"/>
          </ac:spMkLst>
        </pc:spChg>
        <pc:spChg chg="mod">
          <ac:chgData name="Vasanti Kadam" userId="2d2c718a-941c-44c5-9fc1-bfc327de9193" providerId="ADAL" clId="{C8FB11B1-B3C4-497A-A717-9586A5C7B20A}" dt="2025-07-21T10:25:29.545" v="538" actId="164"/>
          <ac:spMkLst>
            <pc:docMk/>
            <pc:sldMk cId="2614371295" sldId="2147478462"/>
            <ac:spMk id="106" creationId="{043151EE-1ED7-5A43-132D-8B8DBFC75EC5}"/>
          </ac:spMkLst>
        </pc:spChg>
        <pc:spChg chg="mod">
          <ac:chgData name="Vasanti Kadam" userId="2d2c718a-941c-44c5-9fc1-bfc327de9193" providerId="ADAL" clId="{C8FB11B1-B3C4-497A-A717-9586A5C7B20A}" dt="2025-07-21T10:20:43.403" v="434" actId="207"/>
          <ac:spMkLst>
            <pc:docMk/>
            <pc:sldMk cId="2614371295" sldId="2147478462"/>
            <ac:spMk id="107" creationId="{28F7278A-A1E7-F0B1-5B25-5D6B429A3E94}"/>
          </ac:spMkLst>
        </pc:spChg>
        <pc:spChg chg="mod">
          <ac:chgData name="Vasanti Kadam" userId="2d2c718a-941c-44c5-9fc1-bfc327de9193" providerId="ADAL" clId="{C8FB11B1-B3C4-497A-A717-9586A5C7B20A}" dt="2025-07-21T10:25:29.545" v="538" actId="164"/>
          <ac:spMkLst>
            <pc:docMk/>
            <pc:sldMk cId="2614371295" sldId="2147478462"/>
            <ac:spMk id="108" creationId="{AB3B24C4-D2FF-9503-AE71-6DC3AF6BCF07}"/>
          </ac:spMkLst>
        </pc:spChg>
        <pc:spChg chg="mod">
          <ac:chgData name="Vasanti Kadam" userId="2d2c718a-941c-44c5-9fc1-bfc327de9193" providerId="ADAL" clId="{C8FB11B1-B3C4-497A-A717-9586A5C7B20A}" dt="2025-07-21T10:20:07.222" v="425" actId="207"/>
          <ac:spMkLst>
            <pc:docMk/>
            <pc:sldMk cId="2614371295" sldId="2147478462"/>
            <ac:spMk id="109" creationId="{C1B6DEBE-D556-4A6B-7CF4-82A4F7BCC8FE}"/>
          </ac:spMkLst>
        </pc:spChg>
        <pc:spChg chg="mod">
          <ac:chgData name="Vasanti Kadam" userId="2d2c718a-941c-44c5-9fc1-bfc327de9193" providerId="ADAL" clId="{C8FB11B1-B3C4-497A-A717-9586A5C7B20A}" dt="2025-07-21T10:25:29.545" v="538" actId="164"/>
          <ac:spMkLst>
            <pc:docMk/>
            <pc:sldMk cId="2614371295" sldId="2147478462"/>
            <ac:spMk id="110" creationId="{E7CEA8F7-9883-E4A0-97D2-0F0FC074EA95}"/>
          </ac:spMkLst>
        </pc:spChg>
        <pc:spChg chg="mod">
          <ac:chgData name="Vasanti Kadam" userId="2d2c718a-941c-44c5-9fc1-bfc327de9193" providerId="ADAL" clId="{C8FB11B1-B3C4-497A-A717-9586A5C7B20A}" dt="2025-07-21T10:20:32.936" v="432" actId="207"/>
          <ac:spMkLst>
            <pc:docMk/>
            <pc:sldMk cId="2614371295" sldId="2147478462"/>
            <ac:spMk id="111" creationId="{FD46789E-B713-7A50-661E-BE8C3FD23A78}"/>
          </ac:spMkLst>
        </pc:spChg>
        <pc:spChg chg="mod">
          <ac:chgData name="Vasanti Kadam" userId="2d2c718a-941c-44c5-9fc1-bfc327de9193" providerId="ADAL" clId="{C8FB11B1-B3C4-497A-A717-9586A5C7B20A}" dt="2025-07-21T10:25:29.545" v="538" actId="164"/>
          <ac:spMkLst>
            <pc:docMk/>
            <pc:sldMk cId="2614371295" sldId="2147478462"/>
            <ac:spMk id="112" creationId="{54264AC8-6C7E-9C3E-8840-219A70408744}"/>
          </ac:spMkLst>
        </pc:spChg>
        <pc:spChg chg="del">
          <ac:chgData name="Vasanti Kadam" userId="2d2c718a-941c-44c5-9fc1-bfc327de9193" providerId="ADAL" clId="{C8FB11B1-B3C4-497A-A717-9586A5C7B20A}" dt="2025-07-21T10:16:53.871" v="372" actId="478"/>
          <ac:spMkLst>
            <pc:docMk/>
            <pc:sldMk cId="2614371295" sldId="2147478462"/>
            <ac:spMk id="116" creationId="{6C21FDD6-5091-94AE-F5DE-6984702A1691}"/>
          </ac:spMkLst>
        </pc:spChg>
        <pc:spChg chg="del mod topLvl">
          <ac:chgData name="Vasanti Kadam" userId="2d2c718a-941c-44c5-9fc1-bfc327de9193" providerId="ADAL" clId="{C8FB11B1-B3C4-497A-A717-9586A5C7B20A}" dt="2025-07-21T10:17:27.809" v="387" actId="478"/>
          <ac:spMkLst>
            <pc:docMk/>
            <pc:sldMk cId="2614371295" sldId="2147478462"/>
            <ac:spMk id="117" creationId="{69686766-1C5A-EBD6-F5C0-7A27781C27C6}"/>
          </ac:spMkLst>
        </pc:spChg>
        <pc:spChg chg="mod topLvl">
          <ac:chgData name="Vasanti Kadam" userId="2d2c718a-941c-44c5-9fc1-bfc327de9193" providerId="ADAL" clId="{C8FB11B1-B3C4-497A-A717-9586A5C7B20A}" dt="2025-07-21T10:25:27.313" v="537" actId="165"/>
          <ac:spMkLst>
            <pc:docMk/>
            <pc:sldMk cId="2614371295" sldId="2147478462"/>
            <ac:spMk id="118" creationId="{87E6401B-B347-7EBD-33F7-D388454E79CE}"/>
          </ac:spMkLst>
        </pc:spChg>
        <pc:spChg chg="del mod topLvl">
          <ac:chgData name="Vasanti Kadam" userId="2d2c718a-941c-44c5-9fc1-bfc327de9193" providerId="ADAL" clId="{C8FB11B1-B3C4-497A-A717-9586A5C7B20A}" dt="2025-07-21T10:17:29.946" v="391" actId="478"/>
          <ac:spMkLst>
            <pc:docMk/>
            <pc:sldMk cId="2614371295" sldId="2147478462"/>
            <ac:spMk id="123" creationId="{DAB2972E-00BD-C5CB-DD06-2441E9395D60}"/>
          </ac:spMkLst>
        </pc:spChg>
        <pc:spChg chg="mod topLvl">
          <ac:chgData name="Vasanti Kadam" userId="2d2c718a-941c-44c5-9fc1-bfc327de9193" providerId="ADAL" clId="{C8FB11B1-B3C4-497A-A717-9586A5C7B20A}" dt="2025-07-21T10:21:27.504" v="495" actId="947"/>
          <ac:spMkLst>
            <pc:docMk/>
            <pc:sldMk cId="2614371295" sldId="2147478462"/>
            <ac:spMk id="124" creationId="{A35AA8B4-30D7-6111-8E91-72F2286E8F7B}"/>
          </ac:spMkLst>
        </pc:spChg>
        <pc:spChg chg="del">
          <ac:chgData name="Vasanti Kadam" userId="2d2c718a-941c-44c5-9fc1-bfc327de9193" providerId="ADAL" clId="{C8FB11B1-B3C4-497A-A717-9586A5C7B20A}" dt="2025-07-21T10:16:53.871" v="372" actId="478"/>
          <ac:spMkLst>
            <pc:docMk/>
            <pc:sldMk cId="2614371295" sldId="2147478462"/>
            <ac:spMk id="125" creationId="{E6197F80-CA75-896B-E36C-3DDC171AA2B3}"/>
          </ac:spMkLst>
        </pc:spChg>
        <pc:spChg chg="del mod topLvl">
          <ac:chgData name="Vasanti Kadam" userId="2d2c718a-941c-44c5-9fc1-bfc327de9193" providerId="ADAL" clId="{C8FB11B1-B3C4-497A-A717-9586A5C7B20A}" dt="2025-07-21T10:17:28.610" v="388" actId="478"/>
          <ac:spMkLst>
            <pc:docMk/>
            <pc:sldMk cId="2614371295" sldId="2147478462"/>
            <ac:spMk id="129" creationId="{FF44C4F1-8CE7-9CB5-B635-678C73388A01}"/>
          </ac:spMkLst>
        </pc:spChg>
        <pc:spChg chg="mod topLvl">
          <ac:chgData name="Vasanti Kadam" userId="2d2c718a-941c-44c5-9fc1-bfc327de9193" providerId="ADAL" clId="{C8FB11B1-B3C4-497A-A717-9586A5C7B20A}" dt="2025-07-21T10:21:27.504" v="496" actId="947"/>
          <ac:spMkLst>
            <pc:docMk/>
            <pc:sldMk cId="2614371295" sldId="2147478462"/>
            <ac:spMk id="133" creationId="{7AF848C7-1C88-EFC0-B679-9337BB7459FF}"/>
          </ac:spMkLst>
        </pc:spChg>
        <pc:spChg chg="del">
          <ac:chgData name="Vasanti Kadam" userId="2d2c718a-941c-44c5-9fc1-bfc327de9193" providerId="ADAL" clId="{C8FB11B1-B3C4-497A-A717-9586A5C7B20A}" dt="2025-07-21T10:16:53.871" v="372" actId="478"/>
          <ac:spMkLst>
            <pc:docMk/>
            <pc:sldMk cId="2614371295" sldId="2147478462"/>
            <ac:spMk id="135" creationId="{34CCE2CA-D857-4E3A-87DF-F7DA3FC47B00}"/>
          </ac:spMkLst>
        </pc:spChg>
        <pc:spChg chg="del">
          <ac:chgData name="Vasanti Kadam" userId="2d2c718a-941c-44c5-9fc1-bfc327de9193" providerId="ADAL" clId="{C8FB11B1-B3C4-497A-A717-9586A5C7B20A}" dt="2025-07-21T10:16:53.871" v="372" actId="478"/>
          <ac:spMkLst>
            <pc:docMk/>
            <pc:sldMk cId="2614371295" sldId="2147478462"/>
            <ac:spMk id="137" creationId="{3DB60EFF-DB35-BEAB-388C-2935689DE244}"/>
          </ac:spMkLst>
        </pc:spChg>
        <pc:spChg chg="del mod topLvl">
          <ac:chgData name="Vasanti Kadam" userId="2d2c718a-941c-44c5-9fc1-bfc327de9193" providerId="ADAL" clId="{C8FB11B1-B3C4-497A-A717-9586A5C7B20A}" dt="2025-07-21T10:17:29.033" v="389" actId="478"/>
          <ac:spMkLst>
            <pc:docMk/>
            <pc:sldMk cId="2614371295" sldId="2147478462"/>
            <ac:spMk id="138" creationId="{F3D1769B-C4BF-F8CA-FC6E-9D4A7B883685}"/>
          </ac:spMkLst>
        </pc:spChg>
        <pc:spChg chg="mod topLvl">
          <ac:chgData name="Vasanti Kadam" userId="2d2c718a-941c-44c5-9fc1-bfc327de9193" providerId="ADAL" clId="{C8FB11B1-B3C4-497A-A717-9586A5C7B20A}" dt="2025-07-21T10:21:27.504" v="497" actId="947"/>
          <ac:spMkLst>
            <pc:docMk/>
            <pc:sldMk cId="2614371295" sldId="2147478462"/>
            <ac:spMk id="139" creationId="{36F02544-F709-E0C5-690F-330114F94725}"/>
          </ac:spMkLst>
        </pc:spChg>
        <pc:spChg chg="del mod topLvl">
          <ac:chgData name="Vasanti Kadam" userId="2d2c718a-941c-44c5-9fc1-bfc327de9193" providerId="ADAL" clId="{C8FB11B1-B3C4-497A-A717-9586A5C7B20A}" dt="2025-07-21T10:17:29.536" v="390" actId="478"/>
          <ac:spMkLst>
            <pc:docMk/>
            <pc:sldMk cId="2614371295" sldId="2147478462"/>
            <ac:spMk id="141" creationId="{C6AE7FF0-674C-9C40-FFCB-EB61A1F98E2E}"/>
          </ac:spMkLst>
        </pc:spChg>
        <pc:spChg chg="mod topLvl">
          <ac:chgData name="Vasanti Kadam" userId="2d2c718a-941c-44c5-9fc1-bfc327de9193" providerId="ADAL" clId="{C8FB11B1-B3C4-497A-A717-9586A5C7B20A}" dt="2025-07-21T10:21:27.504" v="498" actId="947"/>
          <ac:spMkLst>
            <pc:docMk/>
            <pc:sldMk cId="2614371295" sldId="2147478462"/>
            <ac:spMk id="142" creationId="{61769EC2-7755-41A9-3AAA-840E6A455452}"/>
          </ac:spMkLst>
        </pc:spChg>
        <pc:spChg chg="mod">
          <ac:chgData name="Vasanti Kadam" userId="2d2c718a-941c-44c5-9fc1-bfc327de9193" providerId="ADAL" clId="{C8FB11B1-B3C4-497A-A717-9586A5C7B20A}" dt="2025-07-21T10:20:02.004" v="424" actId="207"/>
          <ac:spMkLst>
            <pc:docMk/>
            <pc:sldMk cId="2614371295" sldId="2147478462"/>
            <ac:spMk id="143" creationId="{EB642337-91F2-84E7-DEA4-1C3E9096E801}"/>
          </ac:spMkLst>
        </pc:spChg>
        <pc:spChg chg="mod">
          <ac:chgData name="Vasanti Kadam" userId="2d2c718a-941c-44c5-9fc1-bfc327de9193" providerId="ADAL" clId="{C8FB11B1-B3C4-497A-A717-9586A5C7B20A}" dt="2025-07-21T10:25:29.545" v="538" actId="164"/>
          <ac:spMkLst>
            <pc:docMk/>
            <pc:sldMk cId="2614371295" sldId="2147478462"/>
            <ac:spMk id="144" creationId="{F8C434B9-A13C-C5EF-6552-0550C983F5DB}"/>
          </ac:spMkLst>
        </pc:spChg>
        <pc:spChg chg="mod topLvl">
          <ac:chgData name="Vasanti Kadam" userId="2d2c718a-941c-44c5-9fc1-bfc327de9193" providerId="ADAL" clId="{C8FB11B1-B3C4-497A-A717-9586A5C7B20A}" dt="2025-07-21T10:25:27.313" v="537" actId="165"/>
          <ac:spMkLst>
            <pc:docMk/>
            <pc:sldMk cId="2614371295" sldId="2147478462"/>
            <ac:spMk id="145" creationId="{99E4E8D4-E21A-9006-F1A2-B5E8B6663535}"/>
          </ac:spMkLst>
        </pc:spChg>
        <pc:spChg chg="mod">
          <ac:chgData name="Vasanti Kadam" userId="2d2c718a-941c-44c5-9fc1-bfc327de9193" providerId="ADAL" clId="{C8FB11B1-B3C4-497A-A717-9586A5C7B20A}" dt="2025-07-21T10:19:06.769" v="419" actId="207"/>
          <ac:spMkLst>
            <pc:docMk/>
            <pc:sldMk cId="2614371295" sldId="2147478462"/>
            <ac:spMk id="146" creationId="{7C870678-1319-967C-57A0-D4E1AAF160DE}"/>
          </ac:spMkLst>
        </pc:spChg>
        <pc:spChg chg="mod topLvl">
          <ac:chgData name="Vasanti Kadam" userId="2d2c718a-941c-44c5-9fc1-bfc327de9193" providerId="ADAL" clId="{C8FB11B1-B3C4-497A-A717-9586A5C7B20A}" dt="2025-07-21T10:25:27.313" v="537" actId="165"/>
          <ac:spMkLst>
            <pc:docMk/>
            <pc:sldMk cId="2614371295" sldId="2147478462"/>
            <ac:spMk id="147" creationId="{2DC982B0-889F-C23B-A9B4-004EA9E3C5A8}"/>
          </ac:spMkLst>
        </pc:spChg>
        <pc:spChg chg="mod">
          <ac:chgData name="Vasanti Kadam" userId="2d2c718a-941c-44c5-9fc1-bfc327de9193" providerId="ADAL" clId="{C8FB11B1-B3C4-497A-A717-9586A5C7B20A}" dt="2025-07-21T10:19:18.515" v="422" actId="207"/>
          <ac:spMkLst>
            <pc:docMk/>
            <pc:sldMk cId="2614371295" sldId="2147478462"/>
            <ac:spMk id="148" creationId="{EE4D013E-1C9A-E6B2-AB8C-0A483F2E92BD}"/>
          </ac:spMkLst>
        </pc:spChg>
        <pc:spChg chg="mod">
          <ac:chgData name="Vasanti Kadam" userId="2d2c718a-941c-44c5-9fc1-bfc327de9193" providerId="ADAL" clId="{C8FB11B1-B3C4-497A-A717-9586A5C7B20A}" dt="2025-07-21T10:19:18.515" v="422" actId="207"/>
          <ac:spMkLst>
            <pc:docMk/>
            <pc:sldMk cId="2614371295" sldId="2147478462"/>
            <ac:spMk id="149" creationId="{6DD8AC4E-6F6B-431F-FF24-39F7B8FCA7D6}"/>
          </ac:spMkLst>
        </pc:spChg>
        <pc:spChg chg="mod">
          <ac:chgData name="Vasanti Kadam" userId="2d2c718a-941c-44c5-9fc1-bfc327de9193" providerId="ADAL" clId="{C8FB11B1-B3C4-497A-A717-9586A5C7B20A}" dt="2025-07-21T10:19:14.885" v="421" actId="207"/>
          <ac:spMkLst>
            <pc:docMk/>
            <pc:sldMk cId="2614371295" sldId="2147478462"/>
            <ac:spMk id="150" creationId="{434AA814-E30D-EB86-A5BB-6E85F8C140C5}"/>
          </ac:spMkLst>
        </pc:spChg>
        <pc:spChg chg="mod topLvl">
          <ac:chgData name="Vasanti Kadam" userId="2d2c718a-941c-44c5-9fc1-bfc327de9193" providerId="ADAL" clId="{C8FB11B1-B3C4-497A-A717-9586A5C7B20A}" dt="2025-07-21T10:25:27.313" v="537" actId="165"/>
          <ac:spMkLst>
            <pc:docMk/>
            <pc:sldMk cId="2614371295" sldId="2147478462"/>
            <ac:spMk id="151" creationId="{458F9F7C-E63D-BC43-7787-91B4A3273CD7}"/>
          </ac:spMkLst>
        </pc:spChg>
        <pc:spChg chg="mod">
          <ac:chgData name="Vasanti Kadam" userId="2d2c718a-941c-44c5-9fc1-bfc327de9193" providerId="ADAL" clId="{C8FB11B1-B3C4-497A-A717-9586A5C7B20A}" dt="2025-07-21T10:25:29.545" v="538" actId="164"/>
          <ac:spMkLst>
            <pc:docMk/>
            <pc:sldMk cId="2614371295" sldId="2147478462"/>
            <ac:spMk id="152" creationId="{80299B2E-9977-37E1-21C4-076892CFA93A}"/>
          </ac:spMkLst>
        </pc:spChg>
        <pc:grpChg chg="mod">
          <ac:chgData name="Vasanti Kadam" userId="2d2c718a-941c-44c5-9fc1-bfc327de9193" providerId="ADAL" clId="{C8FB11B1-B3C4-497A-A717-9586A5C7B20A}" dt="2025-07-21T10:24:10.681" v="516" actId="14100"/>
          <ac:grpSpMkLst>
            <pc:docMk/>
            <pc:sldMk cId="2614371295" sldId="2147478462"/>
            <ac:grpSpMk id="80" creationId="{3DC1345E-5D3C-F5C7-7688-892705DED312}"/>
          </ac:grpSpMkLst>
        </pc:grpChg>
        <pc:grpChg chg="mod">
          <ac:chgData name="Vasanti Kadam" userId="2d2c718a-941c-44c5-9fc1-bfc327de9193" providerId="ADAL" clId="{C8FB11B1-B3C4-497A-A717-9586A5C7B20A}" dt="2025-07-21T10:20:26.024" v="430" actId="207"/>
          <ac:grpSpMkLst>
            <pc:docMk/>
            <pc:sldMk cId="2614371295" sldId="2147478462"/>
            <ac:grpSpMk id="88" creationId="{D3D20EBA-9212-552E-2882-0D7AFF188806}"/>
          </ac:grpSpMkLst>
        </pc:grpChg>
        <pc:grpChg chg="mod">
          <ac:chgData name="Vasanti Kadam" userId="2d2c718a-941c-44c5-9fc1-bfc327de9193" providerId="ADAL" clId="{C8FB11B1-B3C4-497A-A717-9586A5C7B20A}" dt="2025-07-21T10:20:43.403" v="434" actId="207"/>
          <ac:grpSpMkLst>
            <pc:docMk/>
            <pc:sldMk cId="2614371295" sldId="2147478462"/>
            <ac:grpSpMk id="94" creationId="{53E38581-331C-D217-74A1-30905826D814}"/>
          </ac:grpSpMkLst>
        </pc:grpChg>
        <pc:grpChg chg="mod">
          <ac:chgData name="Vasanti Kadam" userId="2d2c718a-941c-44c5-9fc1-bfc327de9193" providerId="ADAL" clId="{C8FB11B1-B3C4-497A-A717-9586A5C7B20A}" dt="2025-07-21T10:20:32.936" v="432" actId="207"/>
          <ac:grpSpMkLst>
            <pc:docMk/>
            <pc:sldMk cId="2614371295" sldId="2147478462"/>
            <ac:grpSpMk id="100" creationId="{1248CC91-FF88-94D0-853B-3EF90232C7EE}"/>
          </ac:grpSpMkLst>
        </pc:grpChg>
        <pc:grpChg chg="mod">
          <ac:chgData name="Vasanti Kadam" userId="2d2c718a-941c-44c5-9fc1-bfc327de9193" providerId="ADAL" clId="{C8FB11B1-B3C4-497A-A717-9586A5C7B20A}" dt="2025-07-21T10:17:15.791" v="382"/>
          <ac:grpSpMkLst>
            <pc:docMk/>
            <pc:sldMk cId="2614371295" sldId="2147478462"/>
            <ac:grpSpMk id="113" creationId="{ABE468FB-4D84-AF32-0DA5-BEB82409FCB0}"/>
          </ac:grpSpMkLst>
        </pc:grpChg>
        <pc:grpChg chg="mod">
          <ac:chgData name="Vasanti Kadam" userId="2d2c718a-941c-44c5-9fc1-bfc327de9193" providerId="ADAL" clId="{C8FB11B1-B3C4-497A-A717-9586A5C7B20A}" dt="2025-07-21T10:22:06.002" v="513" actId="12788"/>
          <ac:grpSpMkLst>
            <pc:docMk/>
            <pc:sldMk cId="2614371295" sldId="2147478462"/>
            <ac:grpSpMk id="153" creationId="{88B2CDFC-C9FA-CC26-9191-F39A5FFE7F85}"/>
          </ac:grpSpMkLst>
        </pc:grpChg>
        <pc:grpChg chg="mod">
          <ac:chgData name="Vasanti Kadam" userId="2d2c718a-941c-44c5-9fc1-bfc327de9193" providerId="ADAL" clId="{C8FB11B1-B3C4-497A-A717-9586A5C7B20A}" dt="2025-07-21T10:25:25.976" v="536" actId="12788"/>
          <ac:grpSpMkLst>
            <pc:docMk/>
            <pc:sldMk cId="2614371295" sldId="2147478462"/>
            <ac:grpSpMk id="154" creationId="{E82BB5A3-E372-E4D9-9F5C-7649B66E2C5B}"/>
          </ac:grpSpMkLst>
        </pc:grpChg>
        <pc:grpChg chg="mod">
          <ac:chgData name="Vasanti Kadam" userId="2d2c718a-941c-44c5-9fc1-bfc327de9193" providerId="ADAL" clId="{C8FB11B1-B3C4-497A-A717-9586A5C7B20A}" dt="2025-07-21T10:25:32.157" v="540" actId="12788"/>
          <ac:grpSpMkLst>
            <pc:docMk/>
            <pc:sldMk cId="2614371295" sldId="2147478462"/>
            <ac:grpSpMk id="155" creationId="{691C78D5-7F8C-0268-C46E-7113E3C7F565}"/>
          </ac:grpSpMkLst>
        </pc:grpChg>
        <pc:picChg chg="add mod">
          <ac:chgData name="Vasanti Kadam" userId="2d2c718a-941c-44c5-9fc1-bfc327de9193" providerId="ADAL" clId="{C8FB11B1-B3C4-497A-A717-9586A5C7B20A}" dt="2025-07-21T10:17:08.256" v="380" actId="14100"/>
          <ac:picMkLst>
            <pc:docMk/>
            <pc:sldMk cId="2614371295" sldId="2147478462"/>
            <ac:picMk id="67" creationId="{EE9208C4-97E1-7560-B4AF-C2DB3B3C905B}"/>
          </ac:picMkLst>
        </pc:picChg>
      </pc:sldChg>
      <pc:sldChg chg="addSp delSp modSp add mod">
        <pc:chgData name="Vasanti Kadam" userId="2d2c718a-941c-44c5-9fc1-bfc327de9193" providerId="ADAL" clId="{C8FB11B1-B3C4-497A-A717-9586A5C7B20A}" dt="2025-07-21T13:05:54.457" v="1364" actId="478"/>
        <pc:sldMkLst>
          <pc:docMk/>
          <pc:sldMk cId="3428981856" sldId="2147478463"/>
        </pc:sldMkLst>
        <pc:spChg chg="mod">
          <ac:chgData name="Vasanti Kadam" userId="2d2c718a-941c-44c5-9fc1-bfc327de9193" providerId="ADAL" clId="{C8FB11B1-B3C4-497A-A717-9586A5C7B20A}" dt="2025-07-21T10:37:53.825" v="672" actId="947"/>
          <ac:spMkLst>
            <pc:docMk/>
            <pc:sldMk cId="3428981856" sldId="2147478463"/>
            <ac:spMk id="2" creationId="{ABF566A5-104D-5D0A-2459-6FD92CD6B7FB}"/>
          </ac:spMkLst>
        </pc:spChg>
        <pc:spChg chg="mod">
          <ac:chgData name="Vasanti Kadam" userId="2d2c718a-941c-44c5-9fc1-bfc327de9193" providerId="ADAL" clId="{C8FB11B1-B3C4-497A-A717-9586A5C7B20A}" dt="2025-07-21T10:37:53.826" v="673" actId="947"/>
          <ac:spMkLst>
            <pc:docMk/>
            <pc:sldMk cId="3428981856" sldId="2147478463"/>
            <ac:spMk id="3" creationId="{9A9AF8B5-964D-E158-87A5-19569B267BF2}"/>
          </ac:spMkLst>
        </pc:spChg>
        <pc:spChg chg="mod">
          <ac:chgData name="Vasanti Kadam" userId="2d2c718a-941c-44c5-9fc1-bfc327de9193" providerId="ADAL" clId="{C8FB11B1-B3C4-497A-A717-9586A5C7B20A}" dt="2025-07-21T10:30:10.308" v="557" actId="12789"/>
          <ac:spMkLst>
            <pc:docMk/>
            <pc:sldMk cId="3428981856" sldId="2147478463"/>
            <ac:spMk id="4" creationId="{A0883D3E-070F-EE55-D2DA-C563642CBB22}"/>
          </ac:spMkLst>
        </pc:spChg>
        <pc:spChg chg="add del mod">
          <ac:chgData name="Vasanti Kadam" userId="2d2c718a-941c-44c5-9fc1-bfc327de9193" providerId="ADAL" clId="{C8FB11B1-B3C4-497A-A717-9586A5C7B20A}" dt="2025-07-21T13:05:54.457" v="1364" actId="478"/>
          <ac:spMkLst>
            <pc:docMk/>
            <pc:sldMk cId="3428981856" sldId="2147478463"/>
            <ac:spMk id="5" creationId="{572B761B-0750-AF86-0EE5-221D9F8A4466}"/>
          </ac:spMkLst>
        </pc:spChg>
        <pc:spChg chg="mod">
          <ac:chgData name="Vasanti Kadam" userId="2d2c718a-941c-44c5-9fc1-bfc327de9193" providerId="ADAL" clId="{C8FB11B1-B3C4-497A-A717-9586A5C7B20A}" dt="2025-07-21T10:37:53.828" v="675" actId="947"/>
          <ac:spMkLst>
            <pc:docMk/>
            <pc:sldMk cId="3428981856" sldId="2147478463"/>
            <ac:spMk id="7" creationId="{FABB9B54-1A4A-FD2D-B671-FBCB53D85466}"/>
          </ac:spMkLst>
        </pc:spChg>
        <pc:spChg chg="mod">
          <ac:chgData name="Vasanti Kadam" userId="2d2c718a-941c-44c5-9fc1-bfc327de9193" providerId="ADAL" clId="{C8FB11B1-B3C4-497A-A717-9586A5C7B20A}" dt="2025-07-21T10:37:53.828" v="676" actId="947"/>
          <ac:spMkLst>
            <pc:docMk/>
            <pc:sldMk cId="3428981856" sldId="2147478463"/>
            <ac:spMk id="9" creationId="{07BF8574-BCF5-D186-01D8-9D46EED16435}"/>
          </ac:spMkLst>
        </pc:spChg>
        <pc:spChg chg="mod">
          <ac:chgData name="Vasanti Kadam" userId="2d2c718a-941c-44c5-9fc1-bfc327de9193" providerId="ADAL" clId="{C8FB11B1-B3C4-497A-A717-9586A5C7B20A}" dt="2025-07-21T10:37:53.829" v="677" actId="947"/>
          <ac:spMkLst>
            <pc:docMk/>
            <pc:sldMk cId="3428981856" sldId="2147478463"/>
            <ac:spMk id="10" creationId="{05B3A4BF-31FC-1926-A701-3F03EFC38024}"/>
          </ac:spMkLst>
        </pc:spChg>
        <pc:spChg chg="mod">
          <ac:chgData name="Vasanti Kadam" userId="2d2c718a-941c-44c5-9fc1-bfc327de9193" providerId="ADAL" clId="{C8FB11B1-B3C4-497A-A717-9586A5C7B20A}" dt="2025-07-21T10:37:53.830" v="678" actId="947"/>
          <ac:spMkLst>
            <pc:docMk/>
            <pc:sldMk cId="3428981856" sldId="2147478463"/>
            <ac:spMk id="11" creationId="{945B21F9-067E-0870-BB57-8191B88AC41E}"/>
          </ac:spMkLst>
        </pc:spChg>
        <pc:spChg chg="add del mod">
          <ac:chgData name="Vasanti Kadam" userId="2d2c718a-941c-44c5-9fc1-bfc327de9193" providerId="ADAL" clId="{C8FB11B1-B3C4-497A-A717-9586A5C7B20A}" dt="2025-07-21T13:05:54.457" v="1364" actId="478"/>
          <ac:spMkLst>
            <pc:docMk/>
            <pc:sldMk cId="3428981856" sldId="2147478463"/>
            <ac:spMk id="12" creationId="{F3418508-ECCC-E4A1-6BE8-4AC05C554086}"/>
          </ac:spMkLst>
        </pc:spChg>
        <pc:spChg chg="mod">
          <ac:chgData name="Vasanti Kadam" userId="2d2c718a-941c-44c5-9fc1-bfc327de9193" providerId="ADAL" clId="{C8FB11B1-B3C4-497A-A717-9586A5C7B20A}" dt="2025-07-21T10:37:53.831" v="680" actId="947"/>
          <ac:spMkLst>
            <pc:docMk/>
            <pc:sldMk cId="3428981856" sldId="2147478463"/>
            <ac:spMk id="14" creationId="{8CDC6984-F7DB-EF9E-9C2D-220AA22C289A}"/>
          </ac:spMkLst>
        </pc:spChg>
        <pc:spChg chg="mod">
          <ac:chgData name="Vasanti Kadam" userId="2d2c718a-941c-44c5-9fc1-bfc327de9193" providerId="ADAL" clId="{C8FB11B1-B3C4-497A-A717-9586A5C7B20A}" dt="2025-07-21T10:37:53.835" v="686" actId="947"/>
          <ac:spMkLst>
            <pc:docMk/>
            <pc:sldMk cId="3428981856" sldId="2147478463"/>
            <ac:spMk id="15" creationId="{D12E26B7-1F13-042D-923E-034D164D58EF}"/>
          </ac:spMkLst>
        </pc:spChg>
        <pc:spChg chg="add del mod">
          <ac:chgData name="Vasanti Kadam" userId="2d2c718a-941c-44c5-9fc1-bfc327de9193" providerId="ADAL" clId="{C8FB11B1-B3C4-497A-A717-9586A5C7B20A}" dt="2025-07-21T13:05:54.457" v="1364" actId="478"/>
          <ac:spMkLst>
            <pc:docMk/>
            <pc:sldMk cId="3428981856" sldId="2147478463"/>
            <ac:spMk id="17" creationId="{861D9A80-BD46-D9DF-11AA-658B9D5000D5}"/>
          </ac:spMkLst>
        </pc:spChg>
        <pc:spChg chg="add del mod">
          <ac:chgData name="Vasanti Kadam" userId="2d2c718a-941c-44c5-9fc1-bfc327de9193" providerId="ADAL" clId="{C8FB11B1-B3C4-497A-A717-9586A5C7B20A}" dt="2025-07-21T13:05:54.457" v="1364" actId="478"/>
          <ac:spMkLst>
            <pc:docMk/>
            <pc:sldMk cId="3428981856" sldId="2147478463"/>
            <ac:spMk id="19" creationId="{570F2A09-7AD5-1BFA-89F0-7E991277A1B6}"/>
          </ac:spMkLst>
        </pc:spChg>
        <pc:spChg chg="mod topLvl">
          <ac:chgData name="Vasanti Kadam" userId="2d2c718a-941c-44c5-9fc1-bfc327de9193" providerId="ADAL" clId="{C8FB11B1-B3C4-497A-A717-9586A5C7B20A}" dt="2025-07-21T10:34:00.159" v="579" actId="207"/>
          <ac:spMkLst>
            <pc:docMk/>
            <pc:sldMk cId="3428981856" sldId="2147478463"/>
            <ac:spMk id="20" creationId="{5692CAC8-BEDD-444C-D2B7-B7DEC2793AF1}"/>
          </ac:spMkLst>
        </pc:spChg>
        <pc:spChg chg="mod">
          <ac:chgData name="Vasanti Kadam" userId="2d2c718a-941c-44c5-9fc1-bfc327de9193" providerId="ADAL" clId="{C8FB11B1-B3C4-497A-A717-9586A5C7B20A}" dt="2025-07-21T10:37:53.832" v="681" actId="947"/>
          <ac:spMkLst>
            <pc:docMk/>
            <pc:sldMk cId="3428981856" sldId="2147478463"/>
            <ac:spMk id="21" creationId="{C3207475-B984-292C-F0B9-D85448D759FE}"/>
          </ac:spMkLst>
        </pc:spChg>
        <pc:spChg chg="mod">
          <ac:chgData name="Vasanti Kadam" userId="2d2c718a-941c-44c5-9fc1-bfc327de9193" providerId="ADAL" clId="{C8FB11B1-B3C4-497A-A717-9586A5C7B20A}" dt="2025-07-21T10:37:53.832" v="682" actId="947"/>
          <ac:spMkLst>
            <pc:docMk/>
            <pc:sldMk cId="3428981856" sldId="2147478463"/>
            <ac:spMk id="22" creationId="{A228EF80-3F05-CD2B-0610-25DBC3DE1D3F}"/>
          </ac:spMkLst>
        </pc:spChg>
        <pc:spChg chg="mod">
          <ac:chgData name="Vasanti Kadam" userId="2d2c718a-941c-44c5-9fc1-bfc327de9193" providerId="ADAL" clId="{C8FB11B1-B3C4-497A-A717-9586A5C7B20A}" dt="2025-07-21T10:37:53.833" v="683" actId="947"/>
          <ac:spMkLst>
            <pc:docMk/>
            <pc:sldMk cId="3428981856" sldId="2147478463"/>
            <ac:spMk id="23" creationId="{26ADDC0A-A608-1ED3-83B2-D2E8E5E5B6C9}"/>
          </ac:spMkLst>
        </pc:spChg>
        <pc:spChg chg="add del mod">
          <ac:chgData name="Vasanti Kadam" userId="2d2c718a-941c-44c5-9fc1-bfc327de9193" providerId="ADAL" clId="{C8FB11B1-B3C4-497A-A717-9586A5C7B20A}" dt="2025-07-21T13:05:54.457" v="1364" actId="478"/>
          <ac:spMkLst>
            <pc:docMk/>
            <pc:sldMk cId="3428981856" sldId="2147478463"/>
            <ac:spMk id="24" creationId="{0A0D5BCA-CA99-A35E-3D43-5F239333E1D9}"/>
          </ac:spMkLst>
        </pc:spChg>
        <pc:spChg chg="mod">
          <ac:chgData name="Vasanti Kadam" userId="2d2c718a-941c-44c5-9fc1-bfc327de9193" providerId="ADAL" clId="{C8FB11B1-B3C4-497A-A717-9586A5C7B20A}" dt="2025-07-21T10:37:53.834" v="685" actId="947"/>
          <ac:spMkLst>
            <pc:docMk/>
            <pc:sldMk cId="3428981856" sldId="2147478463"/>
            <ac:spMk id="25" creationId="{0116E7E6-3E91-97D5-14F0-9170AB844D3C}"/>
          </ac:spMkLst>
        </pc:spChg>
        <pc:spChg chg="del">
          <ac:chgData name="Vasanti Kadam" userId="2d2c718a-941c-44c5-9fc1-bfc327de9193" providerId="ADAL" clId="{C8FB11B1-B3C4-497A-A717-9586A5C7B20A}" dt="2025-07-21T10:33:38.073" v="571" actId="478"/>
          <ac:spMkLst>
            <pc:docMk/>
            <pc:sldMk cId="3428981856" sldId="2147478463"/>
            <ac:spMk id="26" creationId="{5813B289-A70D-C31B-62DE-3FD3A793437E}"/>
          </ac:spMkLst>
        </pc:spChg>
        <pc:spChg chg="mod">
          <ac:chgData name="Vasanti Kadam" userId="2d2c718a-941c-44c5-9fc1-bfc327de9193" providerId="ADAL" clId="{C8FB11B1-B3C4-497A-A717-9586A5C7B20A}" dt="2025-07-21T10:35:13.316" v="615" actId="2085"/>
          <ac:spMkLst>
            <pc:docMk/>
            <pc:sldMk cId="3428981856" sldId="2147478463"/>
            <ac:spMk id="27" creationId="{C1BEAD9E-EFF1-3653-0B39-F4F06931102F}"/>
          </ac:spMkLst>
        </pc:spChg>
        <pc:spChg chg="mod topLvl">
          <ac:chgData name="Vasanti Kadam" userId="2d2c718a-941c-44c5-9fc1-bfc327de9193" providerId="ADAL" clId="{C8FB11B1-B3C4-497A-A717-9586A5C7B20A}" dt="2025-07-21T10:34:03.816" v="580" actId="207"/>
          <ac:spMkLst>
            <pc:docMk/>
            <pc:sldMk cId="3428981856" sldId="2147478463"/>
            <ac:spMk id="28" creationId="{BB8DDEC6-288D-B2A9-4320-0BA4D97237F3}"/>
          </ac:spMkLst>
        </pc:spChg>
        <pc:spChg chg="del">
          <ac:chgData name="Vasanti Kadam" userId="2d2c718a-941c-44c5-9fc1-bfc327de9193" providerId="ADAL" clId="{C8FB11B1-B3C4-497A-A717-9586A5C7B20A}" dt="2025-07-21T10:33:36.863" v="570" actId="478"/>
          <ac:spMkLst>
            <pc:docMk/>
            <pc:sldMk cId="3428981856" sldId="2147478463"/>
            <ac:spMk id="29" creationId="{245A20CC-B491-FDD0-4E5F-D8744837727E}"/>
          </ac:spMkLst>
        </pc:spChg>
        <pc:spChg chg="mod">
          <ac:chgData name="Vasanti Kadam" userId="2d2c718a-941c-44c5-9fc1-bfc327de9193" providerId="ADAL" clId="{C8FB11B1-B3C4-497A-A717-9586A5C7B20A}" dt="2025-07-21T10:35:02.136" v="613" actId="207"/>
          <ac:spMkLst>
            <pc:docMk/>
            <pc:sldMk cId="3428981856" sldId="2147478463"/>
            <ac:spMk id="30" creationId="{6DFFD11D-189C-A458-2A54-4037A3AB3C5F}"/>
          </ac:spMkLst>
        </pc:spChg>
        <pc:spChg chg="mod">
          <ac:chgData name="Vasanti Kadam" userId="2d2c718a-941c-44c5-9fc1-bfc327de9193" providerId="ADAL" clId="{C8FB11B1-B3C4-497A-A717-9586A5C7B20A}" dt="2025-07-21T10:34:00.159" v="579" actId="207"/>
          <ac:spMkLst>
            <pc:docMk/>
            <pc:sldMk cId="3428981856" sldId="2147478463"/>
            <ac:spMk id="31" creationId="{CE0A692F-492D-CECE-F64C-CFDD21FFE505}"/>
          </ac:spMkLst>
        </pc:spChg>
        <pc:spChg chg="mod">
          <ac:chgData name="Vasanti Kadam" userId="2d2c718a-941c-44c5-9fc1-bfc327de9193" providerId="ADAL" clId="{C8FB11B1-B3C4-497A-A717-9586A5C7B20A}" dt="2025-07-21T10:35:13.316" v="615" actId="2085"/>
          <ac:spMkLst>
            <pc:docMk/>
            <pc:sldMk cId="3428981856" sldId="2147478463"/>
            <ac:spMk id="33" creationId="{F0D81CD4-7446-793C-CB70-A6EEF39BAE56}"/>
          </ac:spMkLst>
        </pc:spChg>
        <pc:spChg chg="mod">
          <ac:chgData name="Vasanti Kadam" userId="2d2c718a-941c-44c5-9fc1-bfc327de9193" providerId="ADAL" clId="{C8FB11B1-B3C4-497A-A717-9586A5C7B20A}" dt="2025-07-21T10:35:13.316" v="615" actId="2085"/>
          <ac:spMkLst>
            <pc:docMk/>
            <pc:sldMk cId="3428981856" sldId="2147478463"/>
            <ac:spMk id="34" creationId="{6A69B9B8-CC7C-0857-837A-648D5C1518FF}"/>
          </ac:spMkLst>
        </pc:spChg>
        <pc:spChg chg="del mod topLvl">
          <ac:chgData name="Vasanti Kadam" userId="2d2c718a-941c-44c5-9fc1-bfc327de9193" providerId="ADAL" clId="{C8FB11B1-B3C4-497A-A717-9586A5C7B20A}" dt="2025-07-21T10:33:36.454" v="569" actId="478"/>
          <ac:spMkLst>
            <pc:docMk/>
            <pc:sldMk cId="3428981856" sldId="2147478463"/>
            <ac:spMk id="35" creationId="{F74A9597-EC90-0072-BFBA-AAC0CB3FF890}"/>
          </ac:spMkLst>
        </pc:spChg>
        <pc:spChg chg="mod topLvl">
          <ac:chgData name="Vasanti Kadam" userId="2d2c718a-941c-44c5-9fc1-bfc327de9193" providerId="ADAL" clId="{C8FB11B1-B3C4-497A-A717-9586A5C7B20A}" dt="2025-07-21T10:34:03.816" v="580" actId="207"/>
          <ac:spMkLst>
            <pc:docMk/>
            <pc:sldMk cId="3428981856" sldId="2147478463"/>
            <ac:spMk id="36" creationId="{83F98057-A36F-609F-EE6D-DA8DB5844DE4}"/>
          </ac:spMkLst>
        </pc:spChg>
        <pc:spChg chg="del">
          <ac:chgData name="Vasanti Kadam" userId="2d2c718a-941c-44c5-9fc1-bfc327de9193" providerId="ADAL" clId="{C8FB11B1-B3C4-497A-A717-9586A5C7B20A}" dt="2025-07-21T10:33:36.045" v="568" actId="478"/>
          <ac:spMkLst>
            <pc:docMk/>
            <pc:sldMk cId="3428981856" sldId="2147478463"/>
            <ac:spMk id="37" creationId="{5CCA6E70-72ED-87DF-A230-D3250FD220E0}"/>
          </ac:spMkLst>
        </pc:spChg>
        <pc:spChg chg="mod">
          <ac:chgData name="Vasanti Kadam" userId="2d2c718a-941c-44c5-9fc1-bfc327de9193" providerId="ADAL" clId="{C8FB11B1-B3C4-497A-A717-9586A5C7B20A}" dt="2025-07-21T10:35:02.136" v="613" actId="207"/>
          <ac:spMkLst>
            <pc:docMk/>
            <pc:sldMk cId="3428981856" sldId="2147478463"/>
            <ac:spMk id="38" creationId="{B9853FBD-A9FA-E645-DEF6-59112EDBD7C7}"/>
          </ac:spMkLst>
        </pc:spChg>
        <pc:spChg chg="mod">
          <ac:chgData name="Vasanti Kadam" userId="2d2c718a-941c-44c5-9fc1-bfc327de9193" providerId="ADAL" clId="{C8FB11B1-B3C4-497A-A717-9586A5C7B20A}" dt="2025-07-21T10:37:53.836" v="688" actId="947"/>
          <ac:spMkLst>
            <pc:docMk/>
            <pc:sldMk cId="3428981856" sldId="2147478463"/>
            <ac:spMk id="39" creationId="{A1C32757-D859-A3E4-EA37-C1BB4B6D0DC9}"/>
          </ac:spMkLst>
        </pc:spChg>
        <pc:spChg chg="mod">
          <ac:chgData name="Vasanti Kadam" userId="2d2c718a-941c-44c5-9fc1-bfc327de9193" providerId="ADAL" clId="{C8FB11B1-B3C4-497A-A717-9586A5C7B20A}" dt="2025-07-21T10:36:28.841" v="648" actId="12789"/>
          <ac:spMkLst>
            <pc:docMk/>
            <pc:sldMk cId="3428981856" sldId="2147478463"/>
            <ac:spMk id="40" creationId="{5CEA5628-53C6-A088-E5B1-7C3A123B5C18}"/>
          </ac:spMkLst>
        </pc:spChg>
        <pc:spChg chg="mod">
          <ac:chgData name="Vasanti Kadam" userId="2d2c718a-941c-44c5-9fc1-bfc327de9193" providerId="ADAL" clId="{C8FB11B1-B3C4-497A-A717-9586A5C7B20A}" dt="2025-07-21T10:35:13.316" v="615" actId="2085"/>
          <ac:spMkLst>
            <pc:docMk/>
            <pc:sldMk cId="3428981856" sldId="2147478463"/>
            <ac:spMk id="41" creationId="{DE99BAFE-5DD4-C215-C1CE-45FE606C9724}"/>
          </ac:spMkLst>
        </pc:spChg>
        <pc:spChg chg="del mod topLvl">
          <ac:chgData name="Vasanti Kadam" userId="2d2c718a-941c-44c5-9fc1-bfc327de9193" providerId="ADAL" clId="{C8FB11B1-B3C4-497A-A717-9586A5C7B20A}" dt="2025-07-21T10:33:35.586" v="567" actId="478"/>
          <ac:spMkLst>
            <pc:docMk/>
            <pc:sldMk cId="3428981856" sldId="2147478463"/>
            <ac:spMk id="42" creationId="{A49C079B-CE2E-59D0-5204-760E73F6C8F7}"/>
          </ac:spMkLst>
        </pc:spChg>
        <pc:spChg chg="add del mod">
          <ac:chgData name="Vasanti Kadam" userId="2d2c718a-941c-44c5-9fc1-bfc327de9193" providerId="ADAL" clId="{C8FB11B1-B3C4-497A-A717-9586A5C7B20A}" dt="2025-07-21T13:05:54.457" v="1364" actId="478"/>
          <ac:spMkLst>
            <pc:docMk/>
            <pc:sldMk cId="3428981856" sldId="2147478463"/>
            <ac:spMk id="43" creationId="{E4B0DABA-806A-FBF5-840B-CA529B9C0A56}"/>
          </ac:spMkLst>
        </pc:spChg>
        <pc:spChg chg="mod topLvl">
          <ac:chgData name="Vasanti Kadam" userId="2d2c718a-941c-44c5-9fc1-bfc327de9193" providerId="ADAL" clId="{C8FB11B1-B3C4-497A-A717-9586A5C7B20A}" dt="2025-07-21T10:35:54.979" v="631" actId="12789"/>
          <ac:spMkLst>
            <pc:docMk/>
            <pc:sldMk cId="3428981856" sldId="2147478463"/>
            <ac:spMk id="44" creationId="{C8E55818-2AC5-9D85-3F76-5E395A6F595D}"/>
          </ac:spMkLst>
        </pc:spChg>
        <pc:spChg chg="del">
          <ac:chgData name="Vasanti Kadam" userId="2d2c718a-941c-44c5-9fc1-bfc327de9193" providerId="ADAL" clId="{C8FB11B1-B3C4-497A-A717-9586A5C7B20A}" dt="2025-07-21T10:33:35.160" v="566" actId="478"/>
          <ac:spMkLst>
            <pc:docMk/>
            <pc:sldMk cId="3428981856" sldId="2147478463"/>
            <ac:spMk id="45" creationId="{8D57158E-16FC-81A9-12B7-C18407C75345}"/>
          </ac:spMkLst>
        </pc:spChg>
        <pc:spChg chg="add del mod">
          <ac:chgData name="Vasanti Kadam" userId="2d2c718a-941c-44c5-9fc1-bfc327de9193" providerId="ADAL" clId="{C8FB11B1-B3C4-497A-A717-9586A5C7B20A}" dt="2025-07-21T13:05:54.457" v="1364" actId="478"/>
          <ac:spMkLst>
            <pc:docMk/>
            <pc:sldMk cId="3428981856" sldId="2147478463"/>
            <ac:spMk id="46" creationId="{1B657705-A440-4CCE-7635-CE99B4DD9398}"/>
          </ac:spMkLst>
        </pc:spChg>
        <pc:spChg chg="add del mod">
          <ac:chgData name="Vasanti Kadam" userId="2d2c718a-941c-44c5-9fc1-bfc327de9193" providerId="ADAL" clId="{C8FB11B1-B3C4-497A-A717-9586A5C7B20A}" dt="2025-07-21T13:05:54.457" v="1364" actId="478"/>
          <ac:spMkLst>
            <pc:docMk/>
            <pc:sldMk cId="3428981856" sldId="2147478463"/>
            <ac:spMk id="47" creationId="{8E94A27A-2EB2-BAF0-B6CB-047C93CE1DC9}"/>
          </ac:spMkLst>
        </pc:spChg>
        <pc:spChg chg="mod topLvl">
          <ac:chgData name="Vasanti Kadam" userId="2d2c718a-941c-44c5-9fc1-bfc327de9193" providerId="ADAL" clId="{C8FB11B1-B3C4-497A-A717-9586A5C7B20A}" dt="2025-07-21T10:35:02.136" v="613" actId="207"/>
          <ac:spMkLst>
            <pc:docMk/>
            <pc:sldMk cId="3428981856" sldId="2147478463"/>
            <ac:spMk id="48" creationId="{D8DA16FB-212D-5861-62D9-BFB13860CE17}"/>
          </ac:spMkLst>
        </pc:spChg>
        <pc:spChg chg="mod">
          <ac:chgData name="Vasanti Kadam" userId="2d2c718a-941c-44c5-9fc1-bfc327de9193" providerId="ADAL" clId="{C8FB11B1-B3C4-497A-A717-9586A5C7B20A}" dt="2025-07-21T10:37:53.837" v="693" actId="947"/>
          <ac:spMkLst>
            <pc:docMk/>
            <pc:sldMk cId="3428981856" sldId="2147478463"/>
            <ac:spMk id="49" creationId="{771C637C-45B9-F6C7-487E-CD64E82ECDE5}"/>
          </ac:spMkLst>
        </pc:spChg>
        <pc:spChg chg="mod topLvl">
          <ac:chgData name="Vasanti Kadam" userId="2d2c718a-941c-44c5-9fc1-bfc327de9193" providerId="ADAL" clId="{C8FB11B1-B3C4-497A-A717-9586A5C7B20A}" dt="2025-07-21T10:36:03.136" v="635" actId="12789"/>
          <ac:spMkLst>
            <pc:docMk/>
            <pc:sldMk cId="3428981856" sldId="2147478463"/>
            <ac:spMk id="50" creationId="{7D3FED82-D225-1633-87B2-7B05915A29A9}"/>
          </ac:spMkLst>
        </pc:spChg>
        <pc:spChg chg="add del mod">
          <ac:chgData name="Vasanti Kadam" userId="2d2c718a-941c-44c5-9fc1-bfc327de9193" providerId="ADAL" clId="{C8FB11B1-B3C4-497A-A717-9586A5C7B20A}" dt="2025-07-21T13:05:54.457" v="1364" actId="478"/>
          <ac:spMkLst>
            <pc:docMk/>
            <pc:sldMk cId="3428981856" sldId="2147478463"/>
            <ac:spMk id="51" creationId="{76BB649A-5106-CD68-4E7D-DDFBB6D4D9CE}"/>
          </ac:spMkLst>
        </pc:spChg>
        <pc:spChg chg="mod">
          <ac:chgData name="Vasanti Kadam" userId="2d2c718a-941c-44c5-9fc1-bfc327de9193" providerId="ADAL" clId="{C8FB11B1-B3C4-497A-A717-9586A5C7B20A}" dt="2025-07-21T10:35:13.316" v="615" actId="2085"/>
          <ac:spMkLst>
            <pc:docMk/>
            <pc:sldMk cId="3428981856" sldId="2147478463"/>
            <ac:spMk id="53" creationId="{2B968C66-EB43-BF4A-DD66-E09A990A78D9}"/>
          </ac:spMkLst>
        </pc:spChg>
        <pc:spChg chg="mod">
          <ac:chgData name="Vasanti Kadam" userId="2d2c718a-941c-44c5-9fc1-bfc327de9193" providerId="ADAL" clId="{C8FB11B1-B3C4-497A-A717-9586A5C7B20A}" dt="2025-07-21T10:37:53.843" v="695" actId="947"/>
          <ac:spMkLst>
            <pc:docMk/>
            <pc:sldMk cId="3428981856" sldId="2147478463"/>
            <ac:spMk id="54" creationId="{15C3EF3D-CB3F-03A6-040C-963C809E06DB}"/>
          </ac:spMkLst>
        </pc:spChg>
        <pc:spChg chg="add del mod">
          <ac:chgData name="Vasanti Kadam" userId="2d2c718a-941c-44c5-9fc1-bfc327de9193" providerId="ADAL" clId="{C8FB11B1-B3C4-497A-A717-9586A5C7B20A}" dt="2025-07-21T13:05:54.457" v="1364" actId="478"/>
          <ac:spMkLst>
            <pc:docMk/>
            <pc:sldMk cId="3428981856" sldId="2147478463"/>
            <ac:spMk id="55" creationId="{5B25FE4C-6AEC-D666-87D5-612B9B9A9C3B}"/>
          </ac:spMkLst>
        </pc:spChg>
        <pc:spChg chg="mod">
          <ac:chgData name="Vasanti Kadam" userId="2d2c718a-941c-44c5-9fc1-bfc327de9193" providerId="ADAL" clId="{C8FB11B1-B3C4-497A-A717-9586A5C7B20A}" dt="2025-07-21T10:35:13.316" v="615" actId="2085"/>
          <ac:spMkLst>
            <pc:docMk/>
            <pc:sldMk cId="3428981856" sldId="2147478463"/>
            <ac:spMk id="56" creationId="{6775BBE3-7BDA-1CAD-23E0-B54484E6B2DA}"/>
          </ac:spMkLst>
        </pc:spChg>
        <pc:spChg chg="del mod topLvl">
          <ac:chgData name="Vasanti Kadam" userId="2d2c718a-941c-44c5-9fc1-bfc327de9193" providerId="ADAL" clId="{C8FB11B1-B3C4-497A-A717-9586A5C7B20A}" dt="2025-07-21T10:33:34.641" v="565" actId="478"/>
          <ac:spMkLst>
            <pc:docMk/>
            <pc:sldMk cId="3428981856" sldId="2147478463"/>
            <ac:spMk id="57" creationId="{4595A67F-3E2B-D133-2C76-5A9B60AFF3D5}"/>
          </ac:spMkLst>
        </pc:spChg>
        <pc:spChg chg="mod">
          <ac:chgData name="Vasanti Kadam" userId="2d2c718a-941c-44c5-9fc1-bfc327de9193" providerId="ADAL" clId="{C8FB11B1-B3C4-497A-A717-9586A5C7B20A}" dt="2025-07-21T10:33:51.823" v="575" actId="207"/>
          <ac:spMkLst>
            <pc:docMk/>
            <pc:sldMk cId="3428981856" sldId="2147478463"/>
            <ac:spMk id="58" creationId="{58AA1B95-5C7E-4AF1-45E8-EE840147CFBA}"/>
          </ac:spMkLst>
        </pc:spChg>
        <pc:spChg chg="del mod">
          <ac:chgData name="Vasanti Kadam" userId="2d2c718a-941c-44c5-9fc1-bfc327de9193" providerId="ADAL" clId="{C8FB11B1-B3C4-497A-A717-9586A5C7B20A}" dt="2025-07-21T10:33:33.713" v="564" actId="478"/>
          <ac:spMkLst>
            <pc:docMk/>
            <pc:sldMk cId="3428981856" sldId="2147478463"/>
            <ac:spMk id="59" creationId="{AF578A9E-6592-3A4A-2E28-DA1A9179AF68}"/>
          </ac:spMkLst>
        </pc:spChg>
        <pc:spChg chg="mod topLvl">
          <ac:chgData name="Vasanti Kadam" userId="2d2c718a-941c-44c5-9fc1-bfc327de9193" providerId="ADAL" clId="{C8FB11B1-B3C4-497A-A717-9586A5C7B20A}" dt="2025-07-21T10:35:38.452" v="627" actId="12789"/>
          <ac:spMkLst>
            <pc:docMk/>
            <pc:sldMk cId="3428981856" sldId="2147478463"/>
            <ac:spMk id="60" creationId="{E2956709-437C-B101-2C53-232A775F8265}"/>
          </ac:spMkLst>
        </pc:spChg>
        <pc:spChg chg="mod">
          <ac:chgData name="Vasanti Kadam" userId="2d2c718a-941c-44c5-9fc1-bfc327de9193" providerId="ADAL" clId="{C8FB11B1-B3C4-497A-A717-9586A5C7B20A}" dt="2025-07-21T10:37:53.843" v="697" actId="947"/>
          <ac:spMkLst>
            <pc:docMk/>
            <pc:sldMk cId="3428981856" sldId="2147478463"/>
            <ac:spMk id="61" creationId="{E05B5BA4-56C5-0796-81C6-86AB36554702}"/>
          </ac:spMkLst>
        </pc:spChg>
        <pc:spChg chg="add mod">
          <ac:chgData name="Vasanti Kadam" userId="2d2c718a-941c-44c5-9fc1-bfc327de9193" providerId="ADAL" clId="{C8FB11B1-B3C4-497A-A717-9586A5C7B20A}" dt="2025-07-21T10:37:53.843" v="698" actId="947"/>
          <ac:spMkLst>
            <pc:docMk/>
            <pc:sldMk cId="3428981856" sldId="2147478463"/>
            <ac:spMk id="62" creationId="{091B8FE5-9D37-CFA9-E8D2-CC0B319CB79F}"/>
          </ac:spMkLst>
        </pc:spChg>
        <pc:spChg chg="add mod">
          <ac:chgData name="Vasanti Kadam" userId="2d2c718a-941c-44c5-9fc1-bfc327de9193" providerId="ADAL" clId="{C8FB11B1-B3C4-497A-A717-9586A5C7B20A}" dt="2025-07-21T10:37:53.843" v="699" actId="947"/>
          <ac:spMkLst>
            <pc:docMk/>
            <pc:sldMk cId="3428981856" sldId="2147478463"/>
            <ac:spMk id="63" creationId="{E79E7246-AA59-B1B3-00FA-632C75D55A3E}"/>
          </ac:spMkLst>
        </pc:spChg>
        <pc:spChg chg="add mod">
          <ac:chgData name="Vasanti Kadam" userId="2d2c718a-941c-44c5-9fc1-bfc327de9193" providerId="ADAL" clId="{C8FB11B1-B3C4-497A-A717-9586A5C7B20A}" dt="2025-07-21T10:37:53.843" v="700" actId="947"/>
          <ac:spMkLst>
            <pc:docMk/>
            <pc:sldMk cId="3428981856" sldId="2147478463"/>
            <ac:spMk id="64" creationId="{96EFDD15-DD3A-1C81-FBF4-06D400CBB53D}"/>
          </ac:spMkLst>
        </pc:spChg>
        <pc:spChg chg="add mod">
          <ac:chgData name="Vasanti Kadam" userId="2d2c718a-941c-44c5-9fc1-bfc327de9193" providerId="ADAL" clId="{C8FB11B1-B3C4-497A-A717-9586A5C7B20A}" dt="2025-07-21T10:37:53.843" v="701" actId="947"/>
          <ac:spMkLst>
            <pc:docMk/>
            <pc:sldMk cId="3428981856" sldId="2147478463"/>
            <ac:spMk id="65" creationId="{21C58CC2-1B50-75D8-0AE7-AC2C0BF28926}"/>
          </ac:spMkLst>
        </pc:spChg>
        <pc:spChg chg="add mod">
          <ac:chgData name="Vasanti Kadam" userId="2d2c718a-941c-44c5-9fc1-bfc327de9193" providerId="ADAL" clId="{C8FB11B1-B3C4-497A-A717-9586A5C7B20A}" dt="2025-07-21T10:37:53.843" v="702" actId="947"/>
          <ac:spMkLst>
            <pc:docMk/>
            <pc:sldMk cId="3428981856" sldId="2147478463"/>
            <ac:spMk id="66" creationId="{7D477BFE-5F7A-4243-1184-CF716799C8B1}"/>
          </ac:spMkLst>
        </pc:spChg>
        <pc:spChg chg="add mod">
          <ac:chgData name="Vasanti Kadam" userId="2d2c718a-941c-44c5-9fc1-bfc327de9193" providerId="ADAL" clId="{C8FB11B1-B3C4-497A-A717-9586A5C7B20A}" dt="2025-07-21T10:37:53.843" v="703" actId="947"/>
          <ac:spMkLst>
            <pc:docMk/>
            <pc:sldMk cId="3428981856" sldId="2147478463"/>
            <ac:spMk id="67" creationId="{3D4BF7C6-6BF5-8CF0-1F6F-F15BA3039DC2}"/>
          </ac:spMkLst>
        </pc:spChg>
        <pc:spChg chg="add mod">
          <ac:chgData name="Vasanti Kadam" userId="2d2c718a-941c-44c5-9fc1-bfc327de9193" providerId="ADAL" clId="{C8FB11B1-B3C4-497A-A717-9586A5C7B20A}" dt="2025-07-21T10:37:53.843" v="704" actId="947"/>
          <ac:spMkLst>
            <pc:docMk/>
            <pc:sldMk cId="3428981856" sldId="2147478463"/>
            <ac:spMk id="68" creationId="{5E198FEA-0098-7812-504F-62182DC1647F}"/>
          </ac:spMkLst>
        </pc:spChg>
        <pc:spChg chg="add mod">
          <ac:chgData name="Vasanti Kadam" userId="2d2c718a-941c-44c5-9fc1-bfc327de9193" providerId="ADAL" clId="{C8FB11B1-B3C4-497A-A717-9586A5C7B20A}" dt="2025-07-21T10:37:53.843" v="705" actId="947"/>
          <ac:spMkLst>
            <pc:docMk/>
            <pc:sldMk cId="3428981856" sldId="2147478463"/>
            <ac:spMk id="113" creationId="{F6A4D3CC-7231-0790-8797-E6A776DA8B51}"/>
          </ac:spMkLst>
        </pc:spChg>
        <pc:grpChg chg="mod">
          <ac:chgData name="Vasanti Kadam" userId="2d2c718a-941c-44c5-9fc1-bfc327de9193" providerId="ADAL" clId="{C8FB11B1-B3C4-497A-A717-9586A5C7B20A}" dt="2025-07-21T10:35:11.006" v="614" actId="207"/>
          <ac:grpSpMkLst>
            <pc:docMk/>
            <pc:sldMk cId="3428981856" sldId="2147478463"/>
            <ac:grpSpMk id="32" creationId="{0297B73A-31E4-8230-D6B9-8DA0777F4C8D}"/>
          </ac:grpSpMkLst>
        </pc:grpChg>
        <pc:grpChg chg="mod">
          <ac:chgData name="Vasanti Kadam" userId="2d2c718a-941c-44c5-9fc1-bfc327de9193" providerId="ADAL" clId="{C8FB11B1-B3C4-497A-A717-9586A5C7B20A}" dt="2025-07-21T10:35:11.006" v="614" actId="207"/>
          <ac:grpSpMkLst>
            <pc:docMk/>
            <pc:sldMk cId="3428981856" sldId="2147478463"/>
            <ac:grpSpMk id="52" creationId="{94D10C3C-5383-73B7-E8BA-7DB096B3D7D4}"/>
          </ac:grpSpMkLst>
        </pc:grpChg>
        <pc:grpChg chg="del">
          <ac:chgData name="Vasanti Kadam" userId="2d2c718a-941c-44c5-9fc1-bfc327de9193" providerId="ADAL" clId="{C8FB11B1-B3C4-497A-A717-9586A5C7B20A}" dt="2025-07-21T10:25:51.153" v="544" actId="478"/>
          <ac:grpSpMkLst>
            <pc:docMk/>
            <pc:sldMk cId="3428981856" sldId="2147478463"/>
            <ac:grpSpMk id="155" creationId="{4653BB17-4718-272E-ACA6-6B2988BEF95D}"/>
          </ac:grpSpMkLst>
        </pc:grpChg>
        <pc:picChg chg="add del mod">
          <ac:chgData name="Vasanti Kadam" userId="2d2c718a-941c-44c5-9fc1-bfc327de9193" providerId="ADAL" clId="{C8FB11B1-B3C4-497A-A717-9586A5C7B20A}" dt="2025-07-21T10:30:01.320" v="553" actId="478"/>
          <ac:picMkLst>
            <pc:docMk/>
            <pc:sldMk cId="3428981856" sldId="2147478463"/>
            <ac:picMk id="8" creationId="{FC54B9EE-970C-FBD8-D7A6-D0444FAA4BF8}"/>
          </ac:picMkLst>
        </pc:picChg>
        <pc:picChg chg="add mod">
          <ac:chgData name="Vasanti Kadam" userId="2d2c718a-941c-44c5-9fc1-bfc327de9193" providerId="ADAL" clId="{C8FB11B1-B3C4-497A-A717-9586A5C7B20A}" dt="2025-07-21T10:30:13.592" v="558" actId="14100"/>
          <ac:picMkLst>
            <pc:docMk/>
            <pc:sldMk cId="3428981856" sldId="2147478463"/>
            <ac:picMk id="16" creationId="{E2EF41BD-2B7E-45CB-52DE-3DCC606A3222}"/>
          </ac:picMkLst>
        </pc:picChg>
      </pc:sldChg>
      <pc:sldChg chg="addSp delSp modSp add del mod">
        <pc:chgData name="Vasanti Kadam" userId="2d2c718a-941c-44c5-9fc1-bfc327de9193" providerId="ADAL" clId="{C8FB11B1-B3C4-497A-A717-9586A5C7B20A}" dt="2025-07-21T13:06:19.271" v="1371" actId="2696"/>
        <pc:sldMkLst>
          <pc:docMk/>
          <pc:sldMk cId="2690752869" sldId="2147478464"/>
        </pc:sldMkLst>
        <pc:spChg chg="del">
          <ac:chgData name="Vasanti Kadam" userId="2d2c718a-941c-44c5-9fc1-bfc327de9193" providerId="ADAL" clId="{C8FB11B1-B3C4-497A-A717-9586A5C7B20A}" dt="2025-07-21T13:05:42.165" v="1359" actId="21"/>
          <ac:spMkLst>
            <pc:docMk/>
            <pc:sldMk cId="2690752869" sldId="2147478464"/>
            <ac:spMk id="3" creationId="{E4C139BD-F7F7-D864-6D79-5EFF236FD252}"/>
          </ac:spMkLst>
        </pc:spChg>
        <pc:spChg chg="mod">
          <ac:chgData name="Vasanti Kadam" userId="2d2c718a-941c-44c5-9fc1-bfc327de9193" providerId="ADAL" clId="{C8FB11B1-B3C4-497A-A717-9586A5C7B20A}" dt="2025-07-21T10:45:28.059" v="716" actId="12789"/>
          <ac:spMkLst>
            <pc:docMk/>
            <pc:sldMk cId="2690752869" sldId="2147478464"/>
            <ac:spMk id="4" creationId="{E4423C1B-5745-1992-A27B-9E732E623AA5}"/>
          </ac:spMkLst>
        </pc:spChg>
        <pc:spChg chg="del">
          <ac:chgData name="Vasanti Kadam" userId="2d2c718a-941c-44c5-9fc1-bfc327de9193" providerId="ADAL" clId="{C8FB11B1-B3C4-497A-A717-9586A5C7B20A}" dt="2025-07-21T13:05:42.165" v="1359" actId="21"/>
          <ac:spMkLst>
            <pc:docMk/>
            <pc:sldMk cId="2690752869" sldId="2147478464"/>
            <ac:spMk id="14" creationId="{A96826CB-CAFB-81AA-396E-ECDA62B2D258}"/>
          </ac:spMkLst>
        </pc:spChg>
        <pc:spChg chg="del">
          <ac:chgData name="Vasanti Kadam" userId="2d2c718a-941c-44c5-9fc1-bfc327de9193" providerId="ADAL" clId="{C8FB11B1-B3C4-497A-A717-9586A5C7B20A}" dt="2025-07-21T13:05:42.165" v="1359" actId="21"/>
          <ac:spMkLst>
            <pc:docMk/>
            <pc:sldMk cId="2690752869" sldId="2147478464"/>
            <ac:spMk id="17" creationId="{8C111E44-B3DC-2DE9-0977-FA9C9DCE7BBB}"/>
          </ac:spMkLst>
        </pc:spChg>
        <pc:spChg chg="add mod ord topLvl">
          <ac:chgData name="Vasanti Kadam" userId="2d2c718a-941c-44c5-9fc1-bfc327de9193" providerId="ADAL" clId="{C8FB11B1-B3C4-497A-A717-9586A5C7B20A}" dt="2025-07-21T10:47:53.536" v="762" actId="552"/>
          <ac:spMkLst>
            <pc:docMk/>
            <pc:sldMk cId="2690752869" sldId="2147478464"/>
            <ac:spMk id="18" creationId="{5F531AB1-DD26-7B44-90C7-EE69F3A0C897}"/>
          </ac:spMkLst>
        </pc:spChg>
        <pc:spChg chg="del">
          <ac:chgData name="Vasanti Kadam" userId="2d2c718a-941c-44c5-9fc1-bfc327de9193" providerId="ADAL" clId="{C8FB11B1-B3C4-497A-A717-9586A5C7B20A}" dt="2025-07-21T13:05:42.165" v="1359" actId="21"/>
          <ac:spMkLst>
            <pc:docMk/>
            <pc:sldMk cId="2690752869" sldId="2147478464"/>
            <ac:spMk id="19" creationId="{6A179730-B2A0-EBCB-2496-CFED93761AF1}"/>
          </ac:spMkLst>
        </pc:spChg>
        <pc:spChg chg="del">
          <ac:chgData name="Vasanti Kadam" userId="2d2c718a-941c-44c5-9fc1-bfc327de9193" providerId="ADAL" clId="{C8FB11B1-B3C4-497A-A717-9586A5C7B20A}" dt="2025-07-21T10:43:51.185" v="707" actId="478"/>
          <ac:spMkLst>
            <pc:docMk/>
            <pc:sldMk cId="2690752869" sldId="2147478464"/>
            <ac:spMk id="20" creationId="{0289E9E6-3552-6CEC-464E-1E09AAFBD1B8}"/>
          </ac:spMkLst>
        </pc:spChg>
        <pc:spChg chg="del">
          <ac:chgData name="Vasanti Kadam" userId="2d2c718a-941c-44c5-9fc1-bfc327de9193" providerId="ADAL" clId="{C8FB11B1-B3C4-497A-A717-9586A5C7B20A}" dt="2025-07-21T13:05:42.165" v="1359" actId="21"/>
          <ac:spMkLst>
            <pc:docMk/>
            <pc:sldMk cId="2690752869" sldId="2147478464"/>
            <ac:spMk id="22" creationId="{B14AE564-B845-05D3-424E-FC13A25B9F6C}"/>
          </ac:spMkLst>
        </pc:spChg>
        <pc:spChg chg="add del mod">
          <ac:chgData name="Vasanti Kadam" userId="2d2c718a-941c-44c5-9fc1-bfc327de9193" providerId="ADAL" clId="{C8FB11B1-B3C4-497A-A717-9586A5C7B20A}" dt="2025-07-21T10:46:30.411" v="724"/>
          <ac:spMkLst>
            <pc:docMk/>
            <pc:sldMk cId="2690752869" sldId="2147478464"/>
            <ac:spMk id="26" creationId="{677B6E39-E4A2-90FC-0CC5-C68139925531}"/>
          </ac:spMkLst>
        </pc:spChg>
        <pc:spChg chg="del">
          <ac:chgData name="Vasanti Kadam" userId="2d2c718a-941c-44c5-9fc1-bfc327de9193" providerId="ADAL" clId="{C8FB11B1-B3C4-497A-A717-9586A5C7B20A}" dt="2025-07-21T10:43:51.185" v="707" actId="478"/>
          <ac:spMkLst>
            <pc:docMk/>
            <pc:sldMk cId="2690752869" sldId="2147478464"/>
            <ac:spMk id="27" creationId="{A5B987B3-0830-5C9F-107A-551B2D1B5B80}"/>
          </ac:spMkLst>
        </pc:spChg>
        <pc:spChg chg="del">
          <ac:chgData name="Vasanti Kadam" userId="2d2c718a-941c-44c5-9fc1-bfc327de9193" providerId="ADAL" clId="{C8FB11B1-B3C4-497A-A717-9586A5C7B20A}" dt="2025-07-21T10:43:51.185" v="707" actId="478"/>
          <ac:spMkLst>
            <pc:docMk/>
            <pc:sldMk cId="2690752869" sldId="2147478464"/>
            <ac:spMk id="28" creationId="{5C4F782D-A7FC-7BF6-6529-AC93C85BBF8C}"/>
          </ac:spMkLst>
        </pc:spChg>
        <pc:spChg chg="add del mod">
          <ac:chgData name="Vasanti Kadam" userId="2d2c718a-941c-44c5-9fc1-bfc327de9193" providerId="ADAL" clId="{C8FB11B1-B3C4-497A-A717-9586A5C7B20A}" dt="2025-07-21T10:46:30.411" v="724"/>
          <ac:spMkLst>
            <pc:docMk/>
            <pc:sldMk cId="2690752869" sldId="2147478464"/>
            <ac:spMk id="29" creationId="{07600BB3-286A-31A1-EA8F-7EDE3448E319}"/>
          </ac:spMkLst>
        </pc:spChg>
        <pc:spChg chg="del">
          <ac:chgData name="Vasanti Kadam" userId="2d2c718a-941c-44c5-9fc1-bfc327de9193" providerId="ADAL" clId="{C8FB11B1-B3C4-497A-A717-9586A5C7B20A}" dt="2025-07-21T10:43:51.185" v="707" actId="478"/>
          <ac:spMkLst>
            <pc:docMk/>
            <pc:sldMk cId="2690752869" sldId="2147478464"/>
            <ac:spMk id="30" creationId="{97870A20-DFED-EB1A-08AC-11B55A38C824}"/>
          </ac:spMkLst>
        </pc:spChg>
        <pc:spChg chg="mod ord topLvl">
          <ac:chgData name="Vasanti Kadam" userId="2d2c718a-941c-44c5-9fc1-bfc327de9193" providerId="ADAL" clId="{C8FB11B1-B3C4-497A-A717-9586A5C7B20A}" dt="2025-07-21T10:47:53.536" v="762" actId="552"/>
          <ac:spMkLst>
            <pc:docMk/>
            <pc:sldMk cId="2690752869" sldId="2147478464"/>
            <ac:spMk id="35" creationId="{6B809746-15E8-DFC8-338F-6A9B10FF7D46}"/>
          </ac:spMkLst>
        </pc:spChg>
        <pc:spChg chg="del mod">
          <ac:chgData name="Vasanti Kadam" userId="2d2c718a-941c-44c5-9fc1-bfc327de9193" providerId="ADAL" clId="{C8FB11B1-B3C4-497A-A717-9586A5C7B20A}" dt="2025-07-21T10:46:31.994" v="725" actId="478"/>
          <ac:spMkLst>
            <pc:docMk/>
            <pc:sldMk cId="2690752869" sldId="2147478464"/>
            <ac:spMk id="37" creationId="{133BDB31-A740-A1C3-B1B5-A6113E40FE2A}"/>
          </ac:spMkLst>
        </pc:spChg>
        <pc:spChg chg="del mod">
          <ac:chgData name="Vasanti Kadam" userId="2d2c718a-941c-44c5-9fc1-bfc327de9193" providerId="ADAL" clId="{C8FB11B1-B3C4-497A-A717-9586A5C7B20A}" dt="2025-07-21T10:46:31.994" v="725" actId="478"/>
          <ac:spMkLst>
            <pc:docMk/>
            <pc:sldMk cId="2690752869" sldId="2147478464"/>
            <ac:spMk id="42" creationId="{725E9F74-5F8D-3D4F-9CB5-8C4C44920ED0}"/>
          </ac:spMkLst>
        </pc:spChg>
        <pc:spChg chg="del">
          <ac:chgData name="Vasanti Kadam" userId="2d2c718a-941c-44c5-9fc1-bfc327de9193" providerId="ADAL" clId="{C8FB11B1-B3C4-497A-A717-9586A5C7B20A}" dt="2025-07-21T13:05:42.165" v="1359" actId="21"/>
          <ac:spMkLst>
            <pc:docMk/>
            <pc:sldMk cId="2690752869" sldId="2147478464"/>
            <ac:spMk id="43" creationId="{514D583D-409A-5AD6-1503-1CA3161E7517}"/>
          </ac:spMkLst>
        </pc:spChg>
        <pc:spChg chg="del">
          <ac:chgData name="Vasanti Kadam" userId="2d2c718a-941c-44c5-9fc1-bfc327de9193" providerId="ADAL" clId="{C8FB11B1-B3C4-497A-A717-9586A5C7B20A}" dt="2025-07-21T10:43:51.185" v="707" actId="478"/>
          <ac:spMkLst>
            <pc:docMk/>
            <pc:sldMk cId="2690752869" sldId="2147478464"/>
            <ac:spMk id="44" creationId="{54EFF940-A781-CFB7-73FB-1DC066B86698}"/>
          </ac:spMkLst>
        </pc:spChg>
        <pc:spChg chg="del">
          <ac:chgData name="Vasanti Kadam" userId="2d2c718a-941c-44c5-9fc1-bfc327de9193" providerId="ADAL" clId="{C8FB11B1-B3C4-497A-A717-9586A5C7B20A}" dt="2025-07-21T13:05:42.165" v="1359" actId="21"/>
          <ac:spMkLst>
            <pc:docMk/>
            <pc:sldMk cId="2690752869" sldId="2147478464"/>
            <ac:spMk id="46" creationId="{AD769A17-5CD9-DF98-0767-5D6E47EB8481}"/>
          </ac:spMkLst>
        </pc:spChg>
        <pc:spChg chg="del">
          <ac:chgData name="Vasanti Kadam" userId="2d2c718a-941c-44c5-9fc1-bfc327de9193" providerId="ADAL" clId="{C8FB11B1-B3C4-497A-A717-9586A5C7B20A}" dt="2025-07-21T13:05:42.165" v="1359" actId="21"/>
          <ac:spMkLst>
            <pc:docMk/>
            <pc:sldMk cId="2690752869" sldId="2147478464"/>
            <ac:spMk id="47" creationId="{C312C84A-25BA-EF5C-8780-21367D89D1B4}"/>
          </ac:spMkLst>
        </pc:spChg>
        <pc:spChg chg="del">
          <ac:chgData name="Vasanti Kadam" userId="2d2c718a-941c-44c5-9fc1-bfc327de9193" providerId="ADAL" clId="{C8FB11B1-B3C4-497A-A717-9586A5C7B20A}" dt="2025-07-21T10:43:51.185" v="707" actId="478"/>
          <ac:spMkLst>
            <pc:docMk/>
            <pc:sldMk cId="2690752869" sldId="2147478464"/>
            <ac:spMk id="48" creationId="{533F080F-BC95-F025-F756-1EE2637BFAA2}"/>
          </ac:spMkLst>
        </pc:spChg>
        <pc:spChg chg="del">
          <ac:chgData name="Vasanti Kadam" userId="2d2c718a-941c-44c5-9fc1-bfc327de9193" providerId="ADAL" clId="{C8FB11B1-B3C4-497A-A717-9586A5C7B20A}" dt="2025-07-21T13:05:42.165" v="1359" actId="21"/>
          <ac:spMkLst>
            <pc:docMk/>
            <pc:sldMk cId="2690752869" sldId="2147478464"/>
            <ac:spMk id="54" creationId="{004F66FF-B1A1-5E01-0025-837C08934E36}"/>
          </ac:spMkLst>
        </pc:spChg>
        <pc:spChg chg="del">
          <ac:chgData name="Vasanti Kadam" userId="2d2c718a-941c-44c5-9fc1-bfc327de9193" providerId="ADAL" clId="{C8FB11B1-B3C4-497A-A717-9586A5C7B20A}" dt="2025-07-21T13:05:42.165" v="1359" actId="21"/>
          <ac:spMkLst>
            <pc:docMk/>
            <pc:sldMk cId="2690752869" sldId="2147478464"/>
            <ac:spMk id="55" creationId="{AE315D62-5864-2E9F-A343-2B180326AFDD}"/>
          </ac:spMkLst>
        </pc:spChg>
        <pc:spChg chg="add mod">
          <ac:chgData name="Vasanti Kadam" userId="2d2c718a-941c-44c5-9fc1-bfc327de9193" providerId="ADAL" clId="{C8FB11B1-B3C4-497A-A717-9586A5C7B20A}" dt="2025-07-21T10:47:38.448" v="756" actId="1076"/>
          <ac:spMkLst>
            <pc:docMk/>
            <pc:sldMk cId="2690752869" sldId="2147478464"/>
            <ac:spMk id="57" creationId="{71C974DD-213A-DD64-D665-DF6A35D030A1}"/>
          </ac:spMkLst>
        </pc:spChg>
        <pc:spChg chg="del">
          <ac:chgData name="Vasanti Kadam" userId="2d2c718a-941c-44c5-9fc1-bfc327de9193" providerId="ADAL" clId="{C8FB11B1-B3C4-497A-A717-9586A5C7B20A}" dt="2025-07-21T10:43:51.185" v="707" actId="478"/>
          <ac:spMkLst>
            <pc:docMk/>
            <pc:sldMk cId="2690752869" sldId="2147478464"/>
            <ac:spMk id="60" creationId="{497F924E-A122-6518-601D-161F5CF3D354}"/>
          </ac:spMkLst>
        </pc:spChg>
        <pc:spChg chg="del">
          <ac:chgData name="Vasanti Kadam" userId="2d2c718a-941c-44c5-9fc1-bfc327de9193" providerId="ADAL" clId="{C8FB11B1-B3C4-497A-A717-9586A5C7B20A}" dt="2025-07-21T10:43:51.185" v="707" actId="478"/>
          <ac:spMkLst>
            <pc:docMk/>
            <pc:sldMk cId="2690752869" sldId="2147478464"/>
            <ac:spMk id="61" creationId="{BF3E4FB7-C00D-63DA-3FDF-F447B6B7ADA3}"/>
          </ac:spMkLst>
        </pc:spChg>
        <pc:spChg chg="del">
          <ac:chgData name="Vasanti Kadam" userId="2d2c718a-941c-44c5-9fc1-bfc327de9193" providerId="ADAL" clId="{C8FB11B1-B3C4-497A-A717-9586A5C7B20A}" dt="2025-07-21T10:43:51.185" v="707" actId="478"/>
          <ac:spMkLst>
            <pc:docMk/>
            <pc:sldMk cId="2690752869" sldId="2147478464"/>
            <ac:spMk id="64" creationId="{1EE1D985-EDDC-D48B-47F1-40464F6E5F16}"/>
          </ac:spMkLst>
        </pc:spChg>
        <pc:spChg chg="del">
          <ac:chgData name="Vasanti Kadam" userId="2d2c718a-941c-44c5-9fc1-bfc327de9193" providerId="ADAL" clId="{C8FB11B1-B3C4-497A-A717-9586A5C7B20A}" dt="2025-07-21T10:43:51.185" v="707" actId="478"/>
          <ac:spMkLst>
            <pc:docMk/>
            <pc:sldMk cId="2690752869" sldId="2147478464"/>
            <ac:spMk id="68" creationId="{0C78DACF-B922-3189-1BC4-12CA9ECDD798}"/>
          </ac:spMkLst>
        </pc:spChg>
        <pc:spChg chg="mod">
          <ac:chgData name="Vasanti Kadam" userId="2d2c718a-941c-44c5-9fc1-bfc327de9193" providerId="ADAL" clId="{C8FB11B1-B3C4-497A-A717-9586A5C7B20A}" dt="2025-07-21T10:48:41.324" v="775" actId="207"/>
          <ac:spMkLst>
            <pc:docMk/>
            <pc:sldMk cId="2690752869" sldId="2147478464"/>
            <ac:spMk id="76" creationId="{600A8CA3-C3D9-95B0-0F66-CBC62F4F0D13}"/>
          </ac:spMkLst>
        </pc:spChg>
        <pc:spChg chg="mod">
          <ac:chgData name="Vasanti Kadam" userId="2d2c718a-941c-44c5-9fc1-bfc327de9193" providerId="ADAL" clId="{C8FB11B1-B3C4-497A-A717-9586A5C7B20A}" dt="2025-07-21T10:48:41.324" v="775" actId="207"/>
          <ac:spMkLst>
            <pc:docMk/>
            <pc:sldMk cId="2690752869" sldId="2147478464"/>
            <ac:spMk id="78" creationId="{E9A78F95-4DC3-A4BF-6A02-5570866DD399}"/>
          </ac:spMkLst>
        </pc:spChg>
        <pc:spChg chg="mod">
          <ac:chgData name="Vasanti Kadam" userId="2d2c718a-941c-44c5-9fc1-bfc327de9193" providerId="ADAL" clId="{C8FB11B1-B3C4-497A-A717-9586A5C7B20A}" dt="2025-07-21T10:48:52.884" v="777" actId="207"/>
          <ac:spMkLst>
            <pc:docMk/>
            <pc:sldMk cId="2690752869" sldId="2147478464"/>
            <ac:spMk id="79" creationId="{7D58BE18-2A42-D483-6B26-DF5B646F8998}"/>
          </ac:spMkLst>
        </pc:spChg>
        <pc:spChg chg="mod">
          <ac:chgData name="Vasanti Kadam" userId="2d2c718a-941c-44c5-9fc1-bfc327de9193" providerId="ADAL" clId="{C8FB11B1-B3C4-497A-A717-9586A5C7B20A}" dt="2025-07-21T10:48:37.298" v="774" actId="207"/>
          <ac:spMkLst>
            <pc:docMk/>
            <pc:sldMk cId="2690752869" sldId="2147478464"/>
            <ac:spMk id="80" creationId="{5A56288E-6649-8F80-DDD7-7856BF1A7EE3}"/>
          </ac:spMkLst>
        </pc:spChg>
        <pc:spChg chg="mod">
          <ac:chgData name="Vasanti Kadam" userId="2d2c718a-941c-44c5-9fc1-bfc327de9193" providerId="ADAL" clId="{C8FB11B1-B3C4-497A-A717-9586A5C7B20A}" dt="2025-07-21T10:48:37.298" v="774" actId="207"/>
          <ac:spMkLst>
            <pc:docMk/>
            <pc:sldMk cId="2690752869" sldId="2147478464"/>
            <ac:spMk id="82" creationId="{0EFAD5DD-34E4-1F59-502D-7629AA716171}"/>
          </ac:spMkLst>
        </pc:spChg>
        <pc:spChg chg="mod">
          <ac:chgData name="Vasanti Kadam" userId="2d2c718a-941c-44c5-9fc1-bfc327de9193" providerId="ADAL" clId="{C8FB11B1-B3C4-497A-A717-9586A5C7B20A}" dt="2025-07-21T10:48:30.741" v="772" actId="207"/>
          <ac:spMkLst>
            <pc:docMk/>
            <pc:sldMk cId="2690752869" sldId="2147478464"/>
            <ac:spMk id="83" creationId="{CE77FD0E-6786-A0D7-D8BE-8287081102F3}"/>
          </ac:spMkLst>
        </pc:spChg>
        <pc:spChg chg="mod">
          <ac:chgData name="Vasanti Kadam" userId="2d2c718a-941c-44c5-9fc1-bfc327de9193" providerId="ADAL" clId="{C8FB11B1-B3C4-497A-A717-9586A5C7B20A}" dt="2025-07-21T10:48:30.741" v="772" actId="207"/>
          <ac:spMkLst>
            <pc:docMk/>
            <pc:sldMk cId="2690752869" sldId="2147478464"/>
            <ac:spMk id="85" creationId="{01843960-B4D5-3C8A-A3FF-2C3F0DA68BAB}"/>
          </ac:spMkLst>
        </pc:spChg>
        <pc:spChg chg="mod">
          <ac:chgData name="Vasanti Kadam" userId="2d2c718a-941c-44c5-9fc1-bfc327de9193" providerId="ADAL" clId="{C8FB11B1-B3C4-497A-A717-9586A5C7B20A}" dt="2025-07-21T10:48:13.821" v="769" actId="207"/>
          <ac:spMkLst>
            <pc:docMk/>
            <pc:sldMk cId="2690752869" sldId="2147478464"/>
            <ac:spMk id="86" creationId="{246A1C91-CCD3-28D8-A6CA-7619B4D14B07}"/>
          </ac:spMkLst>
        </pc:spChg>
        <pc:spChg chg="mod">
          <ac:chgData name="Vasanti Kadam" userId="2d2c718a-941c-44c5-9fc1-bfc327de9193" providerId="ADAL" clId="{C8FB11B1-B3C4-497A-A717-9586A5C7B20A}" dt="2025-07-21T10:48:13.821" v="769" actId="207"/>
          <ac:spMkLst>
            <pc:docMk/>
            <pc:sldMk cId="2690752869" sldId="2147478464"/>
            <ac:spMk id="88" creationId="{B5AB479C-3EC9-CB43-B090-E5702B633698}"/>
          </ac:spMkLst>
        </pc:spChg>
        <pc:spChg chg="mod">
          <ac:chgData name="Vasanti Kadam" userId="2d2c718a-941c-44c5-9fc1-bfc327de9193" providerId="ADAL" clId="{C8FB11B1-B3C4-497A-A717-9586A5C7B20A}" dt="2025-07-21T10:48:47.445" v="776" actId="207"/>
          <ac:spMkLst>
            <pc:docMk/>
            <pc:sldMk cId="2690752869" sldId="2147478464"/>
            <ac:spMk id="89" creationId="{CBAAEA5F-B8F1-6018-312B-458C0AFF6E36}"/>
          </ac:spMkLst>
        </pc:spChg>
        <pc:spChg chg="mod">
          <ac:chgData name="Vasanti Kadam" userId="2d2c718a-941c-44c5-9fc1-bfc327de9193" providerId="ADAL" clId="{C8FB11B1-B3C4-497A-A717-9586A5C7B20A}" dt="2025-07-21T10:48:47.445" v="776" actId="207"/>
          <ac:spMkLst>
            <pc:docMk/>
            <pc:sldMk cId="2690752869" sldId="2147478464"/>
            <ac:spMk id="91" creationId="{DDCDD606-0D44-A1B6-E22E-5E6CCCEBDE26}"/>
          </ac:spMkLst>
        </pc:spChg>
        <pc:spChg chg="mod">
          <ac:chgData name="Vasanti Kadam" userId="2d2c718a-941c-44c5-9fc1-bfc327de9193" providerId="ADAL" clId="{C8FB11B1-B3C4-497A-A717-9586A5C7B20A}" dt="2025-07-21T10:48:52.884" v="777" actId="207"/>
          <ac:spMkLst>
            <pc:docMk/>
            <pc:sldMk cId="2690752869" sldId="2147478464"/>
            <ac:spMk id="92" creationId="{38CD3589-2F54-0E44-8F7C-5F7ADDE80AAF}"/>
          </ac:spMkLst>
        </pc:spChg>
        <pc:spChg chg="mod">
          <ac:chgData name="Vasanti Kadam" userId="2d2c718a-941c-44c5-9fc1-bfc327de9193" providerId="ADAL" clId="{C8FB11B1-B3C4-497A-A717-9586A5C7B20A}" dt="2025-07-21T10:48:22.190" v="771" actId="207"/>
          <ac:spMkLst>
            <pc:docMk/>
            <pc:sldMk cId="2690752869" sldId="2147478464"/>
            <ac:spMk id="94" creationId="{62EB707D-D64F-62CF-DE3A-7AADE65396F8}"/>
          </ac:spMkLst>
        </pc:spChg>
        <pc:spChg chg="mod">
          <ac:chgData name="Vasanti Kadam" userId="2d2c718a-941c-44c5-9fc1-bfc327de9193" providerId="ADAL" clId="{C8FB11B1-B3C4-497A-A717-9586A5C7B20A}" dt="2025-07-21T10:48:22.190" v="771" actId="207"/>
          <ac:spMkLst>
            <pc:docMk/>
            <pc:sldMk cId="2690752869" sldId="2147478464"/>
            <ac:spMk id="96" creationId="{3D7EEDC0-2B2D-153F-D574-224489D91EBD}"/>
          </ac:spMkLst>
        </pc:spChg>
        <pc:spChg chg="mod">
          <ac:chgData name="Vasanti Kadam" userId="2d2c718a-941c-44c5-9fc1-bfc327de9193" providerId="ADAL" clId="{C8FB11B1-B3C4-497A-A717-9586A5C7B20A}" dt="2025-07-21T10:48:01.955" v="765" actId="27803"/>
          <ac:spMkLst>
            <pc:docMk/>
            <pc:sldMk cId="2690752869" sldId="2147478464"/>
            <ac:spMk id="98" creationId="{93A62052-0BDC-0E79-C0EF-7EC13B3C5C9E}"/>
          </ac:spMkLst>
        </pc:spChg>
        <pc:spChg chg="mod">
          <ac:chgData name="Vasanti Kadam" userId="2d2c718a-941c-44c5-9fc1-bfc327de9193" providerId="ADAL" clId="{C8FB11B1-B3C4-497A-A717-9586A5C7B20A}" dt="2025-07-21T10:48:01.955" v="765" actId="27803"/>
          <ac:spMkLst>
            <pc:docMk/>
            <pc:sldMk cId="2690752869" sldId="2147478464"/>
            <ac:spMk id="99" creationId="{2C3EDCB7-18E0-B1DC-A9D0-0A8BABD44108}"/>
          </ac:spMkLst>
        </pc:spChg>
        <pc:spChg chg="mod">
          <ac:chgData name="Vasanti Kadam" userId="2d2c718a-941c-44c5-9fc1-bfc327de9193" providerId="ADAL" clId="{C8FB11B1-B3C4-497A-A717-9586A5C7B20A}" dt="2025-07-21T10:48:01.955" v="765" actId="27803"/>
          <ac:spMkLst>
            <pc:docMk/>
            <pc:sldMk cId="2690752869" sldId="2147478464"/>
            <ac:spMk id="101" creationId="{B98820C5-647E-4E85-4356-7CE0D890B442}"/>
          </ac:spMkLst>
        </pc:spChg>
        <pc:spChg chg="mod">
          <ac:chgData name="Vasanti Kadam" userId="2d2c718a-941c-44c5-9fc1-bfc327de9193" providerId="ADAL" clId="{C8FB11B1-B3C4-497A-A717-9586A5C7B20A}" dt="2025-07-21T10:48:01.955" v="765" actId="27803"/>
          <ac:spMkLst>
            <pc:docMk/>
            <pc:sldMk cId="2690752869" sldId="2147478464"/>
            <ac:spMk id="103" creationId="{58CAF142-DBD0-288D-B933-B39FC917BB5E}"/>
          </ac:spMkLst>
        </pc:spChg>
        <pc:spChg chg="mod">
          <ac:chgData name="Vasanti Kadam" userId="2d2c718a-941c-44c5-9fc1-bfc327de9193" providerId="ADAL" clId="{C8FB11B1-B3C4-497A-A717-9586A5C7B20A}" dt="2025-07-21T10:48:01.955" v="765" actId="27803"/>
          <ac:spMkLst>
            <pc:docMk/>
            <pc:sldMk cId="2690752869" sldId="2147478464"/>
            <ac:spMk id="108" creationId="{7CA0556D-2823-64C6-F31C-CF269A373E23}"/>
          </ac:spMkLst>
        </pc:spChg>
        <pc:spChg chg="mod">
          <ac:chgData name="Vasanti Kadam" userId="2d2c718a-941c-44c5-9fc1-bfc327de9193" providerId="ADAL" clId="{C8FB11B1-B3C4-497A-A717-9586A5C7B20A}" dt="2025-07-21T10:48:01.955" v="765" actId="27803"/>
          <ac:spMkLst>
            <pc:docMk/>
            <pc:sldMk cId="2690752869" sldId="2147478464"/>
            <ac:spMk id="118" creationId="{C119E99B-2977-3505-BE8A-425FD39E29EC}"/>
          </ac:spMkLst>
        </pc:spChg>
        <pc:spChg chg="mod">
          <ac:chgData name="Vasanti Kadam" userId="2d2c718a-941c-44c5-9fc1-bfc327de9193" providerId="ADAL" clId="{C8FB11B1-B3C4-497A-A717-9586A5C7B20A}" dt="2025-07-21T10:48:01.955" v="765" actId="27803"/>
          <ac:spMkLst>
            <pc:docMk/>
            <pc:sldMk cId="2690752869" sldId="2147478464"/>
            <ac:spMk id="129" creationId="{CB46EE4F-EC51-17FB-CFA3-91E035318430}"/>
          </ac:spMkLst>
        </pc:spChg>
        <pc:spChg chg="mod">
          <ac:chgData name="Vasanti Kadam" userId="2d2c718a-941c-44c5-9fc1-bfc327de9193" providerId="ADAL" clId="{C8FB11B1-B3C4-497A-A717-9586A5C7B20A}" dt="2025-07-21T10:48:01.955" v="765" actId="27803"/>
          <ac:spMkLst>
            <pc:docMk/>
            <pc:sldMk cId="2690752869" sldId="2147478464"/>
            <ac:spMk id="136" creationId="{AC556F30-FCC4-B51C-E5A4-94947E9179E7}"/>
          </ac:spMkLst>
        </pc:spChg>
        <pc:spChg chg="mod">
          <ac:chgData name="Vasanti Kadam" userId="2d2c718a-941c-44c5-9fc1-bfc327de9193" providerId="ADAL" clId="{C8FB11B1-B3C4-497A-A717-9586A5C7B20A}" dt="2025-07-21T10:48:01.955" v="765" actId="27803"/>
          <ac:spMkLst>
            <pc:docMk/>
            <pc:sldMk cId="2690752869" sldId="2147478464"/>
            <ac:spMk id="150" creationId="{517B3441-A44D-464D-6773-05C530832A2D}"/>
          </ac:spMkLst>
        </pc:spChg>
        <pc:spChg chg="mod">
          <ac:chgData name="Vasanti Kadam" userId="2d2c718a-941c-44c5-9fc1-bfc327de9193" providerId="ADAL" clId="{C8FB11B1-B3C4-497A-A717-9586A5C7B20A}" dt="2025-07-21T10:48:01.955" v="765" actId="27803"/>
          <ac:spMkLst>
            <pc:docMk/>
            <pc:sldMk cId="2690752869" sldId="2147478464"/>
            <ac:spMk id="152" creationId="{03237E21-6182-ED2F-B216-C0097640ACAA}"/>
          </ac:spMkLst>
        </pc:spChg>
        <pc:grpChg chg="add del mod">
          <ac:chgData name="Vasanti Kadam" userId="2d2c718a-941c-44c5-9fc1-bfc327de9193" providerId="ADAL" clId="{C8FB11B1-B3C4-497A-A717-9586A5C7B20A}" dt="2025-07-21T10:47:46.608" v="758" actId="165"/>
          <ac:grpSpMkLst>
            <pc:docMk/>
            <pc:sldMk cId="2690752869" sldId="2147478464"/>
            <ac:grpSpMk id="45" creationId="{10B29B8A-A0DD-81D4-CEC7-06FF79783BAB}"/>
          </ac:grpSpMkLst>
        </pc:grpChg>
        <pc:grpChg chg="add mod">
          <ac:chgData name="Vasanti Kadam" userId="2d2c718a-941c-44c5-9fc1-bfc327de9193" providerId="ADAL" clId="{C8FB11B1-B3C4-497A-A717-9586A5C7B20A}" dt="2025-07-21T10:48:09.215" v="768" actId="164"/>
          <ac:grpSpMkLst>
            <pc:docMk/>
            <pc:sldMk cId="2690752869" sldId="2147478464"/>
            <ac:grpSpMk id="154" creationId="{9F31C6EF-8128-F40F-3CBD-9BF37B6DFDCF}"/>
          </ac:grpSpMkLst>
        </pc:grpChg>
        <pc:picChg chg="add del mod">
          <ac:chgData name="Vasanti Kadam" userId="2d2c718a-941c-44c5-9fc1-bfc327de9193" providerId="ADAL" clId="{C8FB11B1-B3C4-497A-A717-9586A5C7B20A}" dt="2025-07-21T10:44:00.440" v="712" actId="478"/>
          <ac:picMkLst>
            <pc:docMk/>
            <pc:sldMk cId="2690752869" sldId="2147478464"/>
            <ac:picMk id="8" creationId="{648FC925-F334-CA8E-475D-B55213B3C83A}"/>
          </ac:picMkLst>
        </pc:picChg>
        <pc:picChg chg="add mod">
          <ac:chgData name="Vasanti Kadam" userId="2d2c718a-941c-44c5-9fc1-bfc327de9193" providerId="ADAL" clId="{C8FB11B1-B3C4-497A-A717-9586A5C7B20A}" dt="2025-07-21T10:48:00.368" v="764" actId="1076"/>
          <ac:picMkLst>
            <pc:docMk/>
            <pc:sldMk cId="2690752869" sldId="2147478464"/>
            <ac:picMk id="16" creationId="{091A0683-7DE3-D7B3-751C-8102CFE5E04E}"/>
          </ac:picMkLst>
        </pc:picChg>
      </pc:sldChg>
      <pc:sldChg chg="addSp delSp modSp add mod">
        <pc:chgData name="Vasanti Kadam" userId="2d2c718a-941c-44c5-9fc1-bfc327de9193" providerId="ADAL" clId="{C8FB11B1-B3C4-497A-A717-9586A5C7B20A}" dt="2025-07-21T13:06:13.435" v="1370" actId="1076"/>
        <pc:sldMkLst>
          <pc:docMk/>
          <pc:sldMk cId="1456631420" sldId="2147478465"/>
        </pc:sldMkLst>
        <pc:spChg chg="del">
          <ac:chgData name="Vasanti Kadam" userId="2d2c718a-941c-44c5-9fc1-bfc327de9193" providerId="ADAL" clId="{C8FB11B1-B3C4-497A-A717-9586A5C7B20A}" dt="2025-07-21T13:05:52.196" v="1363" actId="478"/>
          <ac:spMkLst>
            <pc:docMk/>
            <pc:sldMk cId="1456631420" sldId="2147478465"/>
            <ac:spMk id="3" creationId="{89FA46DB-0941-ECF3-94E6-02F4208E29BB}"/>
          </ac:spMkLst>
        </pc:spChg>
        <pc:spChg chg="mod">
          <ac:chgData name="Vasanti Kadam" userId="2d2c718a-941c-44c5-9fc1-bfc327de9193" providerId="ADAL" clId="{C8FB11B1-B3C4-497A-A717-9586A5C7B20A}" dt="2025-07-21T11:11:10.503" v="783" actId="12788"/>
          <ac:spMkLst>
            <pc:docMk/>
            <pc:sldMk cId="1456631420" sldId="2147478465"/>
            <ac:spMk id="4" creationId="{F2A68ABD-530B-0496-9654-A84567309091}"/>
          </ac:spMkLst>
        </pc:spChg>
        <pc:spChg chg="del">
          <ac:chgData name="Vasanti Kadam" userId="2d2c718a-941c-44c5-9fc1-bfc327de9193" providerId="ADAL" clId="{C8FB11B1-B3C4-497A-A717-9586A5C7B20A}" dt="2025-07-21T13:05:52.196" v="1363" actId="478"/>
          <ac:spMkLst>
            <pc:docMk/>
            <pc:sldMk cId="1456631420" sldId="2147478465"/>
            <ac:spMk id="5" creationId="{BA3EF47F-71C4-5AF6-C085-42AEFC20499A}"/>
          </ac:spMkLst>
        </pc:spChg>
        <pc:spChg chg="del">
          <ac:chgData name="Vasanti Kadam" userId="2d2c718a-941c-44c5-9fc1-bfc327de9193" providerId="ADAL" clId="{C8FB11B1-B3C4-497A-A717-9586A5C7B20A}" dt="2025-07-21T13:05:52.196" v="1363" actId="478"/>
          <ac:spMkLst>
            <pc:docMk/>
            <pc:sldMk cId="1456631420" sldId="2147478465"/>
            <ac:spMk id="11" creationId="{1845FC78-96CE-BDC0-8E8E-1A799D1A5225}"/>
          </ac:spMkLst>
        </pc:spChg>
        <pc:spChg chg="del">
          <ac:chgData name="Vasanti Kadam" userId="2d2c718a-941c-44c5-9fc1-bfc327de9193" providerId="ADAL" clId="{C8FB11B1-B3C4-497A-A717-9586A5C7B20A}" dt="2025-07-21T13:05:52.196" v="1363" actId="478"/>
          <ac:spMkLst>
            <pc:docMk/>
            <pc:sldMk cId="1456631420" sldId="2147478465"/>
            <ac:spMk id="12" creationId="{4E420CB7-340F-06B7-4984-9F5C10E01005}"/>
          </ac:spMkLst>
        </pc:spChg>
        <pc:spChg chg="del">
          <ac:chgData name="Vasanti Kadam" userId="2d2c718a-941c-44c5-9fc1-bfc327de9193" providerId="ADAL" clId="{C8FB11B1-B3C4-497A-A717-9586A5C7B20A}" dt="2025-07-21T13:05:52.196" v="1363" actId="478"/>
          <ac:spMkLst>
            <pc:docMk/>
            <pc:sldMk cId="1456631420" sldId="2147478465"/>
            <ac:spMk id="15" creationId="{AACECDFE-1402-76CD-9901-7DE7B22C2E10}"/>
          </ac:spMkLst>
        </pc:spChg>
        <pc:spChg chg="mod">
          <ac:chgData name="Vasanti Kadam" userId="2d2c718a-941c-44c5-9fc1-bfc327de9193" providerId="ADAL" clId="{C8FB11B1-B3C4-497A-A717-9586A5C7B20A}" dt="2025-07-21T11:13:10.216" v="825" actId="207"/>
          <ac:spMkLst>
            <pc:docMk/>
            <pc:sldMk cId="1456631420" sldId="2147478465"/>
            <ac:spMk id="16" creationId="{B7FA5C7D-2466-E678-609C-2AA09BFDB024}"/>
          </ac:spMkLst>
        </pc:spChg>
        <pc:spChg chg="del">
          <ac:chgData name="Vasanti Kadam" userId="2d2c718a-941c-44c5-9fc1-bfc327de9193" providerId="ADAL" clId="{C8FB11B1-B3C4-497A-A717-9586A5C7B20A}" dt="2025-07-21T13:05:52.196" v="1363" actId="478"/>
          <ac:spMkLst>
            <pc:docMk/>
            <pc:sldMk cId="1456631420" sldId="2147478465"/>
            <ac:spMk id="23" creationId="{07D156AE-BF54-38E8-3A6F-EC71D339E198}"/>
          </ac:spMkLst>
        </pc:spChg>
        <pc:spChg chg="del">
          <ac:chgData name="Vasanti Kadam" userId="2d2c718a-941c-44c5-9fc1-bfc327de9193" providerId="ADAL" clId="{C8FB11B1-B3C4-497A-A717-9586A5C7B20A}" dt="2025-07-21T13:05:52.196" v="1363" actId="478"/>
          <ac:spMkLst>
            <pc:docMk/>
            <pc:sldMk cId="1456631420" sldId="2147478465"/>
            <ac:spMk id="24" creationId="{C6055DB5-F767-B7A5-7F0F-880A9F438D16}"/>
          </ac:spMkLst>
        </pc:spChg>
        <pc:spChg chg="del mod topLvl">
          <ac:chgData name="Vasanti Kadam" userId="2d2c718a-941c-44c5-9fc1-bfc327de9193" providerId="ADAL" clId="{C8FB11B1-B3C4-497A-A717-9586A5C7B20A}" dt="2025-07-21T11:12:34.214" v="813" actId="478"/>
          <ac:spMkLst>
            <pc:docMk/>
            <pc:sldMk cId="1456631420" sldId="2147478465"/>
            <ac:spMk id="26" creationId="{E9A010BA-C203-9E35-8028-8192866A68BF}"/>
          </ac:spMkLst>
        </pc:spChg>
        <pc:spChg chg="del">
          <ac:chgData name="Vasanti Kadam" userId="2d2c718a-941c-44c5-9fc1-bfc327de9193" providerId="ADAL" clId="{C8FB11B1-B3C4-497A-A717-9586A5C7B20A}" dt="2025-07-21T11:11:05.282" v="779" actId="478"/>
          <ac:spMkLst>
            <pc:docMk/>
            <pc:sldMk cId="1456631420" sldId="2147478465"/>
            <ac:spMk id="27" creationId="{1F65678C-A723-FE53-030F-6FF20D2A333A}"/>
          </ac:spMkLst>
        </pc:spChg>
        <pc:spChg chg="mod topLvl">
          <ac:chgData name="Vasanti Kadam" userId="2d2c718a-941c-44c5-9fc1-bfc327de9193" providerId="ADAL" clId="{C8FB11B1-B3C4-497A-A717-9586A5C7B20A}" dt="2025-07-21T13:06:13.435" v="1370" actId="1076"/>
          <ac:spMkLst>
            <pc:docMk/>
            <pc:sldMk cId="1456631420" sldId="2147478465"/>
            <ac:spMk id="29" creationId="{38292090-C3E8-5D55-BCC2-A86F569D0CFD}"/>
          </ac:spMkLst>
        </pc:spChg>
        <pc:spChg chg="del">
          <ac:chgData name="Vasanti Kadam" userId="2d2c718a-941c-44c5-9fc1-bfc327de9193" providerId="ADAL" clId="{C8FB11B1-B3C4-497A-A717-9586A5C7B20A}" dt="2025-07-21T11:11:05.282" v="779" actId="478"/>
          <ac:spMkLst>
            <pc:docMk/>
            <pc:sldMk cId="1456631420" sldId="2147478465"/>
            <ac:spMk id="31" creationId="{58ED160B-0033-11E7-B300-06A58ECBF3BB}"/>
          </ac:spMkLst>
        </pc:spChg>
        <pc:spChg chg="mod">
          <ac:chgData name="Vasanti Kadam" userId="2d2c718a-941c-44c5-9fc1-bfc327de9193" providerId="ADAL" clId="{C8FB11B1-B3C4-497A-A717-9586A5C7B20A}" dt="2025-07-21T13:06:13.435" v="1370" actId="1076"/>
          <ac:spMkLst>
            <pc:docMk/>
            <pc:sldMk cId="1456631420" sldId="2147478465"/>
            <ac:spMk id="35" creationId="{98F8274F-5671-9F2B-33FB-D4F467E39349}"/>
          </ac:spMkLst>
        </pc:spChg>
        <pc:spChg chg="del">
          <ac:chgData name="Vasanti Kadam" userId="2d2c718a-941c-44c5-9fc1-bfc327de9193" providerId="ADAL" clId="{C8FB11B1-B3C4-497A-A717-9586A5C7B20A}" dt="2025-07-21T11:11:05.282" v="779" actId="478"/>
          <ac:spMkLst>
            <pc:docMk/>
            <pc:sldMk cId="1456631420" sldId="2147478465"/>
            <ac:spMk id="36" creationId="{0FAFA05D-D62E-90F1-1447-7D0A94A6C43D}"/>
          </ac:spMkLst>
        </pc:spChg>
        <pc:spChg chg="del">
          <ac:chgData name="Vasanti Kadam" userId="2d2c718a-941c-44c5-9fc1-bfc327de9193" providerId="ADAL" clId="{C8FB11B1-B3C4-497A-A717-9586A5C7B20A}" dt="2025-07-21T13:05:52.196" v="1363" actId="478"/>
          <ac:spMkLst>
            <pc:docMk/>
            <pc:sldMk cId="1456631420" sldId="2147478465"/>
            <ac:spMk id="39" creationId="{EE45A167-3269-6BA9-C823-D888F863F6C3}"/>
          </ac:spMkLst>
        </pc:spChg>
        <pc:spChg chg="del">
          <ac:chgData name="Vasanti Kadam" userId="2d2c718a-941c-44c5-9fc1-bfc327de9193" providerId="ADAL" clId="{C8FB11B1-B3C4-497A-A717-9586A5C7B20A}" dt="2025-07-21T11:11:05.282" v="779" actId="478"/>
          <ac:spMkLst>
            <pc:docMk/>
            <pc:sldMk cId="1456631420" sldId="2147478465"/>
            <ac:spMk id="40" creationId="{EDB02EFD-263C-444A-C29F-A2660461F1BC}"/>
          </ac:spMkLst>
        </pc:spChg>
        <pc:spChg chg="del">
          <ac:chgData name="Vasanti Kadam" userId="2d2c718a-941c-44c5-9fc1-bfc327de9193" providerId="ADAL" clId="{C8FB11B1-B3C4-497A-A717-9586A5C7B20A}" dt="2025-07-21T11:11:05.282" v="779" actId="478"/>
          <ac:spMkLst>
            <pc:docMk/>
            <pc:sldMk cId="1456631420" sldId="2147478465"/>
            <ac:spMk id="41" creationId="{7809309F-9272-816C-BB19-8FE152C7726C}"/>
          </ac:spMkLst>
        </pc:spChg>
        <pc:spChg chg="del mod topLvl">
          <ac:chgData name="Vasanti Kadam" userId="2d2c718a-941c-44c5-9fc1-bfc327de9193" providerId="ADAL" clId="{C8FB11B1-B3C4-497A-A717-9586A5C7B20A}" dt="2025-07-21T11:12:35.457" v="814" actId="478"/>
          <ac:spMkLst>
            <pc:docMk/>
            <pc:sldMk cId="1456631420" sldId="2147478465"/>
            <ac:spMk id="42" creationId="{A35A91DB-D595-645B-EC61-7D11BA3DE394}"/>
          </ac:spMkLst>
        </pc:spChg>
        <pc:spChg chg="del">
          <ac:chgData name="Vasanti Kadam" userId="2d2c718a-941c-44c5-9fc1-bfc327de9193" providerId="ADAL" clId="{C8FB11B1-B3C4-497A-A717-9586A5C7B20A}" dt="2025-07-21T11:11:05.282" v="779" actId="478"/>
          <ac:spMkLst>
            <pc:docMk/>
            <pc:sldMk cId="1456631420" sldId="2147478465"/>
            <ac:spMk id="44" creationId="{682EA206-2B2B-8CB8-4E7E-F20E3D99AF94}"/>
          </ac:spMkLst>
        </pc:spChg>
        <pc:spChg chg="mod topLvl">
          <ac:chgData name="Vasanti Kadam" userId="2d2c718a-941c-44c5-9fc1-bfc327de9193" providerId="ADAL" clId="{C8FB11B1-B3C4-497A-A717-9586A5C7B20A}" dt="2025-07-21T13:06:13.435" v="1370" actId="1076"/>
          <ac:spMkLst>
            <pc:docMk/>
            <pc:sldMk cId="1456631420" sldId="2147478465"/>
            <ac:spMk id="45" creationId="{EA9783E0-5C7E-02BA-2805-52AA95106ADE}"/>
          </ac:spMkLst>
        </pc:spChg>
        <pc:spChg chg="del">
          <ac:chgData name="Vasanti Kadam" userId="2d2c718a-941c-44c5-9fc1-bfc327de9193" providerId="ADAL" clId="{C8FB11B1-B3C4-497A-A717-9586A5C7B20A}" dt="2025-07-21T13:05:52.196" v="1363" actId="478"/>
          <ac:spMkLst>
            <pc:docMk/>
            <pc:sldMk cId="1456631420" sldId="2147478465"/>
            <ac:spMk id="46" creationId="{292B9F94-FBCD-5115-97BB-04E2E889349F}"/>
          </ac:spMkLst>
        </pc:spChg>
        <pc:spChg chg="del">
          <ac:chgData name="Vasanti Kadam" userId="2d2c718a-941c-44c5-9fc1-bfc327de9193" providerId="ADAL" clId="{C8FB11B1-B3C4-497A-A717-9586A5C7B20A}" dt="2025-07-21T11:11:05.282" v="779" actId="478"/>
          <ac:spMkLst>
            <pc:docMk/>
            <pc:sldMk cId="1456631420" sldId="2147478465"/>
            <ac:spMk id="48" creationId="{472D50F0-953A-E763-25C8-9A6A1F75E756}"/>
          </ac:spMkLst>
        </pc:spChg>
        <pc:spChg chg="del">
          <ac:chgData name="Vasanti Kadam" userId="2d2c718a-941c-44c5-9fc1-bfc327de9193" providerId="ADAL" clId="{C8FB11B1-B3C4-497A-A717-9586A5C7B20A}" dt="2025-07-21T11:11:05.282" v="779" actId="478"/>
          <ac:spMkLst>
            <pc:docMk/>
            <pc:sldMk cId="1456631420" sldId="2147478465"/>
            <ac:spMk id="50" creationId="{B9A86A17-60A2-8187-CB7D-191C13D067BF}"/>
          </ac:spMkLst>
        </pc:spChg>
        <pc:spChg chg="del">
          <ac:chgData name="Vasanti Kadam" userId="2d2c718a-941c-44c5-9fc1-bfc327de9193" providerId="ADAL" clId="{C8FB11B1-B3C4-497A-A717-9586A5C7B20A}" dt="2025-07-21T13:05:52.196" v="1363" actId="478"/>
          <ac:spMkLst>
            <pc:docMk/>
            <pc:sldMk cId="1456631420" sldId="2147478465"/>
            <ac:spMk id="51" creationId="{C7223549-8696-0015-67C9-1B922B307EC8}"/>
          </ac:spMkLst>
        </pc:spChg>
        <pc:spChg chg="mod topLvl">
          <ac:chgData name="Vasanti Kadam" userId="2d2c718a-941c-44c5-9fc1-bfc327de9193" providerId="ADAL" clId="{C8FB11B1-B3C4-497A-A717-9586A5C7B20A}" dt="2025-07-21T11:12:05.108" v="800" actId="207"/>
          <ac:spMkLst>
            <pc:docMk/>
            <pc:sldMk cId="1456631420" sldId="2147478465"/>
            <ac:spMk id="57" creationId="{9A02DE3A-38EE-B0DA-7E39-F86AE8E2C2BB}"/>
          </ac:spMkLst>
        </pc:spChg>
        <pc:spChg chg="del">
          <ac:chgData name="Vasanti Kadam" userId="2d2c718a-941c-44c5-9fc1-bfc327de9193" providerId="ADAL" clId="{C8FB11B1-B3C4-497A-A717-9586A5C7B20A}" dt="2025-07-21T11:11:05.282" v="779" actId="478"/>
          <ac:spMkLst>
            <pc:docMk/>
            <pc:sldMk cId="1456631420" sldId="2147478465"/>
            <ac:spMk id="60" creationId="{B97D0006-77B7-4A2F-8382-C9D118C9D59F}"/>
          </ac:spMkLst>
        </pc:spChg>
        <pc:spChg chg="del">
          <ac:chgData name="Vasanti Kadam" userId="2d2c718a-941c-44c5-9fc1-bfc327de9193" providerId="ADAL" clId="{C8FB11B1-B3C4-497A-A717-9586A5C7B20A}" dt="2025-07-21T11:11:05.282" v="779" actId="478"/>
          <ac:spMkLst>
            <pc:docMk/>
            <pc:sldMk cId="1456631420" sldId="2147478465"/>
            <ac:spMk id="61" creationId="{D0D6F33B-D20D-BBBA-0293-9DC654F6946A}"/>
          </ac:spMkLst>
        </pc:spChg>
        <pc:spChg chg="add del mod topLvl">
          <ac:chgData name="Vasanti Kadam" userId="2d2c718a-941c-44c5-9fc1-bfc327de9193" providerId="ADAL" clId="{C8FB11B1-B3C4-497A-A717-9586A5C7B20A}" dt="2025-07-21T11:12:36.761" v="815" actId="478"/>
          <ac:spMkLst>
            <pc:docMk/>
            <pc:sldMk cId="1456631420" sldId="2147478465"/>
            <ac:spMk id="69" creationId="{3171A921-86C1-485B-5E56-D0BC23F547D5}"/>
          </ac:spMkLst>
        </pc:spChg>
        <pc:spChg chg="mod">
          <ac:chgData name="Vasanti Kadam" userId="2d2c718a-941c-44c5-9fc1-bfc327de9193" providerId="ADAL" clId="{C8FB11B1-B3C4-497A-A717-9586A5C7B20A}" dt="2025-07-21T11:14:42.264" v="862" actId="12789"/>
          <ac:spMkLst>
            <pc:docMk/>
            <pc:sldMk cId="1456631420" sldId="2147478465"/>
            <ac:spMk id="70" creationId="{F640D3A6-40E6-F3BB-0D2E-68FF189B5734}"/>
          </ac:spMkLst>
        </pc:spChg>
        <pc:spChg chg="mod topLvl">
          <ac:chgData name="Vasanti Kadam" userId="2d2c718a-941c-44c5-9fc1-bfc327de9193" providerId="ADAL" clId="{C8FB11B1-B3C4-497A-A717-9586A5C7B20A}" dt="2025-07-21T11:13:10.216" v="825" actId="207"/>
          <ac:spMkLst>
            <pc:docMk/>
            <pc:sldMk cId="1456631420" sldId="2147478465"/>
            <ac:spMk id="71" creationId="{E283F400-3E53-52A1-F84C-1E14E850D797}"/>
          </ac:spMkLst>
        </pc:spChg>
        <pc:spChg chg="del mod topLvl">
          <ac:chgData name="Vasanti Kadam" userId="2d2c718a-941c-44c5-9fc1-bfc327de9193" providerId="ADAL" clId="{C8FB11B1-B3C4-497A-A717-9586A5C7B20A}" dt="2025-07-21T11:12:21.386" v="806" actId="478"/>
          <ac:spMkLst>
            <pc:docMk/>
            <pc:sldMk cId="1456631420" sldId="2147478465"/>
            <ac:spMk id="73" creationId="{DAE1EB3F-50FC-7ED7-B2F8-1B5B1FF9E7B7}"/>
          </ac:spMkLst>
        </pc:spChg>
        <pc:spChg chg="mod topLvl">
          <ac:chgData name="Vasanti Kadam" userId="2d2c718a-941c-44c5-9fc1-bfc327de9193" providerId="ADAL" clId="{C8FB11B1-B3C4-497A-A717-9586A5C7B20A}" dt="2025-07-21T13:06:13.435" v="1370" actId="1076"/>
          <ac:spMkLst>
            <pc:docMk/>
            <pc:sldMk cId="1456631420" sldId="2147478465"/>
            <ac:spMk id="74" creationId="{821E8B1F-9917-0FAE-57D5-0654709CFAD3}"/>
          </ac:spMkLst>
        </pc:spChg>
        <pc:spChg chg="mod topLvl">
          <ac:chgData name="Vasanti Kadam" userId="2d2c718a-941c-44c5-9fc1-bfc327de9193" providerId="ADAL" clId="{C8FB11B1-B3C4-497A-A717-9586A5C7B20A}" dt="2025-07-21T13:06:13.435" v="1370" actId="1076"/>
          <ac:spMkLst>
            <pc:docMk/>
            <pc:sldMk cId="1456631420" sldId="2147478465"/>
            <ac:spMk id="75" creationId="{358DB587-B26A-B083-323A-465E27DA911F}"/>
          </ac:spMkLst>
        </pc:spChg>
        <pc:spChg chg="del mod topLvl">
          <ac:chgData name="Vasanti Kadam" userId="2d2c718a-941c-44c5-9fc1-bfc327de9193" providerId="ADAL" clId="{C8FB11B1-B3C4-497A-A717-9586A5C7B20A}" dt="2025-07-21T11:12:25.620" v="810" actId="478"/>
          <ac:spMkLst>
            <pc:docMk/>
            <pc:sldMk cId="1456631420" sldId="2147478465"/>
            <ac:spMk id="77" creationId="{88428701-4FA2-36BB-0346-62B3E4A86D3B}"/>
          </ac:spMkLst>
        </pc:spChg>
        <pc:spChg chg="mod topLvl">
          <ac:chgData name="Vasanti Kadam" userId="2d2c718a-941c-44c5-9fc1-bfc327de9193" providerId="ADAL" clId="{C8FB11B1-B3C4-497A-A717-9586A5C7B20A}" dt="2025-07-21T13:06:13.435" v="1370" actId="1076"/>
          <ac:spMkLst>
            <pc:docMk/>
            <pc:sldMk cId="1456631420" sldId="2147478465"/>
            <ac:spMk id="78" creationId="{1F1D8B04-4862-8B66-8E38-273468EF7CE0}"/>
          </ac:spMkLst>
        </pc:spChg>
        <pc:spChg chg="mod topLvl">
          <ac:chgData name="Vasanti Kadam" userId="2d2c718a-941c-44c5-9fc1-bfc327de9193" providerId="ADAL" clId="{C8FB11B1-B3C4-497A-A717-9586A5C7B20A}" dt="2025-07-21T11:12:11.869" v="802" actId="207"/>
          <ac:spMkLst>
            <pc:docMk/>
            <pc:sldMk cId="1456631420" sldId="2147478465"/>
            <ac:spMk id="79" creationId="{9BDC4471-E856-DCF6-CCD5-2AA9865722EC}"/>
          </ac:spMkLst>
        </pc:spChg>
        <pc:spChg chg="del mod">
          <ac:chgData name="Vasanti Kadam" userId="2d2c718a-941c-44c5-9fc1-bfc327de9193" providerId="ADAL" clId="{C8FB11B1-B3C4-497A-A717-9586A5C7B20A}" dt="2025-07-21T11:12:27.628" v="812" actId="478"/>
          <ac:spMkLst>
            <pc:docMk/>
            <pc:sldMk cId="1456631420" sldId="2147478465"/>
            <ac:spMk id="81" creationId="{48E232D3-2E7A-550E-E41E-0B014872527E}"/>
          </ac:spMkLst>
        </pc:spChg>
        <pc:spChg chg="mod topLvl">
          <ac:chgData name="Vasanti Kadam" userId="2d2c718a-941c-44c5-9fc1-bfc327de9193" providerId="ADAL" clId="{C8FB11B1-B3C4-497A-A717-9586A5C7B20A}" dt="2025-07-21T13:06:13.435" v="1370" actId="1076"/>
          <ac:spMkLst>
            <pc:docMk/>
            <pc:sldMk cId="1456631420" sldId="2147478465"/>
            <ac:spMk id="82" creationId="{891D66BB-79E9-4BF9-5F0B-53FC49F65029}"/>
          </ac:spMkLst>
        </pc:spChg>
        <pc:spChg chg="mod">
          <ac:chgData name="Vasanti Kadam" userId="2d2c718a-941c-44c5-9fc1-bfc327de9193" providerId="ADAL" clId="{C8FB11B1-B3C4-497A-A717-9586A5C7B20A}" dt="2025-07-21T11:11:16.491" v="786" actId="165"/>
          <ac:spMkLst>
            <pc:docMk/>
            <pc:sldMk cId="1456631420" sldId="2147478465"/>
            <ac:spMk id="85" creationId="{34ABE890-0317-37AD-CCFA-49528029D997}"/>
          </ac:spMkLst>
        </pc:spChg>
        <pc:spChg chg="mod">
          <ac:chgData name="Vasanti Kadam" userId="2d2c718a-941c-44c5-9fc1-bfc327de9193" providerId="ADAL" clId="{C8FB11B1-B3C4-497A-A717-9586A5C7B20A}" dt="2025-07-21T11:11:16.491" v="786" actId="165"/>
          <ac:spMkLst>
            <pc:docMk/>
            <pc:sldMk cId="1456631420" sldId="2147478465"/>
            <ac:spMk id="89" creationId="{7A571E9A-0774-37FC-5B28-2E15FA421291}"/>
          </ac:spMkLst>
        </pc:spChg>
        <pc:spChg chg="mod">
          <ac:chgData name="Vasanti Kadam" userId="2d2c718a-941c-44c5-9fc1-bfc327de9193" providerId="ADAL" clId="{C8FB11B1-B3C4-497A-A717-9586A5C7B20A}" dt="2025-07-21T11:13:32.434" v="830" actId="12789"/>
          <ac:spMkLst>
            <pc:docMk/>
            <pc:sldMk cId="1456631420" sldId="2147478465"/>
            <ac:spMk id="90" creationId="{08F2F282-5C49-4486-1AF2-AA91BDCA8566}"/>
          </ac:spMkLst>
        </pc:spChg>
        <pc:spChg chg="add mod">
          <ac:chgData name="Vasanti Kadam" userId="2d2c718a-941c-44c5-9fc1-bfc327de9193" providerId="ADAL" clId="{C8FB11B1-B3C4-497A-A717-9586A5C7B20A}" dt="2025-07-21T11:13:54.590" v="840" actId="165"/>
          <ac:spMkLst>
            <pc:docMk/>
            <pc:sldMk cId="1456631420" sldId="2147478465"/>
            <ac:spMk id="93" creationId="{28C242D5-BB80-7BF0-5061-7D77525653FB}"/>
          </ac:spMkLst>
        </pc:spChg>
        <pc:spChg chg="add mod">
          <ac:chgData name="Vasanti Kadam" userId="2d2c718a-941c-44c5-9fc1-bfc327de9193" providerId="ADAL" clId="{C8FB11B1-B3C4-497A-A717-9586A5C7B20A}" dt="2025-07-21T11:13:54.590" v="840" actId="165"/>
          <ac:spMkLst>
            <pc:docMk/>
            <pc:sldMk cId="1456631420" sldId="2147478465"/>
            <ac:spMk id="94" creationId="{5004E2A3-8C7B-2278-8223-9EC7538E7947}"/>
          </ac:spMkLst>
        </pc:spChg>
        <pc:spChg chg="add mod">
          <ac:chgData name="Vasanti Kadam" userId="2d2c718a-941c-44c5-9fc1-bfc327de9193" providerId="ADAL" clId="{C8FB11B1-B3C4-497A-A717-9586A5C7B20A}" dt="2025-07-21T11:13:54.590" v="840" actId="165"/>
          <ac:spMkLst>
            <pc:docMk/>
            <pc:sldMk cId="1456631420" sldId="2147478465"/>
            <ac:spMk id="95" creationId="{911D3BCE-7AEE-A4FD-0839-14D001A90F7C}"/>
          </ac:spMkLst>
        </pc:spChg>
        <pc:spChg chg="mod">
          <ac:chgData name="Vasanti Kadam" userId="2d2c718a-941c-44c5-9fc1-bfc327de9193" providerId="ADAL" clId="{C8FB11B1-B3C4-497A-A717-9586A5C7B20A}" dt="2025-07-21T11:13:54.590" v="840" actId="165"/>
          <ac:spMkLst>
            <pc:docMk/>
            <pc:sldMk cId="1456631420" sldId="2147478465"/>
            <ac:spMk id="98" creationId="{3B8EC144-C34E-B78A-EDFB-92AD95B2A0F0}"/>
          </ac:spMkLst>
        </pc:spChg>
        <pc:spChg chg="mod">
          <ac:chgData name="Vasanti Kadam" userId="2d2c718a-941c-44c5-9fc1-bfc327de9193" providerId="ADAL" clId="{C8FB11B1-B3C4-497A-A717-9586A5C7B20A}" dt="2025-07-21T11:13:54.590" v="840" actId="165"/>
          <ac:spMkLst>
            <pc:docMk/>
            <pc:sldMk cId="1456631420" sldId="2147478465"/>
            <ac:spMk id="99" creationId="{D16E178F-DFC4-71B1-D498-372D72E2DB14}"/>
          </ac:spMkLst>
        </pc:spChg>
        <pc:spChg chg="mod">
          <ac:chgData name="Vasanti Kadam" userId="2d2c718a-941c-44c5-9fc1-bfc327de9193" providerId="ADAL" clId="{C8FB11B1-B3C4-497A-A717-9586A5C7B20A}" dt="2025-07-21T11:13:54.590" v="840" actId="165"/>
          <ac:spMkLst>
            <pc:docMk/>
            <pc:sldMk cId="1456631420" sldId="2147478465"/>
            <ac:spMk id="100" creationId="{58A1865D-77EA-A7A0-1DB9-F3B240FAC7BC}"/>
          </ac:spMkLst>
        </pc:spChg>
        <pc:spChg chg="add mod">
          <ac:chgData name="Vasanti Kadam" userId="2d2c718a-941c-44c5-9fc1-bfc327de9193" providerId="ADAL" clId="{C8FB11B1-B3C4-497A-A717-9586A5C7B20A}" dt="2025-07-21T13:06:13.435" v="1370" actId="1076"/>
          <ac:spMkLst>
            <pc:docMk/>
            <pc:sldMk cId="1456631420" sldId="2147478465"/>
            <ac:spMk id="102" creationId="{F2725238-783D-3BB8-77F9-FE517BBE7F38}"/>
          </ac:spMkLst>
        </pc:spChg>
        <pc:spChg chg="add del mod">
          <ac:chgData name="Vasanti Kadam" userId="2d2c718a-941c-44c5-9fc1-bfc327de9193" providerId="ADAL" clId="{C8FB11B1-B3C4-497A-A717-9586A5C7B20A}" dt="2025-07-21T11:14:21.852" v="855"/>
          <ac:spMkLst>
            <pc:docMk/>
            <pc:sldMk cId="1456631420" sldId="2147478465"/>
            <ac:spMk id="103" creationId="{A0416151-451D-85E9-4541-061514ABC6A7}"/>
          </ac:spMkLst>
        </pc:spChg>
        <pc:spChg chg="add mod">
          <ac:chgData name="Vasanti Kadam" userId="2d2c718a-941c-44c5-9fc1-bfc327de9193" providerId="ADAL" clId="{C8FB11B1-B3C4-497A-A717-9586A5C7B20A}" dt="2025-07-21T11:14:50.882" v="866" actId="1076"/>
          <ac:spMkLst>
            <pc:docMk/>
            <pc:sldMk cId="1456631420" sldId="2147478465"/>
            <ac:spMk id="104" creationId="{0BC0FA10-7575-D98E-6515-BE9F11D2E421}"/>
          </ac:spMkLst>
        </pc:spChg>
        <pc:spChg chg="add mod">
          <ac:chgData name="Vasanti Kadam" userId="2d2c718a-941c-44c5-9fc1-bfc327de9193" providerId="ADAL" clId="{C8FB11B1-B3C4-497A-A717-9586A5C7B20A}" dt="2025-07-21T11:14:50.882" v="866" actId="1076"/>
          <ac:spMkLst>
            <pc:docMk/>
            <pc:sldMk cId="1456631420" sldId="2147478465"/>
            <ac:spMk id="105" creationId="{C84F40AF-81C2-C9EF-2973-B82497C8F8C8}"/>
          </ac:spMkLst>
        </pc:spChg>
        <pc:spChg chg="add mod">
          <ac:chgData name="Vasanti Kadam" userId="2d2c718a-941c-44c5-9fc1-bfc327de9193" providerId="ADAL" clId="{C8FB11B1-B3C4-497A-A717-9586A5C7B20A}" dt="2025-07-21T11:14:50.882" v="866" actId="1076"/>
          <ac:spMkLst>
            <pc:docMk/>
            <pc:sldMk cId="1456631420" sldId="2147478465"/>
            <ac:spMk id="106" creationId="{2B04D1A6-BC48-A688-DAAA-CF1C18F39D77}"/>
          </ac:spMkLst>
        </pc:spChg>
        <pc:spChg chg="add mod">
          <ac:chgData name="Vasanti Kadam" userId="2d2c718a-941c-44c5-9fc1-bfc327de9193" providerId="ADAL" clId="{C8FB11B1-B3C4-497A-A717-9586A5C7B20A}" dt="2025-07-21T13:06:13.435" v="1370" actId="1076"/>
          <ac:spMkLst>
            <pc:docMk/>
            <pc:sldMk cId="1456631420" sldId="2147478465"/>
            <ac:spMk id="107" creationId="{11FD20C9-6D2B-E761-362C-1F31DF38A8F7}"/>
          </ac:spMkLst>
        </pc:spChg>
        <pc:spChg chg="add mod">
          <ac:chgData name="Vasanti Kadam" userId="2d2c718a-941c-44c5-9fc1-bfc327de9193" providerId="ADAL" clId="{C8FB11B1-B3C4-497A-A717-9586A5C7B20A}" dt="2025-07-21T13:06:13.435" v="1370" actId="1076"/>
          <ac:spMkLst>
            <pc:docMk/>
            <pc:sldMk cId="1456631420" sldId="2147478465"/>
            <ac:spMk id="108" creationId="{FFDBE031-A993-99B7-E0B2-893093EE618E}"/>
          </ac:spMkLst>
        </pc:spChg>
        <pc:spChg chg="add mod">
          <ac:chgData name="Vasanti Kadam" userId="2d2c718a-941c-44c5-9fc1-bfc327de9193" providerId="ADAL" clId="{C8FB11B1-B3C4-497A-A717-9586A5C7B20A}" dt="2025-07-21T11:15:00.387" v="868" actId="1076"/>
          <ac:spMkLst>
            <pc:docMk/>
            <pc:sldMk cId="1456631420" sldId="2147478465"/>
            <ac:spMk id="109" creationId="{25E055ED-B2E3-32A3-9DE5-653489249AFB}"/>
          </ac:spMkLst>
        </pc:spChg>
        <pc:spChg chg="add mod">
          <ac:chgData name="Vasanti Kadam" userId="2d2c718a-941c-44c5-9fc1-bfc327de9193" providerId="ADAL" clId="{C8FB11B1-B3C4-497A-A717-9586A5C7B20A}" dt="2025-07-21T13:06:10.700" v="1369"/>
          <ac:spMkLst>
            <pc:docMk/>
            <pc:sldMk cId="1456631420" sldId="2147478465"/>
            <ac:spMk id="118" creationId="{C4E56961-1499-88B0-2EEF-E7A0F05F5659}"/>
          </ac:spMkLst>
        </pc:spChg>
        <pc:grpChg chg="mod">
          <ac:chgData name="Vasanti Kadam" userId="2d2c718a-941c-44c5-9fc1-bfc327de9193" providerId="ADAL" clId="{C8FB11B1-B3C4-497A-A717-9586A5C7B20A}" dt="2025-07-21T11:11:18.811" v="788" actId="1076"/>
          <ac:grpSpMkLst>
            <pc:docMk/>
            <pc:sldMk cId="1456631420" sldId="2147478465"/>
            <ac:grpSpMk id="59" creationId="{6680F3AF-4113-587C-FB67-7EBAB44A95B6}"/>
          </ac:grpSpMkLst>
        </pc:grpChg>
        <pc:grpChg chg="del">
          <ac:chgData name="Vasanti Kadam" userId="2d2c718a-941c-44c5-9fc1-bfc327de9193" providerId="ADAL" clId="{C8FB11B1-B3C4-497A-A717-9586A5C7B20A}" dt="2025-07-21T11:12:18.586" v="804" actId="478"/>
          <ac:grpSpMkLst>
            <pc:docMk/>
            <pc:sldMk cId="1456631420" sldId="2147478465"/>
            <ac:grpSpMk id="83" creationId="{E6E064FC-CFC1-DA9C-D73B-548BDB009A12}"/>
          </ac:grpSpMkLst>
        </pc:grpChg>
        <pc:grpChg chg="add mod topLvl">
          <ac:chgData name="Vasanti Kadam" userId="2d2c718a-941c-44c5-9fc1-bfc327de9193" providerId="ADAL" clId="{C8FB11B1-B3C4-497A-A717-9586A5C7B20A}" dt="2025-07-21T11:13:54.590" v="840" actId="165"/>
          <ac:grpSpMkLst>
            <pc:docMk/>
            <pc:sldMk cId="1456631420" sldId="2147478465"/>
            <ac:grpSpMk id="96" creationId="{4EA103D8-5E0B-E384-A247-DD5CBB24BC10}"/>
          </ac:grpSpMkLst>
        </pc:grpChg>
        <pc:grpChg chg="add mod topLvl">
          <ac:chgData name="Vasanti Kadam" userId="2d2c718a-941c-44c5-9fc1-bfc327de9193" providerId="ADAL" clId="{C8FB11B1-B3C4-497A-A717-9586A5C7B20A}" dt="2025-07-21T11:13:54.590" v="840" actId="165"/>
          <ac:grpSpMkLst>
            <pc:docMk/>
            <pc:sldMk cId="1456631420" sldId="2147478465"/>
            <ac:grpSpMk id="97" creationId="{36947CD0-7226-2812-D2E8-07827E6D7D18}"/>
          </ac:grpSpMkLst>
        </pc:grpChg>
        <pc:grpChg chg="add del mod">
          <ac:chgData name="Vasanti Kadam" userId="2d2c718a-941c-44c5-9fc1-bfc327de9193" providerId="ADAL" clId="{C8FB11B1-B3C4-497A-A717-9586A5C7B20A}" dt="2025-07-21T11:13:54.590" v="840" actId="165"/>
          <ac:grpSpMkLst>
            <pc:docMk/>
            <pc:sldMk cId="1456631420" sldId="2147478465"/>
            <ac:grpSpMk id="101" creationId="{8F6D15FD-CE96-4F08-79F1-607E9F0D342D}"/>
          </ac:grpSpMkLst>
        </pc:grpChg>
        <pc:grpChg chg="add mod">
          <ac:chgData name="Vasanti Kadam" userId="2d2c718a-941c-44c5-9fc1-bfc327de9193" providerId="ADAL" clId="{C8FB11B1-B3C4-497A-A717-9586A5C7B20A}" dt="2025-07-21T11:16:33.129" v="884" actId="12788"/>
          <ac:grpSpMkLst>
            <pc:docMk/>
            <pc:sldMk cId="1456631420" sldId="2147478465"/>
            <ac:grpSpMk id="114" creationId="{228C7551-F6F9-ACFC-9A3B-028378313B59}"/>
          </ac:grpSpMkLst>
        </pc:grpChg>
        <pc:grpChg chg="add mod">
          <ac:chgData name="Vasanti Kadam" userId="2d2c718a-941c-44c5-9fc1-bfc327de9193" providerId="ADAL" clId="{C8FB11B1-B3C4-497A-A717-9586A5C7B20A}" dt="2025-07-21T11:16:37.546" v="885" actId="571"/>
          <ac:grpSpMkLst>
            <pc:docMk/>
            <pc:sldMk cId="1456631420" sldId="2147478465"/>
            <ac:grpSpMk id="115" creationId="{AEB211E2-34D4-0304-82D1-C37C1882D145}"/>
          </ac:grpSpMkLst>
        </pc:grpChg>
        <pc:picChg chg="add mod">
          <ac:chgData name="Vasanti Kadam" userId="2d2c718a-941c-44c5-9fc1-bfc327de9193" providerId="ADAL" clId="{C8FB11B1-B3C4-497A-A717-9586A5C7B20A}" dt="2025-07-21T11:11:12.706" v="784" actId="14100"/>
          <ac:picMkLst>
            <pc:docMk/>
            <pc:sldMk cId="1456631420" sldId="2147478465"/>
            <ac:picMk id="8" creationId="{5A584C75-2CE7-6BC0-D6C1-8C3348B0853A}"/>
          </ac:picMkLst>
        </pc:picChg>
        <pc:picChg chg="add del">
          <ac:chgData name="Vasanti Kadam" userId="2d2c718a-941c-44c5-9fc1-bfc327de9193" providerId="ADAL" clId="{C8FB11B1-B3C4-497A-A717-9586A5C7B20A}" dt="2025-07-21T11:12:50.545" v="817" actId="478"/>
          <ac:picMkLst>
            <pc:docMk/>
            <pc:sldMk cId="1456631420" sldId="2147478465"/>
            <ac:picMk id="92" creationId="{C744E185-2C8B-E55F-9F3E-6265F8C3F2DF}"/>
          </ac:picMkLst>
        </pc:picChg>
        <pc:cxnChg chg="add mod">
          <ac:chgData name="Vasanti Kadam" userId="2d2c718a-941c-44c5-9fc1-bfc327de9193" providerId="ADAL" clId="{C8FB11B1-B3C4-497A-A717-9586A5C7B20A}" dt="2025-07-21T11:16:32.486" v="883" actId="164"/>
          <ac:cxnSpMkLst>
            <pc:docMk/>
            <pc:sldMk cId="1456631420" sldId="2147478465"/>
            <ac:cxnSpMk id="111" creationId="{64A2FF60-9882-2390-FB0E-87C3C8D8289E}"/>
          </ac:cxnSpMkLst>
        </pc:cxnChg>
        <pc:cxnChg chg="add mod">
          <ac:chgData name="Vasanti Kadam" userId="2d2c718a-941c-44c5-9fc1-bfc327de9193" providerId="ADAL" clId="{C8FB11B1-B3C4-497A-A717-9586A5C7B20A}" dt="2025-07-21T11:16:32.486" v="883" actId="164"/>
          <ac:cxnSpMkLst>
            <pc:docMk/>
            <pc:sldMk cId="1456631420" sldId="2147478465"/>
            <ac:cxnSpMk id="112" creationId="{91CC934B-6A73-B820-F7C3-98DF3C3A1DF6}"/>
          </ac:cxnSpMkLst>
        </pc:cxnChg>
        <pc:cxnChg chg="mod">
          <ac:chgData name="Vasanti Kadam" userId="2d2c718a-941c-44c5-9fc1-bfc327de9193" providerId="ADAL" clId="{C8FB11B1-B3C4-497A-A717-9586A5C7B20A}" dt="2025-07-21T11:16:37.546" v="885" actId="571"/>
          <ac:cxnSpMkLst>
            <pc:docMk/>
            <pc:sldMk cId="1456631420" sldId="2147478465"/>
            <ac:cxnSpMk id="116" creationId="{AB0BD9FD-6E4A-1478-3E08-ED41D2BDA845}"/>
          </ac:cxnSpMkLst>
        </pc:cxnChg>
        <pc:cxnChg chg="mod">
          <ac:chgData name="Vasanti Kadam" userId="2d2c718a-941c-44c5-9fc1-bfc327de9193" providerId="ADAL" clId="{C8FB11B1-B3C4-497A-A717-9586A5C7B20A}" dt="2025-07-21T11:16:37.546" v="885" actId="571"/>
          <ac:cxnSpMkLst>
            <pc:docMk/>
            <pc:sldMk cId="1456631420" sldId="2147478465"/>
            <ac:cxnSpMk id="117" creationId="{96F81FC5-C082-B089-00D9-9F62C97730CC}"/>
          </ac:cxnSpMkLst>
        </pc:cxnChg>
      </pc:sldChg>
      <pc:sldChg chg="addSp delSp modSp add mod">
        <pc:chgData name="Vasanti Kadam" userId="2d2c718a-941c-44c5-9fc1-bfc327de9193" providerId="ADAL" clId="{C8FB11B1-B3C4-497A-A717-9586A5C7B20A}" dt="2025-07-21T13:05:50.293" v="1362" actId="478"/>
        <pc:sldMkLst>
          <pc:docMk/>
          <pc:sldMk cId="915059361" sldId="2147478466"/>
        </pc:sldMkLst>
        <pc:spChg chg="mod">
          <ac:chgData name="Vasanti Kadam" userId="2d2c718a-941c-44c5-9fc1-bfc327de9193" providerId="ADAL" clId="{C8FB11B1-B3C4-497A-A717-9586A5C7B20A}" dt="2025-07-21T11:21:48.226" v="891" actId="12789"/>
          <ac:spMkLst>
            <pc:docMk/>
            <pc:sldMk cId="915059361" sldId="2147478466"/>
            <ac:spMk id="4" creationId="{DD086B03-61E0-76DD-FF70-F92AE85A0638}"/>
          </ac:spMkLst>
        </pc:spChg>
        <pc:spChg chg="del">
          <ac:chgData name="Vasanti Kadam" userId="2d2c718a-941c-44c5-9fc1-bfc327de9193" providerId="ADAL" clId="{C8FB11B1-B3C4-497A-A717-9586A5C7B20A}" dt="2025-07-21T13:05:50.293" v="1362" actId="478"/>
          <ac:spMkLst>
            <pc:docMk/>
            <pc:sldMk cId="915059361" sldId="2147478466"/>
            <ac:spMk id="5" creationId="{8277A43B-377C-9805-52D7-1A367B341FE1}"/>
          </ac:spMkLst>
        </pc:spChg>
        <pc:spChg chg="del">
          <ac:chgData name="Vasanti Kadam" userId="2d2c718a-941c-44c5-9fc1-bfc327de9193" providerId="ADAL" clId="{C8FB11B1-B3C4-497A-A717-9586A5C7B20A}" dt="2025-07-21T13:05:50.293" v="1362" actId="478"/>
          <ac:spMkLst>
            <pc:docMk/>
            <pc:sldMk cId="915059361" sldId="2147478466"/>
            <ac:spMk id="7" creationId="{3EDDB88D-6D7B-8408-1324-051AD42D6E5B}"/>
          </ac:spMkLst>
        </pc:spChg>
        <pc:spChg chg="del">
          <ac:chgData name="Vasanti Kadam" userId="2d2c718a-941c-44c5-9fc1-bfc327de9193" providerId="ADAL" clId="{C8FB11B1-B3C4-497A-A717-9586A5C7B20A}" dt="2025-07-21T13:05:50.293" v="1362" actId="478"/>
          <ac:spMkLst>
            <pc:docMk/>
            <pc:sldMk cId="915059361" sldId="2147478466"/>
            <ac:spMk id="11" creationId="{CB1A57A1-ED3C-54C0-73DA-F053CECA49FD}"/>
          </ac:spMkLst>
        </pc:spChg>
        <pc:spChg chg="del">
          <ac:chgData name="Vasanti Kadam" userId="2d2c718a-941c-44c5-9fc1-bfc327de9193" providerId="ADAL" clId="{C8FB11B1-B3C4-497A-A717-9586A5C7B20A}" dt="2025-07-21T11:21:40.234" v="887" actId="478"/>
          <ac:spMkLst>
            <pc:docMk/>
            <pc:sldMk cId="915059361" sldId="2147478466"/>
            <ac:spMk id="16" creationId="{88D07B40-21F6-A895-9311-4CEA801F8DF4}"/>
          </ac:spMkLst>
        </pc:spChg>
        <pc:spChg chg="del">
          <ac:chgData name="Vasanti Kadam" userId="2d2c718a-941c-44c5-9fc1-bfc327de9193" providerId="ADAL" clId="{C8FB11B1-B3C4-497A-A717-9586A5C7B20A}" dt="2025-07-21T13:05:50.293" v="1362" actId="478"/>
          <ac:spMkLst>
            <pc:docMk/>
            <pc:sldMk cId="915059361" sldId="2147478466"/>
            <ac:spMk id="17" creationId="{F2B06D18-1246-0826-485D-753CCED63E35}"/>
          </ac:spMkLst>
        </pc:spChg>
        <pc:spChg chg="del">
          <ac:chgData name="Vasanti Kadam" userId="2d2c718a-941c-44c5-9fc1-bfc327de9193" providerId="ADAL" clId="{C8FB11B1-B3C4-497A-A717-9586A5C7B20A}" dt="2025-07-21T13:05:50.293" v="1362" actId="478"/>
          <ac:spMkLst>
            <pc:docMk/>
            <pc:sldMk cId="915059361" sldId="2147478466"/>
            <ac:spMk id="21" creationId="{DE5579F1-7094-1187-9AF8-F5C518EE7CF6}"/>
          </ac:spMkLst>
        </pc:spChg>
        <pc:spChg chg="del">
          <ac:chgData name="Vasanti Kadam" userId="2d2c718a-941c-44c5-9fc1-bfc327de9193" providerId="ADAL" clId="{C8FB11B1-B3C4-497A-A717-9586A5C7B20A}" dt="2025-07-21T13:05:50.293" v="1362" actId="478"/>
          <ac:spMkLst>
            <pc:docMk/>
            <pc:sldMk cId="915059361" sldId="2147478466"/>
            <ac:spMk id="22" creationId="{55D0BD7A-1C06-4285-DBC2-B2D627D86E18}"/>
          </ac:spMkLst>
        </pc:spChg>
        <pc:spChg chg="del">
          <ac:chgData name="Vasanti Kadam" userId="2d2c718a-941c-44c5-9fc1-bfc327de9193" providerId="ADAL" clId="{C8FB11B1-B3C4-497A-A717-9586A5C7B20A}" dt="2025-07-21T13:05:50.293" v="1362" actId="478"/>
          <ac:spMkLst>
            <pc:docMk/>
            <pc:sldMk cId="915059361" sldId="2147478466"/>
            <ac:spMk id="23" creationId="{A6AEA4D5-D9D4-841A-5112-5B76A93D7B2D}"/>
          </ac:spMkLst>
        </pc:spChg>
        <pc:spChg chg="del">
          <ac:chgData name="Vasanti Kadam" userId="2d2c718a-941c-44c5-9fc1-bfc327de9193" providerId="ADAL" clId="{C8FB11B1-B3C4-497A-A717-9586A5C7B20A}" dt="2025-07-21T13:05:50.293" v="1362" actId="478"/>
          <ac:spMkLst>
            <pc:docMk/>
            <pc:sldMk cId="915059361" sldId="2147478466"/>
            <ac:spMk id="24" creationId="{BB024E78-9AB4-BA0E-A23D-41D122DDA7E4}"/>
          </ac:spMkLst>
        </pc:spChg>
        <pc:spChg chg="mod">
          <ac:chgData name="Vasanti Kadam" userId="2d2c718a-941c-44c5-9fc1-bfc327de9193" providerId="ADAL" clId="{C8FB11B1-B3C4-497A-A717-9586A5C7B20A}" dt="2025-07-21T11:24:12.841" v="948" actId="164"/>
          <ac:spMkLst>
            <pc:docMk/>
            <pc:sldMk cId="915059361" sldId="2147478466"/>
            <ac:spMk id="26" creationId="{5C270C1B-BEF8-8345-3F95-8D26F81DA0EF}"/>
          </ac:spMkLst>
        </pc:spChg>
        <pc:spChg chg="del">
          <ac:chgData name="Vasanti Kadam" userId="2d2c718a-941c-44c5-9fc1-bfc327de9193" providerId="ADAL" clId="{C8FB11B1-B3C4-497A-A717-9586A5C7B20A}" dt="2025-07-21T11:21:40.234" v="887" actId="478"/>
          <ac:spMkLst>
            <pc:docMk/>
            <pc:sldMk cId="915059361" sldId="2147478466"/>
            <ac:spMk id="29" creationId="{1688D575-6518-7C0B-22CA-1EA7CF5D3A68}"/>
          </ac:spMkLst>
        </pc:spChg>
        <pc:spChg chg="del">
          <ac:chgData name="Vasanti Kadam" userId="2d2c718a-941c-44c5-9fc1-bfc327de9193" providerId="ADAL" clId="{C8FB11B1-B3C4-497A-A717-9586A5C7B20A}" dt="2025-07-21T11:21:40.234" v="887" actId="478"/>
          <ac:spMkLst>
            <pc:docMk/>
            <pc:sldMk cId="915059361" sldId="2147478466"/>
            <ac:spMk id="35" creationId="{C8279CE7-5A85-1C0D-0BF9-52FD34413C61}"/>
          </ac:spMkLst>
        </pc:spChg>
        <pc:spChg chg="mod">
          <ac:chgData name="Vasanti Kadam" userId="2d2c718a-941c-44c5-9fc1-bfc327de9193" providerId="ADAL" clId="{C8FB11B1-B3C4-497A-A717-9586A5C7B20A}" dt="2025-07-21T11:24:12.841" v="948" actId="164"/>
          <ac:spMkLst>
            <pc:docMk/>
            <pc:sldMk cId="915059361" sldId="2147478466"/>
            <ac:spMk id="36" creationId="{D58AD9E9-580A-5429-DD53-1D29128911EE}"/>
          </ac:spMkLst>
        </pc:spChg>
        <pc:spChg chg="mod">
          <ac:chgData name="Vasanti Kadam" userId="2d2c718a-941c-44c5-9fc1-bfc327de9193" providerId="ADAL" clId="{C8FB11B1-B3C4-497A-A717-9586A5C7B20A}" dt="2025-07-21T11:23:59.058" v="945" actId="207"/>
          <ac:spMkLst>
            <pc:docMk/>
            <pc:sldMk cId="915059361" sldId="2147478466"/>
            <ac:spMk id="38" creationId="{04C3B11C-7C8C-C83C-A1B2-4CE93F0C59D1}"/>
          </ac:spMkLst>
        </pc:spChg>
        <pc:spChg chg="mod">
          <ac:chgData name="Vasanti Kadam" userId="2d2c718a-941c-44c5-9fc1-bfc327de9193" providerId="ADAL" clId="{C8FB11B1-B3C4-497A-A717-9586A5C7B20A}" dt="2025-07-21T11:23:59.058" v="945" actId="207"/>
          <ac:spMkLst>
            <pc:docMk/>
            <pc:sldMk cId="915059361" sldId="2147478466"/>
            <ac:spMk id="41" creationId="{C967F7D4-C220-2056-4A4E-04A12E53826F}"/>
          </ac:spMkLst>
        </pc:spChg>
        <pc:spChg chg="del">
          <ac:chgData name="Vasanti Kadam" userId="2d2c718a-941c-44c5-9fc1-bfc327de9193" providerId="ADAL" clId="{C8FB11B1-B3C4-497A-A717-9586A5C7B20A}" dt="2025-07-21T11:21:40.234" v="887" actId="478"/>
          <ac:spMkLst>
            <pc:docMk/>
            <pc:sldMk cId="915059361" sldId="2147478466"/>
            <ac:spMk id="45" creationId="{356820A5-6A4F-F49C-CE51-88A244F878C5}"/>
          </ac:spMkLst>
        </pc:spChg>
        <pc:spChg chg="del">
          <ac:chgData name="Vasanti Kadam" userId="2d2c718a-941c-44c5-9fc1-bfc327de9193" providerId="ADAL" clId="{C8FB11B1-B3C4-497A-A717-9586A5C7B20A}" dt="2025-07-21T13:05:50.293" v="1362" actId="478"/>
          <ac:spMkLst>
            <pc:docMk/>
            <pc:sldMk cId="915059361" sldId="2147478466"/>
            <ac:spMk id="47" creationId="{D80D54D5-DF79-095B-B280-D24C015053BC}"/>
          </ac:spMkLst>
        </pc:spChg>
        <pc:spChg chg="del">
          <ac:chgData name="Vasanti Kadam" userId="2d2c718a-941c-44c5-9fc1-bfc327de9193" providerId="ADAL" clId="{C8FB11B1-B3C4-497A-A717-9586A5C7B20A}" dt="2025-07-21T13:05:50.293" v="1362" actId="478"/>
          <ac:spMkLst>
            <pc:docMk/>
            <pc:sldMk cId="915059361" sldId="2147478466"/>
            <ac:spMk id="55" creationId="{2241253C-4F7C-5438-BFA8-2F825DAD430E}"/>
          </ac:spMkLst>
        </pc:spChg>
        <pc:spChg chg="del">
          <ac:chgData name="Vasanti Kadam" userId="2d2c718a-941c-44c5-9fc1-bfc327de9193" providerId="ADAL" clId="{C8FB11B1-B3C4-497A-A717-9586A5C7B20A}" dt="2025-07-21T11:21:40.234" v="887" actId="478"/>
          <ac:spMkLst>
            <pc:docMk/>
            <pc:sldMk cId="915059361" sldId="2147478466"/>
            <ac:spMk id="57" creationId="{E24A76B3-7152-3069-0573-12F8CA7083E1}"/>
          </ac:spMkLst>
        </pc:spChg>
        <pc:spChg chg="mod">
          <ac:chgData name="Vasanti Kadam" userId="2d2c718a-941c-44c5-9fc1-bfc327de9193" providerId="ADAL" clId="{C8FB11B1-B3C4-497A-A717-9586A5C7B20A}" dt="2025-07-21T11:23:59.058" v="945" actId="207"/>
          <ac:spMkLst>
            <pc:docMk/>
            <pc:sldMk cId="915059361" sldId="2147478466"/>
            <ac:spMk id="58" creationId="{9110DBC5-A874-8EAD-9D12-79B41C8C5EFA}"/>
          </ac:spMkLst>
        </pc:spChg>
        <pc:spChg chg="mod">
          <ac:chgData name="Vasanti Kadam" userId="2d2c718a-941c-44c5-9fc1-bfc327de9193" providerId="ADAL" clId="{C8FB11B1-B3C4-497A-A717-9586A5C7B20A}" dt="2025-07-21T11:24:02.690" v="946" actId="207"/>
          <ac:spMkLst>
            <pc:docMk/>
            <pc:sldMk cId="915059361" sldId="2147478466"/>
            <ac:spMk id="69" creationId="{053DABC1-AFEE-FD0D-9A24-E400FA1F2148}"/>
          </ac:spMkLst>
        </pc:spChg>
        <pc:spChg chg="mod">
          <ac:chgData name="Vasanti Kadam" userId="2d2c718a-941c-44c5-9fc1-bfc327de9193" providerId="ADAL" clId="{C8FB11B1-B3C4-497A-A717-9586A5C7B20A}" dt="2025-07-21T11:24:02.690" v="946" actId="207"/>
          <ac:spMkLst>
            <pc:docMk/>
            <pc:sldMk cId="915059361" sldId="2147478466"/>
            <ac:spMk id="77" creationId="{6204961C-7956-FA0E-C32F-1635B53A35B8}"/>
          </ac:spMkLst>
        </pc:spChg>
        <pc:spChg chg="del">
          <ac:chgData name="Vasanti Kadam" userId="2d2c718a-941c-44c5-9fc1-bfc327de9193" providerId="ADAL" clId="{C8FB11B1-B3C4-497A-A717-9586A5C7B20A}" dt="2025-07-21T11:21:40.234" v="887" actId="478"/>
          <ac:spMkLst>
            <pc:docMk/>
            <pc:sldMk cId="915059361" sldId="2147478466"/>
            <ac:spMk id="78" creationId="{BC68B704-8171-375A-60B6-365474391C23}"/>
          </ac:spMkLst>
        </pc:spChg>
        <pc:spChg chg="del">
          <ac:chgData name="Vasanti Kadam" userId="2d2c718a-941c-44c5-9fc1-bfc327de9193" providerId="ADAL" clId="{C8FB11B1-B3C4-497A-A717-9586A5C7B20A}" dt="2025-07-21T11:21:40.234" v="887" actId="478"/>
          <ac:spMkLst>
            <pc:docMk/>
            <pc:sldMk cId="915059361" sldId="2147478466"/>
            <ac:spMk id="79" creationId="{63739207-2EEF-3BEA-CF0F-4A67E6D7D9CD}"/>
          </ac:spMkLst>
        </pc:spChg>
        <pc:spChg chg="del">
          <ac:chgData name="Vasanti Kadam" userId="2d2c718a-941c-44c5-9fc1-bfc327de9193" providerId="ADAL" clId="{C8FB11B1-B3C4-497A-A717-9586A5C7B20A}" dt="2025-07-21T11:21:40.234" v="887" actId="478"/>
          <ac:spMkLst>
            <pc:docMk/>
            <pc:sldMk cId="915059361" sldId="2147478466"/>
            <ac:spMk id="82" creationId="{6BBF3569-6E4E-A8D2-B5E3-DC5792B52CBF}"/>
          </ac:spMkLst>
        </pc:spChg>
        <pc:spChg chg="mod">
          <ac:chgData name="Vasanti Kadam" userId="2d2c718a-941c-44c5-9fc1-bfc327de9193" providerId="ADAL" clId="{C8FB11B1-B3C4-497A-A717-9586A5C7B20A}" dt="2025-07-21T11:24:02.690" v="946" actId="207"/>
          <ac:spMkLst>
            <pc:docMk/>
            <pc:sldMk cId="915059361" sldId="2147478466"/>
            <ac:spMk id="84" creationId="{9CF4CEDA-A675-CFB5-E885-9AB9612D5CE4}"/>
          </ac:spMkLst>
        </pc:spChg>
        <pc:spChg chg="mod">
          <ac:chgData name="Vasanti Kadam" userId="2d2c718a-941c-44c5-9fc1-bfc327de9193" providerId="ADAL" clId="{C8FB11B1-B3C4-497A-A717-9586A5C7B20A}" dt="2025-07-21T11:24:12.841" v="948" actId="164"/>
          <ac:spMkLst>
            <pc:docMk/>
            <pc:sldMk cId="915059361" sldId="2147478466"/>
            <ac:spMk id="86" creationId="{32B81713-7461-2684-BD37-EC18129BE6FD}"/>
          </ac:spMkLst>
        </pc:spChg>
        <pc:spChg chg="mod">
          <ac:chgData name="Vasanti Kadam" userId="2d2c718a-941c-44c5-9fc1-bfc327de9193" providerId="ADAL" clId="{C8FB11B1-B3C4-497A-A717-9586A5C7B20A}" dt="2025-07-21T11:24:02.690" v="946" actId="207"/>
          <ac:spMkLst>
            <pc:docMk/>
            <pc:sldMk cId="915059361" sldId="2147478466"/>
            <ac:spMk id="88" creationId="{7FF682CF-80EB-8107-2858-7DACAA6E52C9}"/>
          </ac:spMkLst>
        </pc:spChg>
        <pc:spChg chg="del">
          <ac:chgData name="Vasanti Kadam" userId="2d2c718a-941c-44c5-9fc1-bfc327de9193" providerId="ADAL" clId="{C8FB11B1-B3C4-497A-A717-9586A5C7B20A}" dt="2025-07-21T11:21:40.234" v="887" actId="478"/>
          <ac:spMkLst>
            <pc:docMk/>
            <pc:sldMk cId="915059361" sldId="2147478466"/>
            <ac:spMk id="102" creationId="{F6C99913-2F2C-BDAD-1BDC-96918DC76911}"/>
          </ac:spMkLst>
        </pc:spChg>
        <pc:spChg chg="del">
          <ac:chgData name="Vasanti Kadam" userId="2d2c718a-941c-44c5-9fc1-bfc327de9193" providerId="ADAL" clId="{C8FB11B1-B3C4-497A-A717-9586A5C7B20A}" dt="2025-07-21T11:21:40.234" v="887" actId="478"/>
          <ac:spMkLst>
            <pc:docMk/>
            <pc:sldMk cId="915059361" sldId="2147478466"/>
            <ac:spMk id="106" creationId="{73596D9C-9B55-0BD6-055A-E322B5241C17}"/>
          </ac:spMkLst>
        </pc:spChg>
        <pc:spChg chg="mod">
          <ac:chgData name="Vasanti Kadam" userId="2d2c718a-941c-44c5-9fc1-bfc327de9193" providerId="ADAL" clId="{C8FB11B1-B3C4-497A-A717-9586A5C7B20A}" dt="2025-07-21T11:21:51.884" v="893" actId="165"/>
          <ac:spMkLst>
            <pc:docMk/>
            <pc:sldMk cId="915059361" sldId="2147478466"/>
            <ac:spMk id="121" creationId="{DB0447CB-9FC6-8CAD-14D0-70733E29998F}"/>
          </ac:spMkLst>
        </pc:spChg>
        <pc:spChg chg="mod">
          <ac:chgData name="Vasanti Kadam" userId="2d2c718a-941c-44c5-9fc1-bfc327de9193" providerId="ADAL" clId="{C8FB11B1-B3C4-497A-A717-9586A5C7B20A}" dt="2025-07-21T11:24:02.690" v="946" actId="207"/>
          <ac:spMkLst>
            <pc:docMk/>
            <pc:sldMk cId="915059361" sldId="2147478466"/>
            <ac:spMk id="127" creationId="{69F46A4A-2904-EB64-3EF1-004E78B10626}"/>
          </ac:spMkLst>
        </pc:spChg>
        <pc:spChg chg="mod">
          <ac:chgData name="Vasanti Kadam" userId="2d2c718a-941c-44c5-9fc1-bfc327de9193" providerId="ADAL" clId="{C8FB11B1-B3C4-497A-A717-9586A5C7B20A}" dt="2025-07-21T11:24:12.841" v="948" actId="164"/>
          <ac:spMkLst>
            <pc:docMk/>
            <pc:sldMk cId="915059361" sldId="2147478466"/>
            <ac:spMk id="128" creationId="{A5F13945-31CB-2FB7-8A5E-99B74282F4E7}"/>
          </ac:spMkLst>
        </pc:spChg>
        <pc:spChg chg="mod">
          <ac:chgData name="Vasanti Kadam" userId="2d2c718a-941c-44c5-9fc1-bfc327de9193" providerId="ADAL" clId="{C8FB11B1-B3C4-497A-A717-9586A5C7B20A}" dt="2025-07-21T11:24:12.841" v="948" actId="164"/>
          <ac:spMkLst>
            <pc:docMk/>
            <pc:sldMk cId="915059361" sldId="2147478466"/>
            <ac:spMk id="129" creationId="{88677450-4E63-AE1B-3D98-211FB858A539}"/>
          </ac:spMkLst>
        </pc:spChg>
        <pc:spChg chg="mod">
          <ac:chgData name="Vasanti Kadam" userId="2d2c718a-941c-44c5-9fc1-bfc327de9193" providerId="ADAL" clId="{C8FB11B1-B3C4-497A-A717-9586A5C7B20A}" dt="2025-07-21T11:24:02.690" v="946" actId="207"/>
          <ac:spMkLst>
            <pc:docMk/>
            <pc:sldMk cId="915059361" sldId="2147478466"/>
            <ac:spMk id="142" creationId="{9A14AAB6-5162-9394-9DC8-0B21CF579064}"/>
          </ac:spMkLst>
        </pc:spChg>
        <pc:spChg chg="mod">
          <ac:chgData name="Vasanti Kadam" userId="2d2c718a-941c-44c5-9fc1-bfc327de9193" providerId="ADAL" clId="{C8FB11B1-B3C4-497A-A717-9586A5C7B20A}" dt="2025-07-21T11:24:12.841" v="948" actId="164"/>
          <ac:spMkLst>
            <pc:docMk/>
            <pc:sldMk cId="915059361" sldId="2147478466"/>
            <ac:spMk id="145" creationId="{92908E5A-DDFC-3CA9-AAF2-4DBA9FCD69CC}"/>
          </ac:spMkLst>
        </pc:spChg>
        <pc:spChg chg="mod">
          <ac:chgData name="Vasanti Kadam" userId="2d2c718a-941c-44c5-9fc1-bfc327de9193" providerId="ADAL" clId="{C8FB11B1-B3C4-497A-A717-9586A5C7B20A}" dt="2025-07-21T11:24:02.690" v="946" actId="207"/>
          <ac:spMkLst>
            <pc:docMk/>
            <pc:sldMk cId="915059361" sldId="2147478466"/>
            <ac:spMk id="148" creationId="{695FD9CE-9618-78F9-439A-1CBA6487B03D}"/>
          </ac:spMkLst>
        </pc:spChg>
        <pc:spChg chg="mod">
          <ac:chgData name="Vasanti Kadam" userId="2d2c718a-941c-44c5-9fc1-bfc327de9193" providerId="ADAL" clId="{C8FB11B1-B3C4-497A-A717-9586A5C7B20A}" dt="2025-07-21T11:24:02.690" v="946" actId="207"/>
          <ac:spMkLst>
            <pc:docMk/>
            <pc:sldMk cId="915059361" sldId="2147478466"/>
            <ac:spMk id="151" creationId="{6CED5FB1-12B5-DA5B-CBF8-3DB75F743CDB}"/>
          </ac:spMkLst>
        </pc:spChg>
        <pc:spChg chg="mod">
          <ac:chgData name="Vasanti Kadam" userId="2d2c718a-941c-44c5-9fc1-bfc327de9193" providerId="ADAL" clId="{C8FB11B1-B3C4-497A-A717-9586A5C7B20A}" dt="2025-07-21T11:24:12.841" v="948" actId="164"/>
          <ac:spMkLst>
            <pc:docMk/>
            <pc:sldMk cId="915059361" sldId="2147478466"/>
            <ac:spMk id="156" creationId="{6D3B0B45-E6AC-4B4F-38CC-6618A7E454D5}"/>
          </ac:spMkLst>
        </pc:spChg>
        <pc:spChg chg="mod">
          <ac:chgData name="Vasanti Kadam" userId="2d2c718a-941c-44c5-9fc1-bfc327de9193" providerId="ADAL" clId="{C8FB11B1-B3C4-497A-A717-9586A5C7B20A}" dt="2025-07-21T11:21:51.884" v="893" actId="165"/>
          <ac:spMkLst>
            <pc:docMk/>
            <pc:sldMk cId="915059361" sldId="2147478466"/>
            <ac:spMk id="158" creationId="{B95C2E27-6189-0347-56EC-9173085B430B}"/>
          </ac:spMkLst>
        </pc:spChg>
        <pc:spChg chg="mod">
          <ac:chgData name="Vasanti Kadam" userId="2d2c718a-941c-44c5-9fc1-bfc327de9193" providerId="ADAL" clId="{C8FB11B1-B3C4-497A-A717-9586A5C7B20A}" dt="2025-07-21T11:24:02.690" v="946" actId="207"/>
          <ac:spMkLst>
            <pc:docMk/>
            <pc:sldMk cId="915059361" sldId="2147478466"/>
            <ac:spMk id="159" creationId="{32D5B2F9-43DA-87AE-6A40-98DF2B890A15}"/>
          </ac:spMkLst>
        </pc:spChg>
        <pc:spChg chg="mod">
          <ac:chgData name="Vasanti Kadam" userId="2d2c718a-941c-44c5-9fc1-bfc327de9193" providerId="ADAL" clId="{C8FB11B1-B3C4-497A-A717-9586A5C7B20A}" dt="2025-07-21T11:21:51.884" v="893" actId="165"/>
          <ac:spMkLst>
            <pc:docMk/>
            <pc:sldMk cId="915059361" sldId="2147478466"/>
            <ac:spMk id="162" creationId="{D1AE1AD7-4958-D068-5527-B6892BC53DDA}"/>
          </ac:spMkLst>
        </pc:spChg>
        <pc:spChg chg="mod">
          <ac:chgData name="Vasanti Kadam" userId="2d2c718a-941c-44c5-9fc1-bfc327de9193" providerId="ADAL" clId="{C8FB11B1-B3C4-497A-A717-9586A5C7B20A}" dt="2025-07-21T11:21:51.884" v="893" actId="165"/>
          <ac:spMkLst>
            <pc:docMk/>
            <pc:sldMk cId="915059361" sldId="2147478466"/>
            <ac:spMk id="163" creationId="{FCDE0296-7006-5668-DFDA-46C8B29E6D25}"/>
          </ac:spMkLst>
        </pc:spChg>
        <pc:spChg chg="mod">
          <ac:chgData name="Vasanti Kadam" userId="2d2c718a-941c-44c5-9fc1-bfc327de9193" providerId="ADAL" clId="{C8FB11B1-B3C4-497A-A717-9586A5C7B20A}" dt="2025-07-21T11:23:59.058" v="945" actId="207"/>
          <ac:spMkLst>
            <pc:docMk/>
            <pc:sldMk cId="915059361" sldId="2147478466"/>
            <ac:spMk id="174" creationId="{F69A33F5-902A-E16E-C1B3-938F359D0B58}"/>
          </ac:spMkLst>
        </pc:spChg>
        <pc:spChg chg="mod">
          <ac:chgData name="Vasanti Kadam" userId="2d2c718a-941c-44c5-9fc1-bfc327de9193" providerId="ADAL" clId="{C8FB11B1-B3C4-497A-A717-9586A5C7B20A}" dt="2025-07-21T11:24:12.841" v="948" actId="164"/>
          <ac:spMkLst>
            <pc:docMk/>
            <pc:sldMk cId="915059361" sldId="2147478466"/>
            <ac:spMk id="177" creationId="{B242EE5D-ABB8-B643-D05D-552373AF6892}"/>
          </ac:spMkLst>
        </pc:spChg>
        <pc:spChg chg="mod">
          <ac:chgData name="Vasanti Kadam" userId="2d2c718a-941c-44c5-9fc1-bfc327de9193" providerId="ADAL" clId="{C8FB11B1-B3C4-497A-A717-9586A5C7B20A}" dt="2025-07-21T11:23:59.058" v="945" actId="207"/>
          <ac:spMkLst>
            <pc:docMk/>
            <pc:sldMk cId="915059361" sldId="2147478466"/>
            <ac:spMk id="178" creationId="{2717F921-2ECF-2A47-D25E-A36879D96426}"/>
          </ac:spMkLst>
        </pc:spChg>
        <pc:spChg chg="mod">
          <ac:chgData name="Vasanti Kadam" userId="2d2c718a-941c-44c5-9fc1-bfc327de9193" providerId="ADAL" clId="{C8FB11B1-B3C4-497A-A717-9586A5C7B20A}" dt="2025-07-21T11:24:12.841" v="948" actId="164"/>
          <ac:spMkLst>
            <pc:docMk/>
            <pc:sldMk cId="915059361" sldId="2147478466"/>
            <ac:spMk id="181" creationId="{9D470379-6221-E6CA-D1EB-EB88E1F99019}"/>
          </ac:spMkLst>
        </pc:spChg>
        <pc:spChg chg="mod">
          <ac:chgData name="Vasanti Kadam" userId="2d2c718a-941c-44c5-9fc1-bfc327de9193" providerId="ADAL" clId="{C8FB11B1-B3C4-497A-A717-9586A5C7B20A}" dt="2025-07-21T11:21:51.884" v="893" actId="165"/>
          <ac:spMkLst>
            <pc:docMk/>
            <pc:sldMk cId="915059361" sldId="2147478466"/>
            <ac:spMk id="197" creationId="{BB8234F5-CF89-8BF3-99D6-90556F0AD11E}"/>
          </ac:spMkLst>
        </pc:spChg>
        <pc:spChg chg="mod">
          <ac:chgData name="Vasanti Kadam" userId="2d2c718a-941c-44c5-9fc1-bfc327de9193" providerId="ADAL" clId="{C8FB11B1-B3C4-497A-A717-9586A5C7B20A}" dt="2025-07-21T11:24:12.841" v="948" actId="164"/>
          <ac:spMkLst>
            <pc:docMk/>
            <pc:sldMk cId="915059361" sldId="2147478466"/>
            <ac:spMk id="198" creationId="{CD4B97DB-D7F7-ECDB-AB41-9124A39DC107}"/>
          </ac:spMkLst>
        </pc:spChg>
        <pc:spChg chg="mod">
          <ac:chgData name="Vasanti Kadam" userId="2d2c718a-941c-44c5-9fc1-bfc327de9193" providerId="ADAL" clId="{C8FB11B1-B3C4-497A-A717-9586A5C7B20A}" dt="2025-07-21T11:23:59.058" v="945" actId="207"/>
          <ac:spMkLst>
            <pc:docMk/>
            <pc:sldMk cId="915059361" sldId="2147478466"/>
            <ac:spMk id="209" creationId="{DC976A44-B966-1D37-A5E6-76251E1DA7EE}"/>
          </ac:spMkLst>
        </pc:spChg>
        <pc:spChg chg="mod">
          <ac:chgData name="Vasanti Kadam" userId="2d2c718a-941c-44c5-9fc1-bfc327de9193" providerId="ADAL" clId="{C8FB11B1-B3C4-497A-A717-9586A5C7B20A}" dt="2025-07-21T11:21:51.884" v="893" actId="165"/>
          <ac:spMkLst>
            <pc:docMk/>
            <pc:sldMk cId="915059361" sldId="2147478466"/>
            <ac:spMk id="211" creationId="{B9297582-C370-FD2F-CBC7-E0D16139ECE0}"/>
          </ac:spMkLst>
        </pc:spChg>
        <pc:spChg chg="mod">
          <ac:chgData name="Vasanti Kadam" userId="2d2c718a-941c-44c5-9fc1-bfc327de9193" providerId="ADAL" clId="{C8FB11B1-B3C4-497A-A717-9586A5C7B20A}" dt="2025-07-21T11:23:59.058" v="945" actId="207"/>
          <ac:spMkLst>
            <pc:docMk/>
            <pc:sldMk cId="915059361" sldId="2147478466"/>
            <ac:spMk id="213" creationId="{73DDE8CB-E1CE-76D7-7A6E-F8082E9ACAE7}"/>
          </ac:spMkLst>
        </pc:spChg>
        <pc:spChg chg="mod">
          <ac:chgData name="Vasanti Kadam" userId="2d2c718a-941c-44c5-9fc1-bfc327de9193" providerId="ADAL" clId="{C8FB11B1-B3C4-497A-A717-9586A5C7B20A}" dt="2025-07-21T11:23:59.058" v="945" actId="207"/>
          <ac:spMkLst>
            <pc:docMk/>
            <pc:sldMk cId="915059361" sldId="2147478466"/>
            <ac:spMk id="214" creationId="{33B75647-F665-499D-3983-B598BC626BDA}"/>
          </ac:spMkLst>
        </pc:spChg>
        <pc:spChg chg="mod">
          <ac:chgData name="Vasanti Kadam" userId="2d2c718a-941c-44c5-9fc1-bfc327de9193" providerId="ADAL" clId="{C8FB11B1-B3C4-497A-A717-9586A5C7B20A}" dt="2025-07-21T11:21:51.884" v="893" actId="165"/>
          <ac:spMkLst>
            <pc:docMk/>
            <pc:sldMk cId="915059361" sldId="2147478466"/>
            <ac:spMk id="226" creationId="{867810BD-99D9-F4D6-8750-BB754338965C}"/>
          </ac:spMkLst>
        </pc:spChg>
        <pc:spChg chg="mod topLvl">
          <ac:chgData name="Vasanti Kadam" userId="2d2c718a-941c-44c5-9fc1-bfc327de9193" providerId="ADAL" clId="{C8FB11B1-B3C4-497A-A717-9586A5C7B20A}" dt="2025-07-21T11:23:11.503" v="931" actId="164"/>
          <ac:spMkLst>
            <pc:docMk/>
            <pc:sldMk cId="915059361" sldId="2147478466"/>
            <ac:spMk id="230" creationId="{3EAC5F06-9885-0EF6-3B49-D37100BEC06C}"/>
          </ac:spMkLst>
        </pc:spChg>
        <pc:spChg chg="mod">
          <ac:chgData name="Vasanti Kadam" userId="2d2c718a-941c-44c5-9fc1-bfc327de9193" providerId="ADAL" clId="{C8FB11B1-B3C4-497A-A717-9586A5C7B20A}" dt="2025-07-21T11:23:03.718" v="929" actId="207"/>
          <ac:spMkLst>
            <pc:docMk/>
            <pc:sldMk cId="915059361" sldId="2147478466"/>
            <ac:spMk id="232" creationId="{62FADB6F-725D-DDEB-FF8F-F6F1395C8191}"/>
          </ac:spMkLst>
        </pc:spChg>
        <pc:spChg chg="mod">
          <ac:chgData name="Vasanti Kadam" userId="2d2c718a-941c-44c5-9fc1-bfc327de9193" providerId="ADAL" clId="{C8FB11B1-B3C4-497A-A717-9586A5C7B20A}" dt="2025-07-21T11:23:03.718" v="929" actId="207"/>
          <ac:spMkLst>
            <pc:docMk/>
            <pc:sldMk cId="915059361" sldId="2147478466"/>
            <ac:spMk id="233" creationId="{B2A91881-5E4B-C145-752B-0D9AB5956A84}"/>
          </ac:spMkLst>
        </pc:spChg>
        <pc:spChg chg="mod">
          <ac:chgData name="Vasanti Kadam" userId="2d2c718a-941c-44c5-9fc1-bfc327de9193" providerId="ADAL" clId="{C8FB11B1-B3C4-497A-A717-9586A5C7B20A}" dt="2025-07-21T11:23:09.395" v="930" actId="207"/>
          <ac:spMkLst>
            <pc:docMk/>
            <pc:sldMk cId="915059361" sldId="2147478466"/>
            <ac:spMk id="234" creationId="{D0AD98E6-8E1F-152C-B9AB-4DB93D914A60}"/>
          </ac:spMkLst>
        </pc:spChg>
        <pc:spChg chg="mod topLvl">
          <ac:chgData name="Vasanti Kadam" userId="2d2c718a-941c-44c5-9fc1-bfc327de9193" providerId="ADAL" clId="{C8FB11B1-B3C4-497A-A717-9586A5C7B20A}" dt="2025-07-21T11:24:11.441" v="947" actId="164"/>
          <ac:spMkLst>
            <pc:docMk/>
            <pc:sldMk cId="915059361" sldId="2147478466"/>
            <ac:spMk id="235" creationId="{A8DE9469-E89E-7C85-5229-29978A31D546}"/>
          </ac:spMkLst>
        </pc:spChg>
        <pc:spChg chg="mod topLvl">
          <ac:chgData name="Vasanti Kadam" userId="2d2c718a-941c-44c5-9fc1-bfc327de9193" providerId="ADAL" clId="{C8FB11B1-B3C4-497A-A717-9586A5C7B20A}" dt="2025-07-21T11:22:23.588" v="912" actId="164"/>
          <ac:spMkLst>
            <pc:docMk/>
            <pc:sldMk cId="915059361" sldId="2147478466"/>
            <ac:spMk id="237" creationId="{55588CA3-9571-ACC4-D5A0-7E59F8408B62}"/>
          </ac:spMkLst>
        </pc:spChg>
        <pc:spChg chg="mod topLvl">
          <ac:chgData name="Vasanti Kadam" userId="2d2c718a-941c-44c5-9fc1-bfc327de9193" providerId="ADAL" clId="{C8FB11B1-B3C4-497A-A717-9586A5C7B20A}" dt="2025-07-21T11:22:23.588" v="912" actId="164"/>
          <ac:spMkLst>
            <pc:docMk/>
            <pc:sldMk cId="915059361" sldId="2147478466"/>
            <ac:spMk id="238" creationId="{0EE9D5C2-8224-6806-97B5-336D8ACA0138}"/>
          </ac:spMkLst>
        </pc:spChg>
        <pc:spChg chg="mod topLvl">
          <ac:chgData name="Vasanti Kadam" userId="2d2c718a-941c-44c5-9fc1-bfc327de9193" providerId="ADAL" clId="{C8FB11B1-B3C4-497A-A717-9586A5C7B20A}" dt="2025-07-21T11:22:23.588" v="912" actId="164"/>
          <ac:spMkLst>
            <pc:docMk/>
            <pc:sldMk cId="915059361" sldId="2147478466"/>
            <ac:spMk id="239" creationId="{0EF2A9FB-0DB6-B69A-AB6C-6D3E688A3734}"/>
          </ac:spMkLst>
        </pc:spChg>
        <pc:spChg chg="mod topLvl">
          <ac:chgData name="Vasanti Kadam" userId="2d2c718a-941c-44c5-9fc1-bfc327de9193" providerId="ADAL" clId="{C8FB11B1-B3C4-497A-A717-9586A5C7B20A}" dt="2025-07-21T11:22:23.588" v="912" actId="164"/>
          <ac:spMkLst>
            <pc:docMk/>
            <pc:sldMk cId="915059361" sldId="2147478466"/>
            <ac:spMk id="240" creationId="{0D0D835F-4A5E-6A63-ABCE-B475701A7F43}"/>
          </ac:spMkLst>
        </pc:spChg>
        <pc:spChg chg="mod topLvl">
          <ac:chgData name="Vasanti Kadam" userId="2d2c718a-941c-44c5-9fc1-bfc327de9193" providerId="ADAL" clId="{C8FB11B1-B3C4-497A-A717-9586A5C7B20A}" dt="2025-07-21T11:24:11.441" v="947" actId="164"/>
          <ac:spMkLst>
            <pc:docMk/>
            <pc:sldMk cId="915059361" sldId="2147478466"/>
            <ac:spMk id="241" creationId="{846E8C87-7F97-29D0-F5A9-C085EA54390D}"/>
          </ac:spMkLst>
        </pc:spChg>
        <pc:spChg chg="mod topLvl">
          <ac:chgData name="Vasanti Kadam" userId="2d2c718a-941c-44c5-9fc1-bfc327de9193" providerId="ADAL" clId="{C8FB11B1-B3C4-497A-A717-9586A5C7B20A}" dt="2025-07-21T11:23:32.871" v="937" actId="164"/>
          <ac:spMkLst>
            <pc:docMk/>
            <pc:sldMk cId="915059361" sldId="2147478466"/>
            <ac:spMk id="243" creationId="{76C403E8-E818-48A7-AF2D-9E218DA8E2B6}"/>
          </ac:spMkLst>
        </pc:spChg>
        <pc:spChg chg="mod">
          <ac:chgData name="Vasanti Kadam" userId="2d2c718a-941c-44c5-9fc1-bfc327de9193" providerId="ADAL" clId="{C8FB11B1-B3C4-497A-A717-9586A5C7B20A}" dt="2025-07-21T11:23:22.368" v="935" actId="207"/>
          <ac:spMkLst>
            <pc:docMk/>
            <pc:sldMk cId="915059361" sldId="2147478466"/>
            <ac:spMk id="245" creationId="{ADB849B6-95E6-7F69-6B5D-F63938AE0679}"/>
          </ac:spMkLst>
        </pc:spChg>
        <pc:spChg chg="mod">
          <ac:chgData name="Vasanti Kadam" userId="2d2c718a-941c-44c5-9fc1-bfc327de9193" providerId="ADAL" clId="{C8FB11B1-B3C4-497A-A717-9586A5C7B20A}" dt="2025-07-21T11:23:22.368" v="935" actId="207"/>
          <ac:spMkLst>
            <pc:docMk/>
            <pc:sldMk cId="915059361" sldId="2147478466"/>
            <ac:spMk id="246" creationId="{474E9D2C-E7A5-7E26-FB85-6A10E4E5EFCB}"/>
          </ac:spMkLst>
        </pc:spChg>
        <pc:spChg chg="mod">
          <ac:chgData name="Vasanti Kadam" userId="2d2c718a-941c-44c5-9fc1-bfc327de9193" providerId="ADAL" clId="{C8FB11B1-B3C4-497A-A717-9586A5C7B20A}" dt="2025-07-21T11:23:29.664" v="936" actId="207"/>
          <ac:spMkLst>
            <pc:docMk/>
            <pc:sldMk cId="915059361" sldId="2147478466"/>
            <ac:spMk id="247" creationId="{1A215500-D3D6-C37F-2B75-1D376DC1128D}"/>
          </ac:spMkLst>
        </pc:spChg>
        <pc:spChg chg="mod topLvl">
          <ac:chgData name="Vasanti Kadam" userId="2d2c718a-941c-44c5-9fc1-bfc327de9193" providerId="ADAL" clId="{C8FB11B1-B3C4-497A-A717-9586A5C7B20A}" dt="2025-07-21T11:24:11.441" v="947" actId="164"/>
          <ac:spMkLst>
            <pc:docMk/>
            <pc:sldMk cId="915059361" sldId="2147478466"/>
            <ac:spMk id="248" creationId="{49798C06-2B1E-9707-F40B-49F29E3E4A18}"/>
          </ac:spMkLst>
        </pc:spChg>
        <pc:spChg chg="mod topLvl">
          <ac:chgData name="Vasanti Kadam" userId="2d2c718a-941c-44c5-9fc1-bfc327de9193" providerId="ADAL" clId="{C8FB11B1-B3C4-497A-A717-9586A5C7B20A}" dt="2025-07-21T11:22:44.482" v="919" actId="164"/>
          <ac:spMkLst>
            <pc:docMk/>
            <pc:sldMk cId="915059361" sldId="2147478466"/>
            <ac:spMk id="250" creationId="{67487CE3-B761-00BF-1094-648B8D3E7B2D}"/>
          </ac:spMkLst>
        </pc:spChg>
        <pc:spChg chg="mod topLvl">
          <ac:chgData name="Vasanti Kadam" userId="2d2c718a-941c-44c5-9fc1-bfc327de9193" providerId="ADAL" clId="{C8FB11B1-B3C4-497A-A717-9586A5C7B20A}" dt="2025-07-21T11:22:44.482" v="919" actId="164"/>
          <ac:spMkLst>
            <pc:docMk/>
            <pc:sldMk cId="915059361" sldId="2147478466"/>
            <ac:spMk id="251" creationId="{F34929A2-E371-2B86-9F42-E08007817C2F}"/>
          </ac:spMkLst>
        </pc:spChg>
        <pc:spChg chg="mod topLvl">
          <ac:chgData name="Vasanti Kadam" userId="2d2c718a-941c-44c5-9fc1-bfc327de9193" providerId="ADAL" clId="{C8FB11B1-B3C4-497A-A717-9586A5C7B20A}" dt="2025-07-21T11:22:44.482" v="919" actId="164"/>
          <ac:spMkLst>
            <pc:docMk/>
            <pc:sldMk cId="915059361" sldId="2147478466"/>
            <ac:spMk id="252" creationId="{B293E6E1-E901-E126-C025-ADD8C6D64424}"/>
          </ac:spMkLst>
        </pc:spChg>
        <pc:spChg chg="mod topLvl">
          <ac:chgData name="Vasanti Kadam" userId="2d2c718a-941c-44c5-9fc1-bfc327de9193" providerId="ADAL" clId="{C8FB11B1-B3C4-497A-A717-9586A5C7B20A}" dt="2025-07-21T11:22:44.482" v="919" actId="164"/>
          <ac:spMkLst>
            <pc:docMk/>
            <pc:sldMk cId="915059361" sldId="2147478466"/>
            <ac:spMk id="253" creationId="{6EB5053D-5EE0-3BF9-9F0C-5B11984EB456}"/>
          </ac:spMkLst>
        </pc:spChg>
        <pc:spChg chg="mod topLvl">
          <ac:chgData name="Vasanti Kadam" userId="2d2c718a-941c-44c5-9fc1-bfc327de9193" providerId="ADAL" clId="{C8FB11B1-B3C4-497A-A717-9586A5C7B20A}" dt="2025-07-21T11:24:11.441" v="947" actId="164"/>
          <ac:spMkLst>
            <pc:docMk/>
            <pc:sldMk cId="915059361" sldId="2147478466"/>
            <ac:spMk id="254" creationId="{7413685A-992B-7ACE-522E-F572CF398492}"/>
          </ac:spMkLst>
        </pc:spChg>
        <pc:spChg chg="mod topLvl">
          <ac:chgData name="Vasanti Kadam" userId="2d2c718a-941c-44c5-9fc1-bfc327de9193" providerId="ADAL" clId="{C8FB11B1-B3C4-497A-A717-9586A5C7B20A}" dt="2025-07-21T11:24:11.441" v="947" actId="164"/>
          <ac:spMkLst>
            <pc:docMk/>
            <pc:sldMk cId="915059361" sldId="2147478466"/>
            <ac:spMk id="256" creationId="{0CF9E46F-8394-BA1D-5086-DE540A37E07C}"/>
          </ac:spMkLst>
        </pc:spChg>
        <pc:spChg chg="mod">
          <ac:chgData name="Vasanti Kadam" userId="2d2c718a-941c-44c5-9fc1-bfc327de9193" providerId="ADAL" clId="{C8FB11B1-B3C4-497A-A717-9586A5C7B20A}" dt="2025-07-21T11:23:43.756" v="943" actId="207"/>
          <ac:spMkLst>
            <pc:docMk/>
            <pc:sldMk cId="915059361" sldId="2147478466"/>
            <ac:spMk id="258" creationId="{7E9C2174-F44F-3FAE-1F47-DCC6AF45CCC2}"/>
          </ac:spMkLst>
        </pc:spChg>
        <pc:spChg chg="mod">
          <ac:chgData name="Vasanti Kadam" userId="2d2c718a-941c-44c5-9fc1-bfc327de9193" providerId="ADAL" clId="{C8FB11B1-B3C4-497A-A717-9586A5C7B20A}" dt="2025-07-21T11:23:43.756" v="943" actId="207"/>
          <ac:spMkLst>
            <pc:docMk/>
            <pc:sldMk cId="915059361" sldId="2147478466"/>
            <ac:spMk id="259" creationId="{E3ED8E99-FEC0-17F8-8E22-8E2EC1C60914}"/>
          </ac:spMkLst>
        </pc:spChg>
        <pc:spChg chg="mod">
          <ac:chgData name="Vasanti Kadam" userId="2d2c718a-941c-44c5-9fc1-bfc327de9193" providerId="ADAL" clId="{C8FB11B1-B3C4-497A-A717-9586A5C7B20A}" dt="2025-07-21T11:23:46.715" v="944" actId="207"/>
          <ac:spMkLst>
            <pc:docMk/>
            <pc:sldMk cId="915059361" sldId="2147478466"/>
            <ac:spMk id="260" creationId="{11955EC1-E5BD-E672-C6FA-C79D2AD2D8DC}"/>
          </ac:spMkLst>
        </pc:spChg>
        <pc:spChg chg="mod topLvl">
          <ac:chgData name="Vasanti Kadam" userId="2d2c718a-941c-44c5-9fc1-bfc327de9193" providerId="ADAL" clId="{C8FB11B1-B3C4-497A-A717-9586A5C7B20A}" dt="2025-07-21T11:24:11.441" v="947" actId="164"/>
          <ac:spMkLst>
            <pc:docMk/>
            <pc:sldMk cId="915059361" sldId="2147478466"/>
            <ac:spMk id="261" creationId="{33B392A9-BB31-1FD9-9432-D10A8433FE2C}"/>
          </ac:spMkLst>
        </pc:spChg>
        <pc:spChg chg="mod topLvl">
          <ac:chgData name="Vasanti Kadam" userId="2d2c718a-941c-44c5-9fc1-bfc327de9193" providerId="ADAL" clId="{C8FB11B1-B3C4-497A-A717-9586A5C7B20A}" dt="2025-07-21T11:22:28.470" v="913" actId="164"/>
          <ac:spMkLst>
            <pc:docMk/>
            <pc:sldMk cId="915059361" sldId="2147478466"/>
            <ac:spMk id="263" creationId="{F8B96959-4A3B-DB09-2CF2-C1EBC3DA04F8}"/>
          </ac:spMkLst>
        </pc:spChg>
        <pc:spChg chg="mod topLvl">
          <ac:chgData name="Vasanti Kadam" userId="2d2c718a-941c-44c5-9fc1-bfc327de9193" providerId="ADAL" clId="{C8FB11B1-B3C4-497A-A717-9586A5C7B20A}" dt="2025-07-21T11:22:28.470" v="913" actId="164"/>
          <ac:spMkLst>
            <pc:docMk/>
            <pc:sldMk cId="915059361" sldId="2147478466"/>
            <ac:spMk id="264" creationId="{241F8CD1-92F8-268F-4D47-2DEA167E599A}"/>
          </ac:spMkLst>
        </pc:spChg>
        <pc:spChg chg="mod topLvl">
          <ac:chgData name="Vasanti Kadam" userId="2d2c718a-941c-44c5-9fc1-bfc327de9193" providerId="ADAL" clId="{C8FB11B1-B3C4-497A-A717-9586A5C7B20A}" dt="2025-07-21T11:22:28.470" v="913" actId="164"/>
          <ac:spMkLst>
            <pc:docMk/>
            <pc:sldMk cId="915059361" sldId="2147478466"/>
            <ac:spMk id="265" creationId="{81813866-80C5-1C72-399C-6842F3E436FE}"/>
          </ac:spMkLst>
        </pc:spChg>
        <pc:spChg chg="mod topLvl">
          <ac:chgData name="Vasanti Kadam" userId="2d2c718a-941c-44c5-9fc1-bfc327de9193" providerId="ADAL" clId="{C8FB11B1-B3C4-497A-A717-9586A5C7B20A}" dt="2025-07-21T11:22:28.470" v="913" actId="164"/>
          <ac:spMkLst>
            <pc:docMk/>
            <pc:sldMk cId="915059361" sldId="2147478466"/>
            <ac:spMk id="266" creationId="{588512EF-6833-AE1B-8ABE-A8395A15F87C}"/>
          </ac:spMkLst>
        </pc:spChg>
        <pc:spChg chg="mod topLvl">
          <ac:chgData name="Vasanti Kadam" userId="2d2c718a-941c-44c5-9fc1-bfc327de9193" providerId="ADAL" clId="{C8FB11B1-B3C4-497A-A717-9586A5C7B20A}" dt="2025-07-21T11:24:11.441" v="947" actId="164"/>
          <ac:spMkLst>
            <pc:docMk/>
            <pc:sldMk cId="915059361" sldId="2147478466"/>
            <ac:spMk id="267" creationId="{8B254632-7551-DC28-AC25-38D503221138}"/>
          </ac:spMkLst>
        </pc:spChg>
        <pc:spChg chg="add mod">
          <ac:chgData name="Vasanti Kadam" userId="2d2c718a-941c-44c5-9fc1-bfc327de9193" providerId="ADAL" clId="{C8FB11B1-B3C4-497A-A717-9586A5C7B20A}" dt="2025-07-21T11:22:56.168" v="926" actId="571"/>
          <ac:spMkLst>
            <pc:docMk/>
            <pc:sldMk cId="915059361" sldId="2147478466"/>
            <ac:spMk id="272" creationId="{AC88D5E8-FA88-6993-2640-D98D433D3AB2}"/>
          </ac:spMkLst>
        </pc:spChg>
        <pc:spChg chg="add mod">
          <ac:chgData name="Vasanti Kadam" userId="2d2c718a-941c-44c5-9fc1-bfc327de9193" providerId="ADAL" clId="{C8FB11B1-B3C4-497A-A717-9586A5C7B20A}" dt="2025-07-21T11:22:57.977" v="928" actId="571"/>
          <ac:spMkLst>
            <pc:docMk/>
            <pc:sldMk cId="915059361" sldId="2147478466"/>
            <ac:spMk id="273" creationId="{FEBE1A10-E5EE-DAEA-5D47-835FA0D1765E}"/>
          </ac:spMkLst>
        </pc:spChg>
        <pc:spChg chg="add mod">
          <ac:chgData name="Vasanti Kadam" userId="2d2c718a-941c-44c5-9fc1-bfc327de9193" providerId="ADAL" clId="{C8FB11B1-B3C4-497A-A717-9586A5C7B20A}" dt="2025-07-21T11:25:35.947" v="999" actId="1076"/>
          <ac:spMkLst>
            <pc:docMk/>
            <pc:sldMk cId="915059361" sldId="2147478466"/>
            <ac:spMk id="277" creationId="{5196E259-331B-B2DE-DB61-09BC16BAAC63}"/>
          </ac:spMkLst>
        </pc:spChg>
        <pc:spChg chg="add mod">
          <ac:chgData name="Vasanti Kadam" userId="2d2c718a-941c-44c5-9fc1-bfc327de9193" providerId="ADAL" clId="{C8FB11B1-B3C4-497A-A717-9586A5C7B20A}" dt="2025-07-21T11:25:41.233" v="1001" actId="947"/>
          <ac:spMkLst>
            <pc:docMk/>
            <pc:sldMk cId="915059361" sldId="2147478466"/>
            <ac:spMk id="278" creationId="{6BA13835-355C-FEE6-6E18-51D13F72B550}"/>
          </ac:spMkLst>
        </pc:spChg>
        <pc:spChg chg="add mod">
          <ac:chgData name="Vasanti Kadam" userId="2d2c718a-941c-44c5-9fc1-bfc327de9193" providerId="ADAL" clId="{C8FB11B1-B3C4-497A-A717-9586A5C7B20A}" dt="2025-07-21T11:26:12.553" v="1002" actId="571"/>
          <ac:spMkLst>
            <pc:docMk/>
            <pc:sldMk cId="915059361" sldId="2147478466"/>
            <ac:spMk id="279" creationId="{CB39ED86-75C3-AF86-AFD0-F63DB110F5B7}"/>
          </ac:spMkLst>
        </pc:spChg>
        <pc:spChg chg="add mod">
          <ac:chgData name="Vasanti Kadam" userId="2d2c718a-941c-44c5-9fc1-bfc327de9193" providerId="ADAL" clId="{C8FB11B1-B3C4-497A-A717-9586A5C7B20A}" dt="2025-07-21T11:26:12.553" v="1002" actId="571"/>
          <ac:spMkLst>
            <pc:docMk/>
            <pc:sldMk cId="915059361" sldId="2147478466"/>
            <ac:spMk id="280" creationId="{56385CB9-BED3-6CB0-994E-C316E194ADA3}"/>
          </ac:spMkLst>
        </pc:spChg>
        <pc:spChg chg="add mod">
          <ac:chgData name="Vasanti Kadam" userId="2d2c718a-941c-44c5-9fc1-bfc327de9193" providerId="ADAL" clId="{C8FB11B1-B3C4-497A-A717-9586A5C7B20A}" dt="2025-07-21T11:26:13.356" v="1003" actId="571"/>
          <ac:spMkLst>
            <pc:docMk/>
            <pc:sldMk cId="915059361" sldId="2147478466"/>
            <ac:spMk id="281" creationId="{205EA1DD-F2FA-5BB1-98E7-27131B3D4091}"/>
          </ac:spMkLst>
        </pc:spChg>
        <pc:spChg chg="add mod">
          <ac:chgData name="Vasanti Kadam" userId="2d2c718a-941c-44c5-9fc1-bfc327de9193" providerId="ADAL" clId="{C8FB11B1-B3C4-497A-A717-9586A5C7B20A}" dt="2025-07-21T11:26:13.356" v="1003" actId="571"/>
          <ac:spMkLst>
            <pc:docMk/>
            <pc:sldMk cId="915059361" sldId="2147478466"/>
            <ac:spMk id="282" creationId="{55F07F0B-E319-B9DE-6883-25A71E8F1437}"/>
          </ac:spMkLst>
        </pc:spChg>
        <pc:spChg chg="add mod">
          <ac:chgData name="Vasanti Kadam" userId="2d2c718a-941c-44c5-9fc1-bfc327de9193" providerId="ADAL" clId="{C8FB11B1-B3C4-497A-A717-9586A5C7B20A}" dt="2025-07-21T11:26:20.588" v="1005" actId="571"/>
          <ac:spMkLst>
            <pc:docMk/>
            <pc:sldMk cId="915059361" sldId="2147478466"/>
            <ac:spMk id="283" creationId="{B3B01774-656D-C274-36D1-19E3AA9477FA}"/>
          </ac:spMkLst>
        </pc:spChg>
        <pc:spChg chg="add mod">
          <ac:chgData name="Vasanti Kadam" userId="2d2c718a-941c-44c5-9fc1-bfc327de9193" providerId="ADAL" clId="{C8FB11B1-B3C4-497A-A717-9586A5C7B20A}" dt="2025-07-21T11:26:20.588" v="1005" actId="571"/>
          <ac:spMkLst>
            <pc:docMk/>
            <pc:sldMk cId="915059361" sldId="2147478466"/>
            <ac:spMk id="284" creationId="{3F831B03-7A4C-9627-AF37-8173760531FE}"/>
          </ac:spMkLst>
        </pc:spChg>
        <pc:spChg chg="add mod">
          <ac:chgData name="Vasanti Kadam" userId="2d2c718a-941c-44c5-9fc1-bfc327de9193" providerId="ADAL" clId="{C8FB11B1-B3C4-497A-A717-9586A5C7B20A}" dt="2025-07-21T11:26:20.588" v="1005" actId="571"/>
          <ac:spMkLst>
            <pc:docMk/>
            <pc:sldMk cId="915059361" sldId="2147478466"/>
            <ac:spMk id="285" creationId="{F56B3816-BB19-28D7-9FD3-1032A31C9E40}"/>
          </ac:spMkLst>
        </pc:spChg>
        <pc:spChg chg="add mod">
          <ac:chgData name="Vasanti Kadam" userId="2d2c718a-941c-44c5-9fc1-bfc327de9193" providerId="ADAL" clId="{C8FB11B1-B3C4-497A-A717-9586A5C7B20A}" dt="2025-07-21T11:26:29.584" v="1009" actId="1076"/>
          <ac:spMkLst>
            <pc:docMk/>
            <pc:sldMk cId="915059361" sldId="2147478466"/>
            <ac:spMk id="286" creationId="{541DB373-7F63-519B-754F-C5AA89F94E3D}"/>
          </ac:spMkLst>
        </pc:spChg>
        <pc:spChg chg="add mod">
          <ac:chgData name="Vasanti Kadam" userId="2d2c718a-941c-44c5-9fc1-bfc327de9193" providerId="ADAL" clId="{C8FB11B1-B3C4-497A-A717-9586A5C7B20A}" dt="2025-07-21T11:26:38.344" v="1038" actId="207"/>
          <ac:spMkLst>
            <pc:docMk/>
            <pc:sldMk cId="915059361" sldId="2147478466"/>
            <ac:spMk id="287" creationId="{1B686767-6CB5-841F-E395-E9CF150BE3F3}"/>
          </ac:spMkLst>
        </pc:spChg>
        <pc:spChg chg="add mod">
          <ac:chgData name="Vasanti Kadam" userId="2d2c718a-941c-44c5-9fc1-bfc327de9193" providerId="ADAL" clId="{C8FB11B1-B3C4-497A-A717-9586A5C7B20A}" dt="2025-07-21T11:26:29.584" v="1009" actId="1076"/>
          <ac:spMkLst>
            <pc:docMk/>
            <pc:sldMk cId="915059361" sldId="2147478466"/>
            <ac:spMk id="288" creationId="{EABB65B7-45FC-F6BA-DE19-3D24EC14B002}"/>
          </ac:spMkLst>
        </pc:spChg>
        <pc:spChg chg="add mod">
          <ac:chgData name="Vasanti Kadam" userId="2d2c718a-941c-44c5-9fc1-bfc327de9193" providerId="ADAL" clId="{C8FB11B1-B3C4-497A-A717-9586A5C7B20A}" dt="2025-07-21T11:26:38.344" v="1038" actId="207"/>
          <ac:spMkLst>
            <pc:docMk/>
            <pc:sldMk cId="915059361" sldId="2147478466"/>
            <ac:spMk id="289" creationId="{1B27680F-374E-AFCF-50B6-B99298CD2A66}"/>
          </ac:spMkLst>
        </pc:spChg>
        <pc:spChg chg="add mod">
          <ac:chgData name="Vasanti Kadam" userId="2d2c718a-941c-44c5-9fc1-bfc327de9193" providerId="ADAL" clId="{C8FB11B1-B3C4-497A-A717-9586A5C7B20A}" dt="2025-07-21T11:26:29.584" v="1009" actId="1076"/>
          <ac:spMkLst>
            <pc:docMk/>
            <pc:sldMk cId="915059361" sldId="2147478466"/>
            <ac:spMk id="290" creationId="{9C61F3B0-AA03-07F8-30CC-70C7F15E685C}"/>
          </ac:spMkLst>
        </pc:spChg>
        <pc:spChg chg="add mod">
          <ac:chgData name="Vasanti Kadam" userId="2d2c718a-941c-44c5-9fc1-bfc327de9193" providerId="ADAL" clId="{C8FB11B1-B3C4-497A-A717-9586A5C7B20A}" dt="2025-07-21T11:26:38.344" v="1038" actId="207"/>
          <ac:spMkLst>
            <pc:docMk/>
            <pc:sldMk cId="915059361" sldId="2147478466"/>
            <ac:spMk id="291" creationId="{9B6EF6AA-5F07-6093-02F7-577B24F288C4}"/>
          </ac:spMkLst>
        </pc:spChg>
        <pc:grpChg chg="mod">
          <ac:chgData name="Vasanti Kadam" userId="2d2c718a-941c-44c5-9fc1-bfc327de9193" providerId="ADAL" clId="{C8FB11B1-B3C4-497A-A717-9586A5C7B20A}" dt="2025-07-21T11:24:11.441" v="947" actId="164"/>
          <ac:grpSpMkLst>
            <pc:docMk/>
            <pc:sldMk cId="915059361" sldId="2147478466"/>
            <ac:grpSpMk id="169" creationId="{FDA1D72C-22D5-B473-302B-5ED6335B8E30}"/>
          </ac:grpSpMkLst>
        </pc:grpChg>
        <pc:grpChg chg="add del mod">
          <ac:chgData name="Vasanti Kadam" userId="2d2c718a-941c-44c5-9fc1-bfc327de9193" providerId="ADAL" clId="{C8FB11B1-B3C4-497A-A717-9586A5C7B20A}" dt="2025-07-21T11:22:53.998" v="924" actId="165"/>
          <ac:grpSpMkLst>
            <pc:docMk/>
            <pc:sldMk cId="915059361" sldId="2147478466"/>
            <ac:grpSpMk id="229" creationId="{750A4DAE-5530-CCEC-777E-5EEEF05A8E2F}"/>
          </ac:grpSpMkLst>
        </pc:grpChg>
        <pc:grpChg chg="mod topLvl">
          <ac:chgData name="Vasanti Kadam" userId="2d2c718a-941c-44c5-9fc1-bfc327de9193" providerId="ADAL" clId="{C8FB11B1-B3C4-497A-A717-9586A5C7B20A}" dt="2025-07-21T11:23:11.503" v="931" actId="164"/>
          <ac:grpSpMkLst>
            <pc:docMk/>
            <pc:sldMk cId="915059361" sldId="2147478466"/>
            <ac:grpSpMk id="231" creationId="{3B16ADF0-67DB-1AED-29B3-D9C01A076D33}"/>
          </ac:grpSpMkLst>
        </pc:grpChg>
        <pc:grpChg chg="del mod">
          <ac:chgData name="Vasanti Kadam" userId="2d2c718a-941c-44c5-9fc1-bfc327de9193" providerId="ADAL" clId="{C8FB11B1-B3C4-497A-A717-9586A5C7B20A}" dt="2025-07-21T11:22:13.302" v="905" actId="165"/>
          <ac:grpSpMkLst>
            <pc:docMk/>
            <pc:sldMk cId="915059361" sldId="2147478466"/>
            <ac:grpSpMk id="236" creationId="{E0E103DA-7E72-9349-F4F5-F9202CF4084A}"/>
          </ac:grpSpMkLst>
        </pc:grpChg>
        <pc:grpChg chg="del">
          <ac:chgData name="Vasanti Kadam" userId="2d2c718a-941c-44c5-9fc1-bfc327de9193" providerId="ADAL" clId="{C8FB11B1-B3C4-497A-A717-9586A5C7B20A}" dt="2025-07-21T11:23:18.391" v="934" actId="165"/>
          <ac:grpSpMkLst>
            <pc:docMk/>
            <pc:sldMk cId="915059361" sldId="2147478466"/>
            <ac:grpSpMk id="242" creationId="{B385A62F-236E-5AC1-4B94-DC2D86259BC1}"/>
          </ac:grpSpMkLst>
        </pc:grpChg>
        <pc:grpChg chg="mod topLvl">
          <ac:chgData name="Vasanti Kadam" userId="2d2c718a-941c-44c5-9fc1-bfc327de9193" providerId="ADAL" clId="{C8FB11B1-B3C4-497A-A717-9586A5C7B20A}" dt="2025-07-21T11:23:32.871" v="937" actId="164"/>
          <ac:grpSpMkLst>
            <pc:docMk/>
            <pc:sldMk cId="915059361" sldId="2147478466"/>
            <ac:grpSpMk id="244" creationId="{F4CC57E0-E54F-5ED1-E61F-E525E1F45A7D}"/>
          </ac:grpSpMkLst>
        </pc:grpChg>
        <pc:grpChg chg="del">
          <ac:chgData name="Vasanti Kadam" userId="2d2c718a-941c-44c5-9fc1-bfc327de9193" providerId="ADAL" clId="{C8FB11B1-B3C4-497A-A717-9586A5C7B20A}" dt="2025-07-21T11:22:31.963" v="914" actId="165"/>
          <ac:grpSpMkLst>
            <pc:docMk/>
            <pc:sldMk cId="915059361" sldId="2147478466"/>
            <ac:grpSpMk id="249" creationId="{85059DFB-C65D-22AF-BC4B-905D0105B58A}"/>
          </ac:grpSpMkLst>
        </pc:grpChg>
        <pc:grpChg chg="add del mod">
          <ac:chgData name="Vasanti Kadam" userId="2d2c718a-941c-44c5-9fc1-bfc327de9193" providerId="ADAL" clId="{C8FB11B1-B3C4-497A-A717-9586A5C7B20A}" dt="2025-07-21T11:23:38.047" v="940" actId="165"/>
          <ac:grpSpMkLst>
            <pc:docMk/>
            <pc:sldMk cId="915059361" sldId="2147478466"/>
            <ac:grpSpMk id="255" creationId="{6A9F41EC-5275-7917-E5BC-0D0C3A454DFD}"/>
          </ac:grpSpMkLst>
        </pc:grpChg>
        <pc:grpChg chg="mod topLvl">
          <ac:chgData name="Vasanti Kadam" userId="2d2c718a-941c-44c5-9fc1-bfc327de9193" providerId="ADAL" clId="{C8FB11B1-B3C4-497A-A717-9586A5C7B20A}" dt="2025-07-21T11:24:11.441" v="947" actId="164"/>
          <ac:grpSpMkLst>
            <pc:docMk/>
            <pc:sldMk cId="915059361" sldId="2147478466"/>
            <ac:grpSpMk id="257" creationId="{89DF8766-CEBB-010F-BD3A-45AE345B6BD4}"/>
          </ac:grpSpMkLst>
        </pc:grpChg>
        <pc:grpChg chg="del mod">
          <ac:chgData name="Vasanti Kadam" userId="2d2c718a-941c-44c5-9fc1-bfc327de9193" providerId="ADAL" clId="{C8FB11B1-B3C4-497A-A717-9586A5C7B20A}" dt="2025-07-21T11:21:57.264" v="896" actId="165"/>
          <ac:grpSpMkLst>
            <pc:docMk/>
            <pc:sldMk cId="915059361" sldId="2147478466"/>
            <ac:grpSpMk id="262" creationId="{A278935A-D802-B78F-9989-361F625150F3}"/>
          </ac:grpSpMkLst>
        </pc:grpChg>
        <pc:grpChg chg="add mod">
          <ac:chgData name="Vasanti Kadam" userId="2d2c718a-941c-44c5-9fc1-bfc327de9193" providerId="ADAL" clId="{C8FB11B1-B3C4-497A-A717-9586A5C7B20A}" dt="2025-07-21T11:22:16.404" v="908" actId="164"/>
          <ac:grpSpMkLst>
            <pc:docMk/>
            <pc:sldMk cId="915059361" sldId="2147478466"/>
            <ac:grpSpMk id="268" creationId="{2DE017C1-36C1-A612-9C21-7700B07A7175}"/>
          </ac:grpSpMkLst>
        </pc:grpChg>
        <pc:grpChg chg="add mod">
          <ac:chgData name="Vasanti Kadam" userId="2d2c718a-941c-44c5-9fc1-bfc327de9193" providerId="ADAL" clId="{C8FB11B1-B3C4-497A-A717-9586A5C7B20A}" dt="2025-07-21T11:22:23.588" v="912" actId="164"/>
          <ac:grpSpMkLst>
            <pc:docMk/>
            <pc:sldMk cId="915059361" sldId="2147478466"/>
            <ac:grpSpMk id="269" creationId="{CC4B3C77-2A3D-84AB-DAD5-C91DCA3C3132}"/>
          </ac:grpSpMkLst>
        </pc:grpChg>
        <pc:grpChg chg="add mod">
          <ac:chgData name="Vasanti Kadam" userId="2d2c718a-941c-44c5-9fc1-bfc327de9193" providerId="ADAL" clId="{C8FB11B1-B3C4-497A-A717-9586A5C7B20A}" dt="2025-07-21T11:22:28.470" v="913" actId="164"/>
          <ac:grpSpMkLst>
            <pc:docMk/>
            <pc:sldMk cId="915059361" sldId="2147478466"/>
            <ac:grpSpMk id="270" creationId="{1F560B66-F5CC-3440-E710-47E8306DCE58}"/>
          </ac:grpSpMkLst>
        </pc:grpChg>
        <pc:grpChg chg="add mod">
          <ac:chgData name="Vasanti Kadam" userId="2d2c718a-941c-44c5-9fc1-bfc327de9193" providerId="ADAL" clId="{C8FB11B1-B3C4-497A-A717-9586A5C7B20A}" dt="2025-07-21T11:22:44.482" v="919" actId="164"/>
          <ac:grpSpMkLst>
            <pc:docMk/>
            <pc:sldMk cId="915059361" sldId="2147478466"/>
            <ac:grpSpMk id="271" creationId="{4500B653-9287-8FB0-6BA6-21A323C44F63}"/>
          </ac:grpSpMkLst>
        </pc:grpChg>
        <pc:grpChg chg="add mod">
          <ac:chgData name="Vasanti Kadam" userId="2d2c718a-941c-44c5-9fc1-bfc327de9193" providerId="ADAL" clId="{C8FB11B1-B3C4-497A-A717-9586A5C7B20A}" dt="2025-07-21T11:23:11.503" v="931" actId="164"/>
          <ac:grpSpMkLst>
            <pc:docMk/>
            <pc:sldMk cId="915059361" sldId="2147478466"/>
            <ac:grpSpMk id="274" creationId="{29F9B733-8493-A994-946F-BBCA2E858697}"/>
          </ac:grpSpMkLst>
        </pc:grpChg>
        <pc:grpChg chg="add mod">
          <ac:chgData name="Vasanti Kadam" userId="2d2c718a-941c-44c5-9fc1-bfc327de9193" providerId="ADAL" clId="{C8FB11B1-B3C4-497A-A717-9586A5C7B20A}" dt="2025-07-21T11:24:11.441" v="947" actId="164"/>
          <ac:grpSpMkLst>
            <pc:docMk/>
            <pc:sldMk cId="915059361" sldId="2147478466"/>
            <ac:grpSpMk id="275" creationId="{3B649BEE-F2DF-E91F-3022-1F5C95FED4E2}"/>
          </ac:grpSpMkLst>
        </pc:grpChg>
        <pc:picChg chg="add mod">
          <ac:chgData name="Vasanti Kadam" userId="2d2c718a-941c-44c5-9fc1-bfc327de9193" providerId="ADAL" clId="{C8FB11B1-B3C4-497A-A717-9586A5C7B20A}" dt="2025-07-21T11:21:48.226" v="891" actId="12789"/>
          <ac:picMkLst>
            <pc:docMk/>
            <pc:sldMk cId="915059361" sldId="2147478466"/>
            <ac:picMk id="8" creationId="{A47C2BCE-73A6-3086-1944-8C3C65EF8F52}"/>
          </ac:picMkLst>
        </pc:picChg>
      </pc:sldChg>
      <pc:sldChg chg="addSp delSp modSp add mod">
        <pc:chgData name="Vasanti Kadam" userId="2d2c718a-941c-44c5-9fc1-bfc327de9193" providerId="ADAL" clId="{C8FB11B1-B3C4-497A-A717-9586A5C7B20A}" dt="2025-07-21T13:05:47.920" v="1361" actId="478"/>
        <pc:sldMkLst>
          <pc:docMk/>
          <pc:sldMk cId="1578287487" sldId="2147478467"/>
        </pc:sldMkLst>
        <pc:spChg chg="mod">
          <ac:chgData name="Vasanti Kadam" userId="2d2c718a-941c-44c5-9fc1-bfc327de9193" providerId="ADAL" clId="{C8FB11B1-B3C4-497A-A717-9586A5C7B20A}" dt="2025-07-21T11:28:26.285" v="1044" actId="12788"/>
          <ac:spMkLst>
            <pc:docMk/>
            <pc:sldMk cId="1578287487" sldId="2147478467"/>
            <ac:spMk id="4" creationId="{4E4BA466-6311-DCA1-9148-4160EC1BAF24}"/>
          </ac:spMkLst>
        </pc:spChg>
        <pc:spChg chg="del">
          <ac:chgData name="Vasanti Kadam" userId="2d2c718a-941c-44c5-9fc1-bfc327de9193" providerId="ADAL" clId="{C8FB11B1-B3C4-497A-A717-9586A5C7B20A}" dt="2025-07-21T13:05:47.920" v="1361" actId="478"/>
          <ac:spMkLst>
            <pc:docMk/>
            <pc:sldMk cId="1578287487" sldId="2147478467"/>
            <ac:spMk id="5" creationId="{D2743D76-78A2-F94A-CD44-8FBAF4B6BC4B}"/>
          </ac:spMkLst>
        </pc:spChg>
        <pc:spChg chg="del">
          <ac:chgData name="Vasanti Kadam" userId="2d2c718a-941c-44c5-9fc1-bfc327de9193" providerId="ADAL" clId="{C8FB11B1-B3C4-497A-A717-9586A5C7B20A}" dt="2025-07-21T13:05:47.920" v="1361" actId="478"/>
          <ac:spMkLst>
            <pc:docMk/>
            <pc:sldMk cId="1578287487" sldId="2147478467"/>
            <ac:spMk id="10" creationId="{72CBDC60-19E2-D294-2D5D-3CBE2522E754}"/>
          </ac:spMkLst>
        </pc:spChg>
        <pc:spChg chg="del">
          <ac:chgData name="Vasanti Kadam" userId="2d2c718a-941c-44c5-9fc1-bfc327de9193" providerId="ADAL" clId="{C8FB11B1-B3C4-497A-A717-9586A5C7B20A}" dt="2025-07-21T13:05:47.920" v="1361" actId="478"/>
          <ac:spMkLst>
            <pc:docMk/>
            <pc:sldMk cId="1578287487" sldId="2147478467"/>
            <ac:spMk id="11" creationId="{FE8668A8-18D1-77F1-AAA7-32A094D0BFCA}"/>
          </ac:spMkLst>
        </pc:spChg>
        <pc:spChg chg="mod topLvl">
          <ac:chgData name="Vasanti Kadam" userId="2d2c718a-941c-44c5-9fc1-bfc327de9193" providerId="ADAL" clId="{C8FB11B1-B3C4-497A-A717-9586A5C7B20A}" dt="2025-07-21T12:40:24.863" v="1103" actId="164"/>
          <ac:spMkLst>
            <pc:docMk/>
            <pc:sldMk cId="1578287487" sldId="2147478467"/>
            <ac:spMk id="16" creationId="{BCFA52AD-DA90-B751-37F4-99134C2F8946}"/>
          </ac:spMkLst>
        </pc:spChg>
        <pc:spChg chg="mod topLvl">
          <ac:chgData name="Vasanti Kadam" userId="2d2c718a-941c-44c5-9fc1-bfc327de9193" providerId="ADAL" clId="{C8FB11B1-B3C4-497A-A717-9586A5C7B20A}" dt="2025-07-21T12:40:24.863" v="1103" actId="164"/>
          <ac:spMkLst>
            <pc:docMk/>
            <pc:sldMk cId="1578287487" sldId="2147478467"/>
            <ac:spMk id="18" creationId="{23859981-7F81-B029-801D-1DBF6CDD0F13}"/>
          </ac:spMkLst>
        </pc:spChg>
        <pc:spChg chg="del">
          <ac:chgData name="Vasanti Kadam" userId="2d2c718a-941c-44c5-9fc1-bfc327de9193" providerId="ADAL" clId="{C8FB11B1-B3C4-497A-A717-9586A5C7B20A}" dt="2025-07-21T13:05:47.920" v="1361" actId="478"/>
          <ac:spMkLst>
            <pc:docMk/>
            <pc:sldMk cId="1578287487" sldId="2147478467"/>
            <ac:spMk id="19" creationId="{61909260-1EDB-C7E0-C46D-02A01227BF12}"/>
          </ac:spMkLst>
        </pc:spChg>
        <pc:spChg chg="del">
          <ac:chgData name="Vasanti Kadam" userId="2d2c718a-941c-44c5-9fc1-bfc327de9193" providerId="ADAL" clId="{C8FB11B1-B3C4-497A-A717-9586A5C7B20A}" dt="2025-07-21T13:05:47.920" v="1361" actId="478"/>
          <ac:spMkLst>
            <pc:docMk/>
            <pc:sldMk cId="1578287487" sldId="2147478467"/>
            <ac:spMk id="23" creationId="{22540248-897C-9AA5-63FE-397DA99C9573}"/>
          </ac:spMkLst>
        </pc:spChg>
        <pc:spChg chg="del">
          <ac:chgData name="Vasanti Kadam" userId="2d2c718a-941c-44c5-9fc1-bfc327de9193" providerId="ADAL" clId="{C8FB11B1-B3C4-497A-A717-9586A5C7B20A}" dt="2025-07-21T13:05:47.920" v="1361" actId="478"/>
          <ac:spMkLst>
            <pc:docMk/>
            <pc:sldMk cId="1578287487" sldId="2147478467"/>
            <ac:spMk id="25" creationId="{8213A7E5-F71A-C2CA-8C00-F1CCF0043D36}"/>
          </ac:spMkLst>
        </pc:spChg>
        <pc:spChg chg="mod topLvl">
          <ac:chgData name="Vasanti Kadam" userId="2d2c718a-941c-44c5-9fc1-bfc327de9193" providerId="ADAL" clId="{C8FB11B1-B3C4-497A-A717-9586A5C7B20A}" dt="2025-07-21T12:40:24.863" v="1103" actId="164"/>
          <ac:spMkLst>
            <pc:docMk/>
            <pc:sldMk cId="1578287487" sldId="2147478467"/>
            <ac:spMk id="29" creationId="{05EF241E-9B64-340A-9110-7C10A8662485}"/>
          </ac:spMkLst>
        </pc:spChg>
        <pc:spChg chg="mod topLvl">
          <ac:chgData name="Vasanti Kadam" userId="2d2c718a-941c-44c5-9fc1-bfc327de9193" providerId="ADAL" clId="{C8FB11B1-B3C4-497A-A717-9586A5C7B20A}" dt="2025-07-21T12:40:24.863" v="1103" actId="164"/>
          <ac:spMkLst>
            <pc:docMk/>
            <pc:sldMk cId="1578287487" sldId="2147478467"/>
            <ac:spMk id="35" creationId="{00AF62A7-2E5B-82E5-02B7-AA7E0CB91C71}"/>
          </ac:spMkLst>
        </pc:spChg>
        <pc:spChg chg="mod">
          <ac:chgData name="Vasanti Kadam" userId="2d2c718a-941c-44c5-9fc1-bfc327de9193" providerId="ADAL" clId="{C8FB11B1-B3C4-497A-A717-9586A5C7B20A}" dt="2025-07-21T12:40:24.863" v="1103" actId="164"/>
          <ac:spMkLst>
            <pc:docMk/>
            <pc:sldMk cId="1578287487" sldId="2147478467"/>
            <ac:spMk id="45" creationId="{039DC9A8-9C69-F2A7-CB4A-790130F318FA}"/>
          </ac:spMkLst>
        </pc:spChg>
        <pc:spChg chg="del">
          <ac:chgData name="Vasanti Kadam" userId="2d2c718a-941c-44c5-9fc1-bfc327de9193" providerId="ADAL" clId="{C8FB11B1-B3C4-497A-A717-9586A5C7B20A}" dt="2025-07-21T13:05:47.920" v="1361" actId="478"/>
          <ac:spMkLst>
            <pc:docMk/>
            <pc:sldMk cId="1578287487" sldId="2147478467"/>
            <ac:spMk id="47" creationId="{85300A74-D9C4-C038-4D19-ECEBC49672F9}"/>
          </ac:spMkLst>
        </pc:spChg>
        <pc:spChg chg="del">
          <ac:chgData name="Vasanti Kadam" userId="2d2c718a-941c-44c5-9fc1-bfc327de9193" providerId="ADAL" clId="{C8FB11B1-B3C4-497A-A717-9586A5C7B20A}" dt="2025-07-21T13:05:47.920" v="1361" actId="478"/>
          <ac:spMkLst>
            <pc:docMk/>
            <pc:sldMk cId="1578287487" sldId="2147478467"/>
            <ac:spMk id="51" creationId="{31BE7DD5-ED42-21C5-63A1-4217EA179EE2}"/>
          </ac:spMkLst>
        </pc:spChg>
        <pc:spChg chg="del">
          <ac:chgData name="Vasanti Kadam" userId="2d2c718a-941c-44c5-9fc1-bfc327de9193" providerId="ADAL" clId="{C8FB11B1-B3C4-497A-A717-9586A5C7B20A}" dt="2025-07-21T13:05:47.920" v="1361" actId="478"/>
          <ac:spMkLst>
            <pc:docMk/>
            <pc:sldMk cId="1578287487" sldId="2147478467"/>
            <ac:spMk id="54" creationId="{F6631C46-B964-4766-DB8A-928569150C24}"/>
          </ac:spMkLst>
        </pc:spChg>
        <pc:spChg chg="del">
          <ac:chgData name="Vasanti Kadam" userId="2d2c718a-941c-44c5-9fc1-bfc327de9193" providerId="ADAL" clId="{C8FB11B1-B3C4-497A-A717-9586A5C7B20A}" dt="2025-07-21T13:05:47.920" v="1361" actId="478"/>
          <ac:spMkLst>
            <pc:docMk/>
            <pc:sldMk cId="1578287487" sldId="2147478467"/>
            <ac:spMk id="55" creationId="{ADBD2030-3069-3A03-AEAB-B1529ACAE9D4}"/>
          </ac:spMkLst>
        </pc:spChg>
        <pc:spChg chg="mod topLvl">
          <ac:chgData name="Vasanti Kadam" userId="2d2c718a-941c-44c5-9fc1-bfc327de9193" providerId="ADAL" clId="{C8FB11B1-B3C4-497A-A717-9586A5C7B20A}" dt="2025-07-21T12:40:24.863" v="1103" actId="164"/>
          <ac:spMkLst>
            <pc:docMk/>
            <pc:sldMk cId="1578287487" sldId="2147478467"/>
            <ac:spMk id="57" creationId="{BAFA3577-EB17-477A-A627-8AAB02B16506}"/>
          </ac:spMkLst>
        </pc:spChg>
        <pc:spChg chg="mod topLvl">
          <ac:chgData name="Vasanti Kadam" userId="2d2c718a-941c-44c5-9fc1-bfc327de9193" providerId="ADAL" clId="{C8FB11B1-B3C4-497A-A717-9586A5C7B20A}" dt="2025-07-21T12:40:24.863" v="1103" actId="164"/>
          <ac:spMkLst>
            <pc:docMk/>
            <pc:sldMk cId="1578287487" sldId="2147478467"/>
            <ac:spMk id="70" creationId="{60560DD5-8A57-67CE-12AE-D7ACEB17DCF0}"/>
          </ac:spMkLst>
        </pc:spChg>
        <pc:spChg chg="mod topLvl">
          <ac:chgData name="Vasanti Kadam" userId="2d2c718a-941c-44c5-9fc1-bfc327de9193" providerId="ADAL" clId="{C8FB11B1-B3C4-497A-A717-9586A5C7B20A}" dt="2025-07-21T12:40:24.863" v="1103" actId="164"/>
          <ac:spMkLst>
            <pc:docMk/>
            <pc:sldMk cId="1578287487" sldId="2147478467"/>
            <ac:spMk id="71" creationId="{41E51857-9144-B0CD-3DC4-31F57FC7CD4C}"/>
          </ac:spMkLst>
        </pc:spChg>
        <pc:spChg chg="mod">
          <ac:chgData name="Vasanti Kadam" userId="2d2c718a-941c-44c5-9fc1-bfc327de9193" providerId="ADAL" clId="{C8FB11B1-B3C4-497A-A717-9586A5C7B20A}" dt="2025-07-21T12:38:19.537" v="1064" actId="165"/>
          <ac:spMkLst>
            <pc:docMk/>
            <pc:sldMk cId="1578287487" sldId="2147478467"/>
            <ac:spMk id="75" creationId="{C35D0346-F45C-8457-201C-FABAF862CAC7}"/>
          </ac:spMkLst>
        </pc:spChg>
        <pc:spChg chg="mod">
          <ac:chgData name="Vasanti Kadam" userId="2d2c718a-941c-44c5-9fc1-bfc327de9193" providerId="ADAL" clId="{C8FB11B1-B3C4-497A-A717-9586A5C7B20A}" dt="2025-07-21T12:38:19.537" v="1064" actId="165"/>
          <ac:spMkLst>
            <pc:docMk/>
            <pc:sldMk cId="1578287487" sldId="2147478467"/>
            <ac:spMk id="78" creationId="{1FC961C1-99D1-5E95-1997-81ED40727EA6}"/>
          </ac:spMkLst>
        </pc:spChg>
        <pc:spChg chg="mod">
          <ac:chgData name="Vasanti Kadam" userId="2d2c718a-941c-44c5-9fc1-bfc327de9193" providerId="ADAL" clId="{C8FB11B1-B3C4-497A-A717-9586A5C7B20A}" dt="2025-07-21T12:38:19.537" v="1064" actId="165"/>
          <ac:spMkLst>
            <pc:docMk/>
            <pc:sldMk cId="1578287487" sldId="2147478467"/>
            <ac:spMk id="82" creationId="{2B6A7A3F-A135-8E00-58F2-E54C0526C0E4}"/>
          </ac:spMkLst>
        </pc:spChg>
        <pc:spChg chg="add mod">
          <ac:chgData name="Vasanti Kadam" userId="2d2c718a-941c-44c5-9fc1-bfc327de9193" providerId="ADAL" clId="{C8FB11B1-B3C4-497A-A717-9586A5C7B20A}" dt="2025-07-21T12:39:04.991" v="1080" actId="404"/>
          <ac:spMkLst>
            <pc:docMk/>
            <pc:sldMk cId="1578287487" sldId="2147478467"/>
            <ac:spMk id="93" creationId="{669D0119-CE3E-D255-02BD-DBAAE1745F0F}"/>
          </ac:spMkLst>
        </pc:spChg>
        <pc:spChg chg="add mod">
          <ac:chgData name="Vasanti Kadam" userId="2d2c718a-941c-44c5-9fc1-bfc327de9193" providerId="ADAL" clId="{C8FB11B1-B3C4-497A-A717-9586A5C7B20A}" dt="2025-07-21T12:38:36.068" v="1068" actId="122"/>
          <ac:spMkLst>
            <pc:docMk/>
            <pc:sldMk cId="1578287487" sldId="2147478467"/>
            <ac:spMk id="94" creationId="{76A73D07-66B6-E8AB-1A53-442453CF6C17}"/>
          </ac:spMkLst>
        </pc:spChg>
        <pc:spChg chg="add mod">
          <ac:chgData name="Vasanti Kadam" userId="2d2c718a-941c-44c5-9fc1-bfc327de9193" providerId="ADAL" clId="{C8FB11B1-B3C4-497A-A717-9586A5C7B20A}" dt="2025-07-21T12:39:32.144" v="1087" actId="1076"/>
          <ac:spMkLst>
            <pc:docMk/>
            <pc:sldMk cId="1578287487" sldId="2147478467"/>
            <ac:spMk id="95" creationId="{4D2E5A4F-4BCD-D7D3-92CC-BB4C8C2D4589}"/>
          </ac:spMkLst>
        </pc:spChg>
        <pc:spChg chg="add mod">
          <ac:chgData name="Vasanti Kadam" userId="2d2c718a-941c-44c5-9fc1-bfc327de9193" providerId="ADAL" clId="{C8FB11B1-B3C4-497A-A717-9586A5C7B20A}" dt="2025-07-21T12:40:09.100" v="1097" actId="207"/>
          <ac:spMkLst>
            <pc:docMk/>
            <pc:sldMk cId="1578287487" sldId="2147478467"/>
            <ac:spMk id="96" creationId="{EE939E87-CDC7-59A8-0898-22A0F9845ABF}"/>
          </ac:spMkLst>
        </pc:spChg>
        <pc:spChg chg="add mod">
          <ac:chgData name="Vasanti Kadam" userId="2d2c718a-941c-44c5-9fc1-bfc327de9193" providerId="ADAL" clId="{C8FB11B1-B3C4-497A-A717-9586A5C7B20A}" dt="2025-07-21T12:39:32.144" v="1087" actId="1076"/>
          <ac:spMkLst>
            <pc:docMk/>
            <pc:sldMk cId="1578287487" sldId="2147478467"/>
            <ac:spMk id="97" creationId="{6B60D94A-5EE0-09E8-CCD1-7C3FF53637FD}"/>
          </ac:spMkLst>
        </pc:spChg>
        <pc:spChg chg="add mod">
          <ac:chgData name="Vasanti Kadam" userId="2d2c718a-941c-44c5-9fc1-bfc327de9193" providerId="ADAL" clId="{C8FB11B1-B3C4-497A-A717-9586A5C7B20A}" dt="2025-07-21T12:40:11.092" v="1098" actId="207"/>
          <ac:spMkLst>
            <pc:docMk/>
            <pc:sldMk cId="1578287487" sldId="2147478467"/>
            <ac:spMk id="98" creationId="{6A9FAA5F-6D92-17B6-03AA-057678FFE9EA}"/>
          </ac:spMkLst>
        </pc:spChg>
        <pc:spChg chg="add mod">
          <ac:chgData name="Vasanti Kadam" userId="2d2c718a-941c-44c5-9fc1-bfc327de9193" providerId="ADAL" clId="{C8FB11B1-B3C4-497A-A717-9586A5C7B20A}" dt="2025-07-21T12:39:26.028" v="1086" actId="12788"/>
          <ac:spMkLst>
            <pc:docMk/>
            <pc:sldMk cId="1578287487" sldId="2147478467"/>
            <ac:spMk id="99" creationId="{647EA804-9753-88F6-C680-38152BAF926C}"/>
          </ac:spMkLst>
        </pc:spChg>
        <pc:spChg chg="add mod">
          <ac:chgData name="Vasanti Kadam" userId="2d2c718a-941c-44c5-9fc1-bfc327de9193" providerId="ADAL" clId="{C8FB11B1-B3C4-497A-A717-9586A5C7B20A}" dt="2025-07-21T12:40:15.873" v="1100" actId="207"/>
          <ac:spMkLst>
            <pc:docMk/>
            <pc:sldMk cId="1578287487" sldId="2147478467"/>
            <ac:spMk id="100" creationId="{17E8944B-A509-28E8-445C-54DD968C5254}"/>
          </ac:spMkLst>
        </pc:spChg>
        <pc:spChg chg="add mod">
          <ac:chgData name="Vasanti Kadam" userId="2d2c718a-941c-44c5-9fc1-bfc327de9193" providerId="ADAL" clId="{C8FB11B1-B3C4-497A-A717-9586A5C7B20A}" dt="2025-07-21T12:39:19.522" v="1083" actId="1076"/>
          <ac:spMkLst>
            <pc:docMk/>
            <pc:sldMk cId="1578287487" sldId="2147478467"/>
            <ac:spMk id="102" creationId="{5AFB3C18-9DBF-2A10-43D4-93AF410058B5}"/>
          </ac:spMkLst>
        </pc:spChg>
        <pc:spChg chg="add mod">
          <ac:chgData name="Vasanti Kadam" userId="2d2c718a-941c-44c5-9fc1-bfc327de9193" providerId="ADAL" clId="{C8FB11B1-B3C4-497A-A717-9586A5C7B20A}" dt="2025-07-21T12:40:13.409" v="1099" actId="207"/>
          <ac:spMkLst>
            <pc:docMk/>
            <pc:sldMk cId="1578287487" sldId="2147478467"/>
            <ac:spMk id="104" creationId="{5B9732DA-1FD6-3B4F-B17B-988003D87B3C}"/>
          </ac:spMkLst>
        </pc:spChg>
        <pc:spChg chg="del">
          <ac:chgData name="Vasanti Kadam" userId="2d2c718a-941c-44c5-9fc1-bfc327de9193" providerId="ADAL" clId="{C8FB11B1-B3C4-497A-A717-9586A5C7B20A}" dt="2025-07-21T11:28:22.245" v="1040" actId="478"/>
          <ac:spMkLst>
            <pc:docMk/>
            <pc:sldMk cId="1578287487" sldId="2147478467"/>
            <ac:spMk id="261" creationId="{FB037028-FFEF-B4D0-7F77-CA054651D4B8}"/>
          </ac:spMkLst>
        </pc:spChg>
        <pc:spChg chg="del">
          <ac:chgData name="Vasanti Kadam" userId="2d2c718a-941c-44c5-9fc1-bfc327de9193" providerId="ADAL" clId="{C8FB11B1-B3C4-497A-A717-9586A5C7B20A}" dt="2025-07-21T11:28:22.245" v="1040" actId="478"/>
          <ac:spMkLst>
            <pc:docMk/>
            <pc:sldMk cId="1578287487" sldId="2147478467"/>
            <ac:spMk id="267" creationId="{1C89EE35-FDF5-C504-507B-07008F9AEB97}"/>
          </ac:spMkLst>
        </pc:spChg>
        <pc:spChg chg="del">
          <ac:chgData name="Vasanti Kadam" userId="2d2c718a-941c-44c5-9fc1-bfc327de9193" providerId="ADAL" clId="{C8FB11B1-B3C4-497A-A717-9586A5C7B20A}" dt="2025-07-21T11:28:22.245" v="1040" actId="478"/>
          <ac:spMkLst>
            <pc:docMk/>
            <pc:sldMk cId="1578287487" sldId="2147478467"/>
            <ac:spMk id="278" creationId="{E460241A-F076-E47C-2ACD-06EE2F6F248D}"/>
          </ac:spMkLst>
        </pc:spChg>
        <pc:spChg chg="del">
          <ac:chgData name="Vasanti Kadam" userId="2d2c718a-941c-44c5-9fc1-bfc327de9193" providerId="ADAL" clId="{C8FB11B1-B3C4-497A-A717-9586A5C7B20A}" dt="2025-07-21T11:28:22.245" v="1040" actId="478"/>
          <ac:spMkLst>
            <pc:docMk/>
            <pc:sldMk cId="1578287487" sldId="2147478467"/>
            <ac:spMk id="279" creationId="{C7ACAB86-A5C4-61D5-25B7-4939B10B0CF2}"/>
          </ac:spMkLst>
        </pc:spChg>
        <pc:spChg chg="del">
          <ac:chgData name="Vasanti Kadam" userId="2d2c718a-941c-44c5-9fc1-bfc327de9193" providerId="ADAL" clId="{C8FB11B1-B3C4-497A-A717-9586A5C7B20A}" dt="2025-07-21T11:28:22.245" v="1040" actId="478"/>
          <ac:spMkLst>
            <pc:docMk/>
            <pc:sldMk cId="1578287487" sldId="2147478467"/>
            <ac:spMk id="280" creationId="{33B461A8-C252-6CE4-5C96-21D6D72FAA3D}"/>
          </ac:spMkLst>
        </pc:spChg>
        <pc:spChg chg="del">
          <ac:chgData name="Vasanti Kadam" userId="2d2c718a-941c-44c5-9fc1-bfc327de9193" providerId="ADAL" clId="{C8FB11B1-B3C4-497A-A717-9586A5C7B20A}" dt="2025-07-21T11:28:22.245" v="1040" actId="478"/>
          <ac:spMkLst>
            <pc:docMk/>
            <pc:sldMk cId="1578287487" sldId="2147478467"/>
            <ac:spMk id="281" creationId="{59EA3162-4F49-08F0-8959-B34FF0DBA18A}"/>
          </ac:spMkLst>
        </pc:spChg>
        <pc:spChg chg="del">
          <ac:chgData name="Vasanti Kadam" userId="2d2c718a-941c-44c5-9fc1-bfc327de9193" providerId="ADAL" clId="{C8FB11B1-B3C4-497A-A717-9586A5C7B20A}" dt="2025-07-21T11:28:22.245" v="1040" actId="478"/>
          <ac:spMkLst>
            <pc:docMk/>
            <pc:sldMk cId="1578287487" sldId="2147478467"/>
            <ac:spMk id="282" creationId="{938B6501-C031-5942-951F-3CDF1A02662F}"/>
          </ac:spMkLst>
        </pc:spChg>
        <pc:spChg chg="del">
          <ac:chgData name="Vasanti Kadam" userId="2d2c718a-941c-44c5-9fc1-bfc327de9193" providerId="ADAL" clId="{C8FB11B1-B3C4-497A-A717-9586A5C7B20A}" dt="2025-07-21T11:28:22.245" v="1040" actId="478"/>
          <ac:spMkLst>
            <pc:docMk/>
            <pc:sldMk cId="1578287487" sldId="2147478467"/>
            <ac:spMk id="286" creationId="{A8F06F7E-451D-91F1-4BBB-2E4C01711514}"/>
          </ac:spMkLst>
        </pc:spChg>
        <pc:spChg chg="del">
          <ac:chgData name="Vasanti Kadam" userId="2d2c718a-941c-44c5-9fc1-bfc327de9193" providerId="ADAL" clId="{C8FB11B1-B3C4-497A-A717-9586A5C7B20A}" dt="2025-07-21T11:28:22.245" v="1040" actId="478"/>
          <ac:spMkLst>
            <pc:docMk/>
            <pc:sldMk cId="1578287487" sldId="2147478467"/>
            <ac:spMk id="288" creationId="{FB663ABC-7208-5D6B-D663-EF73961FDA01}"/>
          </ac:spMkLst>
        </pc:spChg>
        <pc:spChg chg="del">
          <ac:chgData name="Vasanti Kadam" userId="2d2c718a-941c-44c5-9fc1-bfc327de9193" providerId="ADAL" clId="{C8FB11B1-B3C4-497A-A717-9586A5C7B20A}" dt="2025-07-21T11:28:22.245" v="1040" actId="478"/>
          <ac:spMkLst>
            <pc:docMk/>
            <pc:sldMk cId="1578287487" sldId="2147478467"/>
            <ac:spMk id="289" creationId="{2E471439-EDD9-5430-BAB0-CE8EC013BC98}"/>
          </ac:spMkLst>
        </pc:spChg>
        <pc:grpChg chg="mod">
          <ac:chgData name="Vasanti Kadam" userId="2d2c718a-941c-44c5-9fc1-bfc327de9193" providerId="ADAL" clId="{C8FB11B1-B3C4-497A-A717-9586A5C7B20A}" dt="2025-07-21T12:40:24.863" v="1103" actId="164"/>
          <ac:grpSpMkLst>
            <pc:docMk/>
            <pc:sldMk cId="1578287487" sldId="2147478467"/>
            <ac:grpSpMk id="74" creationId="{8B89B3F0-37D4-811D-B582-0D2CA4FE9B59}"/>
          </ac:grpSpMkLst>
        </pc:grpChg>
        <pc:grpChg chg="add mod">
          <ac:chgData name="Vasanti Kadam" userId="2d2c718a-941c-44c5-9fc1-bfc327de9193" providerId="ADAL" clId="{C8FB11B1-B3C4-497A-A717-9586A5C7B20A}" dt="2025-07-21T12:38:17.369" v="1063" actId="12788"/>
          <ac:grpSpMkLst>
            <pc:docMk/>
            <pc:sldMk cId="1578287487" sldId="2147478467"/>
            <ac:grpSpMk id="90" creationId="{5FDE8FD5-C950-36EE-8FD2-00E41DF0FD03}"/>
          </ac:grpSpMkLst>
        </pc:grpChg>
        <pc:grpChg chg="add mod">
          <ac:chgData name="Vasanti Kadam" userId="2d2c718a-941c-44c5-9fc1-bfc327de9193" providerId="ADAL" clId="{C8FB11B1-B3C4-497A-A717-9586A5C7B20A}" dt="2025-07-21T12:40:25.601" v="1104" actId="12788"/>
          <ac:grpSpMkLst>
            <pc:docMk/>
            <pc:sldMk cId="1578287487" sldId="2147478467"/>
            <ac:grpSpMk id="105" creationId="{481EB420-3BA5-6D16-DC33-1E88507BA42F}"/>
          </ac:grpSpMkLst>
        </pc:grpChg>
        <pc:picChg chg="add mod">
          <ac:chgData name="Vasanti Kadam" userId="2d2c718a-941c-44c5-9fc1-bfc327de9193" providerId="ADAL" clId="{C8FB11B1-B3C4-497A-A717-9586A5C7B20A}" dt="2025-07-21T11:28:26.285" v="1044" actId="12788"/>
          <ac:picMkLst>
            <pc:docMk/>
            <pc:sldMk cId="1578287487" sldId="2147478467"/>
            <ac:picMk id="8" creationId="{CFC8F221-6C01-F489-57AB-51F128786ED1}"/>
          </ac:picMkLst>
        </pc:picChg>
      </pc:sldChg>
      <pc:sldChg chg="addSp delSp modSp add mod">
        <pc:chgData name="Vasanti Kadam" userId="2d2c718a-941c-44c5-9fc1-bfc327de9193" providerId="ADAL" clId="{C8FB11B1-B3C4-497A-A717-9586A5C7B20A}" dt="2025-07-21T13:05:45.246" v="1360" actId="478"/>
        <pc:sldMkLst>
          <pc:docMk/>
          <pc:sldMk cId="1237498178" sldId="2147478468"/>
        </pc:sldMkLst>
        <pc:spChg chg="mod">
          <ac:chgData name="Vasanti Kadam" userId="2d2c718a-941c-44c5-9fc1-bfc327de9193" providerId="ADAL" clId="{C8FB11B1-B3C4-497A-A717-9586A5C7B20A}" dt="2025-07-21T13:05:28.243" v="1321" actId="947"/>
          <ac:spMkLst>
            <pc:docMk/>
            <pc:sldMk cId="1237498178" sldId="2147478468"/>
            <ac:spMk id="2" creationId="{5ECDB491-7EF4-7779-E56F-C51D7C471221}"/>
          </ac:spMkLst>
        </pc:spChg>
        <pc:spChg chg="mod">
          <ac:chgData name="Vasanti Kadam" userId="2d2c718a-941c-44c5-9fc1-bfc327de9193" providerId="ADAL" clId="{C8FB11B1-B3C4-497A-A717-9586A5C7B20A}" dt="2025-07-21T13:05:28.243" v="1322" actId="947"/>
          <ac:spMkLst>
            <pc:docMk/>
            <pc:sldMk cId="1237498178" sldId="2147478468"/>
            <ac:spMk id="3" creationId="{88282A73-E1FD-22D2-56E1-A0B3C2061F92}"/>
          </ac:spMkLst>
        </pc:spChg>
        <pc:spChg chg="mod">
          <ac:chgData name="Vasanti Kadam" userId="2d2c718a-941c-44c5-9fc1-bfc327de9193" providerId="ADAL" clId="{C8FB11B1-B3C4-497A-A717-9586A5C7B20A}" dt="2025-07-21T13:04:12.991" v="1265" actId="1076"/>
          <ac:spMkLst>
            <pc:docMk/>
            <pc:sldMk cId="1237498178" sldId="2147478468"/>
            <ac:spMk id="4" creationId="{27D83BDC-8663-D770-84DF-A2E263FBFF7F}"/>
          </ac:spMkLst>
        </pc:spChg>
        <pc:spChg chg="del mod">
          <ac:chgData name="Vasanti Kadam" userId="2d2c718a-941c-44c5-9fc1-bfc327de9193" providerId="ADAL" clId="{C8FB11B1-B3C4-497A-A717-9586A5C7B20A}" dt="2025-07-21T13:05:45.246" v="1360" actId="478"/>
          <ac:spMkLst>
            <pc:docMk/>
            <pc:sldMk cId="1237498178" sldId="2147478468"/>
            <ac:spMk id="5" creationId="{2A5C0359-FC8C-61C8-9EA4-9ECD29BC3031}"/>
          </ac:spMkLst>
        </pc:spChg>
        <pc:spChg chg="mod">
          <ac:chgData name="Vasanti Kadam" userId="2d2c718a-941c-44c5-9fc1-bfc327de9193" providerId="ADAL" clId="{C8FB11B1-B3C4-497A-A717-9586A5C7B20A}" dt="2025-07-21T13:05:28.243" v="1324" actId="947"/>
          <ac:spMkLst>
            <pc:docMk/>
            <pc:sldMk cId="1237498178" sldId="2147478468"/>
            <ac:spMk id="7" creationId="{D262AD4A-6BA9-EB8F-AA34-F20988DF976C}"/>
          </ac:spMkLst>
        </pc:spChg>
        <pc:spChg chg="mod">
          <ac:chgData name="Vasanti Kadam" userId="2d2c718a-941c-44c5-9fc1-bfc327de9193" providerId="ADAL" clId="{C8FB11B1-B3C4-497A-A717-9586A5C7B20A}" dt="2025-07-21T13:05:28.258" v="1325" actId="947"/>
          <ac:spMkLst>
            <pc:docMk/>
            <pc:sldMk cId="1237498178" sldId="2147478468"/>
            <ac:spMk id="9" creationId="{C8CE8461-27B7-852A-39D2-95722073024A}"/>
          </ac:spMkLst>
        </pc:spChg>
        <pc:spChg chg="del mod">
          <ac:chgData name="Vasanti Kadam" userId="2d2c718a-941c-44c5-9fc1-bfc327de9193" providerId="ADAL" clId="{C8FB11B1-B3C4-497A-A717-9586A5C7B20A}" dt="2025-07-21T13:05:45.246" v="1360" actId="478"/>
          <ac:spMkLst>
            <pc:docMk/>
            <pc:sldMk cId="1237498178" sldId="2147478468"/>
            <ac:spMk id="10" creationId="{7E112B66-201C-2D0F-697D-ADA745AA39A0}"/>
          </ac:spMkLst>
        </pc:spChg>
        <pc:spChg chg="mod">
          <ac:chgData name="Vasanti Kadam" userId="2d2c718a-941c-44c5-9fc1-bfc327de9193" providerId="ADAL" clId="{C8FB11B1-B3C4-497A-A717-9586A5C7B20A}" dt="2025-07-21T13:05:28.258" v="1327" actId="947"/>
          <ac:spMkLst>
            <pc:docMk/>
            <pc:sldMk cId="1237498178" sldId="2147478468"/>
            <ac:spMk id="11" creationId="{907150D0-8D8C-E7C6-1C46-7E4728FBC158}"/>
          </ac:spMkLst>
        </pc:spChg>
        <pc:spChg chg="mod">
          <ac:chgData name="Vasanti Kadam" userId="2d2c718a-941c-44c5-9fc1-bfc327de9193" providerId="ADAL" clId="{C8FB11B1-B3C4-497A-A717-9586A5C7B20A}" dt="2025-07-21T13:05:28.258" v="1328" actId="947"/>
          <ac:spMkLst>
            <pc:docMk/>
            <pc:sldMk cId="1237498178" sldId="2147478468"/>
            <ac:spMk id="12" creationId="{25DD7B6D-CADD-EF33-8217-CE2D3A553946}"/>
          </ac:spMkLst>
        </pc:spChg>
        <pc:spChg chg="del mod">
          <ac:chgData name="Vasanti Kadam" userId="2d2c718a-941c-44c5-9fc1-bfc327de9193" providerId="ADAL" clId="{C8FB11B1-B3C4-497A-A717-9586A5C7B20A}" dt="2025-07-21T13:05:45.246" v="1360" actId="478"/>
          <ac:spMkLst>
            <pc:docMk/>
            <pc:sldMk cId="1237498178" sldId="2147478468"/>
            <ac:spMk id="14" creationId="{01D76815-6A05-64C6-D89D-ADD3FB1327A6}"/>
          </ac:spMkLst>
        </pc:spChg>
        <pc:spChg chg="mod">
          <ac:chgData name="Vasanti Kadam" userId="2d2c718a-941c-44c5-9fc1-bfc327de9193" providerId="ADAL" clId="{C8FB11B1-B3C4-497A-A717-9586A5C7B20A}" dt="2025-07-21T13:05:28.258" v="1335" actId="947"/>
          <ac:spMkLst>
            <pc:docMk/>
            <pc:sldMk cId="1237498178" sldId="2147478468"/>
            <ac:spMk id="15" creationId="{99CFA2D8-EDC6-8B8B-B5B7-D35181A04B76}"/>
          </ac:spMkLst>
        </pc:spChg>
        <pc:spChg chg="mod">
          <ac:chgData name="Vasanti Kadam" userId="2d2c718a-941c-44c5-9fc1-bfc327de9193" providerId="ADAL" clId="{C8FB11B1-B3C4-497A-A717-9586A5C7B20A}" dt="2025-07-21T13:05:28.258" v="1336" actId="947"/>
          <ac:spMkLst>
            <pc:docMk/>
            <pc:sldMk cId="1237498178" sldId="2147478468"/>
            <ac:spMk id="17" creationId="{934C1D27-449C-8C80-2D12-5B4DA64ECEBD}"/>
          </ac:spMkLst>
        </pc:spChg>
        <pc:spChg chg="del mod">
          <ac:chgData name="Vasanti Kadam" userId="2d2c718a-941c-44c5-9fc1-bfc327de9193" providerId="ADAL" clId="{C8FB11B1-B3C4-497A-A717-9586A5C7B20A}" dt="2025-07-21T13:05:45.246" v="1360" actId="478"/>
          <ac:spMkLst>
            <pc:docMk/>
            <pc:sldMk cId="1237498178" sldId="2147478468"/>
            <ac:spMk id="19" creationId="{D5BC09FC-16AB-2802-BEEF-B1878EBDC76A}"/>
          </ac:spMkLst>
        </pc:spChg>
        <pc:spChg chg="mod">
          <ac:chgData name="Vasanti Kadam" userId="2d2c718a-941c-44c5-9fc1-bfc327de9193" providerId="ADAL" clId="{C8FB11B1-B3C4-497A-A717-9586A5C7B20A}" dt="2025-07-21T13:05:28.258" v="1330" actId="947"/>
          <ac:spMkLst>
            <pc:docMk/>
            <pc:sldMk cId="1237498178" sldId="2147478468"/>
            <ac:spMk id="21" creationId="{C27EC9D0-B7E5-A01C-1CEF-E0527B03DB3A}"/>
          </ac:spMkLst>
        </pc:spChg>
        <pc:spChg chg="mod">
          <ac:chgData name="Vasanti Kadam" userId="2d2c718a-941c-44c5-9fc1-bfc327de9193" providerId="ADAL" clId="{C8FB11B1-B3C4-497A-A717-9586A5C7B20A}" dt="2025-07-21T13:05:28.258" v="1331" actId="947"/>
          <ac:spMkLst>
            <pc:docMk/>
            <pc:sldMk cId="1237498178" sldId="2147478468"/>
            <ac:spMk id="22" creationId="{CD6A1DDB-F725-29DC-ED81-DE61D39473C7}"/>
          </ac:spMkLst>
        </pc:spChg>
        <pc:spChg chg="del mod">
          <ac:chgData name="Vasanti Kadam" userId="2d2c718a-941c-44c5-9fc1-bfc327de9193" providerId="ADAL" clId="{C8FB11B1-B3C4-497A-A717-9586A5C7B20A}" dt="2025-07-21T13:05:45.246" v="1360" actId="478"/>
          <ac:spMkLst>
            <pc:docMk/>
            <pc:sldMk cId="1237498178" sldId="2147478468"/>
            <ac:spMk id="23" creationId="{F30A667D-E86E-18D9-7169-437936AFF608}"/>
          </ac:spMkLst>
        </pc:spChg>
        <pc:spChg chg="mod">
          <ac:chgData name="Vasanti Kadam" userId="2d2c718a-941c-44c5-9fc1-bfc327de9193" providerId="ADAL" clId="{C8FB11B1-B3C4-497A-A717-9586A5C7B20A}" dt="2025-07-21T13:05:28.258" v="1333" actId="947"/>
          <ac:spMkLst>
            <pc:docMk/>
            <pc:sldMk cId="1237498178" sldId="2147478468"/>
            <ac:spMk id="24" creationId="{90146848-8B90-21C5-F2EE-7A38E206E904}"/>
          </ac:spMkLst>
        </pc:spChg>
        <pc:spChg chg="del mod">
          <ac:chgData name="Vasanti Kadam" userId="2d2c718a-941c-44c5-9fc1-bfc327de9193" providerId="ADAL" clId="{C8FB11B1-B3C4-497A-A717-9586A5C7B20A}" dt="2025-07-21T13:05:45.246" v="1360" actId="478"/>
          <ac:spMkLst>
            <pc:docMk/>
            <pc:sldMk cId="1237498178" sldId="2147478468"/>
            <ac:spMk id="25" creationId="{AE8261C7-C943-B18A-3445-C4E9F128FA0B}"/>
          </ac:spMkLst>
        </pc:spChg>
        <pc:spChg chg="del mod topLvl">
          <ac:chgData name="Vasanti Kadam" userId="2d2c718a-941c-44c5-9fc1-bfc327de9193" providerId="ADAL" clId="{C8FB11B1-B3C4-497A-A717-9586A5C7B20A}" dt="2025-07-21T12:45:11.264" v="1143" actId="478"/>
          <ac:spMkLst>
            <pc:docMk/>
            <pc:sldMk cId="1237498178" sldId="2147478468"/>
            <ac:spMk id="27" creationId="{DB619207-2B94-249A-1D86-0BD7F68B574C}"/>
          </ac:spMkLst>
        </pc:spChg>
        <pc:spChg chg="mod topLvl">
          <ac:chgData name="Vasanti Kadam" userId="2d2c718a-941c-44c5-9fc1-bfc327de9193" providerId="ADAL" clId="{C8FB11B1-B3C4-497A-A717-9586A5C7B20A}" dt="2025-07-21T13:04:54.088" v="1277" actId="1076"/>
          <ac:spMkLst>
            <pc:docMk/>
            <pc:sldMk cId="1237498178" sldId="2147478468"/>
            <ac:spMk id="28" creationId="{815D54E8-34ED-23F7-4F7A-D0CE60653282}"/>
          </ac:spMkLst>
        </pc:spChg>
        <pc:spChg chg="del mod">
          <ac:chgData name="Vasanti Kadam" userId="2d2c718a-941c-44c5-9fc1-bfc327de9193" providerId="ADAL" clId="{C8FB11B1-B3C4-497A-A717-9586A5C7B20A}" dt="2025-07-21T12:45:13.679" v="1144" actId="478"/>
          <ac:spMkLst>
            <pc:docMk/>
            <pc:sldMk cId="1237498178" sldId="2147478468"/>
            <ac:spMk id="30" creationId="{66C0B050-BF61-6844-B9E9-7D10392D47F7}"/>
          </ac:spMkLst>
        </pc:spChg>
        <pc:spChg chg="del mod topLvl">
          <ac:chgData name="Vasanti Kadam" userId="2d2c718a-941c-44c5-9fc1-bfc327de9193" providerId="ADAL" clId="{C8FB11B1-B3C4-497A-A717-9586A5C7B20A}" dt="2025-07-21T12:45:11.264" v="1143" actId="478"/>
          <ac:spMkLst>
            <pc:docMk/>
            <pc:sldMk cId="1237498178" sldId="2147478468"/>
            <ac:spMk id="31" creationId="{9CD1EF9F-1B01-03DB-6F10-37D86E34D0E3}"/>
          </ac:spMkLst>
        </pc:spChg>
        <pc:spChg chg="mod">
          <ac:chgData name="Vasanti Kadam" userId="2d2c718a-941c-44c5-9fc1-bfc327de9193" providerId="ADAL" clId="{C8FB11B1-B3C4-497A-A717-9586A5C7B20A}" dt="2025-07-21T13:04:54.088" v="1277" actId="1076"/>
          <ac:spMkLst>
            <pc:docMk/>
            <pc:sldMk cId="1237498178" sldId="2147478468"/>
            <ac:spMk id="32" creationId="{116035E5-F981-39BF-8F82-4E38CC9AC832}"/>
          </ac:spMkLst>
        </pc:spChg>
        <pc:spChg chg="del mod topLvl">
          <ac:chgData name="Vasanti Kadam" userId="2d2c718a-941c-44c5-9fc1-bfc327de9193" providerId="ADAL" clId="{C8FB11B1-B3C4-497A-A717-9586A5C7B20A}" dt="2025-07-21T12:45:13.679" v="1144" actId="478"/>
          <ac:spMkLst>
            <pc:docMk/>
            <pc:sldMk cId="1237498178" sldId="2147478468"/>
            <ac:spMk id="33" creationId="{1A8D625D-DE9C-9369-6C28-3F1CEE599FC3}"/>
          </ac:spMkLst>
        </pc:spChg>
        <pc:spChg chg="del mod topLvl">
          <ac:chgData name="Vasanti Kadam" userId="2d2c718a-941c-44c5-9fc1-bfc327de9193" providerId="ADAL" clId="{C8FB11B1-B3C4-497A-A717-9586A5C7B20A}" dt="2025-07-21T12:45:11.264" v="1143" actId="478"/>
          <ac:spMkLst>
            <pc:docMk/>
            <pc:sldMk cId="1237498178" sldId="2147478468"/>
            <ac:spMk id="34" creationId="{42CC0E2F-35DA-2724-645B-DA2B23A28EC7}"/>
          </ac:spMkLst>
        </pc:spChg>
        <pc:spChg chg="mod">
          <ac:chgData name="Vasanti Kadam" userId="2d2c718a-941c-44c5-9fc1-bfc327de9193" providerId="ADAL" clId="{C8FB11B1-B3C4-497A-A717-9586A5C7B20A}" dt="2025-07-21T12:43:26.557" v="1119" actId="164"/>
          <ac:spMkLst>
            <pc:docMk/>
            <pc:sldMk cId="1237498178" sldId="2147478468"/>
            <ac:spMk id="36" creationId="{B831753E-4792-7A0E-0ED2-A87901B90708}"/>
          </ac:spMkLst>
        </pc:spChg>
        <pc:spChg chg="del mod topLvl">
          <ac:chgData name="Vasanti Kadam" userId="2d2c718a-941c-44c5-9fc1-bfc327de9193" providerId="ADAL" clId="{C8FB11B1-B3C4-497A-A717-9586A5C7B20A}" dt="2025-07-21T12:45:13.679" v="1144" actId="478"/>
          <ac:spMkLst>
            <pc:docMk/>
            <pc:sldMk cId="1237498178" sldId="2147478468"/>
            <ac:spMk id="37" creationId="{7C6E6917-AAFA-3A3C-8D36-48F9CF9B3B99}"/>
          </ac:spMkLst>
        </pc:spChg>
        <pc:spChg chg="del mod">
          <ac:chgData name="Vasanti Kadam" userId="2d2c718a-941c-44c5-9fc1-bfc327de9193" providerId="ADAL" clId="{C8FB11B1-B3C4-497A-A717-9586A5C7B20A}" dt="2025-07-21T12:45:11.264" v="1143" actId="478"/>
          <ac:spMkLst>
            <pc:docMk/>
            <pc:sldMk cId="1237498178" sldId="2147478468"/>
            <ac:spMk id="38" creationId="{A27F6CA0-C4BD-1763-0709-67E21FA4DE32}"/>
          </ac:spMkLst>
        </pc:spChg>
        <pc:spChg chg="del mod">
          <ac:chgData name="Vasanti Kadam" userId="2d2c718a-941c-44c5-9fc1-bfc327de9193" providerId="ADAL" clId="{C8FB11B1-B3C4-497A-A717-9586A5C7B20A}" dt="2025-07-21T13:05:45.246" v="1360" actId="478"/>
          <ac:spMkLst>
            <pc:docMk/>
            <pc:sldMk cId="1237498178" sldId="2147478468"/>
            <ac:spMk id="39" creationId="{82B3F8C7-CE2A-6009-BC84-C425D19B3EB7}"/>
          </ac:spMkLst>
        </pc:spChg>
        <pc:spChg chg="mod topLvl">
          <ac:chgData name="Vasanti Kadam" userId="2d2c718a-941c-44c5-9fc1-bfc327de9193" providerId="ADAL" clId="{C8FB11B1-B3C4-497A-A717-9586A5C7B20A}" dt="2025-07-21T12:43:37.414" v="1122" actId="165"/>
          <ac:spMkLst>
            <pc:docMk/>
            <pc:sldMk cId="1237498178" sldId="2147478468"/>
            <ac:spMk id="40" creationId="{49C18392-CE62-B3BF-2025-5B6FE71798BB}"/>
          </ac:spMkLst>
        </pc:spChg>
        <pc:spChg chg="del mod topLvl">
          <ac:chgData name="Vasanti Kadam" userId="2d2c718a-941c-44c5-9fc1-bfc327de9193" providerId="ADAL" clId="{C8FB11B1-B3C4-497A-A717-9586A5C7B20A}" dt="2025-07-21T12:45:13.679" v="1144" actId="478"/>
          <ac:spMkLst>
            <pc:docMk/>
            <pc:sldMk cId="1237498178" sldId="2147478468"/>
            <ac:spMk id="41" creationId="{DC44C5B2-6C59-FF15-9849-E0940E691602}"/>
          </ac:spMkLst>
        </pc:spChg>
        <pc:spChg chg="del mod topLvl">
          <ac:chgData name="Vasanti Kadam" userId="2d2c718a-941c-44c5-9fc1-bfc327de9193" providerId="ADAL" clId="{C8FB11B1-B3C4-497A-A717-9586A5C7B20A}" dt="2025-07-21T12:45:11.264" v="1143" actId="478"/>
          <ac:spMkLst>
            <pc:docMk/>
            <pc:sldMk cId="1237498178" sldId="2147478468"/>
            <ac:spMk id="42" creationId="{51DAE62D-AF5C-168D-3379-AA57CB1101A7}"/>
          </ac:spMkLst>
        </pc:spChg>
        <pc:spChg chg="del mod">
          <ac:chgData name="Vasanti Kadam" userId="2d2c718a-941c-44c5-9fc1-bfc327de9193" providerId="ADAL" clId="{C8FB11B1-B3C4-497A-A717-9586A5C7B20A}" dt="2025-07-21T13:05:45.246" v="1360" actId="478"/>
          <ac:spMkLst>
            <pc:docMk/>
            <pc:sldMk cId="1237498178" sldId="2147478468"/>
            <ac:spMk id="43" creationId="{E0762880-637D-C48B-9C3A-D01CCAC35B4D}"/>
          </ac:spMkLst>
        </pc:spChg>
        <pc:spChg chg="mod">
          <ac:chgData name="Vasanti Kadam" userId="2d2c718a-941c-44c5-9fc1-bfc327de9193" providerId="ADAL" clId="{C8FB11B1-B3C4-497A-A717-9586A5C7B20A}" dt="2025-07-21T12:43:20.359" v="1115" actId="164"/>
          <ac:spMkLst>
            <pc:docMk/>
            <pc:sldMk cId="1237498178" sldId="2147478468"/>
            <ac:spMk id="44" creationId="{9DFAA811-B2C8-18CE-A0D2-D14E279E7F96}"/>
          </ac:spMkLst>
        </pc:spChg>
        <pc:spChg chg="mod">
          <ac:chgData name="Vasanti Kadam" userId="2d2c718a-941c-44c5-9fc1-bfc327de9193" providerId="ADAL" clId="{C8FB11B1-B3C4-497A-A717-9586A5C7B20A}" dt="2025-07-21T13:05:28.266" v="1340" actId="947"/>
          <ac:spMkLst>
            <pc:docMk/>
            <pc:sldMk cId="1237498178" sldId="2147478468"/>
            <ac:spMk id="46" creationId="{3ADD1B11-ABBE-60D2-488F-84335FA4D6FA}"/>
          </ac:spMkLst>
        </pc:spChg>
        <pc:spChg chg="mod">
          <ac:chgData name="Vasanti Kadam" userId="2d2c718a-941c-44c5-9fc1-bfc327de9193" providerId="ADAL" clId="{C8FB11B1-B3C4-497A-A717-9586A5C7B20A}" dt="2025-07-21T13:05:28.266" v="1341" actId="947"/>
          <ac:spMkLst>
            <pc:docMk/>
            <pc:sldMk cId="1237498178" sldId="2147478468"/>
            <ac:spMk id="47" creationId="{E39B5BDA-44C7-ED43-E80A-C80C3B184EF1}"/>
          </ac:spMkLst>
        </pc:spChg>
        <pc:spChg chg="del mod">
          <ac:chgData name="Vasanti Kadam" userId="2d2c718a-941c-44c5-9fc1-bfc327de9193" providerId="ADAL" clId="{C8FB11B1-B3C4-497A-A717-9586A5C7B20A}" dt="2025-07-21T12:45:13.679" v="1144" actId="478"/>
          <ac:spMkLst>
            <pc:docMk/>
            <pc:sldMk cId="1237498178" sldId="2147478468"/>
            <ac:spMk id="48" creationId="{8EF2651C-CFE5-3DAE-6907-57030E8547CB}"/>
          </ac:spMkLst>
        </pc:spChg>
        <pc:spChg chg="mod">
          <ac:chgData name="Vasanti Kadam" userId="2d2c718a-941c-44c5-9fc1-bfc327de9193" providerId="ADAL" clId="{C8FB11B1-B3C4-497A-A717-9586A5C7B20A}" dt="2025-07-21T13:05:28.266" v="1342" actId="947"/>
          <ac:spMkLst>
            <pc:docMk/>
            <pc:sldMk cId="1237498178" sldId="2147478468"/>
            <ac:spMk id="49" creationId="{7F2BEF8E-58C8-B1E5-5D4B-35F979CCF648}"/>
          </ac:spMkLst>
        </pc:spChg>
        <pc:spChg chg="add del mod">
          <ac:chgData name="Vasanti Kadam" userId="2d2c718a-941c-44c5-9fc1-bfc327de9193" providerId="ADAL" clId="{C8FB11B1-B3C4-497A-A717-9586A5C7B20A}" dt="2025-07-21T12:45:11.264" v="1143" actId="478"/>
          <ac:spMkLst>
            <pc:docMk/>
            <pc:sldMk cId="1237498178" sldId="2147478468"/>
            <ac:spMk id="50" creationId="{30D483F9-C130-977C-20B3-5D0EA15EAEDF}"/>
          </ac:spMkLst>
        </pc:spChg>
        <pc:spChg chg="del mod">
          <ac:chgData name="Vasanti Kadam" userId="2d2c718a-941c-44c5-9fc1-bfc327de9193" providerId="ADAL" clId="{C8FB11B1-B3C4-497A-A717-9586A5C7B20A}" dt="2025-07-21T13:05:45.246" v="1360" actId="478"/>
          <ac:spMkLst>
            <pc:docMk/>
            <pc:sldMk cId="1237498178" sldId="2147478468"/>
            <ac:spMk id="51" creationId="{3FC6F57B-400E-51D9-71DB-56EDC3120B9F}"/>
          </ac:spMkLst>
        </pc:spChg>
        <pc:spChg chg="add mod topLvl">
          <ac:chgData name="Vasanti Kadam" userId="2d2c718a-941c-44c5-9fc1-bfc327de9193" providerId="ADAL" clId="{C8FB11B1-B3C4-497A-A717-9586A5C7B20A}" dt="2025-07-21T12:43:37.414" v="1122" actId="165"/>
          <ac:spMkLst>
            <pc:docMk/>
            <pc:sldMk cId="1237498178" sldId="2147478468"/>
            <ac:spMk id="52" creationId="{B85151E3-1279-42B6-1BD1-0F8C320B11C6}"/>
          </ac:spMkLst>
        </pc:spChg>
        <pc:spChg chg="add del mod">
          <ac:chgData name="Vasanti Kadam" userId="2d2c718a-941c-44c5-9fc1-bfc327de9193" providerId="ADAL" clId="{C8FB11B1-B3C4-497A-A717-9586A5C7B20A}" dt="2025-07-21T12:45:13.679" v="1144" actId="478"/>
          <ac:spMkLst>
            <pc:docMk/>
            <pc:sldMk cId="1237498178" sldId="2147478468"/>
            <ac:spMk id="53" creationId="{4EB8BA6C-3B3D-13B1-6C75-1A1C9C75AE91}"/>
          </ac:spMkLst>
        </pc:spChg>
        <pc:spChg chg="del mod">
          <ac:chgData name="Vasanti Kadam" userId="2d2c718a-941c-44c5-9fc1-bfc327de9193" providerId="ADAL" clId="{C8FB11B1-B3C4-497A-A717-9586A5C7B20A}" dt="2025-07-21T13:05:45.246" v="1360" actId="478"/>
          <ac:spMkLst>
            <pc:docMk/>
            <pc:sldMk cId="1237498178" sldId="2147478468"/>
            <ac:spMk id="54" creationId="{29C9C720-B63B-A2DB-904D-88612F5F5B61}"/>
          </ac:spMkLst>
        </pc:spChg>
        <pc:spChg chg="mod">
          <ac:chgData name="Vasanti Kadam" userId="2d2c718a-941c-44c5-9fc1-bfc327de9193" providerId="ADAL" clId="{C8FB11B1-B3C4-497A-A717-9586A5C7B20A}" dt="2025-07-21T13:05:28.266" v="1345" actId="947"/>
          <ac:spMkLst>
            <pc:docMk/>
            <pc:sldMk cId="1237498178" sldId="2147478468"/>
            <ac:spMk id="55" creationId="{A4E4524B-F542-7697-CE43-E4DC8B631680}"/>
          </ac:spMkLst>
        </pc:spChg>
        <pc:spChg chg="add mod">
          <ac:chgData name="Vasanti Kadam" userId="2d2c718a-941c-44c5-9fc1-bfc327de9193" providerId="ADAL" clId="{C8FB11B1-B3C4-497A-A717-9586A5C7B20A}" dt="2025-07-21T13:05:28.266" v="1346" actId="947"/>
          <ac:spMkLst>
            <pc:docMk/>
            <pc:sldMk cId="1237498178" sldId="2147478468"/>
            <ac:spMk id="63" creationId="{6675090B-D120-50F2-E818-3C525D14904D}"/>
          </ac:spMkLst>
        </pc:spChg>
        <pc:spChg chg="mod">
          <ac:chgData name="Vasanti Kadam" userId="2d2c718a-941c-44c5-9fc1-bfc327de9193" providerId="ADAL" clId="{C8FB11B1-B3C4-497A-A717-9586A5C7B20A}" dt="2025-07-21T13:04:54.088" v="1277" actId="1076"/>
          <ac:spMkLst>
            <pc:docMk/>
            <pc:sldMk cId="1237498178" sldId="2147478468"/>
            <ac:spMk id="67" creationId="{9B49CA9C-6CD1-733F-3C76-9F3C25FD2958}"/>
          </ac:spMkLst>
        </pc:spChg>
        <pc:spChg chg="mod ord">
          <ac:chgData name="Vasanti Kadam" userId="2d2c718a-941c-44c5-9fc1-bfc327de9193" providerId="ADAL" clId="{C8FB11B1-B3C4-497A-A717-9586A5C7B20A}" dt="2025-07-21T13:05:28.243" v="1315" actId="947"/>
          <ac:spMkLst>
            <pc:docMk/>
            <pc:sldMk cId="1237498178" sldId="2147478468"/>
            <ac:spMk id="68" creationId="{FC27BFC9-5C1A-76A6-EE7B-A62B219DB474}"/>
          </ac:spMkLst>
        </pc:spChg>
        <pc:spChg chg="mod">
          <ac:chgData name="Vasanti Kadam" userId="2d2c718a-941c-44c5-9fc1-bfc327de9193" providerId="ADAL" clId="{C8FB11B1-B3C4-497A-A717-9586A5C7B20A}" dt="2025-07-21T13:05:28.266" v="1347" actId="947"/>
          <ac:spMkLst>
            <pc:docMk/>
            <pc:sldMk cId="1237498178" sldId="2147478468"/>
            <ac:spMk id="69" creationId="{CA555ED3-77A1-50B5-FF16-55DB5206DD3F}"/>
          </ac:spMkLst>
        </pc:spChg>
        <pc:spChg chg="mod">
          <ac:chgData name="Vasanti Kadam" userId="2d2c718a-941c-44c5-9fc1-bfc327de9193" providerId="ADAL" clId="{C8FB11B1-B3C4-497A-A717-9586A5C7B20A}" dt="2025-07-21T13:04:36.258" v="1276" actId="207"/>
          <ac:spMkLst>
            <pc:docMk/>
            <pc:sldMk cId="1237498178" sldId="2147478468"/>
            <ac:spMk id="72" creationId="{52B722E7-3CAA-CD97-F48C-D1141141F8DE}"/>
          </ac:spMkLst>
        </pc:spChg>
        <pc:spChg chg="mod ord">
          <ac:chgData name="Vasanti Kadam" userId="2d2c718a-941c-44c5-9fc1-bfc327de9193" providerId="ADAL" clId="{C8FB11B1-B3C4-497A-A717-9586A5C7B20A}" dt="2025-07-21T13:05:28.243" v="1316" actId="947"/>
          <ac:spMkLst>
            <pc:docMk/>
            <pc:sldMk cId="1237498178" sldId="2147478468"/>
            <ac:spMk id="73" creationId="{C80839BF-BF92-268D-22CB-09CAF0C55774}"/>
          </ac:spMkLst>
        </pc:spChg>
        <pc:spChg chg="mod">
          <ac:chgData name="Vasanti Kadam" userId="2d2c718a-941c-44c5-9fc1-bfc327de9193" providerId="ADAL" clId="{C8FB11B1-B3C4-497A-A717-9586A5C7B20A}" dt="2025-07-21T13:05:28.266" v="1348" actId="947"/>
          <ac:spMkLst>
            <pc:docMk/>
            <pc:sldMk cId="1237498178" sldId="2147478468"/>
            <ac:spMk id="76" creationId="{9B6D87EB-1556-39EC-75A5-C86023519BB7}"/>
          </ac:spMkLst>
        </pc:spChg>
        <pc:spChg chg="mod">
          <ac:chgData name="Vasanti Kadam" userId="2d2c718a-941c-44c5-9fc1-bfc327de9193" providerId="ADAL" clId="{C8FB11B1-B3C4-497A-A717-9586A5C7B20A}" dt="2025-07-21T13:04:36.258" v="1276" actId="207"/>
          <ac:spMkLst>
            <pc:docMk/>
            <pc:sldMk cId="1237498178" sldId="2147478468"/>
            <ac:spMk id="77" creationId="{FB5B690C-28AB-F0E5-7856-51C42111A479}"/>
          </ac:spMkLst>
        </pc:spChg>
        <pc:spChg chg="mod ord">
          <ac:chgData name="Vasanti Kadam" userId="2d2c718a-941c-44c5-9fc1-bfc327de9193" providerId="ADAL" clId="{C8FB11B1-B3C4-497A-A717-9586A5C7B20A}" dt="2025-07-21T13:05:28.243" v="1317" actId="947"/>
          <ac:spMkLst>
            <pc:docMk/>
            <pc:sldMk cId="1237498178" sldId="2147478468"/>
            <ac:spMk id="80" creationId="{D1D0F986-F1C4-0DC4-A7BD-8DCDA3D5A198}"/>
          </ac:spMkLst>
        </pc:spChg>
        <pc:spChg chg="mod">
          <ac:chgData name="Vasanti Kadam" userId="2d2c718a-941c-44c5-9fc1-bfc327de9193" providerId="ADAL" clId="{C8FB11B1-B3C4-497A-A717-9586A5C7B20A}" dt="2025-07-21T13:05:28.274" v="1349" actId="947"/>
          <ac:spMkLst>
            <pc:docMk/>
            <pc:sldMk cId="1237498178" sldId="2147478468"/>
            <ac:spMk id="81" creationId="{1A369D24-A9BF-732A-45C2-747C26530A77}"/>
          </ac:spMkLst>
        </pc:spChg>
        <pc:spChg chg="mod">
          <ac:chgData name="Vasanti Kadam" userId="2d2c718a-941c-44c5-9fc1-bfc327de9193" providerId="ADAL" clId="{C8FB11B1-B3C4-497A-A717-9586A5C7B20A}" dt="2025-07-21T13:04:36.258" v="1276" actId="207"/>
          <ac:spMkLst>
            <pc:docMk/>
            <pc:sldMk cId="1237498178" sldId="2147478468"/>
            <ac:spMk id="83" creationId="{6C4D6AA6-A8D9-0B96-6C63-33AB213D64E8}"/>
          </ac:spMkLst>
        </pc:spChg>
        <pc:spChg chg="mod ord">
          <ac:chgData name="Vasanti Kadam" userId="2d2c718a-941c-44c5-9fc1-bfc327de9193" providerId="ADAL" clId="{C8FB11B1-B3C4-497A-A717-9586A5C7B20A}" dt="2025-07-21T13:05:28.243" v="1318" actId="947"/>
          <ac:spMkLst>
            <pc:docMk/>
            <pc:sldMk cId="1237498178" sldId="2147478468"/>
            <ac:spMk id="84" creationId="{2DFC5345-4605-77D0-0D5D-5D84B59F9E7F}"/>
          </ac:spMkLst>
        </pc:spChg>
        <pc:spChg chg="mod">
          <ac:chgData name="Vasanti Kadam" userId="2d2c718a-941c-44c5-9fc1-bfc327de9193" providerId="ADAL" clId="{C8FB11B1-B3C4-497A-A717-9586A5C7B20A}" dt="2025-07-21T13:05:28.274" v="1350" actId="947"/>
          <ac:spMkLst>
            <pc:docMk/>
            <pc:sldMk cId="1237498178" sldId="2147478468"/>
            <ac:spMk id="85" creationId="{E5624928-66DB-BD00-FB3C-D9861571074B}"/>
          </ac:spMkLst>
        </pc:spChg>
        <pc:spChg chg="mod">
          <ac:chgData name="Vasanti Kadam" userId="2d2c718a-941c-44c5-9fc1-bfc327de9193" providerId="ADAL" clId="{C8FB11B1-B3C4-497A-A717-9586A5C7B20A}" dt="2025-07-21T13:04:54.088" v="1277" actId="1076"/>
          <ac:spMkLst>
            <pc:docMk/>
            <pc:sldMk cId="1237498178" sldId="2147478468"/>
            <ac:spMk id="86" creationId="{E4D7CBBE-0052-97BD-A3F6-225D1796231B}"/>
          </ac:spMkLst>
        </pc:spChg>
        <pc:spChg chg="mod ord">
          <ac:chgData name="Vasanti Kadam" userId="2d2c718a-941c-44c5-9fc1-bfc327de9193" providerId="ADAL" clId="{C8FB11B1-B3C4-497A-A717-9586A5C7B20A}" dt="2025-07-21T13:05:28.243" v="1319" actId="947"/>
          <ac:spMkLst>
            <pc:docMk/>
            <pc:sldMk cId="1237498178" sldId="2147478468"/>
            <ac:spMk id="87" creationId="{668D45E8-3C08-B28F-E4E1-7C47EA33A4DC}"/>
          </ac:spMkLst>
        </pc:spChg>
        <pc:spChg chg="mod">
          <ac:chgData name="Vasanti Kadam" userId="2d2c718a-941c-44c5-9fc1-bfc327de9193" providerId="ADAL" clId="{C8FB11B1-B3C4-497A-A717-9586A5C7B20A}" dt="2025-07-21T13:05:28.274" v="1351" actId="947"/>
          <ac:spMkLst>
            <pc:docMk/>
            <pc:sldMk cId="1237498178" sldId="2147478468"/>
            <ac:spMk id="88" creationId="{275637A5-61B3-2E07-4E9D-0A80ACFC7E8A}"/>
          </ac:spMkLst>
        </pc:spChg>
        <pc:spChg chg="mod">
          <ac:chgData name="Vasanti Kadam" userId="2d2c718a-941c-44c5-9fc1-bfc327de9193" providerId="ADAL" clId="{C8FB11B1-B3C4-497A-A717-9586A5C7B20A}" dt="2025-07-21T13:04:36.258" v="1276" actId="207"/>
          <ac:spMkLst>
            <pc:docMk/>
            <pc:sldMk cId="1237498178" sldId="2147478468"/>
            <ac:spMk id="89" creationId="{17A32FC2-D395-3A37-91FA-B6098C8771EC}"/>
          </ac:spMkLst>
        </pc:spChg>
        <pc:spChg chg="mod ord">
          <ac:chgData name="Vasanti Kadam" userId="2d2c718a-941c-44c5-9fc1-bfc327de9193" providerId="ADAL" clId="{C8FB11B1-B3C4-497A-A717-9586A5C7B20A}" dt="2025-07-21T13:05:28.243" v="1320" actId="947"/>
          <ac:spMkLst>
            <pc:docMk/>
            <pc:sldMk cId="1237498178" sldId="2147478468"/>
            <ac:spMk id="90" creationId="{F95E3CCD-B6ED-5BD6-3127-F7FB370184A5}"/>
          </ac:spMkLst>
        </pc:spChg>
        <pc:spChg chg="mod">
          <ac:chgData name="Vasanti Kadam" userId="2d2c718a-941c-44c5-9fc1-bfc327de9193" providerId="ADAL" clId="{C8FB11B1-B3C4-497A-A717-9586A5C7B20A}" dt="2025-07-21T13:05:28.274" v="1352" actId="947"/>
          <ac:spMkLst>
            <pc:docMk/>
            <pc:sldMk cId="1237498178" sldId="2147478468"/>
            <ac:spMk id="91" creationId="{B0D4AA8A-A66F-818A-7B7E-22EC095F97EC}"/>
          </ac:spMkLst>
        </pc:spChg>
        <pc:spChg chg="add mod">
          <ac:chgData name="Vasanti Kadam" userId="2d2c718a-941c-44c5-9fc1-bfc327de9193" providerId="ADAL" clId="{C8FB11B1-B3C4-497A-A717-9586A5C7B20A}" dt="2025-07-21T13:05:28.274" v="1353" actId="947"/>
          <ac:spMkLst>
            <pc:docMk/>
            <pc:sldMk cId="1237498178" sldId="2147478468"/>
            <ac:spMk id="92" creationId="{B464F9C9-6B97-95C2-3C0A-2683BB6A6CA5}"/>
          </ac:spMkLst>
        </pc:spChg>
        <pc:spChg chg="del">
          <ac:chgData name="Vasanti Kadam" userId="2d2c718a-941c-44c5-9fc1-bfc327de9193" providerId="ADAL" clId="{C8FB11B1-B3C4-497A-A717-9586A5C7B20A}" dt="2025-07-21T12:41:33.562" v="1106" actId="478"/>
          <ac:spMkLst>
            <pc:docMk/>
            <pc:sldMk cId="1237498178" sldId="2147478468"/>
            <ac:spMk id="93" creationId="{F3EB69D1-39EE-A766-8391-295D2D2D8264}"/>
          </ac:spMkLst>
        </pc:spChg>
        <pc:spChg chg="del">
          <ac:chgData name="Vasanti Kadam" userId="2d2c718a-941c-44c5-9fc1-bfc327de9193" providerId="ADAL" clId="{C8FB11B1-B3C4-497A-A717-9586A5C7B20A}" dt="2025-07-21T12:41:33.562" v="1106" actId="478"/>
          <ac:spMkLst>
            <pc:docMk/>
            <pc:sldMk cId="1237498178" sldId="2147478468"/>
            <ac:spMk id="94" creationId="{08C33CD0-DB45-8FCE-52FF-1D005CC06AD1}"/>
          </ac:spMkLst>
        </pc:spChg>
        <pc:spChg chg="del">
          <ac:chgData name="Vasanti Kadam" userId="2d2c718a-941c-44c5-9fc1-bfc327de9193" providerId="ADAL" clId="{C8FB11B1-B3C4-497A-A717-9586A5C7B20A}" dt="2025-07-21T12:41:33.562" v="1106" actId="478"/>
          <ac:spMkLst>
            <pc:docMk/>
            <pc:sldMk cId="1237498178" sldId="2147478468"/>
            <ac:spMk id="95" creationId="{3FAFD710-C2ED-362D-C5B5-5188CC5604FB}"/>
          </ac:spMkLst>
        </pc:spChg>
        <pc:spChg chg="del">
          <ac:chgData name="Vasanti Kadam" userId="2d2c718a-941c-44c5-9fc1-bfc327de9193" providerId="ADAL" clId="{C8FB11B1-B3C4-497A-A717-9586A5C7B20A}" dt="2025-07-21T12:41:33.562" v="1106" actId="478"/>
          <ac:spMkLst>
            <pc:docMk/>
            <pc:sldMk cId="1237498178" sldId="2147478468"/>
            <ac:spMk id="96" creationId="{09E573A3-3946-B302-EA4A-1BC9CB27E561}"/>
          </ac:spMkLst>
        </pc:spChg>
        <pc:spChg chg="del">
          <ac:chgData name="Vasanti Kadam" userId="2d2c718a-941c-44c5-9fc1-bfc327de9193" providerId="ADAL" clId="{C8FB11B1-B3C4-497A-A717-9586A5C7B20A}" dt="2025-07-21T12:41:33.562" v="1106" actId="478"/>
          <ac:spMkLst>
            <pc:docMk/>
            <pc:sldMk cId="1237498178" sldId="2147478468"/>
            <ac:spMk id="97" creationId="{9CA128F7-3D0B-1CE6-CBB3-2286A6341E66}"/>
          </ac:spMkLst>
        </pc:spChg>
        <pc:spChg chg="del">
          <ac:chgData name="Vasanti Kadam" userId="2d2c718a-941c-44c5-9fc1-bfc327de9193" providerId="ADAL" clId="{C8FB11B1-B3C4-497A-A717-9586A5C7B20A}" dt="2025-07-21T12:41:33.562" v="1106" actId="478"/>
          <ac:spMkLst>
            <pc:docMk/>
            <pc:sldMk cId="1237498178" sldId="2147478468"/>
            <ac:spMk id="98" creationId="{EB160768-9E5F-4EDF-9F24-9F9647C71742}"/>
          </ac:spMkLst>
        </pc:spChg>
        <pc:spChg chg="del">
          <ac:chgData name="Vasanti Kadam" userId="2d2c718a-941c-44c5-9fc1-bfc327de9193" providerId="ADAL" clId="{C8FB11B1-B3C4-497A-A717-9586A5C7B20A}" dt="2025-07-21T12:41:33.562" v="1106" actId="478"/>
          <ac:spMkLst>
            <pc:docMk/>
            <pc:sldMk cId="1237498178" sldId="2147478468"/>
            <ac:spMk id="99" creationId="{0EFDA5E0-ECA5-F79B-C302-EFC2E8D2D796}"/>
          </ac:spMkLst>
        </pc:spChg>
        <pc:spChg chg="del">
          <ac:chgData name="Vasanti Kadam" userId="2d2c718a-941c-44c5-9fc1-bfc327de9193" providerId="ADAL" clId="{C8FB11B1-B3C4-497A-A717-9586A5C7B20A}" dt="2025-07-21T12:41:33.562" v="1106" actId="478"/>
          <ac:spMkLst>
            <pc:docMk/>
            <pc:sldMk cId="1237498178" sldId="2147478468"/>
            <ac:spMk id="100" creationId="{1479E6E3-A0C0-094A-03FD-198C05E07B75}"/>
          </ac:spMkLst>
        </pc:spChg>
        <pc:spChg chg="add mod">
          <ac:chgData name="Vasanti Kadam" userId="2d2c718a-941c-44c5-9fc1-bfc327de9193" providerId="ADAL" clId="{C8FB11B1-B3C4-497A-A717-9586A5C7B20A}" dt="2025-07-21T13:05:28.274" v="1354" actId="947"/>
          <ac:spMkLst>
            <pc:docMk/>
            <pc:sldMk cId="1237498178" sldId="2147478468"/>
            <ac:spMk id="101" creationId="{0D3F994E-139F-02EA-3E68-F2D31DB152CB}"/>
          </ac:spMkLst>
        </pc:spChg>
        <pc:spChg chg="del">
          <ac:chgData name="Vasanti Kadam" userId="2d2c718a-941c-44c5-9fc1-bfc327de9193" providerId="ADAL" clId="{C8FB11B1-B3C4-497A-A717-9586A5C7B20A}" dt="2025-07-21T12:41:33.562" v="1106" actId="478"/>
          <ac:spMkLst>
            <pc:docMk/>
            <pc:sldMk cId="1237498178" sldId="2147478468"/>
            <ac:spMk id="102" creationId="{6414D56D-F327-F1B4-6302-5585D1CB301C}"/>
          </ac:spMkLst>
        </pc:spChg>
        <pc:spChg chg="add mod">
          <ac:chgData name="Vasanti Kadam" userId="2d2c718a-941c-44c5-9fc1-bfc327de9193" providerId="ADAL" clId="{C8FB11B1-B3C4-497A-A717-9586A5C7B20A}" dt="2025-07-21T13:05:28.274" v="1355" actId="947"/>
          <ac:spMkLst>
            <pc:docMk/>
            <pc:sldMk cId="1237498178" sldId="2147478468"/>
            <ac:spMk id="103" creationId="{78F9DE52-185D-3654-1D9B-2B097D8B88C9}"/>
          </ac:spMkLst>
        </pc:spChg>
        <pc:spChg chg="del">
          <ac:chgData name="Vasanti Kadam" userId="2d2c718a-941c-44c5-9fc1-bfc327de9193" providerId="ADAL" clId="{C8FB11B1-B3C4-497A-A717-9586A5C7B20A}" dt="2025-07-21T12:41:33.562" v="1106" actId="478"/>
          <ac:spMkLst>
            <pc:docMk/>
            <pc:sldMk cId="1237498178" sldId="2147478468"/>
            <ac:spMk id="104" creationId="{AB37E65C-907C-CE21-6738-E97A39876FC7}"/>
          </ac:spMkLst>
        </pc:spChg>
        <pc:spChg chg="add mod">
          <ac:chgData name="Vasanti Kadam" userId="2d2c718a-941c-44c5-9fc1-bfc327de9193" providerId="ADAL" clId="{C8FB11B1-B3C4-497A-A717-9586A5C7B20A}" dt="2025-07-21T13:05:28.274" v="1356" actId="947"/>
          <ac:spMkLst>
            <pc:docMk/>
            <pc:sldMk cId="1237498178" sldId="2147478468"/>
            <ac:spMk id="106" creationId="{CD80FB8B-3AEE-C7AD-A281-28357E88A744}"/>
          </ac:spMkLst>
        </pc:spChg>
        <pc:spChg chg="add mod">
          <ac:chgData name="Vasanti Kadam" userId="2d2c718a-941c-44c5-9fc1-bfc327de9193" providerId="ADAL" clId="{C8FB11B1-B3C4-497A-A717-9586A5C7B20A}" dt="2025-07-21T13:02:47.059" v="1223" actId="571"/>
          <ac:spMkLst>
            <pc:docMk/>
            <pc:sldMk cId="1237498178" sldId="2147478468"/>
            <ac:spMk id="107" creationId="{D9FEF1BF-9861-4A5D-FB06-61D4A7A84FF6}"/>
          </ac:spMkLst>
        </pc:spChg>
        <pc:spChg chg="add mod">
          <ac:chgData name="Vasanti Kadam" userId="2d2c718a-941c-44c5-9fc1-bfc327de9193" providerId="ADAL" clId="{C8FB11B1-B3C4-497A-A717-9586A5C7B20A}" dt="2025-07-21T13:05:28.274" v="1357" actId="947"/>
          <ac:spMkLst>
            <pc:docMk/>
            <pc:sldMk cId="1237498178" sldId="2147478468"/>
            <ac:spMk id="108" creationId="{85C19689-1ADB-028F-09CE-A09E5CF2E91A}"/>
          </ac:spMkLst>
        </pc:spChg>
        <pc:spChg chg="add mod">
          <ac:chgData name="Vasanti Kadam" userId="2d2c718a-941c-44c5-9fc1-bfc327de9193" providerId="ADAL" clId="{C8FB11B1-B3C4-497A-A717-9586A5C7B20A}" dt="2025-07-21T13:05:28.274" v="1358" actId="947"/>
          <ac:spMkLst>
            <pc:docMk/>
            <pc:sldMk cId="1237498178" sldId="2147478468"/>
            <ac:spMk id="109" creationId="{B673E2EE-779D-337F-77C0-652A691BF141}"/>
          </ac:spMkLst>
        </pc:spChg>
        <pc:grpChg chg="add mod">
          <ac:chgData name="Vasanti Kadam" userId="2d2c718a-941c-44c5-9fc1-bfc327de9193" providerId="ADAL" clId="{C8FB11B1-B3C4-497A-A717-9586A5C7B20A}" dt="2025-07-21T12:43:31.988" v="1121" actId="1076"/>
          <ac:grpSpMkLst>
            <pc:docMk/>
            <pc:sldMk cId="1237498178" sldId="2147478468"/>
            <ac:grpSpMk id="56" creationId="{FD4FA002-4E26-CAB8-54AA-851C5FC6AAC0}"/>
          </ac:grpSpMkLst>
        </pc:grpChg>
        <pc:grpChg chg="add mod">
          <ac:chgData name="Vasanti Kadam" userId="2d2c718a-941c-44c5-9fc1-bfc327de9193" providerId="ADAL" clId="{C8FB11B1-B3C4-497A-A717-9586A5C7B20A}" dt="2025-07-21T12:43:31.988" v="1121" actId="1076"/>
          <ac:grpSpMkLst>
            <pc:docMk/>
            <pc:sldMk cId="1237498178" sldId="2147478468"/>
            <ac:grpSpMk id="58" creationId="{CBEDFDCB-250A-7862-AF04-C2300D6A26DC}"/>
          </ac:grpSpMkLst>
        </pc:grpChg>
        <pc:grpChg chg="add mod">
          <ac:chgData name="Vasanti Kadam" userId="2d2c718a-941c-44c5-9fc1-bfc327de9193" providerId="ADAL" clId="{C8FB11B1-B3C4-497A-A717-9586A5C7B20A}" dt="2025-07-21T12:43:31.988" v="1121" actId="1076"/>
          <ac:grpSpMkLst>
            <pc:docMk/>
            <pc:sldMk cId="1237498178" sldId="2147478468"/>
            <ac:grpSpMk id="59" creationId="{37244C8F-2255-2678-0A1C-E16230DBC3F7}"/>
          </ac:grpSpMkLst>
        </pc:grpChg>
        <pc:grpChg chg="add mod">
          <ac:chgData name="Vasanti Kadam" userId="2d2c718a-941c-44c5-9fc1-bfc327de9193" providerId="ADAL" clId="{C8FB11B1-B3C4-497A-A717-9586A5C7B20A}" dt="2025-07-21T12:43:31.988" v="1121" actId="1076"/>
          <ac:grpSpMkLst>
            <pc:docMk/>
            <pc:sldMk cId="1237498178" sldId="2147478468"/>
            <ac:grpSpMk id="60" creationId="{59E41310-61B5-77C3-1AAD-E502C87CDD6A}"/>
          </ac:grpSpMkLst>
        </pc:grpChg>
        <pc:grpChg chg="add mod">
          <ac:chgData name="Vasanti Kadam" userId="2d2c718a-941c-44c5-9fc1-bfc327de9193" providerId="ADAL" clId="{C8FB11B1-B3C4-497A-A717-9586A5C7B20A}" dt="2025-07-21T12:43:31.988" v="1121" actId="1076"/>
          <ac:grpSpMkLst>
            <pc:docMk/>
            <pc:sldMk cId="1237498178" sldId="2147478468"/>
            <ac:grpSpMk id="61" creationId="{756CFD67-183F-D07B-7EB2-DBB8749834BD}"/>
          </ac:grpSpMkLst>
        </pc:grpChg>
        <pc:grpChg chg="add mod">
          <ac:chgData name="Vasanti Kadam" userId="2d2c718a-941c-44c5-9fc1-bfc327de9193" providerId="ADAL" clId="{C8FB11B1-B3C4-497A-A717-9586A5C7B20A}" dt="2025-07-21T12:43:31.988" v="1121" actId="1076"/>
          <ac:grpSpMkLst>
            <pc:docMk/>
            <pc:sldMk cId="1237498178" sldId="2147478468"/>
            <ac:grpSpMk id="62" creationId="{153298FA-BE05-B84E-3BF9-6096BC9D51C3}"/>
          </ac:grpSpMkLst>
        </pc:grpChg>
        <pc:picChg chg="add del">
          <ac:chgData name="Vasanti Kadam" userId="2d2c718a-941c-44c5-9fc1-bfc327de9193" providerId="ADAL" clId="{C8FB11B1-B3C4-497A-A717-9586A5C7B20A}" dt="2025-07-21T12:43:00.121" v="1108" actId="478"/>
          <ac:picMkLst>
            <pc:docMk/>
            <pc:sldMk cId="1237498178" sldId="2147478468"/>
            <ac:picMk id="8" creationId="{7F1785D2-F387-2D2F-348D-15BEB8CA6536}"/>
          </ac:picMkLst>
        </pc:picChg>
        <pc:picChg chg="add mod">
          <ac:chgData name="Vasanti Kadam" userId="2d2c718a-941c-44c5-9fc1-bfc327de9193" providerId="ADAL" clId="{C8FB11B1-B3C4-497A-A717-9586A5C7B20A}" dt="2025-07-21T12:43:10.856" v="1111" actId="1076"/>
          <ac:picMkLst>
            <pc:docMk/>
            <pc:sldMk cId="1237498178" sldId="2147478468"/>
            <ac:picMk id="20" creationId="{BBF13B12-D69F-AB32-851A-16C9AD0995B0}"/>
          </ac:picMkLst>
        </pc:picChg>
        <pc:picChg chg="add mod">
          <ac:chgData name="Vasanti Kadam" userId="2d2c718a-941c-44c5-9fc1-bfc327de9193" providerId="ADAL" clId="{C8FB11B1-B3C4-497A-A717-9586A5C7B20A}" dt="2025-07-21T12:45:21.338" v="1150" actId="12788"/>
          <ac:picMkLst>
            <pc:docMk/>
            <pc:sldMk cId="1237498178" sldId="2147478468"/>
            <ac:picMk id="65" creationId="{7B2FEC90-45A6-23DC-F132-E8B852AB3945}"/>
          </ac:picMkLst>
        </pc:picChg>
        <pc:picChg chg="add del">
          <ac:chgData name="Vasanti Kadam" userId="2d2c718a-941c-44c5-9fc1-bfc327de9193" providerId="ADAL" clId="{C8FB11B1-B3C4-497A-A717-9586A5C7B20A}" dt="2025-07-21T13:03:58.892" v="1253" actId="478"/>
          <ac:picMkLst>
            <pc:docMk/>
            <pc:sldMk cId="1237498178" sldId="2147478468"/>
            <ac:picMk id="111" creationId="{A392DFE2-39CA-D366-47EC-D3FA9F6C49B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2.png"/><Relationship Id="rId10" Type="http://schemas.openxmlformats.org/officeDocument/2006/relationships/image" Target="../media/image1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33929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526959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10320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63213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772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8" Type="http://schemas.openxmlformats.org/officeDocument/2006/relationships/image" Target="../media/image2.png"/><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327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a:t>Six Capabilities of an Agentic Procurement Platform</a:t>
            </a:r>
            <a:endParaRPr lang="en-IN"/>
          </a:p>
        </p:txBody>
      </p:sp>
      <p:sp>
        <p:nvSpPr>
          <p:cNvPr id="3" name="Freeform: Shape 2">
            <a:extLst>
              <a:ext uri="{FF2B5EF4-FFF2-40B4-BE49-F238E27FC236}">
                <a16:creationId xmlns:a16="http://schemas.microsoft.com/office/drawing/2014/main" id="{9447FC2F-3F17-D490-0F8F-F94F67C6B9BF}"/>
              </a:ext>
            </a:extLst>
          </p:cNvPr>
          <p:cNvSpPr/>
          <p:nvPr/>
        </p:nvSpPr>
        <p:spPr>
          <a:xfrm>
            <a:off x="4776657" y="4839809"/>
            <a:ext cx="2647179" cy="1278383"/>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B2C0D6"/>
          </a:solidFill>
          <a:ln>
            <a:noFill/>
          </a:ln>
          <a:effectLst/>
          <a:extLst>
            <a:ext uri="{AF507438-7753-43E0-B8FC-AC1667EBCBE1}">
              <a14:hiddenEffects xmlns:a14="http://schemas.microsoft.com/office/drawing/2010/main">
                <a:effectLst>
                  <a:outerShdw blurRad="190500" dist="38100" dir="5400000" rotWithShape="0">
                    <a:srgbClr val="66737C">
                      <a:alpha val="20000"/>
                    </a:srgbClr>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b="1" dirty="0">
              <a:solidFill>
                <a:schemeClr val="tx1">
                  <a:lumMod val="85000"/>
                  <a:lumOff val="15000"/>
                </a:schemeClr>
              </a:solidFill>
            </a:endParaRPr>
          </a:p>
        </p:txBody>
      </p:sp>
      <p:sp>
        <p:nvSpPr>
          <p:cNvPr id="5" name="Freeform: Shape 4">
            <a:extLst>
              <a:ext uri="{FF2B5EF4-FFF2-40B4-BE49-F238E27FC236}">
                <a16:creationId xmlns:a16="http://schemas.microsoft.com/office/drawing/2014/main" id="{BA97543D-8801-FFE3-24E0-D0F3EA903908}"/>
              </a:ext>
            </a:extLst>
          </p:cNvPr>
          <p:cNvSpPr/>
          <p:nvPr/>
        </p:nvSpPr>
        <p:spPr>
          <a:xfrm>
            <a:off x="3269381" y="4868247"/>
            <a:ext cx="1192902" cy="1245877"/>
          </a:xfrm>
          <a:custGeom>
            <a:avLst/>
            <a:gdLst>
              <a:gd name="connsiteX0" fmla="*/ 41192 w 561330"/>
              <a:gd name="connsiteY0" fmla="*/ 586260 h 586259"/>
              <a:gd name="connsiteX1" fmla="*/ 438469 w 561330"/>
              <a:gd name="connsiteY1" fmla="*/ 586260 h 586259"/>
              <a:gd name="connsiteX2" fmla="*/ 479180 w 561330"/>
              <a:gd name="connsiteY2" fmla="*/ 548827 h 586259"/>
              <a:gd name="connsiteX3" fmla="*/ 557461 w 561330"/>
              <a:gd name="connsiteY3" fmla="*/ 256880 h 586259"/>
              <a:gd name="connsiteX4" fmla="*/ 540931 w 561330"/>
              <a:gd name="connsiteY4" fmla="*/ 204147 h 586259"/>
              <a:gd name="connsiteX5" fmla="*/ 196933 w 561330"/>
              <a:gd name="connsiteY5" fmla="*/ 5508 h 586259"/>
              <a:gd name="connsiteX6" fmla="*/ 139555 w 561330"/>
              <a:gd name="connsiteY6" fmla="*/ 22858 h 586259"/>
              <a:gd name="connsiteX7" fmla="*/ 70 w 561330"/>
              <a:gd name="connsiteY7" fmla="*/ 542543 h 586259"/>
              <a:gd name="connsiteX8" fmla="*/ 41055 w 561330"/>
              <a:gd name="connsiteY8" fmla="*/ 586260 h 58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330" h="586259">
                <a:moveTo>
                  <a:pt x="41192" y="586260"/>
                </a:moveTo>
                <a:lnTo>
                  <a:pt x="438469" y="586260"/>
                </a:lnTo>
                <a:cubicBezTo>
                  <a:pt x="459644" y="586260"/>
                  <a:pt x="477404" y="570003"/>
                  <a:pt x="479180" y="548827"/>
                </a:cubicBezTo>
                <a:cubicBezTo>
                  <a:pt x="487651" y="447732"/>
                  <a:pt x="514291" y="348686"/>
                  <a:pt x="557461" y="256880"/>
                </a:cubicBezTo>
                <a:cubicBezTo>
                  <a:pt x="566478" y="237617"/>
                  <a:pt x="559237" y="214803"/>
                  <a:pt x="540931" y="204147"/>
                </a:cubicBezTo>
                <a:lnTo>
                  <a:pt x="196933" y="5508"/>
                </a:lnTo>
                <a:cubicBezTo>
                  <a:pt x="176441" y="-6378"/>
                  <a:pt x="150211" y="1683"/>
                  <a:pt x="139555" y="22858"/>
                </a:cubicBezTo>
                <a:cubicBezTo>
                  <a:pt x="58268" y="184611"/>
                  <a:pt x="10726" y="361801"/>
                  <a:pt x="70" y="542543"/>
                </a:cubicBezTo>
                <a:cubicBezTo>
                  <a:pt x="-1296" y="566177"/>
                  <a:pt x="17420" y="586260"/>
                  <a:pt x="41055" y="586260"/>
                </a:cubicBezTo>
                <a:close/>
              </a:path>
            </a:pathLst>
          </a:custGeom>
          <a:solidFill>
            <a:srgbClr val="B898D0"/>
          </a:solidFill>
          <a:ln w="13628" cap="flat">
            <a:noFill/>
            <a:prstDash val="solid"/>
            <a:miter/>
          </a:ln>
          <a:effectLst/>
        </p:spPr>
        <p:txBody>
          <a:bodyPr rtlCol="0" anchor="ctr"/>
          <a:lstStyle/>
          <a:p>
            <a:pPr algn="ctr"/>
            <a:endParaRPr lang="en-IN"/>
          </a:p>
        </p:txBody>
      </p:sp>
      <p:sp>
        <p:nvSpPr>
          <p:cNvPr id="6" name="Freeform: Shape 5">
            <a:extLst>
              <a:ext uri="{FF2B5EF4-FFF2-40B4-BE49-F238E27FC236}">
                <a16:creationId xmlns:a16="http://schemas.microsoft.com/office/drawing/2014/main" id="{623EE7D3-6426-06F8-4351-6F6EE347A585}"/>
              </a:ext>
            </a:extLst>
          </p:cNvPr>
          <p:cNvSpPr/>
          <p:nvPr/>
        </p:nvSpPr>
        <p:spPr>
          <a:xfrm>
            <a:off x="3716688" y="3807254"/>
            <a:ext cx="1380847" cy="1380844"/>
          </a:xfrm>
          <a:custGeom>
            <a:avLst/>
            <a:gdLst>
              <a:gd name="connsiteX0" fmla="*/ 20466 w 649769"/>
              <a:gd name="connsiteY0" fmla="*/ 445613 h 649769"/>
              <a:gd name="connsiteX1" fmla="*/ 364464 w 649769"/>
              <a:gd name="connsiteY1" fmla="*/ 644252 h 649769"/>
              <a:gd name="connsiteX2" fmla="*/ 418427 w 649769"/>
              <a:gd name="connsiteY2" fmla="*/ 632230 h 649769"/>
              <a:gd name="connsiteX3" fmla="*/ 632230 w 649769"/>
              <a:gd name="connsiteY3" fmla="*/ 418427 h 649769"/>
              <a:gd name="connsiteX4" fmla="*/ 644252 w 649769"/>
              <a:gd name="connsiteY4" fmla="*/ 364464 h 649769"/>
              <a:gd name="connsiteX5" fmla="*/ 445614 w 649769"/>
              <a:gd name="connsiteY5" fmla="*/ 20466 h 649769"/>
              <a:gd name="connsiteX6" fmla="*/ 387279 w 649769"/>
              <a:gd name="connsiteY6" fmla="*/ 6805 h 649769"/>
              <a:gd name="connsiteX7" fmla="*/ 6805 w 649769"/>
              <a:gd name="connsiteY7" fmla="*/ 387279 h 649769"/>
              <a:gd name="connsiteX8" fmla="*/ 20466 w 649769"/>
              <a:gd name="connsiteY8" fmla="*/ 445613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20466" y="445613"/>
                </a:moveTo>
                <a:lnTo>
                  <a:pt x="364464" y="644252"/>
                </a:lnTo>
                <a:cubicBezTo>
                  <a:pt x="382907" y="654908"/>
                  <a:pt x="406268" y="649717"/>
                  <a:pt x="418427" y="632230"/>
                </a:cubicBezTo>
                <a:cubicBezTo>
                  <a:pt x="476352" y="548895"/>
                  <a:pt x="548895" y="476489"/>
                  <a:pt x="632230" y="418427"/>
                </a:cubicBezTo>
                <a:cubicBezTo>
                  <a:pt x="649717" y="406268"/>
                  <a:pt x="654908" y="382907"/>
                  <a:pt x="644252" y="364464"/>
                </a:cubicBezTo>
                <a:lnTo>
                  <a:pt x="445614" y="20466"/>
                </a:lnTo>
                <a:cubicBezTo>
                  <a:pt x="433728" y="-26"/>
                  <a:pt x="407088" y="-6174"/>
                  <a:pt x="387279" y="6805"/>
                </a:cubicBezTo>
                <a:cubicBezTo>
                  <a:pt x="236045" y="106397"/>
                  <a:pt x="106397" y="236045"/>
                  <a:pt x="6805" y="387279"/>
                </a:cubicBezTo>
                <a:cubicBezTo>
                  <a:pt x="-6174" y="407088"/>
                  <a:pt x="-26" y="433728"/>
                  <a:pt x="20466" y="445613"/>
                </a:cubicBezTo>
                <a:close/>
              </a:path>
            </a:pathLst>
          </a:custGeom>
          <a:solidFill>
            <a:srgbClr val="9A8DC8"/>
          </a:solidFill>
          <a:ln w="13628" cap="flat">
            <a:noFill/>
            <a:prstDash val="solid"/>
            <a:miter/>
          </a:ln>
          <a:effectLst/>
        </p:spPr>
        <p:txBody>
          <a:bodyPr rtlCol="0" anchor="ctr"/>
          <a:lstStyle/>
          <a:p>
            <a:pPr algn="ctr"/>
            <a:endParaRPr lang="en-IN"/>
          </a:p>
        </p:txBody>
      </p:sp>
      <p:sp>
        <p:nvSpPr>
          <p:cNvPr id="7" name="Freeform: Shape 6">
            <a:extLst>
              <a:ext uri="{FF2B5EF4-FFF2-40B4-BE49-F238E27FC236}">
                <a16:creationId xmlns:a16="http://schemas.microsoft.com/office/drawing/2014/main" id="{BA51A30C-55CE-B637-011F-8458324FCA2E}"/>
              </a:ext>
            </a:extLst>
          </p:cNvPr>
          <p:cNvSpPr/>
          <p:nvPr/>
        </p:nvSpPr>
        <p:spPr>
          <a:xfrm>
            <a:off x="4777392" y="3360239"/>
            <a:ext cx="1246171" cy="1192371"/>
          </a:xfrm>
          <a:custGeom>
            <a:avLst/>
            <a:gdLst>
              <a:gd name="connsiteX0" fmla="*/ 5645 w 586396"/>
              <a:gd name="connsiteY0" fmla="*/ 196660 h 561081"/>
              <a:gd name="connsiteX1" fmla="*/ 204283 w 586396"/>
              <a:gd name="connsiteY1" fmla="*/ 540657 h 561081"/>
              <a:gd name="connsiteX2" fmla="*/ 257017 w 586396"/>
              <a:gd name="connsiteY2" fmla="*/ 557188 h 561081"/>
              <a:gd name="connsiteX3" fmla="*/ 548964 w 586396"/>
              <a:gd name="connsiteY3" fmla="*/ 478907 h 561081"/>
              <a:gd name="connsiteX4" fmla="*/ 586397 w 586396"/>
              <a:gd name="connsiteY4" fmla="*/ 438196 h 561081"/>
              <a:gd name="connsiteX5" fmla="*/ 586397 w 586396"/>
              <a:gd name="connsiteY5" fmla="*/ 41055 h 561081"/>
              <a:gd name="connsiteX6" fmla="*/ 542680 w 586396"/>
              <a:gd name="connsiteY6" fmla="*/ 70 h 561081"/>
              <a:gd name="connsiteX7" fmla="*/ 22858 w 586396"/>
              <a:gd name="connsiteY7" fmla="*/ 139281 h 561081"/>
              <a:gd name="connsiteX8" fmla="*/ 5508 w 586396"/>
              <a:gd name="connsiteY8" fmla="*/ 196660 h 5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081">
                <a:moveTo>
                  <a:pt x="5645" y="196660"/>
                </a:moveTo>
                <a:lnTo>
                  <a:pt x="204283" y="540657"/>
                </a:lnTo>
                <a:cubicBezTo>
                  <a:pt x="214939" y="559100"/>
                  <a:pt x="237754" y="566204"/>
                  <a:pt x="257017" y="557188"/>
                </a:cubicBezTo>
                <a:cubicBezTo>
                  <a:pt x="348822" y="514017"/>
                  <a:pt x="447869" y="487514"/>
                  <a:pt x="548964" y="478907"/>
                </a:cubicBezTo>
                <a:cubicBezTo>
                  <a:pt x="570139" y="477131"/>
                  <a:pt x="586397" y="459371"/>
                  <a:pt x="586397" y="438196"/>
                </a:cubicBezTo>
                <a:lnTo>
                  <a:pt x="586397" y="41055"/>
                </a:lnTo>
                <a:cubicBezTo>
                  <a:pt x="586397" y="17420"/>
                  <a:pt x="566314" y="-1296"/>
                  <a:pt x="542680" y="70"/>
                </a:cubicBezTo>
                <a:cubicBezTo>
                  <a:pt x="361938" y="10726"/>
                  <a:pt x="184747" y="58132"/>
                  <a:pt x="22858" y="139281"/>
                </a:cubicBezTo>
                <a:cubicBezTo>
                  <a:pt x="1683" y="149937"/>
                  <a:pt x="-6378" y="176031"/>
                  <a:pt x="5508" y="196660"/>
                </a:cubicBezTo>
                <a:close/>
              </a:path>
            </a:pathLst>
          </a:custGeom>
          <a:solidFill>
            <a:srgbClr val="7E68A4"/>
          </a:solidFill>
          <a:ln w="13628" cap="flat">
            <a:noFill/>
            <a:prstDash val="solid"/>
            <a:miter/>
          </a:ln>
          <a:effectLst/>
        </p:spPr>
        <p:txBody>
          <a:bodyPr rtlCol="0" anchor="ctr"/>
          <a:lstStyle/>
          <a:p>
            <a:pPr algn="ctr"/>
            <a:endParaRPr lang="en-IN"/>
          </a:p>
        </p:txBody>
      </p:sp>
      <p:sp>
        <p:nvSpPr>
          <p:cNvPr id="8" name="Freeform: Shape 7">
            <a:extLst>
              <a:ext uri="{FF2B5EF4-FFF2-40B4-BE49-F238E27FC236}">
                <a16:creationId xmlns:a16="http://schemas.microsoft.com/office/drawing/2014/main" id="{C5C5307F-8DBB-DC1A-0B27-6D0678B7C2B2}"/>
              </a:ext>
            </a:extLst>
          </p:cNvPr>
          <p:cNvSpPr/>
          <p:nvPr/>
        </p:nvSpPr>
        <p:spPr>
          <a:xfrm>
            <a:off x="6168437" y="3359948"/>
            <a:ext cx="1246171" cy="1192900"/>
          </a:xfrm>
          <a:custGeom>
            <a:avLst/>
            <a:gdLst>
              <a:gd name="connsiteX0" fmla="*/ 37569 w 586396"/>
              <a:gd name="connsiteY0" fmla="*/ 479180 h 561330"/>
              <a:gd name="connsiteX1" fmla="*/ 329516 w 586396"/>
              <a:gd name="connsiteY1" fmla="*/ 557461 h 561330"/>
              <a:gd name="connsiteX2" fmla="*/ 382250 w 586396"/>
              <a:gd name="connsiteY2" fmla="*/ 540931 h 561330"/>
              <a:gd name="connsiteX3" fmla="*/ 580889 w 586396"/>
              <a:gd name="connsiteY3" fmla="*/ 196933 h 561330"/>
              <a:gd name="connsiteX4" fmla="*/ 563539 w 586396"/>
              <a:gd name="connsiteY4" fmla="*/ 139555 h 561330"/>
              <a:gd name="connsiteX5" fmla="*/ 43717 w 586396"/>
              <a:gd name="connsiteY5" fmla="*/ 70 h 561330"/>
              <a:gd name="connsiteX6" fmla="*/ 0 w 586396"/>
              <a:gd name="connsiteY6" fmla="*/ 41055 h 561330"/>
              <a:gd name="connsiteX7" fmla="*/ 0 w 586396"/>
              <a:gd name="connsiteY7" fmla="*/ 438332 h 561330"/>
              <a:gd name="connsiteX8" fmla="*/ 37433 w 586396"/>
              <a:gd name="connsiteY8" fmla="*/ 479044 h 56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330">
                <a:moveTo>
                  <a:pt x="37569" y="479180"/>
                </a:moveTo>
                <a:cubicBezTo>
                  <a:pt x="138665" y="487651"/>
                  <a:pt x="237711" y="514291"/>
                  <a:pt x="329516" y="557461"/>
                </a:cubicBezTo>
                <a:cubicBezTo>
                  <a:pt x="348779" y="566478"/>
                  <a:pt x="371594" y="559237"/>
                  <a:pt x="382250" y="540931"/>
                </a:cubicBezTo>
                <a:lnTo>
                  <a:pt x="580889" y="196933"/>
                </a:lnTo>
                <a:cubicBezTo>
                  <a:pt x="592774" y="176441"/>
                  <a:pt x="584714" y="150211"/>
                  <a:pt x="563539" y="139555"/>
                </a:cubicBezTo>
                <a:cubicBezTo>
                  <a:pt x="401649" y="58268"/>
                  <a:pt x="224596" y="10726"/>
                  <a:pt x="43717" y="70"/>
                </a:cubicBezTo>
                <a:cubicBezTo>
                  <a:pt x="20082" y="-1296"/>
                  <a:pt x="0" y="17420"/>
                  <a:pt x="0" y="41055"/>
                </a:cubicBezTo>
                <a:lnTo>
                  <a:pt x="0" y="438332"/>
                </a:lnTo>
                <a:cubicBezTo>
                  <a:pt x="0" y="459508"/>
                  <a:pt x="16257" y="477268"/>
                  <a:pt x="37433" y="479044"/>
                </a:cubicBezTo>
                <a:close/>
              </a:path>
            </a:pathLst>
          </a:custGeom>
          <a:solidFill>
            <a:srgbClr val="8D6FBD"/>
          </a:solidFill>
          <a:ln w="13628" cap="flat">
            <a:noFill/>
            <a:prstDash val="solid"/>
            <a:miter/>
          </a:ln>
          <a:effectLst/>
        </p:spPr>
        <p:txBody>
          <a:bodyPr rtlCol="0" anchor="ctr"/>
          <a:lstStyle/>
          <a:p>
            <a:pPr algn="ctr"/>
            <a:endParaRPr lang="en-IN"/>
          </a:p>
        </p:txBody>
      </p:sp>
      <p:sp>
        <p:nvSpPr>
          <p:cNvPr id="9" name="Freeform: Shape 8">
            <a:extLst>
              <a:ext uri="{FF2B5EF4-FFF2-40B4-BE49-F238E27FC236}">
                <a16:creationId xmlns:a16="http://schemas.microsoft.com/office/drawing/2014/main" id="{793E3F0D-572F-B942-06FB-20277947FB8A}"/>
              </a:ext>
            </a:extLst>
          </p:cNvPr>
          <p:cNvSpPr/>
          <p:nvPr/>
        </p:nvSpPr>
        <p:spPr>
          <a:xfrm>
            <a:off x="7094756" y="3807254"/>
            <a:ext cx="1380847" cy="1380844"/>
          </a:xfrm>
          <a:custGeom>
            <a:avLst/>
            <a:gdLst>
              <a:gd name="connsiteX0" fmla="*/ 17539 w 649769"/>
              <a:gd name="connsiteY0" fmla="*/ 418427 h 649769"/>
              <a:gd name="connsiteX1" fmla="*/ 231342 w 649769"/>
              <a:gd name="connsiteY1" fmla="*/ 632230 h 649769"/>
              <a:gd name="connsiteX2" fmla="*/ 285305 w 649769"/>
              <a:gd name="connsiteY2" fmla="*/ 644252 h 649769"/>
              <a:gd name="connsiteX3" fmla="*/ 629303 w 649769"/>
              <a:gd name="connsiteY3" fmla="*/ 445613 h 649769"/>
              <a:gd name="connsiteX4" fmla="*/ 642965 w 649769"/>
              <a:gd name="connsiteY4" fmla="*/ 387279 h 649769"/>
              <a:gd name="connsiteX5" fmla="*/ 262491 w 649769"/>
              <a:gd name="connsiteY5" fmla="*/ 6805 h 649769"/>
              <a:gd name="connsiteX6" fmla="*/ 204156 w 649769"/>
              <a:gd name="connsiteY6" fmla="*/ 20466 h 649769"/>
              <a:gd name="connsiteX7" fmla="*/ 5517 w 649769"/>
              <a:gd name="connsiteY7" fmla="*/ 364464 h 649769"/>
              <a:gd name="connsiteX8" fmla="*/ 17539 w 649769"/>
              <a:gd name="connsiteY8" fmla="*/ 418427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17539" y="418427"/>
                </a:moveTo>
                <a:cubicBezTo>
                  <a:pt x="100875" y="476352"/>
                  <a:pt x="173281" y="548895"/>
                  <a:pt x="231342" y="632230"/>
                </a:cubicBezTo>
                <a:cubicBezTo>
                  <a:pt x="243501" y="649717"/>
                  <a:pt x="266862" y="654908"/>
                  <a:pt x="285305" y="644252"/>
                </a:cubicBezTo>
                <a:lnTo>
                  <a:pt x="629303" y="445613"/>
                </a:lnTo>
                <a:cubicBezTo>
                  <a:pt x="649795" y="433728"/>
                  <a:pt x="655943" y="407088"/>
                  <a:pt x="642965" y="387279"/>
                </a:cubicBezTo>
                <a:cubicBezTo>
                  <a:pt x="543372" y="236045"/>
                  <a:pt x="413724" y="106397"/>
                  <a:pt x="262491" y="6805"/>
                </a:cubicBezTo>
                <a:cubicBezTo>
                  <a:pt x="242682" y="-6174"/>
                  <a:pt x="216042" y="-26"/>
                  <a:pt x="204156" y="20466"/>
                </a:cubicBezTo>
                <a:lnTo>
                  <a:pt x="5517" y="364464"/>
                </a:lnTo>
                <a:cubicBezTo>
                  <a:pt x="-5139" y="382907"/>
                  <a:pt x="52" y="406268"/>
                  <a:pt x="17539" y="418427"/>
                </a:cubicBezTo>
                <a:close/>
              </a:path>
            </a:pathLst>
          </a:custGeom>
          <a:solidFill>
            <a:srgbClr val="7D95BE"/>
          </a:solidFill>
          <a:ln w="13628" cap="flat">
            <a:noFill/>
            <a:prstDash val="solid"/>
            <a:miter/>
          </a:ln>
          <a:effectLst/>
        </p:spPr>
        <p:txBody>
          <a:bodyPr rtlCol="0" anchor="ctr"/>
          <a:lstStyle/>
          <a:p>
            <a:pPr algn="ctr"/>
            <a:endParaRPr lang="en-IN"/>
          </a:p>
        </p:txBody>
      </p:sp>
      <p:sp>
        <p:nvSpPr>
          <p:cNvPr id="10" name="Freeform: Shape 9">
            <a:extLst>
              <a:ext uri="{FF2B5EF4-FFF2-40B4-BE49-F238E27FC236}">
                <a16:creationId xmlns:a16="http://schemas.microsoft.com/office/drawing/2014/main" id="{07C1D0D4-DB3D-DA79-D2E6-91B1AF9B16A6}"/>
              </a:ext>
            </a:extLst>
          </p:cNvPr>
          <p:cNvSpPr/>
          <p:nvPr/>
        </p:nvSpPr>
        <p:spPr>
          <a:xfrm>
            <a:off x="7729955" y="4867956"/>
            <a:ext cx="1192664" cy="1246168"/>
          </a:xfrm>
          <a:custGeom>
            <a:avLst/>
            <a:gdLst>
              <a:gd name="connsiteX0" fmla="*/ 122886 w 561218"/>
              <a:gd name="connsiteY0" fmla="*/ 586397 h 586396"/>
              <a:gd name="connsiteX1" fmla="*/ 520164 w 561218"/>
              <a:gd name="connsiteY1" fmla="*/ 586397 h 586396"/>
              <a:gd name="connsiteX2" fmla="*/ 561148 w 561218"/>
              <a:gd name="connsiteY2" fmla="*/ 542680 h 586396"/>
              <a:gd name="connsiteX3" fmla="*/ 421801 w 561218"/>
              <a:gd name="connsiteY3" fmla="*/ 22858 h 586396"/>
              <a:gd name="connsiteX4" fmla="*/ 364422 w 561218"/>
              <a:gd name="connsiteY4" fmla="*/ 5508 h 586396"/>
              <a:gd name="connsiteX5" fmla="*/ 20425 w 561218"/>
              <a:gd name="connsiteY5" fmla="*/ 204147 h 586396"/>
              <a:gd name="connsiteX6" fmla="*/ 3894 w 561218"/>
              <a:gd name="connsiteY6" fmla="*/ 256880 h 586396"/>
              <a:gd name="connsiteX7" fmla="*/ 82175 w 561218"/>
              <a:gd name="connsiteY7" fmla="*/ 548827 h 586396"/>
              <a:gd name="connsiteX8" fmla="*/ 122886 w 561218"/>
              <a:gd name="connsiteY8" fmla="*/ 586260 h 58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218" h="586396">
                <a:moveTo>
                  <a:pt x="122886" y="586397"/>
                </a:moveTo>
                <a:lnTo>
                  <a:pt x="520164" y="586397"/>
                </a:lnTo>
                <a:cubicBezTo>
                  <a:pt x="543798" y="586397"/>
                  <a:pt x="562514" y="566314"/>
                  <a:pt x="561148" y="542680"/>
                </a:cubicBezTo>
                <a:cubicBezTo>
                  <a:pt x="550492" y="361937"/>
                  <a:pt x="503087" y="184747"/>
                  <a:pt x="421801" y="22858"/>
                </a:cubicBezTo>
                <a:cubicBezTo>
                  <a:pt x="411145" y="1683"/>
                  <a:pt x="385051" y="-6378"/>
                  <a:pt x="364422" y="5508"/>
                </a:cubicBezTo>
                <a:lnTo>
                  <a:pt x="20425" y="204147"/>
                </a:lnTo>
                <a:cubicBezTo>
                  <a:pt x="1981" y="214803"/>
                  <a:pt x="-5123" y="237617"/>
                  <a:pt x="3894" y="256880"/>
                </a:cubicBezTo>
                <a:cubicBezTo>
                  <a:pt x="47065" y="348686"/>
                  <a:pt x="73568" y="447732"/>
                  <a:pt x="82175" y="548827"/>
                </a:cubicBezTo>
                <a:cubicBezTo>
                  <a:pt x="83951" y="570003"/>
                  <a:pt x="101711" y="586260"/>
                  <a:pt x="122886" y="586260"/>
                </a:cubicBezTo>
                <a:close/>
              </a:path>
            </a:pathLst>
          </a:custGeom>
          <a:solidFill>
            <a:srgbClr val="60A6D8"/>
          </a:solidFill>
          <a:ln w="13628" cap="flat">
            <a:noFill/>
            <a:prstDash val="solid"/>
            <a:miter/>
          </a:ln>
          <a:effectLst/>
        </p:spPr>
        <p:txBody>
          <a:bodyPr rtlCol="0" anchor="ctr"/>
          <a:lstStyle/>
          <a:p>
            <a:pPr algn="ctr"/>
            <a:endParaRPr lang="en-IN"/>
          </a:p>
        </p:txBody>
      </p:sp>
      <p:cxnSp>
        <p:nvCxnSpPr>
          <p:cNvPr id="38" name="Straight Connector 37">
            <a:extLst>
              <a:ext uri="{FF2B5EF4-FFF2-40B4-BE49-F238E27FC236}">
                <a16:creationId xmlns:a16="http://schemas.microsoft.com/office/drawing/2014/main" id="{0F4B2B66-5180-5DE0-FEFF-4E4FA9DDFBFA}"/>
              </a:ext>
            </a:extLst>
          </p:cNvPr>
          <p:cNvCxnSpPr/>
          <p:nvPr/>
        </p:nvCxnSpPr>
        <p:spPr>
          <a:xfrm flipH="1" flipV="1">
            <a:off x="635267" y="3010140"/>
            <a:ext cx="3946358" cy="2293380"/>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9526F98-30A9-0163-2A7F-5727F22599E7}"/>
              </a:ext>
            </a:extLst>
          </p:cNvPr>
          <p:cNvCxnSpPr>
            <a:cxnSpLocks/>
          </p:cNvCxnSpPr>
          <p:nvPr/>
        </p:nvCxnSpPr>
        <p:spPr>
          <a:xfrm flipV="1">
            <a:off x="7618868" y="2916455"/>
            <a:ext cx="4181705" cy="2387065"/>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3F05AF-869C-4A6A-6AF2-451B80C8A880}"/>
              </a:ext>
            </a:extLst>
          </p:cNvPr>
          <p:cNvCxnSpPr>
            <a:cxnSpLocks/>
          </p:cNvCxnSpPr>
          <p:nvPr/>
        </p:nvCxnSpPr>
        <p:spPr>
          <a:xfrm flipV="1">
            <a:off x="6993465" y="1024739"/>
            <a:ext cx="2012958" cy="3621964"/>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07354A6-0FB0-1BB6-7A41-E4B678C0D91A}"/>
              </a:ext>
            </a:extLst>
          </p:cNvPr>
          <p:cNvCxnSpPr>
            <a:cxnSpLocks/>
          </p:cNvCxnSpPr>
          <p:nvPr/>
        </p:nvCxnSpPr>
        <p:spPr>
          <a:xfrm flipH="1" flipV="1">
            <a:off x="3262215" y="978940"/>
            <a:ext cx="1951470" cy="3731576"/>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586126B-5CFF-CE9A-484D-A243B281615D}"/>
              </a:ext>
            </a:extLst>
          </p:cNvPr>
          <p:cNvCxnSpPr>
            <a:cxnSpLocks/>
          </p:cNvCxnSpPr>
          <p:nvPr/>
        </p:nvCxnSpPr>
        <p:spPr>
          <a:xfrm flipH="1">
            <a:off x="6084407" y="829462"/>
            <a:ext cx="77613" cy="3559739"/>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C288D52-E2F5-6BE4-50E8-01EAB7A8EE36}"/>
              </a:ext>
            </a:extLst>
          </p:cNvPr>
          <p:cNvSpPr txBox="1"/>
          <p:nvPr/>
        </p:nvSpPr>
        <p:spPr>
          <a:xfrm>
            <a:off x="5749495" y="5479000"/>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
        <p:nvSpPr>
          <p:cNvPr id="61" name="Rectangle: Rounded Corners 60">
            <a:extLst>
              <a:ext uri="{FF2B5EF4-FFF2-40B4-BE49-F238E27FC236}">
                <a16:creationId xmlns:a16="http://schemas.microsoft.com/office/drawing/2014/main" id="{72ECB25D-0C6B-28F9-7C9D-D5DACC42DAE4}"/>
              </a:ext>
            </a:extLst>
          </p:cNvPr>
          <p:cNvSpPr/>
          <p:nvPr/>
        </p:nvSpPr>
        <p:spPr>
          <a:xfrm>
            <a:off x="1039109"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Sourcing — Automated event creation.</a:t>
            </a:r>
          </a:p>
        </p:txBody>
      </p:sp>
      <p:sp>
        <p:nvSpPr>
          <p:cNvPr id="69" name="Rectangle: Rounded Corners 68">
            <a:extLst>
              <a:ext uri="{FF2B5EF4-FFF2-40B4-BE49-F238E27FC236}">
                <a16:creationId xmlns:a16="http://schemas.microsoft.com/office/drawing/2014/main" id="{76E7F44F-F356-B664-44EE-3FEAFCDD18C5}"/>
              </a:ext>
            </a:extLst>
          </p:cNvPr>
          <p:cNvSpPr/>
          <p:nvPr/>
        </p:nvSpPr>
        <p:spPr>
          <a:xfrm>
            <a:off x="2333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Contracts — AI clause analysis.</a:t>
            </a:r>
          </a:p>
        </p:txBody>
      </p:sp>
      <p:sp>
        <p:nvSpPr>
          <p:cNvPr id="72" name="Rectangle: Rounded Corners 71">
            <a:extLst>
              <a:ext uri="{FF2B5EF4-FFF2-40B4-BE49-F238E27FC236}">
                <a16:creationId xmlns:a16="http://schemas.microsoft.com/office/drawing/2014/main" id="{97487609-A1DD-7B68-6FEB-5053D12F61B4}"/>
              </a:ext>
            </a:extLst>
          </p:cNvPr>
          <p:cNvSpPr/>
          <p:nvPr/>
        </p:nvSpPr>
        <p:spPr>
          <a:xfrm>
            <a:off x="4164103"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Catalogs — Guided buying.</a:t>
            </a:r>
          </a:p>
        </p:txBody>
      </p:sp>
      <p:sp>
        <p:nvSpPr>
          <p:cNvPr id="73" name="Rectangle: Rounded Corners 72">
            <a:extLst>
              <a:ext uri="{FF2B5EF4-FFF2-40B4-BE49-F238E27FC236}">
                <a16:creationId xmlns:a16="http://schemas.microsoft.com/office/drawing/2014/main" id="{5820E056-3C47-F860-4427-30366FF40FD6}"/>
              </a:ext>
            </a:extLst>
          </p:cNvPr>
          <p:cNvSpPr/>
          <p:nvPr/>
        </p:nvSpPr>
        <p:spPr>
          <a:xfrm>
            <a:off x="6207761"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Invoices — Touchless matching.</a:t>
            </a:r>
          </a:p>
        </p:txBody>
      </p:sp>
      <p:sp>
        <p:nvSpPr>
          <p:cNvPr id="75" name="Rectangle: Rounded Corners 74">
            <a:extLst>
              <a:ext uri="{FF2B5EF4-FFF2-40B4-BE49-F238E27FC236}">
                <a16:creationId xmlns:a16="http://schemas.microsoft.com/office/drawing/2014/main" id="{940F2C1C-F2E5-5374-4E77-BFBA170EC059}"/>
              </a:ext>
            </a:extLst>
          </p:cNvPr>
          <p:cNvSpPr/>
          <p:nvPr/>
        </p:nvSpPr>
        <p:spPr>
          <a:xfrm>
            <a:off x="8048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Risk — Continuous monitoring.</a:t>
            </a:r>
          </a:p>
        </p:txBody>
      </p:sp>
      <p:sp>
        <p:nvSpPr>
          <p:cNvPr id="76" name="Rectangle: Rounded Corners 75">
            <a:extLst>
              <a:ext uri="{FF2B5EF4-FFF2-40B4-BE49-F238E27FC236}">
                <a16:creationId xmlns:a16="http://schemas.microsoft.com/office/drawing/2014/main" id="{03A74A90-C7F6-3949-157F-5A27DF625031}"/>
              </a:ext>
            </a:extLst>
          </p:cNvPr>
          <p:cNvSpPr/>
          <p:nvPr/>
        </p:nvSpPr>
        <p:spPr>
          <a:xfrm>
            <a:off x="9057042"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wrap="square">
            <a:normAutofit/>
          </a:bodyPr>
          <a:lstStyle/>
          <a:p>
            <a:pPr algn="ctr"/>
            <a:r>
              <a:rPr lang="en-IN" sz="1200" dirty="0">
                <a:solidFill>
                  <a:schemeClr val="tx1">
                    <a:lumMod val="85000"/>
                    <a:lumOff val="15000"/>
                  </a:schemeClr>
                </a:solidFill>
                <a:latin typeface="Arial" panose="020B0604020202020204" pitchFamily="34" charset="0"/>
              </a:rPr>
              <a:t>Insights — Predictive analytics.</a:t>
            </a: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a:lstStyle/>
          <a:p>
            <a:r>
              <a:rPr lang="en-US" sz="1800" dirty="0"/>
              <a:t>Title</a:t>
            </a:r>
            <a:endParaRPr lang="es-MX" sz="1800" dirty="0"/>
          </a:p>
        </p:txBody>
      </p:sp>
      <p:sp>
        <p:nvSpPr>
          <p:cNvPr id="7" name="Freeform: Shape 6">
            <a:extLst>
              <a:ext uri="{FF2B5EF4-FFF2-40B4-BE49-F238E27FC236}">
                <a16:creationId xmlns:a16="http://schemas.microsoft.com/office/drawing/2014/main" id="{E561CAC5-D405-2780-8069-2FB6966F1735}"/>
              </a:ext>
            </a:extLst>
          </p:cNvPr>
          <p:cNvSpPr/>
          <p:nvPr/>
        </p:nvSpPr>
        <p:spPr>
          <a:xfrm>
            <a:off x="5232507" y="2775119"/>
            <a:ext cx="1682525" cy="1682524"/>
          </a:xfrm>
          <a:custGeom>
            <a:avLst/>
            <a:gdLst>
              <a:gd name="connsiteX0" fmla="*/ 619197 w 619328"/>
              <a:gd name="connsiteY0" fmla="*/ 310591 h 619328"/>
              <a:gd name="connsiteX1" fmla="*/ 310591 w 619328"/>
              <a:gd name="connsiteY1" fmla="*/ 619197 h 619328"/>
              <a:gd name="connsiteX2" fmla="*/ 1985 w 619328"/>
              <a:gd name="connsiteY2" fmla="*/ 310591 h 619328"/>
              <a:gd name="connsiteX3" fmla="*/ 310591 w 619328"/>
              <a:gd name="connsiteY3" fmla="*/ 1985 h 619328"/>
              <a:gd name="connsiteX4" fmla="*/ 619197 w 619328"/>
              <a:gd name="connsiteY4" fmla="*/ 310591 h 619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328" h="619328">
                <a:moveTo>
                  <a:pt x="619197" y="310591"/>
                </a:moveTo>
                <a:cubicBezTo>
                  <a:pt x="619197" y="481039"/>
                  <a:pt x="481039" y="619197"/>
                  <a:pt x="310591" y="619197"/>
                </a:cubicBezTo>
                <a:cubicBezTo>
                  <a:pt x="140143" y="619197"/>
                  <a:pt x="1985" y="481039"/>
                  <a:pt x="1985" y="310591"/>
                </a:cubicBezTo>
                <a:cubicBezTo>
                  <a:pt x="1985" y="140143"/>
                  <a:pt x="140143" y="1985"/>
                  <a:pt x="310591" y="1985"/>
                </a:cubicBezTo>
                <a:cubicBezTo>
                  <a:pt x="481039" y="1985"/>
                  <a:pt x="619197" y="140143"/>
                  <a:pt x="619197" y="310591"/>
                </a:cubicBezTo>
                <a:close/>
              </a:path>
            </a:pathLst>
          </a:custGeom>
          <a:solidFill>
            <a:srgbClr val="FFFFFF"/>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CE9DFDE-563D-6759-8EB4-EEAAE01A3C4B}"/>
              </a:ext>
            </a:extLst>
          </p:cNvPr>
          <p:cNvSpPr/>
          <p:nvPr/>
        </p:nvSpPr>
        <p:spPr>
          <a:xfrm>
            <a:off x="5129619" y="2673668"/>
            <a:ext cx="1909872" cy="1909870"/>
          </a:xfrm>
          <a:custGeom>
            <a:avLst/>
            <a:gdLst>
              <a:gd name="connsiteX0" fmla="*/ 611256 w 611388"/>
              <a:gd name="connsiteY0" fmla="*/ 302121 h 611388"/>
              <a:gd name="connsiteX1" fmla="*/ 533708 w 611388"/>
              <a:gd name="connsiteY1" fmla="*/ 97531 h 611388"/>
              <a:gd name="connsiteX2" fmla="*/ 310591 w 611388"/>
              <a:gd name="connsiteY2" fmla="*/ 1985 h 611388"/>
              <a:gd name="connsiteX3" fmla="*/ 1985 w 611388"/>
              <a:gd name="connsiteY3" fmla="*/ 310591 h 611388"/>
              <a:gd name="connsiteX4" fmla="*/ 79533 w 611388"/>
              <a:gd name="connsiteY4" fmla="*/ 515181 h 611388"/>
              <a:gd name="connsiteX5" fmla="*/ 302651 w 611388"/>
              <a:gd name="connsiteY5" fmla="*/ 610727 h 611388"/>
              <a:gd name="connsiteX6" fmla="*/ 611256 w 611388"/>
              <a:gd name="connsiteY6" fmla="*/ 302121 h 61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388" h="611388">
                <a:moveTo>
                  <a:pt x="611256" y="302121"/>
                </a:moveTo>
                <a:cubicBezTo>
                  <a:pt x="611256" y="223779"/>
                  <a:pt x="581878" y="152053"/>
                  <a:pt x="533708" y="97531"/>
                </a:cubicBezTo>
                <a:cubicBezTo>
                  <a:pt x="477598" y="38774"/>
                  <a:pt x="398197" y="1985"/>
                  <a:pt x="310591" y="1985"/>
                </a:cubicBezTo>
                <a:cubicBezTo>
                  <a:pt x="140143" y="1985"/>
                  <a:pt x="1985" y="140143"/>
                  <a:pt x="1985" y="310591"/>
                </a:cubicBezTo>
                <a:cubicBezTo>
                  <a:pt x="1985" y="388933"/>
                  <a:pt x="31363" y="460659"/>
                  <a:pt x="79533" y="515181"/>
                </a:cubicBezTo>
                <a:cubicBezTo>
                  <a:pt x="135644" y="573938"/>
                  <a:pt x="215045" y="610727"/>
                  <a:pt x="302651" y="610727"/>
                </a:cubicBezTo>
                <a:cubicBezTo>
                  <a:pt x="473098" y="610727"/>
                  <a:pt x="611256" y="472569"/>
                  <a:pt x="611256" y="302121"/>
                </a:cubicBezTo>
                <a:close/>
              </a:path>
            </a:pathLst>
          </a:custGeom>
          <a:solidFill>
            <a:srgbClr val="E1E8EB"/>
          </a:solidFill>
          <a:ln w="6072" cap="flat">
            <a:noFill/>
            <a:prstDash val="solid"/>
            <a:miter/>
          </a:ln>
        </p:spPr>
        <p:txBody>
          <a:bodyPr rtlCol="0" anchor="ctr"/>
          <a:lstStyle/>
          <a:p>
            <a:pPr algn="ctr"/>
            <a:r>
              <a:rPr lang="en-US" sz="1600" b="1" dirty="0">
                <a:solidFill>
                  <a:schemeClr val="tx1">
                    <a:lumMod val="85000"/>
                    <a:lumOff val="15000"/>
                  </a:schemeClr>
                </a:solidFill>
                <a:latin typeface="Arial" panose="020B0604020202020204" pitchFamily="34" charset="0"/>
                <a:cs typeface="Arial" panose="020B0604020202020204" pitchFamily="34" charset="0"/>
              </a:rPr>
              <a:t>Text</a:t>
            </a:r>
          </a:p>
        </p:txBody>
      </p:sp>
      <p:sp>
        <p:nvSpPr>
          <p:cNvPr id="13" name="Freeform: Shape 12">
            <a:extLst>
              <a:ext uri="{FF2B5EF4-FFF2-40B4-BE49-F238E27FC236}">
                <a16:creationId xmlns:a16="http://schemas.microsoft.com/office/drawing/2014/main" id="{A931E34F-3926-373C-8C98-EFEA2ACAD66B}"/>
              </a:ext>
            </a:extLst>
          </p:cNvPr>
          <p:cNvSpPr/>
          <p:nvPr/>
        </p:nvSpPr>
        <p:spPr>
          <a:xfrm>
            <a:off x="4715833" y="2259163"/>
            <a:ext cx="2739494" cy="2739491"/>
          </a:xfrm>
          <a:custGeom>
            <a:avLst/>
            <a:gdLst>
              <a:gd name="connsiteX0" fmla="*/ 504747 w 1008394"/>
              <a:gd name="connsiteY0" fmla="*/ 21723 h 1008394"/>
              <a:gd name="connsiteX1" fmla="*/ 846171 w 1008394"/>
              <a:gd name="connsiteY1" fmla="*/ 163057 h 1008394"/>
              <a:gd name="connsiteX2" fmla="*/ 987506 w 1008394"/>
              <a:gd name="connsiteY2" fmla="*/ 504482 h 1008394"/>
              <a:gd name="connsiteX3" fmla="*/ 846171 w 1008394"/>
              <a:gd name="connsiteY3" fmla="*/ 845907 h 1008394"/>
              <a:gd name="connsiteX4" fmla="*/ 504747 w 1008394"/>
              <a:gd name="connsiteY4" fmla="*/ 987241 h 1008394"/>
              <a:gd name="connsiteX5" fmla="*/ 163322 w 1008394"/>
              <a:gd name="connsiteY5" fmla="*/ 845907 h 1008394"/>
              <a:gd name="connsiteX6" fmla="*/ 21988 w 1008394"/>
              <a:gd name="connsiteY6" fmla="*/ 504482 h 1008394"/>
              <a:gd name="connsiteX7" fmla="*/ 163322 w 1008394"/>
              <a:gd name="connsiteY7" fmla="*/ 163057 h 1008394"/>
              <a:gd name="connsiteX8" fmla="*/ 504747 w 1008394"/>
              <a:gd name="connsiteY8" fmla="*/ 21723 h 1008394"/>
              <a:gd name="connsiteX9" fmla="*/ 504747 w 1008394"/>
              <a:gd name="connsiteY9" fmla="*/ 549 h 1008394"/>
              <a:gd name="connsiteX10" fmla="*/ 549 w 1008394"/>
              <a:gd name="connsiteY10" fmla="*/ 504747 h 1008394"/>
              <a:gd name="connsiteX11" fmla="*/ 504747 w 1008394"/>
              <a:gd name="connsiteY11" fmla="*/ 1008944 h 1008394"/>
              <a:gd name="connsiteX12" fmla="*/ 1008944 w 1008394"/>
              <a:gd name="connsiteY12" fmla="*/ 504747 h 1008394"/>
              <a:gd name="connsiteX13" fmla="*/ 504747 w 1008394"/>
              <a:gd name="connsiteY13" fmla="*/ 549 h 1008394"/>
              <a:gd name="connsiteX14" fmla="*/ 504747 w 1008394"/>
              <a:gd name="connsiteY14" fmla="*/ 549 h 100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8394" h="1008394">
                <a:moveTo>
                  <a:pt x="504747" y="21723"/>
                </a:moveTo>
                <a:cubicBezTo>
                  <a:pt x="633641" y="21723"/>
                  <a:pt x="755125" y="72010"/>
                  <a:pt x="846171" y="163057"/>
                </a:cubicBezTo>
                <a:cubicBezTo>
                  <a:pt x="937483" y="254368"/>
                  <a:pt x="987506" y="375587"/>
                  <a:pt x="987506" y="504482"/>
                </a:cubicBezTo>
                <a:cubicBezTo>
                  <a:pt x="987506" y="633376"/>
                  <a:pt x="937218" y="754860"/>
                  <a:pt x="846171" y="845907"/>
                </a:cubicBezTo>
                <a:cubicBezTo>
                  <a:pt x="755125" y="936953"/>
                  <a:pt x="633641" y="987241"/>
                  <a:pt x="504747" y="987241"/>
                </a:cubicBezTo>
                <a:cubicBezTo>
                  <a:pt x="375852" y="987241"/>
                  <a:pt x="254368" y="936953"/>
                  <a:pt x="163322" y="845907"/>
                </a:cubicBezTo>
                <a:cubicBezTo>
                  <a:pt x="72010" y="754596"/>
                  <a:pt x="21988" y="633376"/>
                  <a:pt x="21988" y="504482"/>
                </a:cubicBezTo>
                <a:cubicBezTo>
                  <a:pt x="21988" y="375587"/>
                  <a:pt x="72275" y="254104"/>
                  <a:pt x="163322" y="163057"/>
                </a:cubicBezTo>
                <a:cubicBezTo>
                  <a:pt x="254368" y="72010"/>
                  <a:pt x="375852" y="21723"/>
                  <a:pt x="504747" y="21723"/>
                </a:cubicBezTo>
                <a:moveTo>
                  <a:pt x="504747" y="549"/>
                </a:moveTo>
                <a:cubicBezTo>
                  <a:pt x="226313" y="549"/>
                  <a:pt x="549" y="226313"/>
                  <a:pt x="549" y="504747"/>
                </a:cubicBezTo>
                <a:cubicBezTo>
                  <a:pt x="549" y="783180"/>
                  <a:pt x="226313" y="1008944"/>
                  <a:pt x="504747" y="1008944"/>
                </a:cubicBezTo>
                <a:cubicBezTo>
                  <a:pt x="783180" y="1008944"/>
                  <a:pt x="1008944" y="783180"/>
                  <a:pt x="1008944" y="504747"/>
                </a:cubicBezTo>
                <a:cubicBezTo>
                  <a:pt x="1008944" y="226313"/>
                  <a:pt x="783180" y="549"/>
                  <a:pt x="504747" y="549"/>
                </a:cubicBezTo>
                <a:lnTo>
                  <a:pt x="504747" y="549"/>
                </a:lnTo>
                <a:close/>
              </a:path>
            </a:pathLst>
          </a:custGeom>
          <a:solidFill>
            <a:srgbClr val="E1E8EB"/>
          </a:solidFill>
          <a:ln w="2636"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94FFD67-B85F-C3C8-77C5-E01AF8D1386E}"/>
              </a:ext>
            </a:extLst>
          </p:cNvPr>
          <p:cNvSpPr/>
          <p:nvPr/>
        </p:nvSpPr>
        <p:spPr>
          <a:xfrm>
            <a:off x="7008813" y="2656786"/>
            <a:ext cx="438607" cy="1941372"/>
          </a:xfrm>
          <a:custGeom>
            <a:avLst/>
            <a:gdLst>
              <a:gd name="connsiteX0" fmla="*/ 13518 w 161448"/>
              <a:gd name="connsiteY0" fmla="*/ 549 h 714610"/>
              <a:gd name="connsiteX1" fmla="*/ 549 w 161448"/>
              <a:gd name="connsiteY1" fmla="*/ 13518 h 714610"/>
              <a:gd name="connsiteX2" fmla="*/ 145059 w 161448"/>
              <a:gd name="connsiteY2" fmla="*/ 358119 h 714610"/>
              <a:gd name="connsiteX3" fmla="*/ 549 w 161448"/>
              <a:gd name="connsiteY3" fmla="*/ 702720 h 714610"/>
              <a:gd name="connsiteX4" fmla="*/ 13518 w 161448"/>
              <a:gd name="connsiteY4" fmla="*/ 715689 h 714610"/>
              <a:gd name="connsiteX5" fmla="*/ 163322 w 161448"/>
              <a:gd name="connsiteY5" fmla="*/ 357854 h 714610"/>
              <a:gd name="connsiteX6" fmla="*/ 13518 w 161448"/>
              <a:gd name="connsiteY6" fmla="*/ 549 h 7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14610">
                <a:moveTo>
                  <a:pt x="13518" y="549"/>
                </a:moveTo>
                <a:lnTo>
                  <a:pt x="549" y="13518"/>
                </a:lnTo>
                <a:cubicBezTo>
                  <a:pt x="89743" y="101389"/>
                  <a:pt x="145059" y="223402"/>
                  <a:pt x="145059" y="358119"/>
                </a:cubicBezTo>
                <a:cubicBezTo>
                  <a:pt x="145059" y="492836"/>
                  <a:pt x="89743" y="614850"/>
                  <a:pt x="549" y="702720"/>
                </a:cubicBezTo>
                <a:lnTo>
                  <a:pt x="13518" y="715689"/>
                </a:lnTo>
                <a:cubicBezTo>
                  <a:pt x="105888" y="624378"/>
                  <a:pt x="163322" y="497865"/>
                  <a:pt x="163322" y="357854"/>
                </a:cubicBezTo>
                <a:cubicBezTo>
                  <a:pt x="163322" y="217844"/>
                  <a:pt x="106153" y="91861"/>
                  <a:pt x="13518" y="549"/>
                </a:cubicBezTo>
                <a:close/>
              </a:path>
            </a:pathLst>
          </a:custGeom>
          <a:solidFill>
            <a:srgbClr val="7C94BC"/>
          </a:solidFill>
          <a:ln w="2636"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EBAF712-5ABD-252C-A241-7977FDFCFAC7}"/>
              </a:ext>
            </a:extLst>
          </p:cNvPr>
          <p:cNvSpPr/>
          <p:nvPr/>
        </p:nvSpPr>
        <p:spPr>
          <a:xfrm>
            <a:off x="4719428" y="2664694"/>
            <a:ext cx="438607" cy="1926993"/>
          </a:xfrm>
          <a:custGeom>
            <a:avLst/>
            <a:gdLst>
              <a:gd name="connsiteX0" fmla="*/ 147971 w 161448"/>
              <a:gd name="connsiteY0" fmla="*/ 710925 h 709316"/>
              <a:gd name="connsiteX1" fmla="*/ 160940 w 161448"/>
              <a:gd name="connsiteY1" fmla="*/ 697956 h 709316"/>
              <a:gd name="connsiteX2" fmla="*/ 18812 w 161448"/>
              <a:gd name="connsiteY2" fmla="*/ 355737 h 709316"/>
              <a:gd name="connsiteX3" fmla="*/ 160940 w 161448"/>
              <a:gd name="connsiteY3" fmla="*/ 13518 h 709316"/>
              <a:gd name="connsiteX4" fmla="*/ 147971 w 161448"/>
              <a:gd name="connsiteY4" fmla="*/ 549 h 709316"/>
              <a:gd name="connsiteX5" fmla="*/ 549 w 161448"/>
              <a:gd name="connsiteY5" fmla="*/ 356002 h 709316"/>
              <a:gd name="connsiteX6" fmla="*/ 147971 w 161448"/>
              <a:gd name="connsiteY6" fmla="*/ 710925 h 70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09316">
                <a:moveTo>
                  <a:pt x="147971" y="710925"/>
                </a:moveTo>
                <a:lnTo>
                  <a:pt x="160940" y="697956"/>
                </a:lnTo>
                <a:cubicBezTo>
                  <a:pt x="73334" y="610350"/>
                  <a:pt x="18812" y="489131"/>
                  <a:pt x="18812" y="355737"/>
                </a:cubicBezTo>
                <a:cubicBezTo>
                  <a:pt x="18812" y="222079"/>
                  <a:pt x="73069" y="101124"/>
                  <a:pt x="160940" y="13518"/>
                </a:cubicBezTo>
                <a:lnTo>
                  <a:pt x="147971" y="549"/>
                </a:lnTo>
                <a:cubicBezTo>
                  <a:pt x="56924" y="91596"/>
                  <a:pt x="549" y="217314"/>
                  <a:pt x="549" y="356002"/>
                </a:cubicBezTo>
                <a:cubicBezTo>
                  <a:pt x="549" y="494160"/>
                  <a:pt x="56924" y="619878"/>
                  <a:pt x="147971" y="710925"/>
                </a:cubicBezTo>
                <a:close/>
              </a:path>
            </a:pathLst>
          </a:custGeom>
          <a:solidFill>
            <a:srgbClr val="60A6D8"/>
          </a:solidFill>
          <a:ln w="2636" cap="flat">
            <a:noFill/>
            <a:prstDash val="solid"/>
            <a:miter/>
          </a:ln>
        </p:spPr>
        <p:txBody>
          <a:bodyPr rtlCol="0" anchor="ctr"/>
          <a:lstStyle/>
          <a:p>
            <a:endParaRPr lang="en-US"/>
          </a:p>
        </p:txBody>
      </p:sp>
      <p:grpSp>
        <p:nvGrpSpPr>
          <p:cNvPr id="65" name="Group 64">
            <a:extLst>
              <a:ext uri="{FF2B5EF4-FFF2-40B4-BE49-F238E27FC236}">
                <a16:creationId xmlns:a16="http://schemas.microsoft.com/office/drawing/2014/main" id="{2EEB86C2-8E37-3045-803A-887250A90D4E}"/>
              </a:ext>
            </a:extLst>
          </p:cNvPr>
          <p:cNvGrpSpPr/>
          <p:nvPr/>
        </p:nvGrpSpPr>
        <p:grpSpPr>
          <a:xfrm>
            <a:off x="519945" y="1576500"/>
            <a:ext cx="4716697" cy="1204911"/>
            <a:chOff x="519945" y="1576500"/>
            <a:chExt cx="4716697" cy="1204911"/>
          </a:xfrm>
        </p:grpSpPr>
        <p:grpSp>
          <p:nvGrpSpPr>
            <p:cNvPr id="62" name="Group 61">
              <a:extLst>
                <a:ext uri="{FF2B5EF4-FFF2-40B4-BE49-F238E27FC236}">
                  <a16:creationId xmlns:a16="http://schemas.microsoft.com/office/drawing/2014/main" id="{B70DF773-08EE-10E0-AB92-153A59AD6B3F}"/>
                </a:ext>
              </a:extLst>
            </p:cNvPr>
            <p:cNvGrpSpPr/>
            <p:nvPr/>
          </p:nvGrpSpPr>
          <p:grpSpPr>
            <a:xfrm>
              <a:off x="4031733" y="1576500"/>
              <a:ext cx="1204909" cy="1204911"/>
              <a:chOff x="4031733" y="1576500"/>
              <a:chExt cx="1204909" cy="1204911"/>
            </a:xfrm>
          </p:grpSpPr>
          <p:sp>
            <p:nvSpPr>
              <p:cNvPr id="19" name="Freeform: Shape 18">
                <a:extLst>
                  <a:ext uri="{FF2B5EF4-FFF2-40B4-BE49-F238E27FC236}">
                    <a16:creationId xmlns:a16="http://schemas.microsoft.com/office/drawing/2014/main" id="{B02E7ADA-BFC5-785D-DAFD-711FEDB42622}"/>
                  </a:ext>
                </a:extLst>
              </p:cNvPr>
              <p:cNvSpPr/>
              <p:nvPr/>
            </p:nvSpPr>
            <p:spPr>
              <a:xfrm>
                <a:off x="4727048" y="2272450"/>
                <a:ext cx="431415" cy="431415"/>
              </a:xfrm>
              <a:custGeom>
                <a:avLst/>
                <a:gdLst>
                  <a:gd name="connsiteX0" fmla="*/ 2807 w 158802"/>
                  <a:gd name="connsiteY0" fmla="*/ 14410 h 158802"/>
                  <a:gd name="connsiteX1" fmla="*/ 14410 w 158802"/>
                  <a:gd name="connsiteY1" fmla="*/ 2807 h 158802"/>
                  <a:gd name="connsiteX2" fmla="*/ 158328 w 158802"/>
                  <a:gd name="connsiteY2" fmla="*/ 146724 h 158802"/>
                  <a:gd name="connsiteX3" fmla="*/ 146724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410"/>
                    </a:moveTo>
                    <a:lnTo>
                      <a:pt x="14410" y="2807"/>
                    </a:lnTo>
                    <a:lnTo>
                      <a:pt x="158328" y="146724"/>
                    </a:lnTo>
                    <a:lnTo>
                      <a:pt x="146724" y="158328"/>
                    </a:lnTo>
                    <a:close/>
                  </a:path>
                </a:pathLst>
              </a:custGeom>
              <a:solidFill>
                <a:srgbClr val="B797CF"/>
              </a:solidFill>
              <a:ln w="9525">
                <a:noFill/>
                <a:miter lim="800000"/>
                <a:headEnd/>
                <a:tailEnd/>
              </a:ln>
              <a:effectLst/>
            </p:spPr>
            <p:txBody>
              <a:bodyPr wrap="square" rtlCol="0" anchor="ctr"/>
              <a:lstStyle/>
              <a:p>
                <a:pPr algn="ctr"/>
                <a:endParaRPr lang="en-US" sz="1400">
                  <a:solidFill>
                    <a:schemeClr val="bg1"/>
                  </a:solidFill>
                </a:endParaRPr>
              </a:p>
            </p:txBody>
          </p:sp>
          <p:sp>
            <p:nvSpPr>
              <p:cNvPr id="20" name="Freeform: Shape 19">
                <a:extLst>
                  <a:ext uri="{FF2B5EF4-FFF2-40B4-BE49-F238E27FC236}">
                    <a16:creationId xmlns:a16="http://schemas.microsoft.com/office/drawing/2014/main" id="{913EA573-CCDA-B0A5-8E06-3256C3CBF5E9}"/>
                  </a:ext>
                </a:extLst>
              </p:cNvPr>
              <p:cNvSpPr/>
              <p:nvPr/>
            </p:nvSpPr>
            <p:spPr>
              <a:xfrm>
                <a:off x="5042505" y="2587274"/>
                <a:ext cx="194137" cy="194137"/>
              </a:xfrm>
              <a:custGeom>
                <a:avLst/>
                <a:gdLst>
                  <a:gd name="connsiteX0" fmla="*/ 12109 w 71461"/>
                  <a:gd name="connsiteY0" fmla="*/ 60808 h 71461"/>
                  <a:gd name="connsiteX1" fmla="*/ 12109 w 71461"/>
                  <a:gd name="connsiteY1" fmla="*/ 12109 h 71461"/>
                  <a:gd name="connsiteX2" fmla="*/ 60808 w 71461"/>
                  <a:gd name="connsiteY2" fmla="*/ 12109 h 71461"/>
                  <a:gd name="connsiteX3" fmla="*/ 60808 w 71461"/>
                  <a:gd name="connsiteY3" fmla="*/ 60808 h 71461"/>
                  <a:gd name="connsiteX4" fmla="*/ 12109 w 71461"/>
                  <a:gd name="connsiteY4" fmla="*/ 60808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60808"/>
                    </a:moveTo>
                    <a:cubicBezTo>
                      <a:pt x="-1390" y="47310"/>
                      <a:pt x="-1390" y="25607"/>
                      <a:pt x="12109" y="12109"/>
                    </a:cubicBezTo>
                    <a:cubicBezTo>
                      <a:pt x="25607" y="-1390"/>
                      <a:pt x="47310" y="-1390"/>
                      <a:pt x="60808" y="12109"/>
                    </a:cubicBezTo>
                    <a:cubicBezTo>
                      <a:pt x="74306" y="25607"/>
                      <a:pt x="74306" y="47310"/>
                      <a:pt x="60808" y="60808"/>
                    </a:cubicBezTo>
                    <a:cubicBezTo>
                      <a:pt x="47310" y="74306"/>
                      <a:pt x="25607" y="74306"/>
                      <a:pt x="12109" y="60808"/>
                    </a:cubicBezTo>
                    <a:close/>
                  </a:path>
                </a:pathLst>
              </a:custGeom>
              <a:solidFill>
                <a:srgbClr val="B898D0"/>
              </a:solidFill>
              <a:ln w="9525">
                <a:noFill/>
                <a:miter lim="800000"/>
                <a:headEnd/>
                <a:tailEnd/>
              </a:ln>
              <a:effectLst/>
            </p:spPr>
            <p:txBody>
              <a:bodyPr wrap="square" rtlCol="0" anchor="ctr"/>
              <a:lstStyle/>
              <a:p>
                <a:pPr algn="ctr"/>
                <a:endParaRPr lang="en-US" sz="1400">
                  <a:solidFill>
                    <a:schemeClr val="bg1"/>
                  </a:solidFill>
                </a:endParaRPr>
              </a:p>
            </p:txBody>
          </p:sp>
          <p:sp>
            <p:nvSpPr>
              <p:cNvPr id="33" name="Freeform: Shape 32">
                <a:extLst>
                  <a:ext uri="{FF2B5EF4-FFF2-40B4-BE49-F238E27FC236}">
                    <a16:creationId xmlns:a16="http://schemas.microsoft.com/office/drawing/2014/main" id="{AB1836A8-E907-6938-C62C-35F1F3C4D522}"/>
                  </a:ext>
                </a:extLst>
              </p:cNvPr>
              <p:cNvSpPr/>
              <p:nvPr/>
            </p:nvSpPr>
            <p:spPr>
              <a:xfrm>
                <a:off x="4031733" y="157650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B898D0"/>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34" name="Freeform: Shape 33">
                <a:extLst>
                  <a:ext uri="{FF2B5EF4-FFF2-40B4-BE49-F238E27FC236}">
                    <a16:creationId xmlns:a16="http://schemas.microsoft.com/office/drawing/2014/main" id="{4B0D5943-A4D5-D8D3-3F7F-6C6227878015}"/>
                  </a:ext>
                </a:extLst>
              </p:cNvPr>
              <p:cNvSpPr/>
              <p:nvPr/>
            </p:nvSpPr>
            <p:spPr>
              <a:xfrm>
                <a:off x="4157564" y="1702330"/>
                <a:ext cx="805311" cy="805311"/>
              </a:xfrm>
              <a:custGeom>
                <a:avLst/>
                <a:gdLst>
                  <a:gd name="connsiteX0" fmla="*/ 296299 w 296430"/>
                  <a:gd name="connsiteY0" fmla="*/ 147024 h 296430"/>
                  <a:gd name="connsiteX1" fmla="*/ 258715 w 296430"/>
                  <a:gd name="connsiteY1" fmla="*/ 48302 h 296430"/>
                  <a:gd name="connsiteX2" fmla="*/ 150995 w 296430"/>
                  <a:gd name="connsiteY2" fmla="*/ 1985 h 296430"/>
                  <a:gd name="connsiteX3" fmla="*/ 1985 w 296430"/>
                  <a:gd name="connsiteY3" fmla="*/ 150995 h 296430"/>
                  <a:gd name="connsiteX4" fmla="*/ 39568 w 296430"/>
                  <a:gd name="connsiteY4" fmla="*/ 249717 h 296430"/>
                  <a:gd name="connsiteX5" fmla="*/ 147554 w 296430"/>
                  <a:gd name="connsiteY5" fmla="*/ 295769 h 296430"/>
                  <a:gd name="connsiteX6" fmla="*/ 296299 w 296430"/>
                  <a:gd name="connsiteY6" fmla="*/ 147024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7024"/>
                    </a:moveTo>
                    <a:cubicBezTo>
                      <a:pt x="296299" y="109177"/>
                      <a:pt x="282271" y="74505"/>
                      <a:pt x="258715" y="48302"/>
                    </a:cubicBezTo>
                    <a:cubicBezTo>
                      <a:pt x="231719" y="19718"/>
                      <a:pt x="193342" y="1985"/>
                      <a:pt x="150995" y="1985"/>
                    </a:cubicBezTo>
                    <a:cubicBezTo>
                      <a:pt x="68682" y="1985"/>
                      <a:pt x="1985" y="68682"/>
                      <a:pt x="1985" y="150995"/>
                    </a:cubicBezTo>
                    <a:cubicBezTo>
                      <a:pt x="1985" y="188842"/>
                      <a:pt x="16013" y="223514"/>
                      <a:pt x="39568" y="249717"/>
                    </a:cubicBezTo>
                    <a:cubicBezTo>
                      <a:pt x="66829" y="278036"/>
                      <a:pt x="104942" y="295769"/>
                      <a:pt x="147554" y="295769"/>
                    </a:cubicBezTo>
                    <a:cubicBezTo>
                      <a:pt x="229602" y="296034"/>
                      <a:pt x="296299" y="229337"/>
                      <a:pt x="296299" y="14702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01" name="Straight Connector 100">
              <a:extLst>
                <a:ext uri="{FF2B5EF4-FFF2-40B4-BE49-F238E27FC236}">
                  <a16:creationId xmlns:a16="http://schemas.microsoft.com/office/drawing/2014/main" id="{CBAC7C58-94C0-005F-75F4-FCF382BF62A6}"/>
                </a:ext>
              </a:extLst>
            </p:cNvPr>
            <p:cNvCxnSpPr>
              <a:cxnSpLocks/>
            </p:cNvCxnSpPr>
            <p:nvPr/>
          </p:nvCxnSpPr>
          <p:spPr>
            <a:xfrm>
              <a:off x="519945" y="2062940"/>
              <a:ext cx="3528979" cy="0"/>
            </a:xfrm>
            <a:prstGeom prst="line">
              <a:avLst/>
            </a:prstGeom>
            <a:ln w="3175">
              <a:solidFill>
                <a:srgbClr val="B797CF"/>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3026C5C-5D17-9A8C-C231-8035C54CF30C}"/>
              </a:ext>
            </a:extLst>
          </p:cNvPr>
          <p:cNvGrpSpPr/>
          <p:nvPr/>
        </p:nvGrpSpPr>
        <p:grpSpPr>
          <a:xfrm>
            <a:off x="519945" y="4484372"/>
            <a:ext cx="4711250" cy="1196335"/>
            <a:chOff x="519945" y="4484372"/>
            <a:chExt cx="4711250" cy="1196335"/>
          </a:xfrm>
        </p:grpSpPr>
        <p:grpSp>
          <p:nvGrpSpPr>
            <p:cNvPr id="58" name="Group 57">
              <a:extLst>
                <a:ext uri="{FF2B5EF4-FFF2-40B4-BE49-F238E27FC236}">
                  <a16:creationId xmlns:a16="http://schemas.microsoft.com/office/drawing/2014/main" id="{04E5EF40-1DFA-16A1-07ED-DD894B385D5B}"/>
                </a:ext>
              </a:extLst>
            </p:cNvPr>
            <p:cNvGrpSpPr/>
            <p:nvPr/>
          </p:nvGrpSpPr>
          <p:grpSpPr>
            <a:xfrm>
              <a:off x="4026699" y="4484372"/>
              <a:ext cx="1204496" cy="1196335"/>
              <a:chOff x="4026699" y="4484372"/>
              <a:chExt cx="1204496" cy="1196335"/>
            </a:xfrm>
          </p:grpSpPr>
          <p:sp>
            <p:nvSpPr>
              <p:cNvPr id="26" name="Freeform: Shape 25">
                <a:extLst>
                  <a:ext uri="{FF2B5EF4-FFF2-40B4-BE49-F238E27FC236}">
                    <a16:creationId xmlns:a16="http://schemas.microsoft.com/office/drawing/2014/main" id="{A126BE9E-31FA-AEB7-7419-6708AB2889D0}"/>
                  </a:ext>
                </a:extLst>
              </p:cNvPr>
              <p:cNvSpPr/>
              <p:nvPr/>
            </p:nvSpPr>
            <p:spPr>
              <a:xfrm>
                <a:off x="4730045" y="4562039"/>
                <a:ext cx="424227" cy="424227"/>
              </a:xfrm>
              <a:custGeom>
                <a:avLst/>
                <a:gdLst>
                  <a:gd name="connsiteX0" fmla="*/ 777 w 156155"/>
                  <a:gd name="connsiteY0" fmla="*/ 144694 h 156155"/>
                  <a:gd name="connsiteX1" fmla="*/ 144694 w 156155"/>
                  <a:gd name="connsiteY1" fmla="*/ 777 h 156155"/>
                  <a:gd name="connsiteX2" fmla="*/ 156297 w 156155"/>
                  <a:gd name="connsiteY2" fmla="*/ 12380 h 156155"/>
                  <a:gd name="connsiteX3" fmla="*/ 12380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44694"/>
                    </a:moveTo>
                    <a:lnTo>
                      <a:pt x="144694" y="777"/>
                    </a:lnTo>
                    <a:lnTo>
                      <a:pt x="156297" y="12380"/>
                    </a:lnTo>
                    <a:lnTo>
                      <a:pt x="12380" y="156297"/>
                    </a:ln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6" name="Freeform: Shape 35">
                <a:extLst>
                  <a:ext uri="{FF2B5EF4-FFF2-40B4-BE49-F238E27FC236}">
                    <a16:creationId xmlns:a16="http://schemas.microsoft.com/office/drawing/2014/main" id="{47621B51-5C0B-3E59-4A1A-8C82D4F55488}"/>
                  </a:ext>
                </a:extLst>
              </p:cNvPr>
              <p:cNvSpPr/>
              <p:nvPr/>
            </p:nvSpPr>
            <p:spPr>
              <a:xfrm>
                <a:off x="4026699" y="4630927"/>
                <a:ext cx="1056972" cy="1049780"/>
              </a:xfrm>
              <a:custGeom>
                <a:avLst/>
                <a:gdLst>
                  <a:gd name="connsiteX0" fmla="*/ 387610 w 389065"/>
                  <a:gd name="connsiteY0" fmla="*/ 191754 h 386418"/>
                  <a:gd name="connsiteX1" fmla="*/ 338646 w 389065"/>
                  <a:gd name="connsiteY1" fmla="*/ 62330 h 386418"/>
                  <a:gd name="connsiteX2" fmla="*/ 197312 w 389065"/>
                  <a:gd name="connsiteY2" fmla="*/ 1985 h 386418"/>
                  <a:gd name="connsiteX3" fmla="*/ 1985 w 389065"/>
                  <a:gd name="connsiteY3" fmla="*/ 197312 h 386418"/>
                  <a:gd name="connsiteX4" fmla="*/ 50949 w 389065"/>
                  <a:gd name="connsiteY4" fmla="*/ 326736 h 386418"/>
                  <a:gd name="connsiteX5" fmla="*/ 192283 w 389065"/>
                  <a:gd name="connsiteY5" fmla="*/ 387080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0"/>
                      <a:pt x="192283" y="387080"/>
                    </a:cubicBezTo>
                    <a:cubicBezTo>
                      <a:pt x="300269" y="387080"/>
                      <a:pt x="387610" y="299475"/>
                      <a:pt x="387610" y="191754"/>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7" name="Freeform: Shape 36">
                <a:extLst>
                  <a:ext uri="{FF2B5EF4-FFF2-40B4-BE49-F238E27FC236}">
                    <a16:creationId xmlns:a16="http://schemas.microsoft.com/office/drawing/2014/main" id="{C1213452-232E-C66C-37D8-70A8E7773796}"/>
                  </a:ext>
                </a:extLst>
              </p:cNvPr>
              <p:cNvSpPr/>
              <p:nvPr/>
            </p:nvSpPr>
            <p:spPr>
              <a:xfrm>
                <a:off x="4145340" y="4745972"/>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307"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sp>
            <p:nvSpPr>
              <p:cNvPr id="56" name="Freeform: Shape 55">
                <a:extLst>
                  <a:ext uri="{FF2B5EF4-FFF2-40B4-BE49-F238E27FC236}">
                    <a16:creationId xmlns:a16="http://schemas.microsoft.com/office/drawing/2014/main" id="{9686AA42-87D0-3860-7766-007D23D25283}"/>
                  </a:ext>
                </a:extLst>
              </p:cNvPr>
              <p:cNvSpPr/>
              <p:nvPr/>
            </p:nvSpPr>
            <p:spPr>
              <a:xfrm>
                <a:off x="5044249" y="4484372"/>
                <a:ext cx="186946" cy="186946"/>
              </a:xfrm>
              <a:custGeom>
                <a:avLst/>
                <a:gdLst>
                  <a:gd name="connsiteX0" fmla="*/ 59372 w 68814"/>
                  <a:gd name="connsiteY0" fmla="*/ 59372 h 68814"/>
                  <a:gd name="connsiteX1" fmla="*/ 10673 w 68814"/>
                  <a:gd name="connsiteY1" fmla="*/ 59372 h 68814"/>
                  <a:gd name="connsiteX2" fmla="*/ 10673 w 68814"/>
                  <a:gd name="connsiteY2" fmla="*/ 10673 h 68814"/>
                  <a:gd name="connsiteX3" fmla="*/ 59372 w 68814"/>
                  <a:gd name="connsiteY3" fmla="*/ 10673 h 68814"/>
                  <a:gd name="connsiteX4" fmla="*/ 59372 w 68814"/>
                  <a:gd name="connsiteY4" fmla="*/ 59372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59372"/>
                    </a:moveTo>
                    <a:cubicBezTo>
                      <a:pt x="45874" y="72871"/>
                      <a:pt x="24171" y="72871"/>
                      <a:pt x="10673" y="59372"/>
                    </a:cubicBezTo>
                    <a:cubicBezTo>
                      <a:pt x="-2825" y="45874"/>
                      <a:pt x="-2825" y="24171"/>
                      <a:pt x="10673" y="10673"/>
                    </a:cubicBezTo>
                    <a:cubicBezTo>
                      <a:pt x="24171" y="-2825"/>
                      <a:pt x="45874" y="-2825"/>
                      <a:pt x="59372" y="10673"/>
                    </a:cubicBezTo>
                    <a:cubicBezTo>
                      <a:pt x="72871" y="24171"/>
                      <a:pt x="72871" y="45874"/>
                      <a:pt x="59372" y="59372"/>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grpSp>
        <p:cxnSp>
          <p:nvCxnSpPr>
            <p:cNvPr id="105" name="Straight Connector 104">
              <a:extLst>
                <a:ext uri="{FF2B5EF4-FFF2-40B4-BE49-F238E27FC236}">
                  <a16:creationId xmlns:a16="http://schemas.microsoft.com/office/drawing/2014/main" id="{69EF0209-5ED7-B96B-FA08-C33845954E1B}"/>
                </a:ext>
              </a:extLst>
            </p:cNvPr>
            <p:cNvCxnSpPr>
              <a:cxnSpLocks/>
            </p:cNvCxnSpPr>
            <p:nvPr/>
          </p:nvCxnSpPr>
          <p:spPr>
            <a:xfrm>
              <a:off x="519945" y="5326840"/>
              <a:ext cx="3553460" cy="0"/>
            </a:xfrm>
            <a:prstGeom prst="line">
              <a:avLst/>
            </a:prstGeom>
            <a:ln w="3175">
              <a:solidFill>
                <a:srgbClr val="8B6EBA"/>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61565A60-39AF-29B5-8E62-92CD2CED3CAB}"/>
              </a:ext>
            </a:extLst>
          </p:cNvPr>
          <p:cNvGrpSpPr/>
          <p:nvPr/>
        </p:nvGrpSpPr>
        <p:grpSpPr>
          <a:xfrm>
            <a:off x="519945" y="3102273"/>
            <a:ext cx="4318840" cy="1049780"/>
            <a:chOff x="519945" y="3102273"/>
            <a:chExt cx="4318840" cy="1049780"/>
          </a:xfrm>
        </p:grpSpPr>
        <p:grpSp>
          <p:nvGrpSpPr>
            <p:cNvPr id="63" name="Group 62">
              <a:extLst>
                <a:ext uri="{FF2B5EF4-FFF2-40B4-BE49-F238E27FC236}">
                  <a16:creationId xmlns:a16="http://schemas.microsoft.com/office/drawing/2014/main" id="{F20055B0-C225-D357-9199-FAC0AAB1AE4B}"/>
                </a:ext>
              </a:extLst>
            </p:cNvPr>
            <p:cNvGrpSpPr/>
            <p:nvPr/>
          </p:nvGrpSpPr>
          <p:grpSpPr>
            <a:xfrm>
              <a:off x="3393955" y="3102273"/>
              <a:ext cx="1444830" cy="1049780"/>
              <a:chOff x="3393955" y="3102273"/>
              <a:chExt cx="1444830" cy="1049780"/>
            </a:xfrm>
          </p:grpSpPr>
          <p:sp>
            <p:nvSpPr>
              <p:cNvPr id="31" name="Freeform: Shape 30">
                <a:extLst>
                  <a:ext uri="{FF2B5EF4-FFF2-40B4-BE49-F238E27FC236}">
                    <a16:creationId xmlns:a16="http://schemas.microsoft.com/office/drawing/2014/main" id="{CFFAB367-0E99-E119-1816-2997E1BE8DA0}"/>
                  </a:ext>
                </a:extLst>
              </p:cNvPr>
              <p:cNvSpPr/>
              <p:nvPr/>
            </p:nvSpPr>
            <p:spPr>
              <a:xfrm>
                <a:off x="4192382"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32" name="Freeform: Shape 31">
                <a:extLst>
                  <a:ext uri="{FF2B5EF4-FFF2-40B4-BE49-F238E27FC236}">
                    <a16:creationId xmlns:a16="http://schemas.microsoft.com/office/drawing/2014/main" id="{B92E5E84-DA10-59AC-6CAF-8206DD6ED9F3}"/>
                  </a:ext>
                </a:extLst>
              </p:cNvPr>
              <p:cNvSpPr/>
              <p:nvPr/>
            </p:nvSpPr>
            <p:spPr>
              <a:xfrm>
                <a:off x="4651839" y="3559883"/>
                <a:ext cx="186946" cy="186946"/>
              </a:xfrm>
              <a:custGeom>
                <a:avLst/>
                <a:gdLst>
                  <a:gd name="connsiteX0" fmla="*/ 34956 w 68814"/>
                  <a:gd name="connsiteY0" fmla="*/ 69364 h 68814"/>
                  <a:gd name="connsiteX1" fmla="*/ 549 w 68814"/>
                  <a:gd name="connsiteY1" fmla="*/ 34956 h 68814"/>
                  <a:gd name="connsiteX2" fmla="*/ 34956 w 68814"/>
                  <a:gd name="connsiteY2" fmla="*/ 549 h 68814"/>
                  <a:gd name="connsiteX3" fmla="*/ 69364 w 68814"/>
                  <a:gd name="connsiteY3" fmla="*/ 34956 h 68814"/>
                  <a:gd name="connsiteX4" fmla="*/ 34956 w 68814"/>
                  <a:gd name="connsiteY4" fmla="*/ 69364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34956" y="69364"/>
                    </a:moveTo>
                    <a:cubicBezTo>
                      <a:pt x="15900" y="69364"/>
                      <a:pt x="549" y="54013"/>
                      <a:pt x="549" y="34956"/>
                    </a:cubicBezTo>
                    <a:cubicBezTo>
                      <a:pt x="549" y="15900"/>
                      <a:pt x="15900" y="549"/>
                      <a:pt x="34956" y="549"/>
                    </a:cubicBezTo>
                    <a:cubicBezTo>
                      <a:pt x="54013" y="549"/>
                      <a:pt x="69364" y="15900"/>
                      <a:pt x="69364" y="34956"/>
                    </a:cubicBezTo>
                    <a:cubicBezTo>
                      <a:pt x="69364" y="53748"/>
                      <a:pt x="54013" y="69364"/>
                      <a:pt x="34956" y="6936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2" name="Freeform: Shape 51">
                <a:extLst>
                  <a:ext uri="{FF2B5EF4-FFF2-40B4-BE49-F238E27FC236}">
                    <a16:creationId xmlns:a16="http://schemas.microsoft.com/office/drawing/2014/main" id="{13D82D0C-64D9-A008-F252-FEAC861CC097}"/>
                  </a:ext>
                </a:extLst>
              </p:cNvPr>
              <p:cNvSpPr/>
              <p:nvPr/>
            </p:nvSpPr>
            <p:spPr>
              <a:xfrm>
                <a:off x="3393955" y="3102273"/>
                <a:ext cx="1056972" cy="1049780"/>
              </a:xfrm>
              <a:custGeom>
                <a:avLst/>
                <a:gdLst>
                  <a:gd name="connsiteX0" fmla="*/ 387610 w 389065"/>
                  <a:gd name="connsiteY0" fmla="*/ 191754 h 386418"/>
                  <a:gd name="connsiteX1" fmla="*/ 338646 w 389065"/>
                  <a:gd name="connsiteY1" fmla="*/ 62331 h 386418"/>
                  <a:gd name="connsiteX2" fmla="*/ 197312 w 389065"/>
                  <a:gd name="connsiteY2" fmla="*/ 1986 h 386418"/>
                  <a:gd name="connsiteX3" fmla="*/ 1985 w 389065"/>
                  <a:gd name="connsiteY3" fmla="*/ 197048 h 386418"/>
                  <a:gd name="connsiteX4" fmla="*/ 50949 w 389065"/>
                  <a:gd name="connsiteY4" fmla="*/ 326472 h 386418"/>
                  <a:gd name="connsiteX5" fmla="*/ 192283 w 389065"/>
                  <a:gd name="connsiteY5" fmla="*/ 386816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8"/>
                      <a:pt x="338646" y="62331"/>
                    </a:cubicBezTo>
                    <a:cubicBezTo>
                      <a:pt x="303180" y="25012"/>
                      <a:pt x="252893" y="1986"/>
                      <a:pt x="197312" y="1986"/>
                    </a:cubicBezTo>
                    <a:cubicBezTo>
                      <a:pt x="89326" y="1721"/>
                      <a:pt x="1985" y="89327"/>
                      <a:pt x="1985" y="197048"/>
                    </a:cubicBezTo>
                    <a:cubicBezTo>
                      <a:pt x="1985" y="246806"/>
                      <a:pt x="20512" y="292064"/>
                      <a:pt x="50949" y="326472"/>
                    </a:cubicBezTo>
                    <a:cubicBezTo>
                      <a:pt x="86415" y="363790"/>
                      <a:pt x="136702" y="386816"/>
                      <a:pt x="192283" y="386816"/>
                    </a:cubicBezTo>
                    <a:cubicBezTo>
                      <a:pt x="300269" y="386816"/>
                      <a:pt x="387610" y="299475"/>
                      <a:pt x="387610" y="19175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3" name="Freeform: Shape 52">
                <a:extLst>
                  <a:ext uri="{FF2B5EF4-FFF2-40B4-BE49-F238E27FC236}">
                    <a16:creationId xmlns:a16="http://schemas.microsoft.com/office/drawing/2014/main" id="{71A81F74-4B21-8AD1-68D1-62525DCEA09F}"/>
                  </a:ext>
                </a:extLst>
              </p:cNvPr>
              <p:cNvSpPr/>
              <p:nvPr/>
            </p:nvSpPr>
            <p:spPr>
              <a:xfrm>
                <a:off x="3512596" y="3217318"/>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4" name="Straight Connector 113">
              <a:extLst>
                <a:ext uri="{FF2B5EF4-FFF2-40B4-BE49-F238E27FC236}">
                  <a16:creationId xmlns:a16="http://schemas.microsoft.com/office/drawing/2014/main" id="{55B6D107-FA04-0202-7B61-ACA13A32A2C3}"/>
                </a:ext>
              </a:extLst>
            </p:cNvPr>
            <p:cNvCxnSpPr>
              <a:cxnSpLocks/>
              <a:endCxn id="52" idx="3"/>
            </p:cNvCxnSpPr>
            <p:nvPr/>
          </p:nvCxnSpPr>
          <p:spPr>
            <a:xfrm>
              <a:off x="519945" y="3632200"/>
              <a:ext cx="2879403" cy="5392"/>
            </a:xfrm>
            <a:prstGeom prst="line">
              <a:avLst/>
            </a:prstGeom>
            <a:ln w="3175">
              <a:solidFill>
                <a:srgbClr val="60A6D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301E44D0-B916-06F8-789F-69DD4DBA728D}"/>
              </a:ext>
            </a:extLst>
          </p:cNvPr>
          <p:cNvGrpSpPr/>
          <p:nvPr/>
        </p:nvGrpSpPr>
        <p:grpSpPr>
          <a:xfrm>
            <a:off x="6934266" y="1570749"/>
            <a:ext cx="4713308" cy="1202034"/>
            <a:chOff x="6934266" y="1570749"/>
            <a:chExt cx="4713308" cy="1202034"/>
          </a:xfrm>
        </p:grpSpPr>
        <p:grpSp>
          <p:nvGrpSpPr>
            <p:cNvPr id="61" name="Group 60">
              <a:extLst>
                <a:ext uri="{FF2B5EF4-FFF2-40B4-BE49-F238E27FC236}">
                  <a16:creationId xmlns:a16="http://schemas.microsoft.com/office/drawing/2014/main" id="{743598F6-C3D8-5C8E-B439-656BC31D4C23}"/>
                </a:ext>
              </a:extLst>
            </p:cNvPr>
            <p:cNvGrpSpPr/>
            <p:nvPr/>
          </p:nvGrpSpPr>
          <p:grpSpPr>
            <a:xfrm>
              <a:off x="6934266" y="1570749"/>
              <a:ext cx="1207428" cy="1202034"/>
              <a:chOff x="6934266" y="1570749"/>
              <a:chExt cx="1207428" cy="1202034"/>
            </a:xfrm>
          </p:grpSpPr>
          <p:sp>
            <p:nvSpPr>
              <p:cNvPr id="28" name="Freeform: Shape 27">
                <a:extLst>
                  <a:ext uri="{FF2B5EF4-FFF2-40B4-BE49-F238E27FC236}">
                    <a16:creationId xmlns:a16="http://schemas.microsoft.com/office/drawing/2014/main" id="{53C8BB29-DD4B-04A0-28D4-02ADE9A86C6A}"/>
                  </a:ext>
                </a:extLst>
              </p:cNvPr>
              <p:cNvSpPr/>
              <p:nvPr/>
            </p:nvSpPr>
            <p:spPr>
              <a:xfrm>
                <a:off x="7009692" y="2263206"/>
                <a:ext cx="431415" cy="431415"/>
              </a:xfrm>
              <a:custGeom>
                <a:avLst/>
                <a:gdLst>
                  <a:gd name="connsiteX0" fmla="*/ 2807 w 158802"/>
                  <a:gd name="connsiteY0" fmla="*/ 146724 h 158802"/>
                  <a:gd name="connsiteX1" fmla="*/ 146724 w 158802"/>
                  <a:gd name="connsiteY1" fmla="*/ 2807 h 158802"/>
                  <a:gd name="connsiteX2" fmla="*/ 158328 w 158802"/>
                  <a:gd name="connsiteY2" fmla="*/ 14410 h 158802"/>
                  <a:gd name="connsiteX3" fmla="*/ 14410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6724"/>
                    </a:moveTo>
                    <a:lnTo>
                      <a:pt x="146724" y="2807"/>
                    </a:lnTo>
                    <a:lnTo>
                      <a:pt x="158328" y="14410"/>
                    </a:lnTo>
                    <a:lnTo>
                      <a:pt x="14410" y="158328"/>
                    </a:ln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03F58DFB-90C1-8BA7-AE00-9F7EB09157AB}"/>
                  </a:ext>
                </a:extLst>
              </p:cNvPr>
              <p:cNvSpPr/>
              <p:nvPr/>
            </p:nvSpPr>
            <p:spPr>
              <a:xfrm>
                <a:off x="6934266" y="2578646"/>
                <a:ext cx="194137" cy="194137"/>
              </a:xfrm>
              <a:custGeom>
                <a:avLst/>
                <a:gdLst>
                  <a:gd name="connsiteX0" fmla="*/ 12109 w 71461"/>
                  <a:gd name="connsiteY0" fmla="*/ 12109 h 71461"/>
                  <a:gd name="connsiteX1" fmla="*/ 60808 w 71461"/>
                  <a:gd name="connsiteY1" fmla="*/ 12109 h 71461"/>
                  <a:gd name="connsiteX2" fmla="*/ 60808 w 71461"/>
                  <a:gd name="connsiteY2" fmla="*/ 60808 h 71461"/>
                  <a:gd name="connsiteX3" fmla="*/ 12109 w 71461"/>
                  <a:gd name="connsiteY3" fmla="*/ 60808 h 71461"/>
                  <a:gd name="connsiteX4" fmla="*/ 12109 w 71461"/>
                  <a:gd name="connsiteY4" fmla="*/ 12109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12109"/>
                    </a:moveTo>
                    <a:cubicBezTo>
                      <a:pt x="25607" y="-1390"/>
                      <a:pt x="47310" y="-1390"/>
                      <a:pt x="60808" y="12109"/>
                    </a:cubicBezTo>
                    <a:cubicBezTo>
                      <a:pt x="74306" y="25607"/>
                      <a:pt x="74306" y="47310"/>
                      <a:pt x="60808" y="60808"/>
                    </a:cubicBezTo>
                    <a:cubicBezTo>
                      <a:pt x="47310" y="74306"/>
                      <a:pt x="25607" y="74306"/>
                      <a:pt x="12109" y="60808"/>
                    </a:cubicBezTo>
                    <a:cubicBezTo>
                      <a:pt x="-1390" y="47310"/>
                      <a:pt x="-1390" y="25607"/>
                      <a:pt x="12109" y="12109"/>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4" name="Freeform: Shape 43">
                <a:extLst>
                  <a:ext uri="{FF2B5EF4-FFF2-40B4-BE49-F238E27FC236}">
                    <a16:creationId xmlns:a16="http://schemas.microsoft.com/office/drawing/2014/main" id="{96476F8E-D323-43AE-A146-ED3EAF076EA1}"/>
                  </a:ext>
                </a:extLst>
              </p:cNvPr>
              <p:cNvSpPr/>
              <p:nvPr/>
            </p:nvSpPr>
            <p:spPr>
              <a:xfrm>
                <a:off x="7084722" y="1570749"/>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5" name="Freeform: Shape 44">
                <a:extLst>
                  <a:ext uri="{FF2B5EF4-FFF2-40B4-BE49-F238E27FC236}">
                    <a16:creationId xmlns:a16="http://schemas.microsoft.com/office/drawing/2014/main" id="{4AF0EDAD-C179-8541-7A8F-07AB027DE02E}"/>
                  </a:ext>
                </a:extLst>
              </p:cNvPr>
              <p:cNvSpPr/>
              <p:nvPr/>
            </p:nvSpPr>
            <p:spPr>
              <a:xfrm>
                <a:off x="7203363" y="1689389"/>
                <a:ext cx="819691" cy="819690"/>
              </a:xfrm>
              <a:custGeom>
                <a:avLst/>
                <a:gdLst>
                  <a:gd name="connsiteX0" fmla="*/ 300004 w 301724"/>
                  <a:gd name="connsiteY0" fmla="*/ 150995 h 301724"/>
                  <a:gd name="connsiteX1" fmla="*/ 150994 w 301724"/>
                  <a:gd name="connsiteY1" fmla="*/ 300005 h 301724"/>
                  <a:gd name="connsiteX2" fmla="*/ 1985 w 301724"/>
                  <a:gd name="connsiteY2" fmla="*/ 150995 h 301724"/>
                  <a:gd name="connsiteX3" fmla="*/ 150994 w 301724"/>
                  <a:gd name="connsiteY3" fmla="*/ 1986 h 301724"/>
                  <a:gd name="connsiteX4" fmla="*/ 300004 w 301724"/>
                  <a:gd name="connsiteY4" fmla="*/ 150995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5"/>
                    </a:moveTo>
                    <a:cubicBezTo>
                      <a:pt x="300004" y="233308"/>
                      <a:pt x="233307" y="300005"/>
                      <a:pt x="150994" y="300005"/>
                    </a:cubicBezTo>
                    <a:cubicBezTo>
                      <a:pt x="68682" y="300005"/>
                      <a:pt x="1985" y="233308"/>
                      <a:pt x="1985" y="150995"/>
                    </a:cubicBezTo>
                    <a:cubicBezTo>
                      <a:pt x="1985" y="68683"/>
                      <a:pt x="68682" y="1986"/>
                      <a:pt x="150994" y="1986"/>
                    </a:cubicBezTo>
                    <a:cubicBezTo>
                      <a:pt x="233307" y="1721"/>
                      <a:pt x="300004" y="68683"/>
                      <a:pt x="300004" y="150995"/>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7" name="Straight Connector 116">
              <a:extLst>
                <a:ext uri="{FF2B5EF4-FFF2-40B4-BE49-F238E27FC236}">
                  <a16:creationId xmlns:a16="http://schemas.microsoft.com/office/drawing/2014/main" id="{5C12A069-36BB-9FAC-A9BE-A203DD694441}"/>
                </a:ext>
              </a:extLst>
            </p:cNvPr>
            <p:cNvCxnSpPr>
              <a:cxnSpLocks/>
            </p:cNvCxnSpPr>
            <p:nvPr/>
          </p:nvCxnSpPr>
          <p:spPr>
            <a:xfrm flipH="1">
              <a:off x="8118595" y="2062940"/>
              <a:ext cx="3528979" cy="0"/>
            </a:xfrm>
            <a:prstGeom prst="line">
              <a:avLst/>
            </a:prstGeom>
            <a:ln w="3175">
              <a:solidFill>
                <a:srgbClr val="7E68A3"/>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643F5DD9-6B8D-0D63-BF21-6BACC4ADF94B}"/>
              </a:ext>
            </a:extLst>
          </p:cNvPr>
          <p:cNvGrpSpPr/>
          <p:nvPr/>
        </p:nvGrpSpPr>
        <p:grpSpPr>
          <a:xfrm>
            <a:off x="6938888" y="4482934"/>
            <a:ext cx="4733167" cy="1210717"/>
            <a:chOff x="6938888" y="4482934"/>
            <a:chExt cx="4733167" cy="1210717"/>
          </a:xfrm>
        </p:grpSpPr>
        <p:grpSp>
          <p:nvGrpSpPr>
            <p:cNvPr id="59" name="Group 58">
              <a:extLst>
                <a:ext uri="{FF2B5EF4-FFF2-40B4-BE49-F238E27FC236}">
                  <a16:creationId xmlns:a16="http://schemas.microsoft.com/office/drawing/2014/main" id="{2D1A60C6-3828-ED9B-3658-8D090EB31AD9}"/>
                </a:ext>
              </a:extLst>
            </p:cNvPr>
            <p:cNvGrpSpPr/>
            <p:nvPr/>
          </p:nvGrpSpPr>
          <p:grpSpPr>
            <a:xfrm>
              <a:off x="6938888" y="4482934"/>
              <a:ext cx="1213591" cy="1210717"/>
              <a:chOff x="6938888" y="4482934"/>
              <a:chExt cx="1213591" cy="1210717"/>
            </a:xfrm>
          </p:grpSpPr>
          <p:sp>
            <p:nvSpPr>
              <p:cNvPr id="15" name="Freeform: Shape 14">
                <a:extLst>
                  <a:ext uri="{FF2B5EF4-FFF2-40B4-BE49-F238E27FC236}">
                    <a16:creationId xmlns:a16="http://schemas.microsoft.com/office/drawing/2014/main" id="{A83688DF-D7CC-6B14-BD0B-489C92191352}"/>
                  </a:ext>
                </a:extLst>
              </p:cNvPr>
              <p:cNvSpPr/>
              <p:nvPr/>
            </p:nvSpPr>
            <p:spPr>
              <a:xfrm>
                <a:off x="7016077" y="4560222"/>
                <a:ext cx="424227" cy="424227"/>
              </a:xfrm>
              <a:custGeom>
                <a:avLst/>
                <a:gdLst>
                  <a:gd name="connsiteX0" fmla="*/ 777 w 156155"/>
                  <a:gd name="connsiteY0" fmla="*/ 12380 h 156155"/>
                  <a:gd name="connsiteX1" fmla="*/ 12380 w 156155"/>
                  <a:gd name="connsiteY1" fmla="*/ 777 h 156155"/>
                  <a:gd name="connsiteX2" fmla="*/ 156297 w 156155"/>
                  <a:gd name="connsiteY2" fmla="*/ 144694 h 156155"/>
                  <a:gd name="connsiteX3" fmla="*/ 144694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2380"/>
                    </a:moveTo>
                    <a:lnTo>
                      <a:pt x="12380" y="777"/>
                    </a:lnTo>
                    <a:lnTo>
                      <a:pt x="156297" y="144694"/>
                    </a:lnTo>
                    <a:lnTo>
                      <a:pt x="144694" y="156297"/>
                    </a:ln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30" name="Freeform: Shape 29">
                <a:extLst>
                  <a:ext uri="{FF2B5EF4-FFF2-40B4-BE49-F238E27FC236}">
                    <a16:creationId xmlns:a16="http://schemas.microsoft.com/office/drawing/2014/main" id="{E7F81D11-09AB-2B12-7BC2-8F0BFA321AEA}"/>
                  </a:ext>
                </a:extLst>
              </p:cNvPr>
              <p:cNvSpPr/>
              <p:nvPr/>
            </p:nvSpPr>
            <p:spPr>
              <a:xfrm>
                <a:off x="6938888" y="4482934"/>
                <a:ext cx="186946" cy="186946"/>
              </a:xfrm>
              <a:custGeom>
                <a:avLst/>
                <a:gdLst>
                  <a:gd name="connsiteX0" fmla="*/ 59372 w 68814"/>
                  <a:gd name="connsiteY0" fmla="*/ 10673 h 68814"/>
                  <a:gd name="connsiteX1" fmla="*/ 59372 w 68814"/>
                  <a:gd name="connsiteY1" fmla="*/ 59372 h 68814"/>
                  <a:gd name="connsiteX2" fmla="*/ 10673 w 68814"/>
                  <a:gd name="connsiteY2" fmla="*/ 59372 h 68814"/>
                  <a:gd name="connsiteX3" fmla="*/ 10673 w 68814"/>
                  <a:gd name="connsiteY3" fmla="*/ 10673 h 68814"/>
                  <a:gd name="connsiteX4" fmla="*/ 59372 w 68814"/>
                  <a:gd name="connsiteY4" fmla="*/ 10673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10673"/>
                    </a:moveTo>
                    <a:cubicBezTo>
                      <a:pt x="72870" y="24171"/>
                      <a:pt x="72870" y="45874"/>
                      <a:pt x="59372" y="59372"/>
                    </a:cubicBezTo>
                    <a:cubicBezTo>
                      <a:pt x="45874" y="72870"/>
                      <a:pt x="24171" y="72870"/>
                      <a:pt x="10673" y="59372"/>
                    </a:cubicBezTo>
                    <a:cubicBezTo>
                      <a:pt x="-2825" y="45874"/>
                      <a:pt x="-2825" y="24171"/>
                      <a:pt x="10673" y="10673"/>
                    </a:cubicBezTo>
                    <a:cubicBezTo>
                      <a:pt x="24171" y="-2825"/>
                      <a:pt x="46139" y="-2825"/>
                      <a:pt x="59372" y="10673"/>
                    </a:cubicBezTo>
                    <a:close/>
                  </a:path>
                </a:pathLst>
              </a:custGeom>
              <a:solidFill>
                <a:srgbClr val="9A8DC8"/>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48" name="Freeform: Shape 47">
                <a:extLst>
                  <a:ext uri="{FF2B5EF4-FFF2-40B4-BE49-F238E27FC236}">
                    <a16:creationId xmlns:a16="http://schemas.microsoft.com/office/drawing/2014/main" id="{57558118-96AB-AFFD-BDD3-414603AA5B9E}"/>
                  </a:ext>
                </a:extLst>
              </p:cNvPr>
              <p:cNvSpPr/>
              <p:nvPr/>
            </p:nvSpPr>
            <p:spPr>
              <a:xfrm>
                <a:off x="7095507" y="463668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1"/>
                      <a:pt x="192283" y="387081"/>
                    </a:cubicBezTo>
                    <a:cubicBezTo>
                      <a:pt x="300269" y="386816"/>
                      <a:pt x="387610" y="299475"/>
                      <a:pt x="387610" y="191754"/>
                    </a:cubicBez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50" name="Freeform: Shape 49">
                <a:extLst>
                  <a:ext uri="{FF2B5EF4-FFF2-40B4-BE49-F238E27FC236}">
                    <a16:creationId xmlns:a16="http://schemas.microsoft.com/office/drawing/2014/main" id="{F2A65BA4-E8DA-04BF-4E9C-49453A943AF6}"/>
                  </a:ext>
                </a:extLst>
              </p:cNvPr>
              <p:cNvSpPr/>
              <p:nvPr/>
            </p:nvSpPr>
            <p:spPr>
              <a:xfrm>
                <a:off x="7221338" y="4762510"/>
                <a:ext cx="805311" cy="805311"/>
              </a:xfrm>
              <a:custGeom>
                <a:avLst/>
                <a:gdLst>
                  <a:gd name="connsiteX0" fmla="*/ 296299 w 296430"/>
                  <a:gd name="connsiteY0" fmla="*/ 146760 h 296430"/>
                  <a:gd name="connsiteX1" fmla="*/ 258980 w 296430"/>
                  <a:gd name="connsiteY1" fmla="*/ 48038 h 296430"/>
                  <a:gd name="connsiteX2" fmla="*/ 150995 w 296430"/>
                  <a:gd name="connsiteY2" fmla="*/ 1985 h 296430"/>
                  <a:gd name="connsiteX3" fmla="*/ 1985 w 296430"/>
                  <a:gd name="connsiteY3" fmla="*/ 150994 h 296430"/>
                  <a:gd name="connsiteX4" fmla="*/ 39568 w 296430"/>
                  <a:gd name="connsiteY4" fmla="*/ 249717 h 296430"/>
                  <a:gd name="connsiteX5" fmla="*/ 147554 w 296430"/>
                  <a:gd name="connsiteY5" fmla="*/ 295769 h 296430"/>
                  <a:gd name="connsiteX6" fmla="*/ 296299 w 296430"/>
                  <a:gd name="connsiteY6" fmla="*/ 146760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6760"/>
                    </a:moveTo>
                    <a:cubicBezTo>
                      <a:pt x="296299" y="108912"/>
                      <a:pt x="282271" y="74240"/>
                      <a:pt x="258980" y="48038"/>
                    </a:cubicBezTo>
                    <a:cubicBezTo>
                      <a:pt x="231719" y="19718"/>
                      <a:pt x="193607" y="1985"/>
                      <a:pt x="150995" y="1985"/>
                    </a:cubicBezTo>
                    <a:cubicBezTo>
                      <a:pt x="68682" y="1985"/>
                      <a:pt x="1985" y="68682"/>
                      <a:pt x="1985" y="150994"/>
                    </a:cubicBezTo>
                    <a:cubicBezTo>
                      <a:pt x="1985" y="188842"/>
                      <a:pt x="16013" y="223514"/>
                      <a:pt x="39568" y="249717"/>
                    </a:cubicBezTo>
                    <a:cubicBezTo>
                      <a:pt x="66829" y="278036"/>
                      <a:pt x="104942" y="295769"/>
                      <a:pt x="147554" y="295769"/>
                    </a:cubicBezTo>
                    <a:cubicBezTo>
                      <a:pt x="229602" y="295769"/>
                      <a:pt x="296299" y="229072"/>
                      <a:pt x="296299" y="14676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8" name="Straight Connector 117">
              <a:extLst>
                <a:ext uri="{FF2B5EF4-FFF2-40B4-BE49-F238E27FC236}">
                  <a16:creationId xmlns:a16="http://schemas.microsoft.com/office/drawing/2014/main" id="{A3595DE9-B9CF-019C-1EB3-9C6759BDF4BD}"/>
                </a:ext>
              </a:extLst>
            </p:cNvPr>
            <p:cNvCxnSpPr>
              <a:cxnSpLocks/>
            </p:cNvCxnSpPr>
            <p:nvPr/>
          </p:nvCxnSpPr>
          <p:spPr>
            <a:xfrm flipH="1">
              <a:off x="8118595" y="5326840"/>
              <a:ext cx="3553460" cy="0"/>
            </a:xfrm>
            <a:prstGeom prst="line">
              <a:avLst/>
            </a:prstGeom>
            <a:ln w="3175">
              <a:solidFill>
                <a:srgbClr val="998CC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F20E2B78-69AD-1B26-DAFE-B32AD26A4E08}"/>
              </a:ext>
            </a:extLst>
          </p:cNvPr>
          <p:cNvGrpSpPr/>
          <p:nvPr/>
        </p:nvGrpSpPr>
        <p:grpSpPr>
          <a:xfrm>
            <a:off x="7305948" y="3102276"/>
            <a:ext cx="4345066" cy="1056971"/>
            <a:chOff x="7305948" y="3102276"/>
            <a:chExt cx="4345066" cy="1056971"/>
          </a:xfrm>
        </p:grpSpPr>
        <p:grpSp>
          <p:nvGrpSpPr>
            <p:cNvPr id="60" name="Group 59">
              <a:extLst>
                <a:ext uri="{FF2B5EF4-FFF2-40B4-BE49-F238E27FC236}">
                  <a16:creationId xmlns:a16="http://schemas.microsoft.com/office/drawing/2014/main" id="{F5C68378-93BA-F55D-E3DE-780FF18F47C3}"/>
                </a:ext>
              </a:extLst>
            </p:cNvPr>
            <p:cNvGrpSpPr/>
            <p:nvPr/>
          </p:nvGrpSpPr>
          <p:grpSpPr>
            <a:xfrm>
              <a:off x="7305948" y="3102276"/>
              <a:ext cx="1472807" cy="1056971"/>
              <a:chOff x="7305948" y="3102276"/>
              <a:chExt cx="1472807" cy="1056971"/>
            </a:xfrm>
          </p:grpSpPr>
          <p:sp>
            <p:nvSpPr>
              <p:cNvPr id="16" name="Freeform: Shape 15">
                <a:extLst>
                  <a:ext uri="{FF2B5EF4-FFF2-40B4-BE49-F238E27FC236}">
                    <a16:creationId xmlns:a16="http://schemas.microsoft.com/office/drawing/2014/main" id="{5446945F-57A3-103F-5562-FD7B6535B055}"/>
                  </a:ext>
                </a:extLst>
              </p:cNvPr>
              <p:cNvSpPr/>
              <p:nvPr/>
            </p:nvSpPr>
            <p:spPr>
              <a:xfrm>
                <a:off x="7428723"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27" name="Freeform: Shape 26">
                <a:extLst>
                  <a:ext uri="{FF2B5EF4-FFF2-40B4-BE49-F238E27FC236}">
                    <a16:creationId xmlns:a16="http://schemas.microsoft.com/office/drawing/2014/main" id="{39630D4C-F9D4-1D18-37B7-33EFFA0A016D}"/>
                  </a:ext>
                </a:extLst>
              </p:cNvPr>
              <p:cNvSpPr/>
              <p:nvPr/>
            </p:nvSpPr>
            <p:spPr>
              <a:xfrm>
                <a:off x="7305948" y="3530676"/>
                <a:ext cx="244469" cy="244469"/>
              </a:xfrm>
              <a:custGeom>
                <a:avLst/>
                <a:gdLst>
                  <a:gd name="connsiteX0" fmla="*/ 77478 w 89987"/>
                  <a:gd name="connsiteY0" fmla="*/ 32463 h 89987"/>
                  <a:gd name="connsiteX1" fmla="*/ 59004 w 89987"/>
                  <a:gd name="connsiteY1" fmla="*/ 77478 h 89987"/>
                  <a:gd name="connsiteX2" fmla="*/ 13989 w 89987"/>
                  <a:gd name="connsiteY2" fmla="*/ 59004 h 89987"/>
                  <a:gd name="connsiteX3" fmla="*/ 32463 w 89987"/>
                  <a:gd name="connsiteY3" fmla="*/ 13990 h 89987"/>
                  <a:gd name="connsiteX4" fmla="*/ 77478 w 89987"/>
                  <a:gd name="connsiteY4" fmla="*/ 32463 h 89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7" h="89987">
                    <a:moveTo>
                      <a:pt x="77478" y="32463"/>
                    </a:moveTo>
                    <a:cubicBezTo>
                      <a:pt x="84807" y="49994"/>
                      <a:pt x="76536" y="70148"/>
                      <a:pt x="59004" y="77478"/>
                    </a:cubicBezTo>
                    <a:cubicBezTo>
                      <a:pt x="41473" y="84807"/>
                      <a:pt x="21319" y="76536"/>
                      <a:pt x="13989" y="59004"/>
                    </a:cubicBezTo>
                    <a:cubicBezTo>
                      <a:pt x="6660" y="41473"/>
                      <a:pt x="14931" y="21319"/>
                      <a:pt x="32463" y="13990"/>
                    </a:cubicBezTo>
                    <a:cubicBezTo>
                      <a:pt x="49994" y="6660"/>
                      <a:pt x="70148" y="14931"/>
                      <a:pt x="77478" y="32463"/>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0" name="Freeform: Shape 39">
                <a:extLst>
                  <a:ext uri="{FF2B5EF4-FFF2-40B4-BE49-F238E27FC236}">
                    <a16:creationId xmlns:a16="http://schemas.microsoft.com/office/drawing/2014/main" id="{A573B479-E0F4-F02F-3769-E53530703ADB}"/>
                  </a:ext>
                </a:extLst>
              </p:cNvPr>
              <p:cNvSpPr/>
              <p:nvPr/>
            </p:nvSpPr>
            <p:spPr>
              <a:xfrm>
                <a:off x="7721783" y="3102276"/>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004" y="386816"/>
                      <a:pt x="387610" y="299475"/>
                      <a:pt x="387610" y="191754"/>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1" name="Freeform: Shape 40">
                <a:extLst>
                  <a:ext uri="{FF2B5EF4-FFF2-40B4-BE49-F238E27FC236}">
                    <a16:creationId xmlns:a16="http://schemas.microsoft.com/office/drawing/2014/main" id="{D585AC74-3706-7BED-5D20-16E120BFC28D}"/>
                  </a:ext>
                </a:extLst>
              </p:cNvPr>
              <p:cNvSpPr/>
              <p:nvPr/>
            </p:nvSpPr>
            <p:spPr>
              <a:xfrm>
                <a:off x="7840424" y="3220916"/>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9" name="Straight Connector 118">
              <a:extLst>
                <a:ext uri="{FF2B5EF4-FFF2-40B4-BE49-F238E27FC236}">
                  <a16:creationId xmlns:a16="http://schemas.microsoft.com/office/drawing/2014/main" id="{C48BCCB3-E369-F6DC-DA92-E448B6CFC9A6}"/>
                </a:ext>
              </a:extLst>
            </p:cNvPr>
            <p:cNvCxnSpPr>
              <a:cxnSpLocks/>
            </p:cNvCxnSpPr>
            <p:nvPr/>
          </p:nvCxnSpPr>
          <p:spPr>
            <a:xfrm flipH="1">
              <a:off x="8771611" y="3632200"/>
              <a:ext cx="2879403" cy="5392"/>
            </a:xfrm>
            <a:prstGeom prst="line">
              <a:avLst/>
            </a:prstGeom>
            <a:ln w="3175">
              <a:solidFill>
                <a:srgbClr val="7B92BB"/>
              </a:solidFill>
              <a:headEnd type="oval" w="sm" len="sm"/>
            </a:ln>
          </p:spPr>
          <p:style>
            <a:lnRef idx="1">
              <a:schemeClr val="accent1"/>
            </a:lnRef>
            <a:fillRef idx="0">
              <a:schemeClr val="accent1"/>
            </a:fillRef>
            <a:effectRef idx="0">
              <a:schemeClr val="accent1"/>
            </a:effectRef>
            <a:fontRef idx="minor">
              <a:schemeClr val="tx1"/>
            </a:fontRef>
          </p:style>
        </p:cxnSp>
      </p:grpSp>
      <p:sp>
        <p:nvSpPr>
          <p:cNvPr id="121" name="TextBox 120">
            <a:extLst>
              <a:ext uri="{FF2B5EF4-FFF2-40B4-BE49-F238E27FC236}">
                <a16:creationId xmlns:a16="http://schemas.microsoft.com/office/drawing/2014/main" id="{A49ABD1A-4901-7BD4-550F-53A9F259EDB1}"/>
              </a:ext>
            </a:extLst>
          </p:cNvPr>
          <p:cNvSpPr txBox="1"/>
          <p:nvPr/>
        </p:nvSpPr>
        <p:spPr>
          <a:xfrm>
            <a:off x="84312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0" name="TextBox 69">
            <a:extLst>
              <a:ext uri="{FF2B5EF4-FFF2-40B4-BE49-F238E27FC236}">
                <a16:creationId xmlns:a16="http://schemas.microsoft.com/office/drawing/2014/main" id="{BAC8CF3A-7E01-1ADA-2AE2-F12A6A5CF48A}"/>
              </a:ext>
            </a:extLst>
          </p:cNvPr>
          <p:cNvSpPr txBox="1"/>
          <p:nvPr/>
        </p:nvSpPr>
        <p:spPr>
          <a:xfrm>
            <a:off x="15478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1" name="TextBox 70">
            <a:extLst>
              <a:ext uri="{FF2B5EF4-FFF2-40B4-BE49-F238E27FC236}">
                <a16:creationId xmlns:a16="http://schemas.microsoft.com/office/drawing/2014/main" id="{1A242141-A798-DD2C-AB7E-063835D82360}"/>
              </a:ext>
            </a:extLst>
          </p:cNvPr>
          <p:cNvSpPr txBox="1"/>
          <p:nvPr/>
        </p:nvSpPr>
        <p:spPr>
          <a:xfrm>
            <a:off x="8970768"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2" name="TextBox 71">
            <a:extLst>
              <a:ext uri="{FF2B5EF4-FFF2-40B4-BE49-F238E27FC236}">
                <a16:creationId xmlns:a16="http://schemas.microsoft.com/office/drawing/2014/main" id="{A8E7F61B-CAF1-8FAB-9A2D-9C0423551910}"/>
              </a:ext>
            </a:extLst>
          </p:cNvPr>
          <p:cNvSpPr txBox="1"/>
          <p:nvPr/>
        </p:nvSpPr>
        <p:spPr>
          <a:xfrm>
            <a:off x="800619"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3" name="TextBox 72">
            <a:extLst>
              <a:ext uri="{FF2B5EF4-FFF2-40B4-BE49-F238E27FC236}">
                <a16:creationId xmlns:a16="http://schemas.microsoft.com/office/drawing/2014/main" id="{83D61070-C417-AD3E-FAA3-0550BDAC7B2C}"/>
              </a:ext>
            </a:extLst>
          </p:cNvPr>
          <p:cNvSpPr txBox="1"/>
          <p:nvPr/>
        </p:nvSpPr>
        <p:spPr>
          <a:xfrm>
            <a:off x="84312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4" name="TextBox 73">
            <a:extLst>
              <a:ext uri="{FF2B5EF4-FFF2-40B4-BE49-F238E27FC236}">
                <a16:creationId xmlns:a16="http://schemas.microsoft.com/office/drawing/2014/main" id="{77EF6C77-8FF8-272B-F2ED-A8E7C0684625}"/>
              </a:ext>
            </a:extLst>
          </p:cNvPr>
          <p:cNvSpPr txBox="1"/>
          <p:nvPr/>
        </p:nvSpPr>
        <p:spPr>
          <a:xfrm>
            <a:off x="15478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219343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7145-B26E-560F-615E-79AE8C534F8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0039A3A-15BA-0881-044D-B9E5008B642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AAD5C78-B79E-37B6-12B2-94C05CB18495}"/>
              </a:ext>
            </a:extLst>
          </p:cNvPr>
          <p:cNvSpPr>
            <a:spLocks noGrp="1"/>
          </p:cNvSpPr>
          <p:nvPr>
            <p:ph type="title"/>
          </p:nvPr>
        </p:nvSpPr>
        <p:spPr/>
        <p:txBody>
          <a:bodyPr/>
          <a:lstStyle/>
          <a:p>
            <a:r>
              <a:rPr lang="en-US" sz="1800" dirty="0"/>
              <a:t>Title</a:t>
            </a:r>
            <a:endParaRPr lang="es-MX" sz="1800" dirty="0"/>
          </a:p>
        </p:txBody>
      </p:sp>
      <p:sp>
        <p:nvSpPr>
          <p:cNvPr id="175" name="Rectangle: Rounded Corners 174">
            <a:extLst>
              <a:ext uri="{FF2B5EF4-FFF2-40B4-BE49-F238E27FC236}">
                <a16:creationId xmlns:a16="http://schemas.microsoft.com/office/drawing/2014/main" id="{73E8CACE-AC4A-C4EA-A208-F4BD2CD1E895}"/>
              </a:ext>
            </a:extLst>
          </p:cNvPr>
          <p:cNvSpPr/>
          <p:nvPr/>
        </p:nvSpPr>
        <p:spPr>
          <a:xfrm>
            <a:off x="675642" y="4664132"/>
            <a:ext cx="3490434" cy="1299685"/>
          </a:xfrm>
          <a:prstGeom prst="roundRect">
            <a:avLst>
              <a:gd name="adj" fmla="val 7817"/>
            </a:avLst>
          </a:prstGeom>
          <a:solidFill>
            <a:srgbClr val="E8E2F2"/>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7" name="Rectangle: Rounded Corners 176">
            <a:extLst>
              <a:ext uri="{FF2B5EF4-FFF2-40B4-BE49-F238E27FC236}">
                <a16:creationId xmlns:a16="http://schemas.microsoft.com/office/drawing/2014/main" id="{22E0695C-C626-148C-17B4-99E76AB6DBD6}"/>
              </a:ext>
            </a:extLst>
          </p:cNvPr>
          <p:cNvSpPr/>
          <p:nvPr/>
        </p:nvSpPr>
        <p:spPr>
          <a:xfrm flipH="1">
            <a:off x="8023981" y="4664132"/>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85" name="Rectangle: Rounded Corners 184">
            <a:extLst>
              <a:ext uri="{FF2B5EF4-FFF2-40B4-BE49-F238E27FC236}">
                <a16:creationId xmlns:a16="http://schemas.microsoft.com/office/drawing/2014/main" id="{BA2128E9-4B6C-7B5A-C3D4-B883B2D47CC0}"/>
              </a:ext>
            </a:extLst>
          </p:cNvPr>
          <p:cNvSpPr/>
          <p:nvPr/>
        </p:nvSpPr>
        <p:spPr>
          <a:xfrm>
            <a:off x="675642" y="1229759"/>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88" name="Rectangle: Rounded Corners 187">
            <a:extLst>
              <a:ext uri="{FF2B5EF4-FFF2-40B4-BE49-F238E27FC236}">
                <a16:creationId xmlns:a16="http://schemas.microsoft.com/office/drawing/2014/main" id="{9D12DB5D-791C-FCB5-29FF-FC5750020D7B}"/>
              </a:ext>
            </a:extLst>
          </p:cNvPr>
          <p:cNvSpPr/>
          <p:nvPr/>
        </p:nvSpPr>
        <p:spPr>
          <a:xfrm flipH="1">
            <a:off x="8023981" y="1302784"/>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3" name="Rectangle: Rounded Corners 192">
            <a:extLst>
              <a:ext uri="{FF2B5EF4-FFF2-40B4-BE49-F238E27FC236}">
                <a16:creationId xmlns:a16="http://schemas.microsoft.com/office/drawing/2014/main" id="{2781131D-44F0-65D4-96AD-4FB389DB2024}"/>
              </a:ext>
            </a:extLst>
          </p:cNvPr>
          <p:cNvSpPr/>
          <p:nvPr/>
        </p:nvSpPr>
        <p:spPr>
          <a:xfrm>
            <a:off x="472442" y="3018870"/>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5" name="Rectangle: Rounded Corners 194">
            <a:extLst>
              <a:ext uri="{FF2B5EF4-FFF2-40B4-BE49-F238E27FC236}">
                <a16:creationId xmlns:a16="http://schemas.microsoft.com/office/drawing/2014/main" id="{C5A346B3-138A-443E-E63E-7DC29283A28F}"/>
              </a:ext>
            </a:extLst>
          </p:cNvPr>
          <p:cNvSpPr/>
          <p:nvPr/>
        </p:nvSpPr>
        <p:spPr>
          <a:xfrm flipH="1">
            <a:off x="8227181" y="3018870"/>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62" name="Freeform: Shape 161">
            <a:extLst>
              <a:ext uri="{FF2B5EF4-FFF2-40B4-BE49-F238E27FC236}">
                <a16:creationId xmlns:a16="http://schemas.microsoft.com/office/drawing/2014/main" id="{0AD2BDF8-9995-6A2F-06AF-B66C2445916F}"/>
              </a:ext>
            </a:extLst>
          </p:cNvPr>
          <p:cNvSpPr/>
          <p:nvPr/>
        </p:nvSpPr>
        <p:spPr>
          <a:xfrm>
            <a:off x="4613346" y="1931315"/>
            <a:ext cx="1337898" cy="1561609"/>
          </a:xfrm>
          <a:custGeom>
            <a:avLst/>
            <a:gdLst>
              <a:gd name="connsiteX0" fmla="*/ 170064 w 281136"/>
              <a:gd name="connsiteY0" fmla="*/ 0 h 328145"/>
              <a:gd name="connsiteX1" fmla="*/ 58532 w 281136"/>
              <a:gd name="connsiteY1" fmla="*/ 111533 h 328145"/>
              <a:gd name="connsiteX2" fmla="*/ 62219 w 281136"/>
              <a:gd name="connsiteY2" fmla="*/ 140568 h 328145"/>
              <a:gd name="connsiteX3" fmla="*/ 0 w 281136"/>
              <a:gd name="connsiteY3" fmla="*/ 249335 h 328145"/>
              <a:gd name="connsiteX4" fmla="*/ 27653 w 281136"/>
              <a:gd name="connsiteY4" fmla="*/ 245648 h 328145"/>
              <a:gd name="connsiteX5" fmla="*/ 135038 w 281136"/>
              <a:gd name="connsiteY5" fmla="*/ 328146 h 328145"/>
              <a:gd name="connsiteX6" fmla="*/ 197256 w 281136"/>
              <a:gd name="connsiteY6" fmla="*/ 219378 h 328145"/>
              <a:gd name="connsiteX7" fmla="*/ 281136 w 281136"/>
              <a:gd name="connsiteY7" fmla="*/ 111533 h 328145"/>
              <a:gd name="connsiteX8" fmla="*/ 169604 w 281136"/>
              <a:gd name="connsiteY8" fmla="*/ 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136" h="328145">
                <a:moveTo>
                  <a:pt x="170064" y="0"/>
                </a:moveTo>
                <a:cubicBezTo>
                  <a:pt x="108767" y="0"/>
                  <a:pt x="58532" y="49775"/>
                  <a:pt x="58532" y="111533"/>
                </a:cubicBezTo>
                <a:cubicBezTo>
                  <a:pt x="58532" y="121672"/>
                  <a:pt x="59914" y="131350"/>
                  <a:pt x="62219" y="140568"/>
                </a:cubicBezTo>
                <a:cubicBezTo>
                  <a:pt x="78350" y="200943"/>
                  <a:pt x="60376" y="232744"/>
                  <a:pt x="0" y="249335"/>
                </a:cubicBezTo>
                <a:cubicBezTo>
                  <a:pt x="8757" y="247031"/>
                  <a:pt x="17974" y="245648"/>
                  <a:pt x="27653" y="245648"/>
                </a:cubicBezTo>
                <a:cubicBezTo>
                  <a:pt x="79271" y="245648"/>
                  <a:pt x="122594" y="280675"/>
                  <a:pt x="135038" y="328146"/>
                </a:cubicBezTo>
                <a:cubicBezTo>
                  <a:pt x="118907" y="267771"/>
                  <a:pt x="136881" y="235970"/>
                  <a:pt x="197256" y="219378"/>
                </a:cubicBezTo>
                <a:cubicBezTo>
                  <a:pt x="245188" y="206935"/>
                  <a:pt x="281136" y="163612"/>
                  <a:pt x="281136" y="111533"/>
                </a:cubicBezTo>
                <a:cubicBezTo>
                  <a:pt x="281136" y="50236"/>
                  <a:pt x="231361" y="0"/>
                  <a:pt x="169604"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3" name="Freeform: Shape 162">
            <a:extLst>
              <a:ext uri="{FF2B5EF4-FFF2-40B4-BE49-F238E27FC236}">
                <a16:creationId xmlns:a16="http://schemas.microsoft.com/office/drawing/2014/main" id="{16E4AFD0-88F2-225E-4CC8-5A236E2FCBE3}"/>
              </a:ext>
            </a:extLst>
          </p:cNvPr>
          <p:cNvSpPr/>
          <p:nvPr/>
        </p:nvSpPr>
        <p:spPr>
          <a:xfrm>
            <a:off x="5795519" y="1931315"/>
            <a:ext cx="1504583" cy="1061544"/>
          </a:xfrm>
          <a:custGeom>
            <a:avLst/>
            <a:gdLst>
              <a:gd name="connsiteX0" fmla="*/ 204630 w 316162"/>
              <a:gd name="connsiteY0" fmla="*/ 0 h 223065"/>
              <a:gd name="connsiteX1" fmla="*/ 125820 w 316162"/>
              <a:gd name="connsiteY1" fmla="*/ 32722 h 223065"/>
              <a:gd name="connsiteX2" fmla="*/ 0 w 316162"/>
              <a:gd name="connsiteY2" fmla="*/ 32722 h 223065"/>
              <a:gd name="connsiteX3" fmla="*/ 32723 w 316162"/>
              <a:gd name="connsiteY3" fmla="*/ 111533 h 223065"/>
              <a:gd name="connsiteX4" fmla="*/ 0 w 316162"/>
              <a:gd name="connsiteY4" fmla="*/ 190343 h 223065"/>
              <a:gd name="connsiteX5" fmla="*/ 125820 w 316162"/>
              <a:gd name="connsiteY5" fmla="*/ 190343 h 223065"/>
              <a:gd name="connsiteX6" fmla="*/ 204630 w 316162"/>
              <a:gd name="connsiteY6" fmla="*/ 223065 h 223065"/>
              <a:gd name="connsiteX7" fmla="*/ 316163 w 316162"/>
              <a:gd name="connsiteY7" fmla="*/ 111533 h 223065"/>
              <a:gd name="connsiteX8" fmla="*/ 204630 w 316162"/>
              <a:gd name="connsiteY8" fmla="*/ 0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04630" y="0"/>
                </a:moveTo>
                <a:cubicBezTo>
                  <a:pt x="173752" y="0"/>
                  <a:pt x="146099" y="12444"/>
                  <a:pt x="125820" y="32722"/>
                </a:cubicBezTo>
                <a:cubicBezTo>
                  <a:pt x="81576" y="76967"/>
                  <a:pt x="44705" y="76967"/>
                  <a:pt x="0" y="32722"/>
                </a:cubicBezTo>
                <a:cubicBezTo>
                  <a:pt x="20279" y="53001"/>
                  <a:pt x="32723" y="80654"/>
                  <a:pt x="32723" y="111533"/>
                </a:cubicBezTo>
                <a:cubicBezTo>
                  <a:pt x="32723" y="142412"/>
                  <a:pt x="20279" y="170064"/>
                  <a:pt x="0" y="190343"/>
                </a:cubicBezTo>
                <a:cubicBezTo>
                  <a:pt x="44245" y="146099"/>
                  <a:pt x="81115" y="146099"/>
                  <a:pt x="125820" y="190343"/>
                </a:cubicBezTo>
                <a:cubicBezTo>
                  <a:pt x="146099" y="210622"/>
                  <a:pt x="173752" y="223065"/>
                  <a:pt x="204630" y="223065"/>
                </a:cubicBezTo>
                <a:cubicBezTo>
                  <a:pt x="266389" y="223065"/>
                  <a:pt x="316163" y="173290"/>
                  <a:pt x="316163" y="111533"/>
                </a:cubicBezTo>
                <a:cubicBezTo>
                  <a:pt x="316163" y="49775"/>
                  <a:pt x="266389" y="0"/>
                  <a:pt x="204630" y="0"/>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4" name="Freeform: Shape 163">
            <a:extLst>
              <a:ext uri="{FF2B5EF4-FFF2-40B4-BE49-F238E27FC236}">
                <a16:creationId xmlns:a16="http://schemas.microsoft.com/office/drawing/2014/main" id="{10074CD1-5516-0F75-A789-734FE5910704}"/>
              </a:ext>
            </a:extLst>
          </p:cNvPr>
          <p:cNvSpPr/>
          <p:nvPr/>
        </p:nvSpPr>
        <p:spPr>
          <a:xfrm>
            <a:off x="6637739" y="2600264"/>
            <a:ext cx="1342280" cy="1563802"/>
          </a:xfrm>
          <a:custGeom>
            <a:avLst/>
            <a:gdLst>
              <a:gd name="connsiteX0" fmla="*/ 197717 w 282057"/>
              <a:gd name="connsiteY0" fmla="*/ 108767 h 328606"/>
              <a:gd name="connsiteX1" fmla="*/ 135037 w 282057"/>
              <a:gd name="connsiteY1" fmla="*/ 0 h 328606"/>
              <a:gd name="connsiteX2" fmla="*/ 27652 w 282057"/>
              <a:gd name="connsiteY2" fmla="*/ 82497 h 328606"/>
              <a:gd name="connsiteX3" fmla="*/ 0 w 282057"/>
              <a:gd name="connsiteY3" fmla="*/ 79271 h 328606"/>
              <a:gd name="connsiteX4" fmla="*/ 62680 w 282057"/>
              <a:gd name="connsiteY4" fmla="*/ 188039 h 328606"/>
              <a:gd name="connsiteX5" fmla="*/ 58992 w 282057"/>
              <a:gd name="connsiteY5" fmla="*/ 217074 h 328606"/>
              <a:gd name="connsiteX6" fmla="*/ 170525 w 282057"/>
              <a:gd name="connsiteY6" fmla="*/ 328607 h 328606"/>
              <a:gd name="connsiteX7" fmla="*/ 282058 w 282057"/>
              <a:gd name="connsiteY7" fmla="*/ 217074 h 328606"/>
              <a:gd name="connsiteX8" fmla="*/ 198177 w 282057"/>
              <a:gd name="connsiteY8" fmla="*/ 109228 h 328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606">
                <a:moveTo>
                  <a:pt x="197717" y="108767"/>
                </a:moveTo>
                <a:cubicBezTo>
                  <a:pt x="137342" y="92637"/>
                  <a:pt x="119367" y="60375"/>
                  <a:pt x="135037" y="0"/>
                </a:cubicBezTo>
                <a:cubicBezTo>
                  <a:pt x="122133" y="47471"/>
                  <a:pt x="78810" y="82497"/>
                  <a:pt x="27652" y="82497"/>
                </a:cubicBezTo>
                <a:cubicBezTo>
                  <a:pt x="17974" y="82497"/>
                  <a:pt x="8757" y="81115"/>
                  <a:pt x="0" y="79271"/>
                </a:cubicBezTo>
                <a:cubicBezTo>
                  <a:pt x="60375" y="95402"/>
                  <a:pt x="78349" y="127663"/>
                  <a:pt x="62680" y="188039"/>
                </a:cubicBezTo>
                <a:cubicBezTo>
                  <a:pt x="60375" y="197256"/>
                  <a:pt x="58992" y="206935"/>
                  <a:pt x="58992" y="217074"/>
                </a:cubicBezTo>
                <a:cubicBezTo>
                  <a:pt x="58992" y="278832"/>
                  <a:pt x="108767" y="328607"/>
                  <a:pt x="170525" y="328607"/>
                </a:cubicBezTo>
                <a:cubicBezTo>
                  <a:pt x="232283" y="328607"/>
                  <a:pt x="282058" y="278832"/>
                  <a:pt x="282058" y="217074"/>
                </a:cubicBezTo>
                <a:cubicBezTo>
                  <a:pt x="282058" y="164995"/>
                  <a:pt x="246570" y="121211"/>
                  <a:pt x="198177" y="109228"/>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5" name="Freeform: Shape 164">
            <a:extLst>
              <a:ext uri="{FF2B5EF4-FFF2-40B4-BE49-F238E27FC236}">
                <a16:creationId xmlns:a16="http://schemas.microsoft.com/office/drawing/2014/main" id="{5ED81B87-463E-FD17-0255-75FBC2D7DF4D}"/>
              </a:ext>
            </a:extLst>
          </p:cNvPr>
          <p:cNvSpPr/>
          <p:nvPr/>
        </p:nvSpPr>
        <p:spPr>
          <a:xfrm>
            <a:off x="4211981" y="3102523"/>
            <a:ext cx="1340086" cy="1561609"/>
          </a:xfrm>
          <a:custGeom>
            <a:avLst/>
            <a:gdLst>
              <a:gd name="connsiteX0" fmla="*/ 146559 w 281596"/>
              <a:gd name="connsiteY0" fmla="*/ 328146 h 328145"/>
              <a:gd name="connsiteX1" fmla="*/ 253944 w 281596"/>
              <a:gd name="connsiteY1" fmla="*/ 245648 h 328145"/>
              <a:gd name="connsiteX2" fmla="*/ 281596 w 281596"/>
              <a:gd name="connsiteY2" fmla="*/ 249336 h 328145"/>
              <a:gd name="connsiteX3" fmla="*/ 219378 w 281596"/>
              <a:gd name="connsiteY3" fmla="*/ 140568 h 328145"/>
              <a:gd name="connsiteX4" fmla="*/ 223065 w 281596"/>
              <a:gd name="connsiteY4" fmla="*/ 111533 h 328145"/>
              <a:gd name="connsiteX5" fmla="*/ 111533 w 281596"/>
              <a:gd name="connsiteY5" fmla="*/ 0 h 328145"/>
              <a:gd name="connsiteX6" fmla="*/ 0 w 281596"/>
              <a:gd name="connsiteY6" fmla="*/ 111533 h 328145"/>
              <a:gd name="connsiteX7" fmla="*/ 83880 w 281596"/>
              <a:gd name="connsiteY7" fmla="*/ 219378 h 328145"/>
              <a:gd name="connsiteX8" fmla="*/ 146099 w 281596"/>
              <a:gd name="connsiteY8" fmla="*/ 328146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596" h="328145">
                <a:moveTo>
                  <a:pt x="146559" y="328146"/>
                </a:moveTo>
                <a:cubicBezTo>
                  <a:pt x="159464" y="280675"/>
                  <a:pt x="202786" y="245648"/>
                  <a:pt x="253944" y="245648"/>
                </a:cubicBezTo>
                <a:cubicBezTo>
                  <a:pt x="263622" y="245648"/>
                  <a:pt x="272840" y="247031"/>
                  <a:pt x="281596" y="249336"/>
                </a:cubicBezTo>
                <a:cubicBezTo>
                  <a:pt x="221683" y="232744"/>
                  <a:pt x="203247" y="200943"/>
                  <a:pt x="219378" y="140568"/>
                </a:cubicBezTo>
                <a:cubicBezTo>
                  <a:pt x="221683" y="131350"/>
                  <a:pt x="223065" y="121672"/>
                  <a:pt x="223065" y="111533"/>
                </a:cubicBezTo>
                <a:cubicBezTo>
                  <a:pt x="223065" y="50236"/>
                  <a:pt x="173290" y="0"/>
                  <a:pt x="111533" y="0"/>
                </a:cubicBezTo>
                <a:cubicBezTo>
                  <a:pt x="49774" y="0"/>
                  <a:pt x="0" y="49775"/>
                  <a:pt x="0" y="111533"/>
                </a:cubicBezTo>
                <a:cubicBezTo>
                  <a:pt x="0" y="163612"/>
                  <a:pt x="35487" y="206935"/>
                  <a:pt x="83880" y="219378"/>
                </a:cubicBezTo>
                <a:cubicBezTo>
                  <a:pt x="143794" y="235970"/>
                  <a:pt x="162229" y="267771"/>
                  <a:pt x="146099" y="32814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6" name="Freeform: Shape 165">
            <a:extLst>
              <a:ext uri="{FF2B5EF4-FFF2-40B4-BE49-F238E27FC236}">
                <a16:creationId xmlns:a16="http://schemas.microsoft.com/office/drawing/2014/main" id="{72A0AA0A-7750-6299-8480-7B398DDFDF1E}"/>
              </a:ext>
            </a:extLst>
          </p:cNvPr>
          <p:cNvSpPr/>
          <p:nvPr/>
        </p:nvSpPr>
        <p:spPr>
          <a:xfrm>
            <a:off x="4889700" y="4271541"/>
            <a:ext cx="1504583" cy="1061544"/>
          </a:xfrm>
          <a:custGeom>
            <a:avLst/>
            <a:gdLst>
              <a:gd name="connsiteX0" fmla="*/ 283440 w 316162"/>
              <a:gd name="connsiteY0" fmla="*/ 111533 h 223065"/>
              <a:gd name="connsiteX1" fmla="*/ 316163 w 316162"/>
              <a:gd name="connsiteY1" fmla="*/ 32722 h 223065"/>
              <a:gd name="connsiteX2" fmla="*/ 190343 w 316162"/>
              <a:gd name="connsiteY2" fmla="*/ 32722 h 223065"/>
              <a:gd name="connsiteX3" fmla="*/ 111533 w 316162"/>
              <a:gd name="connsiteY3" fmla="*/ 0 h 223065"/>
              <a:gd name="connsiteX4" fmla="*/ 0 w 316162"/>
              <a:gd name="connsiteY4" fmla="*/ 111533 h 223065"/>
              <a:gd name="connsiteX5" fmla="*/ 111533 w 316162"/>
              <a:gd name="connsiteY5" fmla="*/ 223065 h 223065"/>
              <a:gd name="connsiteX6" fmla="*/ 190343 w 316162"/>
              <a:gd name="connsiteY6" fmla="*/ 190343 h 223065"/>
              <a:gd name="connsiteX7" fmla="*/ 316163 w 316162"/>
              <a:gd name="connsiteY7" fmla="*/ 190343 h 223065"/>
              <a:gd name="connsiteX8" fmla="*/ 283440 w 316162"/>
              <a:gd name="connsiteY8" fmla="*/ 111533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83440" y="111533"/>
                </a:moveTo>
                <a:cubicBezTo>
                  <a:pt x="283440" y="80654"/>
                  <a:pt x="295884" y="53001"/>
                  <a:pt x="316163" y="32722"/>
                </a:cubicBezTo>
                <a:cubicBezTo>
                  <a:pt x="271918" y="76967"/>
                  <a:pt x="235048" y="76967"/>
                  <a:pt x="190343" y="32722"/>
                </a:cubicBezTo>
                <a:cubicBezTo>
                  <a:pt x="170064" y="12444"/>
                  <a:pt x="142411" y="0"/>
                  <a:pt x="111533" y="0"/>
                </a:cubicBezTo>
                <a:cubicBezTo>
                  <a:pt x="50236" y="0"/>
                  <a:pt x="0" y="49775"/>
                  <a:pt x="0" y="111533"/>
                </a:cubicBezTo>
                <a:cubicBezTo>
                  <a:pt x="0" y="173290"/>
                  <a:pt x="49775" y="223065"/>
                  <a:pt x="111533" y="223065"/>
                </a:cubicBezTo>
                <a:cubicBezTo>
                  <a:pt x="142411" y="223065"/>
                  <a:pt x="170064" y="210622"/>
                  <a:pt x="190343" y="190343"/>
                </a:cubicBezTo>
                <a:cubicBezTo>
                  <a:pt x="234587" y="146099"/>
                  <a:pt x="271458" y="146099"/>
                  <a:pt x="316163" y="190343"/>
                </a:cubicBezTo>
                <a:cubicBezTo>
                  <a:pt x="295884" y="170064"/>
                  <a:pt x="283440" y="142412"/>
                  <a:pt x="283440" y="111533"/>
                </a:cubicBez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7" name="Freeform: Shape 166">
            <a:extLst>
              <a:ext uri="{FF2B5EF4-FFF2-40B4-BE49-F238E27FC236}">
                <a16:creationId xmlns:a16="http://schemas.microsoft.com/office/drawing/2014/main" id="{C152BCE5-341D-1ACD-9D58-3B664B0D679D}"/>
              </a:ext>
            </a:extLst>
          </p:cNvPr>
          <p:cNvSpPr/>
          <p:nvPr/>
        </p:nvSpPr>
        <p:spPr>
          <a:xfrm>
            <a:off x="6238562" y="3769278"/>
            <a:ext cx="1342280" cy="1561609"/>
          </a:xfrm>
          <a:custGeom>
            <a:avLst/>
            <a:gdLst>
              <a:gd name="connsiteX0" fmla="*/ 281597 w 282057"/>
              <a:gd name="connsiteY0" fmla="*/ 79271 h 328145"/>
              <a:gd name="connsiteX1" fmla="*/ 253945 w 282057"/>
              <a:gd name="connsiteY1" fmla="*/ 82497 h 328145"/>
              <a:gd name="connsiteX2" fmla="*/ 146560 w 282057"/>
              <a:gd name="connsiteY2" fmla="*/ 0 h 328145"/>
              <a:gd name="connsiteX3" fmla="*/ 83880 w 282057"/>
              <a:gd name="connsiteY3" fmla="*/ 108767 h 328145"/>
              <a:gd name="connsiteX4" fmla="*/ 0 w 282057"/>
              <a:gd name="connsiteY4" fmla="*/ 216613 h 328145"/>
              <a:gd name="connsiteX5" fmla="*/ 111533 w 282057"/>
              <a:gd name="connsiteY5" fmla="*/ 328146 h 328145"/>
              <a:gd name="connsiteX6" fmla="*/ 223065 w 282057"/>
              <a:gd name="connsiteY6" fmla="*/ 216613 h 328145"/>
              <a:gd name="connsiteX7" fmla="*/ 219379 w 282057"/>
              <a:gd name="connsiteY7" fmla="*/ 187578 h 328145"/>
              <a:gd name="connsiteX8" fmla="*/ 282058 w 282057"/>
              <a:gd name="connsiteY8" fmla="*/ 7881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145">
                <a:moveTo>
                  <a:pt x="281597" y="79271"/>
                </a:moveTo>
                <a:cubicBezTo>
                  <a:pt x="272840" y="81576"/>
                  <a:pt x="263623" y="82497"/>
                  <a:pt x="253945" y="82497"/>
                </a:cubicBezTo>
                <a:cubicBezTo>
                  <a:pt x="202326" y="82497"/>
                  <a:pt x="159003" y="47471"/>
                  <a:pt x="146560" y="0"/>
                </a:cubicBezTo>
                <a:cubicBezTo>
                  <a:pt x="162690" y="60375"/>
                  <a:pt x="144255" y="92637"/>
                  <a:pt x="83880" y="108767"/>
                </a:cubicBezTo>
                <a:cubicBezTo>
                  <a:pt x="35488" y="121211"/>
                  <a:pt x="0" y="164534"/>
                  <a:pt x="0" y="216613"/>
                </a:cubicBezTo>
                <a:cubicBezTo>
                  <a:pt x="0" y="277910"/>
                  <a:pt x="49775" y="328146"/>
                  <a:pt x="111533" y="328146"/>
                </a:cubicBezTo>
                <a:cubicBezTo>
                  <a:pt x="173291" y="328146"/>
                  <a:pt x="223065" y="278371"/>
                  <a:pt x="223065" y="216613"/>
                </a:cubicBezTo>
                <a:cubicBezTo>
                  <a:pt x="223065" y="206474"/>
                  <a:pt x="221683" y="196795"/>
                  <a:pt x="219379" y="187578"/>
                </a:cubicBezTo>
                <a:cubicBezTo>
                  <a:pt x="203248" y="127203"/>
                  <a:pt x="221683" y="94941"/>
                  <a:pt x="282058" y="78810"/>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9" name="Freeform: Shape 168">
            <a:extLst>
              <a:ext uri="{FF2B5EF4-FFF2-40B4-BE49-F238E27FC236}">
                <a16:creationId xmlns:a16="http://schemas.microsoft.com/office/drawing/2014/main" id="{230837F4-F528-4A97-4692-CB994245807C}"/>
              </a:ext>
            </a:extLst>
          </p:cNvPr>
          <p:cNvSpPr/>
          <p:nvPr/>
        </p:nvSpPr>
        <p:spPr>
          <a:xfrm>
            <a:off x="7043498"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0" name="Freeform: Shape 169">
            <a:extLst>
              <a:ext uri="{FF2B5EF4-FFF2-40B4-BE49-F238E27FC236}">
                <a16:creationId xmlns:a16="http://schemas.microsoft.com/office/drawing/2014/main" id="{9E288115-D88E-0923-0F44-E3E2441FC2B7}"/>
              </a:ext>
            </a:extLst>
          </p:cNvPr>
          <p:cNvSpPr/>
          <p:nvPr/>
        </p:nvSpPr>
        <p:spPr>
          <a:xfrm>
            <a:off x="6365773" y="2058525"/>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7E94849E-7368-1740-0208-754120735890}"/>
              </a:ext>
            </a:extLst>
          </p:cNvPr>
          <p:cNvSpPr/>
          <p:nvPr/>
        </p:nvSpPr>
        <p:spPr>
          <a:xfrm>
            <a:off x="5016911" y="2058525"/>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6DB54964-8DF2-CDE2-C8EF-A3D696AD5C60}"/>
              </a:ext>
            </a:extLst>
          </p:cNvPr>
          <p:cNvSpPr/>
          <p:nvPr/>
        </p:nvSpPr>
        <p:spPr>
          <a:xfrm>
            <a:off x="6365773" y="4398752"/>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87944E12-566D-F89D-1BCA-6947D504955D}"/>
              </a:ext>
            </a:extLst>
          </p:cNvPr>
          <p:cNvSpPr/>
          <p:nvPr/>
        </p:nvSpPr>
        <p:spPr>
          <a:xfrm>
            <a:off x="4343575"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8E33DFC-DB2C-F44A-5F83-F4A396AE8950}"/>
              </a:ext>
            </a:extLst>
          </p:cNvPr>
          <p:cNvSpPr/>
          <p:nvPr/>
        </p:nvSpPr>
        <p:spPr>
          <a:xfrm>
            <a:off x="5016911" y="4398752"/>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7" name="TextBox 6">
            <a:extLst>
              <a:ext uri="{FF2B5EF4-FFF2-40B4-BE49-F238E27FC236}">
                <a16:creationId xmlns:a16="http://schemas.microsoft.com/office/drawing/2014/main" id="{DCEB66C9-5C42-7485-8FA2-44B936B150C4}"/>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
        <p:nvSpPr>
          <p:cNvPr id="176" name="Freeform: Shape 175">
            <a:extLst>
              <a:ext uri="{FF2B5EF4-FFF2-40B4-BE49-F238E27FC236}">
                <a16:creationId xmlns:a16="http://schemas.microsoft.com/office/drawing/2014/main" id="{8F91F696-4B86-9245-EB02-B84F76B72CF6}"/>
              </a:ext>
            </a:extLst>
          </p:cNvPr>
          <p:cNvSpPr/>
          <p:nvPr/>
        </p:nvSpPr>
        <p:spPr bwMode="auto">
          <a:xfrm flipH="1" flipV="1">
            <a:off x="4165906" y="5054179"/>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035A3"/>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78" name="Freeform: Shape 177">
            <a:extLst>
              <a:ext uri="{FF2B5EF4-FFF2-40B4-BE49-F238E27FC236}">
                <a16:creationId xmlns:a16="http://schemas.microsoft.com/office/drawing/2014/main" id="{135C3D05-4B5D-2E45-5699-58928EA7C979}"/>
              </a:ext>
            </a:extLst>
          </p:cNvPr>
          <p:cNvSpPr/>
          <p:nvPr/>
        </p:nvSpPr>
        <p:spPr bwMode="auto">
          <a:xfrm flipV="1">
            <a:off x="7233268" y="5054179"/>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D"/>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6" name="Freeform: Shape 185">
            <a:extLst>
              <a:ext uri="{FF2B5EF4-FFF2-40B4-BE49-F238E27FC236}">
                <a16:creationId xmlns:a16="http://schemas.microsoft.com/office/drawing/2014/main" id="{A783DE13-2A67-CEDD-1DA1-0CCDE4649F1B}"/>
              </a:ext>
            </a:extLst>
          </p:cNvPr>
          <p:cNvSpPr/>
          <p:nvPr/>
        </p:nvSpPr>
        <p:spPr bwMode="auto">
          <a:xfrm flipH="1">
            <a:off x="4165906" y="195365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9464B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9" name="Freeform: Shape 188">
            <a:extLst>
              <a:ext uri="{FF2B5EF4-FFF2-40B4-BE49-F238E27FC236}">
                <a16:creationId xmlns:a16="http://schemas.microsoft.com/office/drawing/2014/main" id="{3ACB6FD3-003F-49E2-631B-2ED3F28C7BFE}"/>
              </a:ext>
            </a:extLst>
          </p:cNvPr>
          <p:cNvSpPr/>
          <p:nvPr/>
        </p:nvSpPr>
        <p:spPr bwMode="auto">
          <a:xfrm>
            <a:off x="7233268" y="195365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AA4"/>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99" name="Freeform: Shape 198">
            <a:extLst>
              <a:ext uri="{FF2B5EF4-FFF2-40B4-BE49-F238E27FC236}">
                <a16:creationId xmlns:a16="http://schemas.microsoft.com/office/drawing/2014/main" id="{434F8C0F-57BC-0E69-AC81-74CA12FD4852}"/>
              </a:ext>
            </a:extLst>
          </p:cNvPr>
          <p:cNvSpPr/>
          <p:nvPr/>
        </p:nvSpPr>
        <p:spPr bwMode="auto">
          <a:xfrm flipH="1">
            <a:off x="3959736"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082C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0" name="Freeform: Shape 199">
            <a:extLst>
              <a:ext uri="{FF2B5EF4-FFF2-40B4-BE49-F238E27FC236}">
                <a16:creationId xmlns:a16="http://schemas.microsoft.com/office/drawing/2014/main" id="{6E82FAD3-5E7C-95BB-3E3D-15015E27081D}"/>
              </a:ext>
            </a:extLst>
          </p:cNvPr>
          <p:cNvSpPr/>
          <p:nvPr/>
        </p:nvSpPr>
        <p:spPr bwMode="auto">
          <a:xfrm>
            <a:off x="7978449"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8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98125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FB0E-0E75-B134-7B75-0A428B4E898C}"/>
            </a:ext>
          </a:extLst>
        </p:cNvPr>
        <p:cNvGrpSpPr/>
        <p:nvPr/>
      </p:nvGrpSpPr>
      <p:grpSpPr>
        <a:xfrm>
          <a:off x="0" y="0"/>
          <a:ext cx="0" cy="0"/>
          <a:chOff x="0" y="0"/>
          <a:chExt cx="0" cy="0"/>
        </a:xfrm>
      </p:grpSpPr>
      <p:sp>
        <p:nvSpPr>
          <p:cNvPr id="38" name="Oval 37">
            <a:extLst>
              <a:ext uri="{FF2B5EF4-FFF2-40B4-BE49-F238E27FC236}">
                <a16:creationId xmlns:a16="http://schemas.microsoft.com/office/drawing/2014/main" id="{CECBD403-6AC8-7E73-9342-34CFD2D29541}"/>
              </a:ext>
            </a:extLst>
          </p:cNvPr>
          <p:cNvSpPr/>
          <p:nvPr/>
        </p:nvSpPr>
        <p:spPr>
          <a:xfrm>
            <a:off x="4806147" y="2348186"/>
            <a:ext cx="2578862" cy="2578861"/>
          </a:xfrm>
          <a:prstGeom prst="ellipse">
            <a:avLst/>
          </a:prstGeom>
          <a:solidFill>
            <a:srgbClr val="E1E8EB"/>
          </a:solidFill>
          <a:ln w="12700" cap="flat" cmpd="sng" algn="ctr">
            <a:noFill/>
            <a:prstDash val="solid"/>
            <a:miter lim="800000"/>
          </a:ln>
          <a:effectLst>
            <a:outerShdw blurRad="190500" dist="38100" dir="5400000" rotWithShape="0">
              <a:srgbClr val="43515C">
                <a:alpha val="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7CE3146E-61A2-D88E-9708-E035EEF53E69}"/>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66673B79-8704-CAAD-D9C5-11744BCA2A30}"/>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A92B7EE7-9956-4FF7-4F9E-9449E1BE869B}"/>
              </a:ext>
            </a:extLst>
          </p:cNvPr>
          <p:cNvSpPr/>
          <p:nvPr/>
        </p:nvSpPr>
        <p:spPr>
          <a:xfrm>
            <a:off x="5601647" y="2343658"/>
            <a:ext cx="988656" cy="539765"/>
          </a:xfrm>
          <a:custGeom>
            <a:avLst/>
            <a:gdLst>
              <a:gd name="connsiteX0" fmla="*/ 249631 w 499262"/>
              <a:gd name="connsiteY0" fmla="*/ 0 h 272577"/>
              <a:gd name="connsiteX1" fmla="*/ 0 w 499262"/>
              <a:gd name="connsiteY1" fmla="*/ 49650 h 272577"/>
              <a:gd name="connsiteX2" fmla="*/ 249631 w 499262"/>
              <a:gd name="connsiteY2" fmla="*/ 272577 h 272577"/>
              <a:gd name="connsiteX3" fmla="*/ 499263 w 499262"/>
              <a:gd name="connsiteY3" fmla="*/ 49650 h 272577"/>
              <a:gd name="connsiteX4" fmla="*/ 249631 w 499262"/>
              <a:gd name="connsiteY4" fmla="*/ 0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62" h="272577">
                <a:moveTo>
                  <a:pt x="249631" y="0"/>
                </a:moveTo>
                <a:cubicBezTo>
                  <a:pt x="161184" y="0"/>
                  <a:pt x="76874" y="17686"/>
                  <a:pt x="0" y="49650"/>
                </a:cubicBezTo>
                <a:cubicBezTo>
                  <a:pt x="14068" y="175072"/>
                  <a:pt x="120452" y="272577"/>
                  <a:pt x="249631" y="272577"/>
                </a:cubicBezTo>
                <a:cubicBezTo>
                  <a:pt x="378811" y="272577"/>
                  <a:pt x="485204" y="175072"/>
                  <a:pt x="499263" y="49650"/>
                </a:cubicBezTo>
                <a:cubicBezTo>
                  <a:pt x="422388" y="17675"/>
                  <a:pt x="338079" y="0"/>
                  <a:pt x="249631"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C2A03CBC-602F-CD3F-0B04-A2D95C38ACD5}"/>
              </a:ext>
            </a:extLst>
          </p:cNvPr>
          <p:cNvSpPr/>
          <p:nvPr/>
        </p:nvSpPr>
        <p:spPr>
          <a:xfrm>
            <a:off x="4817998" y="2608828"/>
            <a:ext cx="696202" cy="897644"/>
          </a:xfrm>
          <a:custGeom>
            <a:avLst/>
            <a:gdLst>
              <a:gd name="connsiteX0" fmla="*/ 81814 w 351575"/>
              <a:gd name="connsiteY0" fmla="*/ 191374 h 453303"/>
              <a:gd name="connsiteX1" fmla="*/ 0 w 351575"/>
              <a:gd name="connsiteY1" fmla="*/ 432388 h 453303"/>
              <a:gd name="connsiteX2" fmla="*/ 317878 w 351575"/>
              <a:gd name="connsiteY2" fmla="*/ 327658 h 453303"/>
              <a:gd name="connsiteX3" fmla="*/ 249641 w 351575"/>
              <a:gd name="connsiteY3" fmla="*/ 0 h 453303"/>
              <a:gd name="connsiteX4" fmla="*/ 81824 w 351575"/>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81814" y="191374"/>
                </a:moveTo>
                <a:cubicBezTo>
                  <a:pt x="37585" y="267978"/>
                  <a:pt x="10752" y="349833"/>
                  <a:pt x="0" y="432388"/>
                </a:cubicBezTo>
                <a:cubicBezTo>
                  <a:pt x="115652" y="482920"/>
                  <a:pt x="253289" y="439533"/>
                  <a:pt x="317878" y="327658"/>
                </a:cubicBezTo>
                <a:cubicBezTo>
                  <a:pt x="382468" y="215783"/>
                  <a:pt x="351225" y="74900"/>
                  <a:pt x="249641" y="0"/>
                </a:cubicBezTo>
                <a:cubicBezTo>
                  <a:pt x="183519" y="50592"/>
                  <a:pt x="126053" y="114770"/>
                  <a:pt x="81824"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 name="Freeform: Shape 12">
            <a:extLst>
              <a:ext uri="{FF2B5EF4-FFF2-40B4-BE49-F238E27FC236}">
                <a16:creationId xmlns:a16="http://schemas.microsoft.com/office/drawing/2014/main" id="{CD4BE4E6-EA7A-75F9-0A0F-7B06F8427E48}"/>
              </a:ext>
            </a:extLst>
          </p:cNvPr>
          <p:cNvSpPr/>
          <p:nvPr/>
        </p:nvSpPr>
        <p:spPr>
          <a:xfrm>
            <a:off x="4817978" y="3757682"/>
            <a:ext cx="696209" cy="897644"/>
          </a:xfrm>
          <a:custGeom>
            <a:avLst/>
            <a:gdLst>
              <a:gd name="connsiteX0" fmla="*/ 81824 w 351579"/>
              <a:gd name="connsiteY0" fmla="*/ 261939 h 453303"/>
              <a:gd name="connsiteX1" fmla="*/ 249641 w 351579"/>
              <a:gd name="connsiteY1" fmla="*/ 453303 h 453303"/>
              <a:gd name="connsiteX2" fmla="*/ 317878 w 351579"/>
              <a:gd name="connsiteY2" fmla="*/ 125645 h 453303"/>
              <a:gd name="connsiteX3" fmla="*/ 0 w 351579"/>
              <a:gd name="connsiteY3" fmla="*/ 20915 h 453303"/>
              <a:gd name="connsiteX4" fmla="*/ 81814 w 351579"/>
              <a:gd name="connsiteY4" fmla="*/ 26192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9" h="453303">
                <a:moveTo>
                  <a:pt x="81824" y="261939"/>
                </a:moveTo>
                <a:cubicBezTo>
                  <a:pt x="126053" y="338543"/>
                  <a:pt x="183519" y="402712"/>
                  <a:pt x="249641" y="453303"/>
                </a:cubicBezTo>
                <a:cubicBezTo>
                  <a:pt x="351225" y="378413"/>
                  <a:pt x="382478" y="237520"/>
                  <a:pt x="317878" y="125645"/>
                </a:cubicBezTo>
                <a:cubicBezTo>
                  <a:pt x="253289" y="13771"/>
                  <a:pt x="115652" y="-29616"/>
                  <a:pt x="0" y="20915"/>
                </a:cubicBezTo>
                <a:cubicBezTo>
                  <a:pt x="10752" y="103471"/>
                  <a:pt x="37596" y="185335"/>
                  <a:pt x="81814" y="26192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 name="Freeform: Shape 15">
            <a:extLst>
              <a:ext uri="{FF2B5EF4-FFF2-40B4-BE49-F238E27FC236}">
                <a16:creationId xmlns:a16="http://schemas.microsoft.com/office/drawing/2014/main" id="{3D64F28A-4FFE-D52A-34E8-F0D4071588EB}"/>
              </a:ext>
            </a:extLst>
          </p:cNvPr>
          <p:cNvSpPr/>
          <p:nvPr/>
        </p:nvSpPr>
        <p:spPr>
          <a:xfrm>
            <a:off x="5601627" y="4380712"/>
            <a:ext cx="988676" cy="539765"/>
          </a:xfrm>
          <a:custGeom>
            <a:avLst/>
            <a:gdLst>
              <a:gd name="connsiteX0" fmla="*/ 249641 w 499272"/>
              <a:gd name="connsiteY0" fmla="*/ 272577 h 272577"/>
              <a:gd name="connsiteX1" fmla="*/ 499273 w 499272"/>
              <a:gd name="connsiteY1" fmla="*/ 222928 h 272577"/>
              <a:gd name="connsiteX2" fmla="*/ 249641 w 499272"/>
              <a:gd name="connsiteY2" fmla="*/ 0 h 272577"/>
              <a:gd name="connsiteX3" fmla="*/ 0 w 499272"/>
              <a:gd name="connsiteY3" fmla="*/ 222928 h 272577"/>
              <a:gd name="connsiteX4" fmla="*/ 249641 w 499272"/>
              <a:gd name="connsiteY4" fmla="*/ 272577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72" h="272577">
                <a:moveTo>
                  <a:pt x="249641" y="272577"/>
                </a:moveTo>
                <a:cubicBezTo>
                  <a:pt x="338089" y="272577"/>
                  <a:pt x="422398" y="254892"/>
                  <a:pt x="499273" y="222928"/>
                </a:cubicBezTo>
                <a:cubicBezTo>
                  <a:pt x="485204" y="97506"/>
                  <a:pt x="378821" y="0"/>
                  <a:pt x="249641" y="0"/>
                </a:cubicBezTo>
                <a:cubicBezTo>
                  <a:pt x="120462" y="0"/>
                  <a:pt x="14068" y="97506"/>
                  <a:pt x="0" y="222928"/>
                </a:cubicBezTo>
                <a:cubicBezTo>
                  <a:pt x="76874" y="254892"/>
                  <a:pt x="161184" y="272577"/>
                  <a:pt x="249641" y="272577"/>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8" name="Freeform: Shape 17">
            <a:extLst>
              <a:ext uri="{FF2B5EF4-FFF2-40B4-BE49-F238E27FC236}">
                <a16:creationId xmlns:a16="http://schemas.microsoft.com/office/drawing/2014/main" id="{5D4EFD1A-E6AF-5247-12EA-CBE604B30278}"/>
              </a:ext>
            </a:extLst>
          </p:cNvPr>
          <p:cNvSpPr/>
          <p:nvPr/>
        </p:nvSpPr>
        <p:spPr>
          <a:xfrm>
            <a:off x="6677730" y="3757682"/>
            <a:ext cx="696202" cy="897644"/>
          </a:xfrm>
          <a:custGeom>
            <a:avLst/>
            <a:gdLst>
              <a:gd name="connsiteX0" fmla="*/ 269751 w 351575"/>
              <a:gd name="connsiteY0" fmla="*/ 261929 h 453303"/>
              <a:gd name="connsiteX1" fmla="*/ 351576 w 351575"/>
              <a:gd name="connsiteY1" fmla="*/ 20915 h 453303"/>
              <a:gd name="connsiteX2" fmla="*/ 33697 w 351575"/>
              <a:gd name="connsiteY2" fmla="*/ 125645 h 453303"/>
              <a:gd name="connsiteX3" fmla="*/ 101934 w 351575"/>
              <a:gd name="connsiteY3" fmla="*/ 453303 h 453303"/>
              <a:gd name="connsiteX4" fmla="*/ 269751 w 351575"/>
              <a:gd name="connsiteY4" fmla="*/ 26193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269751" y="261929"/>
                </a:moveTo>
                <a:cubicBezTo>
                  <a:pt x="313980" y="185325"/>
                  <a:pt x="340814" y="103471"/>
                  <a:pt x="351576" y="20915"/>
                </a:cubicBezTo>
                <a:cubicBezTo>
                  <a:pt x="235923" y="-29616"/>
                  <a:pt x="98287" y="13771"/>
                  <a:pt x="33697" y="125645"/>
                </a:cubicBezTo>
                <a:cubicBezTo>
                  <a:pt x="-30893" y="237520"/>
                  <a:pt x="350" y="378403"/>
                  <a:pt x="101934" y="453303"/>
                </a:cubicBezTo>
                <a:cubicBezTo>
                  <a:pt x="168057" y="402712"/>
                  <a:pt x="225522" y="338533"/>
                  <a:pt x="269751" y="26193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0" name="Freeform: Shape 19">
            <a:extLst>
              <a:ext uri="{FF2B5EF4-FFF2-40B4-BE49-F238E27FC236}">
                <a16:creationId xmlns:a16="http://schemas.microsoft.com/office/drawing/2014/main" id="{1B63696C-AF1E-D36E-235F-3D2712E67CC0}"/>
              </a:ext>
            </a:extLst>
          </p:cNvPr>
          <p:cNvSpPr/>
          <p:nvPr/>
        </p:nvSpPr>
        <p:spPr>
          <a:xfrm>
            <a:off x="6677716" y="2608848"/>
            <a:ext cx="696195" cy="897644"/>
          </a:xfrm>
          <a:custGeom>
            <a:avLst/>
            <a:gdLst>
              <a:gd name="connsiteX0" fmla="*/ 269758 w 351572"/>
              <a:gd name="connsiteY0" fmla="*/ 191364 h 453303"/>
              <a:gd name="connsiteX1" fmla="*/ 101941 w 351572"/>
              <a:gd name="connsiteY1" fmla="*/ 0 h 453303"/>
              <a:gd name="connsiteX2" fmla="*/ 33694 w 351572"/>
              <a:gd name="connsiteY2" fmla="*/ 327658 h 453303"/>
              <a:gd name="connsiteX3" fmla="*/ 351573 w 351572"/>
              <a:gd name="connsiteY3" fmla="*/ 432388 h 453303"/>
              <a:gd name="connsiteX4" fmla="*/ 269748 w 351572"/>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2" h="453303">
                <a:moveTo>
                  <a:pt x="269758" y="191364"/>
                </a:moveTo>
                <a:cubicBezTo>
                  <a:pt x="225540" y="114770"/>
                  <a:pt x="168064" y="50592"/>
                  <a:pt x="101941" y="0"/>
                </a:cubicBezTo>
                <a:cubicBezTo>
                  <a:pt x="357" y="74890"/>
                  <a:pt x="-30895" y="215783"/>
                  <a:pt x="33694" y="327658"/>
                </a:cubicBezTo>
                <a:cubicBezTo>
                  <a:pt x="98284" y="439533"/>
                  <a:pt x="235920" y="482920"/>
                  <a:pt x="351573" y="432388"/>
                </a:cubicBezTo>
                <a:cubicBezTo>
                  <a:pt x="340821" y="349833"/>
                  <a:pt x="313977" y="267968"/>
                  <a:pt x="269748"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1" name="Freeform: Shape 30">
            <a:extLst>
              <a:ext uri="{FF2B5EF4-FFF2-40B4-BE49-F238E27FC236}">
                <a16:creationId xmlns:a16="http://schemas.microsoft.com/office/drawing/2014/main" id="{C90A1631-E2F2-FA34-BFB8-29BFA4B5DC95}"/>
              </a:ext>
            </a:extLst>
          </p:cNvPr>
          <p:cNvSpPr/>
          <p:nvPr/>
        </p:nvSpPr>
        <p:spPr>
          <a:xfrm rot="16403400">
            <a:off x="4644822" y="2637150"/>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2" name="Freeform: Shape 31">
            <a:extLst>
              <a:ext uri="{FF2B5EF4-FFF2-40B4-BE49-F238E27FC236}">
                <a16:creationId xmlns:a16="http://schemas.microsoft.com/office/drawing/2014/main" id="{8DE07159-8491-B85B-400D-711AB7DC3A15}"/>
              </a:ext>
            </a:extLst>
          </p:cNvPr>
          <p:cNvSpPr/>
          <p:nvPr/>
        </p:nvSpPr>
        <p:spPr>
          <a:xfrm rot="16395600">
            <a:off x="5724246" y="201413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3" y="375514"/>
                  <a:pt x="187757" y="375514"/>
                </a:cubicBezTo>
                <a:cubicBezTo>
                  <a:pt x="84062" y="375514"/>
                  <a:pt x="0" y="291453"/>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3" name="Freeform: Shape 32">
            <a:extLst>
              <a:ext uri="{FF2B5EF4-FFF2-40B4-BE49-F238E27FC236}">
                <a16:creationId xmlns:a16="http://schemas.microsoft.com/office/drawing/2014/main" id="{4F3437B6-FD38-FB1A-DD10-C15D6BCC5BE9}"/>
              </a:ext>
            </a:extLst>
          </p:cNvPr>
          <p:cNvSpPr/>
          <p:nvPr/>
        </p:nvSpPr>
        <p:spPr>
          <a:xfrm rot="16437600">
            <a:off x="6803423" y="263709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2" y="375514"/>
                  <a:pt x="187757" y="375514"/>
                </a:cubicBezTo>
                <a:cubicBezTo>
                  <a:pt x="84062" y="375514"/>
                  <a:pt x="0" y="291453"/>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4" name="Freeform: Shape 33">
            <a:extLst>
              <a:ext uri="{FF2B5EF4-FFF2-40B4-BE49-F238E27FC236}">
                <a16:creationId xmlns:a16="http://schemas.microsoft.com/office/drawing/2014/main" id="{C7ED1641-8A3B-D9DA-ED8E-F57203DB48F3}"/>
              </a:ext>
            </a:extLst>
          </p:cNvPr>
          <p:cNvSpPr/>
          <p:nvPr/>
        </p:nvSpPr>
        <p:spPr>
          <a:xfrm rot="16464600">
            <a:off x="6803583" y="3883535"/>
            <a:ext cx="743603" cy="743604"/>
          </a:xfrm>
          <a:custGeom>
            <a:avLst/>
            <a:gdLst>
              <a:gd name="connsiteX0" fmla="*/ 375514 w 375513"/>
              <a:gd name="connsiteY0" fmla="*/ 187757 h 375513"/>
              <a:gd name="connsiteX1" fmla="*/ 187757 w 375513"/>
              <a:gd name="connsiteY1" fmla="*/ 375514 h 375513"/>
              <a:gd name="connsiteX2" fmla="*/ 0 w 375513"/>
              <a:gd name="connsiteY2" fmla="*/ 187757 h 375513"/>
              <a:gd name="connsiteX3" fmla="*/ 187757 w 375513"/>
              <a:gd name="connsiteY3" fmla="*/ 0 h 375513"/>
              <a:gd name="connsiteX4" fmla="*/ 375514 w 375513"/>
              <a:gd name="connsiteY4" fmla="*/ 187757 h 375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3" h="375513">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5" name="Freeform: Shape 34">
            <a:extLst>
              <a:ext uri="{FF2B5EF4-FFF2-40B4-BE49-F238E27FC236}">
                <a16:creationId xmlns:a16="http://schemas.microsoft.com/office/drawing/2014/main" id="{D44D3C20-A73D-8C64-53B5-D40D8804D0AF}"/>
              </a:ext>
            </a:extLst>
          </p:cNvPr>
          <p:cNvSpPr/>
          <p:nvPr/>
        </p:nvSpPr>
        <p:spPr>
          <a:xfrm>
            <a:off x="5724198" y="4506658"/>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6" name="Freeform: Shape 35">
            <a:extLst>
              <a:ext uri="{FF2B5EF4-FFF2-40B4-BE49-F238E27FC236}">
                <a16:creationId xmlns:a16="http://schemas.microsoft.com/office/drawing/2014/main" id="{E7C195BC-A142-C930-F34B-272D5D1114BB}"/>
              </a:ext>
            </a:extLst>
          </p:cNvPr>
          <p:cNvSpPr/>
          <p:nvPr/>
        </p:nvSpPr>
        <p:spPr>
          <a:xfrm rot="16419000">
            <a:off x="4644814" y="3883454"/>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3" y="375514"/>
                  <a:pt x="187757" y="375514"/>
                </a:cubicBezTo>
                <a:cubicBezTo>
                  <a:pt x="84062" y="375514"/>
                  <a:pt x="0" y="291452"/>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114" name="Rectangle: Rounded Corners 113">
            <a:extLst>
              <a:ext uri="{FF2B5EF4-FFF2-40B4-BE49-F238E27FC236}">
                <a16:creationId xmlns:a16="http://schemas.microsoft.com/office/drawing/2014/main" id="{A2AFD035-3769-88B7-855F-2391EC1365F3}"/>
              </a:ext>
            </a:extLst>
          </p:cNvPr>
          <p:cNvSpPr/>
          <p:nvPr/>
        </p:nvSpPr>
        <p:spPr>
          <a:xfrm>
            <a:off x="676237"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lang="en-IN" sz="1100" dirty="0">
                <a:solidFill>
                  <a:prstClr val="black"/>
                </a:solidFill>
                <a:latin typeface="Arial" panose="020B0604020202020204" pitchFamily="34" charset="0"/>
              </a:rPr>
              <a:t>.</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15" name="Straight Connector 114">
            <a:extLst>
              <a:ext uri="{FF2B5EF4-FFF2-40B4-BE49-F238E27FC236}">
                <a16:creationId xmlns:a16="http://schemas.microsoft.com/office/drawing/2014/main" id="{2ED7615C-D366-77E9-964B-2CB84ADE7595}"/>
              </a:ext>
            </a:extLst>
          </p:cNvPr>
          <p:cNvCxnSpPr>
            <a:cxnSpLocks/>
          </p:cNvCxnSpPr>
          <p:nvPr/>
        </p:nvCxnSpPr>
        <p:spPr>
          <a:xfrm>
            <a:off x="4169052"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16" name="Freeform: Shape 115">
            <a:extLst>
              <a:ext uri="{FF2B5EF4-FFF2-40B4-BE49-F238E27FC236}">
                <a16:creationId xmlns:a16="http://schemas.microsoft.com/office/drawing/2014/main" id="{604C4F2E-539D-69F5-3D64-659A5EE976E7}"/>
              </a:ext>
            </a:extLst>
          </p:cNvPr>
          <p:cNvSpPr/>
          <p:nvPr/>
        </p:nvSpPr>
        <p:spPr bwMode="auto">
          <a:xfrm flipH="1">
            <a:off x="4166501"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22" name="Straight Connector 121">
            <a:extLst>
              <a:ext uri="{FF2B5EF4-FFF2-40B4-BE49-F238E27FC236}">
                <a16:creationId xmlns:a16="http://schemas.microsoft.com/office/drawing/2014/main" id="{22F2AC60-146A-1F12-C7B5-77582BC6C1C2}"/>
              </a:ext>
            </a:extLst>
          </p:cNvPr>
          <p:cNvCxnSpPr>
            <a:cxnSpLocks/>
          </p:cNvCxnSpPr>
          <p:nvPr/>
        </p:nvCxnSpPr>
        <p:spPr>
          <a:xfrm flipV="1">
            <a:off x="6096000" y="1785904"/>
            <a:ext cx="0" cy="224727"/>
          </a:xfrm>
          <a:prstGeom prst="line">
            <a:avLst/>
          </a:pr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20" name="Rectangle: Rounded Corners 119">
            <a:extLst>
              <a:ext uri="{FF2B5EF4-FFF2-40B4-BE49-F238E27FC236}">
                <a16:creationId xmlns:a16="http://schemas.microsoft.com/office/drawing/2014/main" id="{E5C32C08-4D02-6C9D-1A88-87C995CA6D32}"/>
              </a:ext>
            </a:extLst>
          </p:cNvPr>
          <p:cNvSpPr/>
          <p:nvPr/>
        </p:nvSpPr>
        <p:spPr>
          <a:xfrm>
            <a:off x="4350783" y="1036247"/>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21" name="Straight Connector 120">
            <a:extLst>
              <a:ext uri="{FF2B5EF4-FFF2-40B4-BE49-F238E27FC236}">
                <a16:creationId xmlns:a16="http://schemas.microsoft.com/office/drawing/2014/main" id="{67B03A48-488A-D5EC-BD8B-1A9348EDC2BE}"/>
              </a:ext>
            </a:extLst>
          </p:cNvPr>
          <p:cNvCxnSpPr>
            <a:cxnSpLocks/>
          </p:cNvCxnSpPr>
          <p:nvPr/>
        </p:nvCxnSpPr>
        <p:spPr>
          <a:xfrm>
            <a:off x="5748528" y="1867915"/>
            <a:ext cx="694944" cy="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25" name="Rectangle: Rounded Corners 124">
            <a:extLst>
              <a:ext uri="{FF2B5EF4-FFF2-40B4-BE49-F238E27FC236}">
                <a16:creationId xmlns:a16="http://schemas.microsoft.com/office/drawing/2014/main" id="{514AC490-0CB3-54D3-B50F-07231A6EF326}"/>
              </a:ext>
            </a:extLst>
          </p:cNvPr>
          <p:cNvSpPr/>
          <p:nvPr/>
        </p:nvSpPr>
        <p:spPr>
          <a:xfrm flipH="1">
            <a:off x="8025329"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cxnSp>
        <p:nvCxnSpPr>
          <p:cNvPr id="126" name="Straight Connector 125">
            <a:extLst>
              <a:ext uri="{FF2B5EF4-FFF2-40B4-BE49-F238E27FC236}">
                <a16:creationId xmlns:a16="http://schemas.microsoft.com/office/drawing/2014/main" id="{4EEC4AAA-7223-5AAF-7CC0-E992F5C1D47C}"/>
              </a:ext>
            </a:extLst>
          </p:cNvPr>
          <p:cNvCxnSpPr>
            <a:cxnSpLocks/>
          </p:cNvCxnSpPr>
          <p:nvPr/>
        </p:nvCxnSpPr>
        <p:spPr>
          <a:xfrm flipH="1">
            <a:off x="8022948"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27" name="Freeform: Shape 126">
            <a:extLst>
              <a:ext uri="{FF2B5EF4-FFF2-40B4-BE49-F238E27FC236}">
                <a16:creationId xmlns:a16="http://schemas.microsoft.com/office/drawing/2014/main" id="{CC23B6CB-8126-8BD5-3330-0D1AE239AF03}"/>
              </a:ext>
            </a:extLst>
          </p:cNvPr>
          <p:cNvSpPr/>
          <p:nvPr/>
        </p:nvSpPr>
        <p:spPr bwMode="auto">
          <a:xfrm>
            <a:off x="7549735"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0" name="Rectangle: Rounded Corners 129">
            <a:extLst>
              <a:ext uri="{FF2B5EF4-FFF2-40B4-BE49-F238E27FC236}">
                <a16:creationId xmlns:a16="http://schemas.microsoft.com/office/drawing/2014/main" id="{83429C0A-5C65-95C2-855F-05140910B5A5}"/>
              </a:ext>
            </a:extLst>
          </p:cNvPr>
          <p:cNvSpPr/>
          <p:nvPr/>
        </p:nvSpPr>
        <p:spPr>
          <a:xfrm>
            <a:off x="698080"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31" name="Straight Connector 130">
            <a:extLst>
              <a:ext uri="{FF2B5EF4-FFF2-40B4-BE49-F238E27FC236}">
                <a16:creationId xmlns:a16="http://schemas.microsoft.com/office/drawing/2014/main" id="{1FB6E0E8-4AEC-4A99-95CF-30AAC66AF4E2}"/>
              </a:ext>
            </a:extLst>
          </p:cNvPr>
          <p:cNvCxnSpPr>
            <a:cxnSpLocks/>
          </p:cNvCxnSpPr>
          <p:nvPr/>
        </p:nvCxnSpPr>
        <p:spPr>
          <a:xfrm>
            <a:off x="419089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32" name="Freeform: Shape 131">
            <a:extLst>
              <a:ext uri="{FF2B5EF4-FFF2-40B4-BE49-F238E27FC236}">
                <a16:creationId xmlns:a16="http://schemas.microsoft.com/office/drawing/2014/main" id="{8C970764-DEC3-4B80-F8FF-250601DEE4B8}"/>
              </a:ext>
            </a:extLst>
          </p:cNvPr>
          <p:cNvSpPr/>
          <p:nvPr/>
        </p:nvSpPr>
        <p:spPr bwMode="auto">
          <a:xfrm flipH="1" flipV="1">
            <a:off x="4188344"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7" name="Freeform: Shape 136">
            <a:extLst>
              <a:ext uri="{FF2B5EF4-FFF2-40B4-BE49-F238E27FC236}">
                <a16:creationId xmlns:a16="http://schemas.microsoft.com/office/drawing/2014/main" id="{11721423-E674-C53D-A63D-F9634551CEBB}"/>
              </a:ext>
            </a:extLst>
          </p:cNvPr>
          <p:cNvSpPr/>
          <p:nvPr/>
        </p:nvSpPr>
        <p:spPr bwMode="auto">
          <a:xfrm flipV="1">
            <a:off x="7537026"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Rectangle: Rounded Corners 134">
            <a:extLst>
              <a:ext uri="{FF2B5EF4-FFF2-40B4-BE49-F238E27FC236}">
                <a16:creationId xmlns:a16="http://schemas.microsoft.com/office/drawing/2014/main" id="{62DE1A7B-32AA-CB93-5A5C-FFEA013031D0}"/>
              </a:ext>
            </a:extLst>
          </p:cNvPr>
          <p:cNvSpPr/>
          <p:nvPr/>
        </p:nvSpPr>
        <p:spPr>
          <a:xfrm flipH="1">
            <a:off x="8006756"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36" name="Straight Connector 135">
            <a:extLst>
              <a:ext uri="{FF2B5EF4-FFF2-40B4-BE49-F238E27FC236}">
                <a16:creationId xmlns:a16="http://schemas.microsoft.com/office/drawing/2014/main" id="{C487513E-AC4A-00BC-484C-14D78B94D4EA}"/>
              </a:ext>
            </a:extLst>
          </p:cNvPr>
          <p:cNvCxnSpPr>
            <a:cxnSpLocks/>
          </p:cNvCxnSpPr>
          <p:nvPr/>
        </p:nvCxnSpPr>
        <p:spPr>
          <a:xfrm flipH="1">
            <a:off x="800437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7B7594D0-D85E-3DB3-F24A-4D2E452C9761}"/>
              </a:ext>
            </a:extLst>
          </p:cNvPr>
          <p:cNvCxnSpPr>
            <a:cxnSpLocks/>
            <a:stCxn id="35" idx="1"/>
            <a:endCxn id="165" idx="0"/>
          </p:cNvCxnSpPr>
          <p:nvPr/>
        </p:nvCxnSpPr>
        <p:spPr>
          <a:xfrm>
            <a:off x="6096000" y="5250264"/>
            <a:ext cx="0" cy="145939"/>
          </a:xfrm>
          <a:prstGeom prst="line">
            <a:avLst/>
          </a:pr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65" name="Rectangle: Rounded Corners 164">
            <a:extLst>
              <a:ext uri="{FF2B5EF4-FFF2-40B4-BE49-F238E27FC236}">
                <a16:creationId xmlns:a16="http://schemas.microsoft.com/office/drawing/2014/main" id="{15B2DBDE-6EEE-1089-5557-DFF536DE1A22}"/>
              </a:ext>
            </a:extLst>
          </p:cNvPr>
          <p:cNvSpPr/>
          <p:nvPr/>
        </p:nvSpPr>
        <p:spPr>
          <a:xfrm>
            <a:off x="4350783" y="5396203"/>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66" name="Straight Connector 165">
            <a:extLst>
              <a:ext uri="{FF2B5EF4-FFF2-40B4-BE49-F238E27FC236}">
                <a16:creationId xmlns:a16="http://schemas.microsoft.com/office/drawing/2014/main" id="{AC5C9EF0-BA70-6E0C-E8DA-EC38825DA5A3}"/>
              </a:ext>
            </a:extLst>
          </p:cNvPr>
          <p:cNvCxnSpPr>
            <a:cxnSpLocks/>
          </p:cNvCxnSpPr>
          <p:nvPr/>
        </p:nvCxnSpPr>
        <p:spPr>
          <a:xfrm flipV="1">
            <a:off x="5748528" y="5396203"/>
            <a:ext cx="694944" cy="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D3EE1F1-F3A1-FC6D-BFD1-363750947C0E}"/>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262892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F419-BDFA-6716-2540-95537A49A6B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941173D-777C-6ECC-9538-8FA6B854042C}"/>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E021B28-518D-78E8-7A1E-8EF256C166A3}"/>
              </a:ext>
            </a:extLst>
          </p:cNvPr>
          <p:cNvSpPr>
            <a:spLocks noGrp="1"/>
          </p:cNvSpPr>
          <p:nvPr>
            <p:ph type="title"/>
          </p:nvPr>
        </p:nvSpPr>
        <p:spPr/>
        <p:txBody>
          <a:bodyPr/>
          <a:lstStyle/>
          <a:p>
            <a:r>
              <a:rPr lang="en-US" sz="1800" dirty="0"/>
              <a:t>Title</a:t>
            </a:r>
            <a:endParaRPr lang="es-MX" sz="1800" dirty="0"/>
          </a:p>
        </p:txBody>
      </p:sp>
      <p:grpSp>
        <p:nvGrpSpPr>
          <p:cNvPr id="155" name="Group 154">
            <a:extLst>
              <a:ext uri="{FF2B5EF4-FFF2-40B4-BE49-F238E27FC236}">
                <a16:creationId xmlns:a16="http://schemas.microsoft.com/office/drawing/2014/main" id="{691C78D5-7F8C-0268-C46E-7113E3C7F565}"/>
              </a:ext>
            </a:extLst>
          </p:cNvPr>
          <p:cNvGrpSpPr/>
          <p:nvPr/>
        </p:nvGrpSpPr>
        <p:grpSpPr>
          <a:xfrm>
            <a:off x="1246125" y="1342063"/>
            <a:ext cx="9699750" cy="4580858"/>
            <a:chOff x="982776" y="1150542"/>
            <a:chExt cx="10510820" cy="4963899"/>
          </a:xfrm>
        </p:grpSpPr>
        <p:grpSp>
          <p:nvGrpSpPr>
            <p:cNvPr id="88" name="Graphic 66">
              <a:extLst>
                <a:ext uri="{FF2B5EF4-FFF2-40B4-BE49-F238E27FC236}">
                  <a16:creationId xmlns:a16="http://schemas.microsoft.com/office/drawing/2014/main" id="{D3D20EBA-9212-552E-2882-0D7AFF188806}"/>
                </a:ext>
              </a:extLst>
            </p:cNvPr>
            <p:cNvGrpSpPr/>
            <p:nvPr/>
          </p:nvGrpSpPr>
          <p:grpSpPr>
            <a:xfrm>
              <a:off x="4800153" y="1150542"/>
              <a:ext cx="803962" cy="899468"/>
              <a:chOff x="5117748" y="1150542"/>
              <a:chExt cx="803962" cy="899468"/>
            </a:xfrm>
            <a:solidFill>
              <a:srgbClr val="60A6D8"/>
            </a:solidFill>
          </p:grpSpPr>
          <p:sp>
            <p:nvSpPr>
              <p:cNvPr id="89" name="Freeform: Shape 88">
                <a:extLst>
                  <a:ext uri="{FF2B5EF4-FFF2-40B4-BE49-F238E27FC236}">
                    <a16:creationId xmlns:a16="http://schemas.microsoft.com/office/drawing/2014/main" id="{56FE0A66-2888-712D-D3E0-0D28266CB7AB}"/>
                  </a:ext>
                </a:extLst>
              </p:cNvPr>
              <p:cNvSpPr/>
              <p:nvPr/>
            </p:nvSpPr>
            <p:spPr>
              <a:xfrm>
                <a:off x="5126694" y="1812929"/>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8" y="147409"/>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BABB2F52-B4B3-F219-20C8-B04E6421DE7C}"/>
                  </a:ext>
                </a:extLst>
              </p:cNvPr>
              <p:cNvSpPr/>
              <p:nvPr/>
            </p:nvSpPr>
            <p:spPr>
              <a:xfrm>
                <a:off x="5117748" y="1150542"/>
                <a:ext cx="803962" cy="267439"/>
              </a:xfrm>
              <a:custGeom>
                <a:avLst/>
                <a:gdLst>
                  <a:gd name="connsiteX0" fmla="*/ 797113 w 803962"/>
                  <a:gd name="connsiteY0" fmla="*/ 267440 h 267439"/>
                  <a:gd name="connsiteX1" fmla="*/ 394235 w 803962"/>
                  <a:gd name="connsiteY1" fmla="*/ 7520 h 267439"/>
                  <a:gd name="connsiteX2" fmla="*/ 6590 w 803962"/>
                  <a:gd name="connsiteY2" fmla="*/ 237059 h 267439"/>
                  <a:gd name="connsiteX3" fmla="*/ 0 w 803962"/>
                  <a:gd name="connsiteY3" fmla="*/ 233429 h 267439"/>
                  <a:gd name="connsiteX4" fmla="*/ 394235 w 803962"/>
                  <a:gd name="connsiteY4" fmla="*/ 0 h 267439"/>
                  <a:gd name="connsiteX5" fmla="*/ 803963 w 803962"/>
                  <a:gd name="connsiteY5" fmla="*/ 264328 h 267439"/>
                  <a:gd name="connsiteX6" fmla="*/ 797113 w 803962"/>
                  <a:gd name="connsiteY6" fmla="*/ 267440 h 26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62" h="267439">
                    <a:moveTo>
                      <a:pt x="797113" y="267440"/>
                    </a:moveTo>
                    <a:cubicBezTo>
                      <a:pt x="725396" y="109530"/>
                      <a:pt x="567249" y="7520"/>
                      <a:pt x="394235" y="7520"/>
                    </a:cubicBezTo>
                    <a:cubicBezTo>
                      <a:pt x="233127" y="7520"/>
                      <a:pt x="84595" y="95485"/>
                      <a:pt x="6590" y="237059"/>
                    </a:cubicBezTo>
                    <a:lnTo>
                      <a:pt x="0" y="233429"/>
                    </a:lnTo>
                    <a:cubicBezTo>
                      <a:pt x="79322" y="89456"/>
                      <a:pt x="230383" y="0"/>
                      <a:pt x="394235" y="0"/>
                    </a:cubicBezTo>
                    <a:cubicBezTo>
                      <a:pt x="570187" y="0"/>
                      <a:pt x="731015" y="103761"/>
                      <a:pt x="803963" y="264328"/>
                    </a:cubicBezTo>
                    <a:lnTo>
                      <a:pt x="797113" y="267440"/>
                    </a:lnTo>
                    <a:close/>
                  </a:path>
                </a:pathLst>
              </a:custGeom>
              <a:grpFill/>
              <a:ln w="2159"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2F42CC0C-97CF-9888-E577-C8C0840D3A97}"/>
                </a:ext>
              </a:extLst>
            </p:cNvPr>
            <p:cNvSpPr/>
            <p:nvPr/>
          </p:nvSpPr>
          <p:spPr>
            <a:xfrm>
              <a:off x="5549945" y="1597024"/>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E459EF5-FB5F-842E-2F1F-90F003ABF084}"/>
                </a:ext>
              </a:extLst>
            </p:cNvPr>
            <p:cNvSpPr/>
            <p:nvPr/>
          </p:nvSpPr>
          <p:spPr>
            <a:xfrm>
              <a:off x="5549945" y="5661455"/>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212A0E86-43AF-0A4B-76E0-30324FDC1E7E}"/>
                </a:ext>
              </a:extLst>
            </p:cNvPr>
            <p:cNvSpPr/>
            <p:nvPr/>
          </p:nvSpPr>
          <p:spPr>
            <a:xfrm>
              <a:off x="6580638" y="3629239"/>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995B9CEE-6B33-B314-A2A7-9A740A7E0823}"/>
                </a:ext>
              </a:extLst>
            </p:cNvPr>
            <p:cNvSpPr/>
            <p:nvPr/>
          </p:nvSpPr>
          <p:spPr>
            <a:xfrm>
              <a:off x="6288933" y="2613132"/>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787D92F-C751-F245-C740-DD6A8C8C8A4F}"/>
                </a:ext>
              </a:extLst>
            </p:cNvPr>
            <p:cNvSpPr/>
            <p:nvPr/>
          </p:nvSpPr>
          <p:spPr>
            <a:xfrm>
              <a:off x="6288933" y="4645347"/>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D49357C0-8C07-1005-F8BB-7E4967B38C59}"/>
                </a:ext>
              </a:extLst>
            </p:cNvPr>
            <p:cNvSpPr/>
            <p:nvPr/>
          </p:nvSpPr>
          <p:spPr>
            <a:xfrm>
              <a:off x="5668615" y="2343855"/>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3529519-3D4E-27A1-2222-A9BF200B945A}"/>
                </a:ext>
              </a:extLst>
            </p:cNvPr>
            <p:cNvSpPr/>
            <p:nvPr/>
          </p:nvSpPr>
          <p:spPr>
            <a:xfrm>
              <a:off x="5960321" y="3359963"/>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88967F56-32A9-7337-176B-7C1E8021A374}"/>
                </a:ext>
              </a:extLst>
            </p:cNvPr>
            <p:cNvSpPr/>
            <p:nvPr/>
          </p:nvSpPr>
          <p:spPr>
            <a:xfrm>
              <a:off x="5668615" y="4376070"/>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D074E6E3-8F00-50B3-A100-7CC8680EBD3E}"/>
                </a:ext>
              </a:extLst>
            </p:cNvPr>
            <p:cNvSpPr/>
            <p:nvPr/>
          </p:nvSpPr>
          <p:spPr>
            <a:xfrm>
              <a:off x="4929627" y="5392178"/>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C1279B8-AF54-A6CE-C4CE-17489DB2F679}"/>
                </a:ext>
              </a:extLst>
            </p:cNvPr>
            <p:cNvSpPr/>
            <p:nvPr/>
          </p:nvSpPr>
          <p:spPr>
            <a:xfrm>
              <a:off x="4929627" y="1327747"/>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B83B6610-432D-9FD4-1F02-553C83C31EFA}"/>
                </a:ext>
              </a:extLst>
            </p:cNvPr>
            <p:cNvSpPr/>
            <p:nvPr/>
          </p:nvSpPr>
          <p:spPr>
            <a:xfrm>
              <a:off x="2347082" y="1752937"/>
              <a:ext cx="1882970" cy="3758479"/>
            </a:xfrm>
            <a:custGeom>
              <a:avLst/>
              <a:gdLst>
                <a:gd name="connsiteX0" fmla="*/ 0 w 1882970"/>
                <a:gd name="connsiteY0" fmla="*/ 116713 h 3758479"/>
                <a:gd name="connsiteX1" fmla="*/ 123878 w 1882970"/>
                <a:gd name="connsiteY1" fmla="*/ 247 h 3758479"/>
                <a:gd name="connsiteX2" fmla="*/ 732981 w 1882970"/>
                <a:gd name="connsiteY2" fmla="*/ 144285 h 3758479"/>
                <a:gd name="connsiteX3" fmla="*/ 1331474 w 1882970"/>
                <a:gd name="connsiteY3" fmla="*/ 547767 h 3758479"/>
                <a:gd name="connsiteX4" fmla="*/ 1734957 w 1882970"/>
                <a:gd name="connsiteY4" fmla="*/ 1146261 h 3758479"/>
                <a:gd name="connsiteX5" fmla="*/ 1882971 w 1882970"/>
                <a:gd name="connsiteY5" fmla="*/ 1879241 h 3758479"/>
                <a:gd name="connsiteX6" fmla="*/ 1734957 w 1882970"/>
                <a:gd name="connsiteY6" fmla="*/ 2612222 h 3758479"/>
                <a:gd name="connsiteX7" fmla="*/ 1331474 w 1882970"/>
                <a:gd name="connsiteY7" fmla="*/ 3210715 h 3758479"/>
                <a:gd name="connsiteX8" fmla="*/ 732981 w 1882970"/>
                <a:gd name="connsiteY8" fmla="*/ 3614198 h 3758479"/>
                <a:gd name="connsiteX9" fmla="*/ 123878 w 1882970"/>
                <a:gd name="connsiteY9" fmla="*/ 3758235 h 3758479"/>
                <a:gd name="connsiteX10" fmla="*/ 0 w 1882970"/>
                <a:gd name="connsiteY10" fmla="*/ 3641770 h 3758479"/>
                <a:gd name="connsiteX11" fmla="*/ 0 w 1882970"/>
                <a:gd name="connsiteY11" fmla="*/ 116713 h 37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82970" h="3758479">
                  <a:moveTo>
                    <a:pt x="0" y="116713"/>
                  </a:moveTo>
                  <a:cubicBezTo>
                    <a:pt x="0" y="49448"/>
                    <a:pt x="56742" y="-4096"/>
                    <a:pt x="123878" y="247"/>
                  </a:cubicBezTo>
                  <a:cubicBezTo>
                    <a:pt x="334316" y="13816"/>
                    <a:pt x="538683" y="62110"/>
                    <a:pt x="732981" y="144285"/>
                  </a:cubicBezTo>
                  <a:cubicBezTo>
                    <a:pt x="957227" y="239121"/>
                    <a:pt x="1158569" y="374883"/>
                    <a:pt x="1331474" y="547767"/>
                  </a:cubicBezTo>
                  <a:cubicBezTo>
                    <a:pt x="1504358" y="720651"/>
                    <a:pt x="1640121" y="922015"/>
                    <a:pt x="1734957" y="1146261"/>
                  </a:cubicBezTo>
                  <a:cubicBezTo>
                    <a:pt x="1833165" y="1378480"/>
                    <a:pt x="1882971" y="1625090"/>
                    <a:pt x="1882971" y="1879241"/>
                  </a:cubicBezTo>
                  <a:cubicBezTo>
                    <a:pt x="1882971" y="2133392"/>
                    <a:pt x="1833165" y="2380002"/>
                    <a:pt x="1734957" y="2612222"/>
                  </a:cubicBezTo>
                  <a:cubicBezTo>
                    <a:pt x="1640121" y="2836468"/>
                    <a:pt x="1504358" y="3037809"/>
                    <a:pt x="1331474" y="3210715"/>
                  </a:cubicBezTo>
                  <a:cubicBezTo>
                    <a:pt x="1158590" y="3383599"/>
                    <a:pt x="957227" y="3519361"/>
                    <a:pt x="732981" y="3614198"/>
                  </a:cubicBezTo>
                  <a:cubicBezTo>
                    <a:pt x="538683" y="3696372"/>
                    <a:pt x="334316" y="3744666"/>
                    <a:pt x="123878" y="3758235"/>
                  </a:cubicBezTo>
                  <a:cubicBezTo>
                    <a:pt x="56742" y="3762557"/>
                    <a:pt x="0" y="3709035"/>
                    <a:pt x="0" y="3641770"/>
                  </a:cubicBezTo>
                  <a:lnTo>
                    <a:pt x="0" y="116713"/>
                  </a:lnTo>
                  <a:close/>
                </a:path>
              </a:pathLst>
            </a:cu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80" name="Graphic 66">
              <a:extLst>
                <a:ext uri="{FF2B5EF4-FFF2-40B4-BE49-F238E27FC236}">
                  <a16:creationId xmlns:a16="http://schemas.microsoft.com/office/drawing/2014/main" id="{3DC1345E-5D3C-F5C7-7688-892705DED312}"/>
                </a:ext>
              </a:extLst>
            </p:cNvPr>
            <p:cNvGrpSpPr/>
            <p:nvPr/>
          </p:nvGrpSpPr>
          <p:grpSpPr>
            <a:xfrm>
              <a:off x="982776" y="2267853"/>
              <a:ext cx="2728612" cy="2728628"/>
              <a:chOff x="1016000" y="1983480"/>
              <a:chExt cx="3297354" cy="3297374"/>
            </a:xfrm>
          </p:grpSpPr>
          <p:sp>
            <p:nvSpPr>
              <p:cNvPr id="81" name="Freeform: Shape 80">
                <a:extLst>
                  <a:ext uri="{FF2B5EF4-FFF2-40B4-BE49-F238E27FC236}">
                    <a16:creationId xmlns:a16="http://schemas.microsoft.com/office/drawing/2014/main" id="{B7A780C7-6A46-1792-7625-2469C3259A82}"/>
                  </a:ext>
                </a:extLst>
              </p:cNvPr>
              <p:cNvSpPr/>
              <p:nvPr/>
            </p:nvSpPr>
            <p:spPr>
              <a:xfrm>
                <a:off x="1021401" y="1988882"/>
                <a:ext cx="3286550" cy="3286549"/>
              </a:xfrm>
              <a:custGeom>
                <a:avLst/>
                <a:gdLst>
                  <a:gd name="connsiteX0" fmla="*/ 3286551 w 3286550"/>
                  <a:gd name="connsiteY0" fmla="*/ 1643275 h 3286549"/>
                  <a:gd name="connsiteX1" fmla="*/ 1643275 w 3286550"/>
                  <a:gd name="connsiteY1" fmla="*/ 3286549 h 3286549"/>
                  <a:gd name="connsiteX2" fmla="*/ 0 w 3286550"/>
                  <a:gd name="connsiteY2" fmla="*/ 1643275 h 3286549"/>
                  <a:gd name="connsiteX3" fmla="*/ 1643275 w 3286550"/>
                  <a:gd name="connsiteY3" fmla="*/ 0 h 3286549"/>
                  <a:gd name="connsiteX4" fmla="*/ 3286551 w 3286550"/>
                  <a:gd name="connsiteY4" fmla="*/ 1643275 h 3286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550" h="3286549">
                    <a:moveTo>
                      <a:pt x="3286551" y="1643275"/>
                    </a:moveTo>
                    <a:cubicBezTo>
                      <a:pt x="3286551" y="2550830"/>
                      <a:pt x="2550831" y="3286549"/>
                      <a:pt x="1643275" y="3286549"/>
                    </a:cubicBezTo>
                    <a:cubicBezTo>
                      <a:pt x="735719" y="3286549"/>
                      <a:pt x="0" y="2550830"/>
                      <a:pt x="0" y="1643275"/>
                    </a:cubicBezTo>
                    <a:cubicBezTo>
                      <a:pt x="0" y="735719"/>
                      <a:pt x="735719" y="0"/>
                      <a:pt x="1643275" y="0"/>
                    </a:cubicBezTo>
                    <a:cubicBezTo>
                      <a:pt x="2550831" y="0"/>
                      <a:pt x="3286551" y="735719"/>
                      <a:pt x="3286551" y="1643275"/>
                    </a:cubicBezTo>
                    <a:close/>
                  </a:path>
                </a:pathLst>
              </a:custGeom>
              <a:solidFill>
                <a:srgbClr val="FFFFFF"/>
              </a:solidFill>
              <a:ln w="3175" cap="flat">
                <a:solidFill>
                  <a:srgbClr val="60A6D8"/>
                </a:solidFill>
                <a:prstDash val="solid"/>
                <a:miter/>
              </a:ln>
            </p:spPr>
            <p:txBody>
              <a:bodyPr rtlCol="0" anchor="ctr"/>
              <a:lstStyle/>
              <a:p>
                <a:pPr algn="ctr"/>
                <a:r>
                  <a:rPr lang="en-US" b="1" dirty="0"/>
                  <a:t>Text</a:t>
                </a:r>
                <a:endParaRPr lang="en-IN" b="1" dirty="0"/>
              </a:p>
            </p:txBody>
          </p:sp>
          <p:sp>
            <p:nvSpPr>
              <p:cNvPr id="82" name="Freeform: Shape 81">
                <a:extLst>
                  <a:ext uri="{FF2B5EF4-FFF2-40B4-BE49-F238E27FC236}">
                    <a16:creationId xmlns:a16="http://schemas.microsoft.com/office/drawing/2014/main" id="{60456ABB-3DB8-ACBF-F7F3-6FE20ECC6782}"/>
                  </a:ext>
                </a:extLst>
              </p:cNvPr>
              <p:cNvSpPr/>
              <p:nvPr/>
            </p:nvSpPr>
            <p:spPr>
              <a:xfrm>
                <a:off x="1016000" y="1983480"/>
                <a:ext cx="3297354" cy="3297374"/>
              </a:xfrm>
              <a:custGeom>
                <a:avLst/>
                <a:gdLst>
                  <a:gd name="connsiteX0" fmla="*/ 1648677 w 3297354"/>
                  <a:gd name="connsiteY0" fmla="*/ 3297353 h 3297374"/>
                  <a:gd name="connsiteX1" fmla="*/ 1006946 w 3297354"/>
                  <a:gd name="connsiteY1" fmla="*/ 3167793 h 3297374"/>
                  <a:gd name="connsiteX2" fmla="*/ 482892 w 3297354"/>
                  <a:gd name="connsiteY2" fmla="*/ 2814462 h 3297374"/>
                  <a:gd name="connsiteX3" fmla="*/ 129561 w 3297354"/>
                  <a:gd name="connsiteY3" fmla="*/ 2290407 h 3297374"/>
                  <a:gd name="connsiteX4" fmla="*/ 0 w 3297354"/>
                  <a:gd name="connsiteY4" fmla="*/ 1648677 h 3297374"/>
                  <a:gd name="connsiteX5" fmla="*/ 129561 w 3297354"/>
                  <a:gd name="connsiteY5" fmla="*/ 1006946 h 3297374"/>
                  <a:gd name="connsiteX6" fmla="*/ 482892 w 3297354"/>
                  <a:gd name="connsiteY6" fmla="*/ 482892 h 3297374"/>
                  <a:gd name="connsiteX7" fmla="*/ 1006946 w 3297354"/>
                  <a:gd name="connsiteY7" fmla="*/ 129560 h 3297374"/>
                  <a:gd name="connsiteX8" fmla="*/ 1648677 w 3297354"/>
                  <a:gd name="connsiteY8" fmla="*/ 0 h 3297374"/>
                  <a:gd name="connsiteX9" fmla="*/ 2290408 w 3297354"/>
                  <a:gd name="connsiteY9" fmla="*/ 129560 h 3297374"/>
                  <a:gd name="connsiteX10" fmla="*/ 2814463 w 3297354"/>
                  <a:gd name="connsiteY10" fmla="*/ 482892 h 3297374"/>
                  <a:gd name="connsiteX11" fmla="*/ 3167794 w 3297354"/>
                  <a:gd name="connsiteY11" fmla="*/ 1006946 h 3297374"/>
                  <a:gd name="connsiteX12" fmla="*/ 3297354 w 3297354"/>
                  <a:gd name="connsiteY12" fmla="*/ 1648677 h 3297374"/>
                  <a:gd name="connsiteX13" fmla="*/ 3167794 w 3297354"/>
                  <a:gd name="connsiteY13" fmla="*/ 2290429 h 3297374"/>
                  <a:gd name="connsiteX14" fmla="*/ 2814463 w 3297354"/>
                  <a:gd name="connsiteY14" fmla="*/ 2814483 h 3297374"/>
                  <a:gd name="connsiteX15" fmla="*/ 2290408 w 3297354"/>
                  <a:gd name="connsiteY15" fmla="*/ 3167814 h 3297374"/>
                  <a:gd name="connsiteX16" fmla="*/ 1648677 w 3297354"/>
                  <a:gd name="connsiteY16" fmla="*/ 3297375 h 3297374"/>
                  <a:gd name="connsiteX17" fmla="*/ 1648677 w 3297354"/>
                  <a:gd name="connsiteY17" fmla="*/ 10804 h 3297374"/>
                  <a:gd name="connsiteX18" fmla="*/ 10804 w 3297354"/>
                  <a:gd name="connsiteY18" fmla="*/ 1648677 h 3297374"/>
                  <a:gd name="connsiteX19" fmla="*/ 1648677 w 3297354"/>
                  <a:gd name="connsiteY19" fmla="*/ 3286549 h 3297374"/>
                  <a:gd name="connsiteX20" fmla="*/ 3286551 w 3297354"/>
                  <a:gd name="connsiteY20" fmla="*/ 1648677 h 3297374"/>
                  <a:gd name="connsiteX21" fmla="*/ 1648677 w 3297354"/>
                  <a:gd name="connsiteY21" fmla="*/ 10804 h 329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97354" h="3297374">
                    <a:moveTo>
                      <a:pt x="1648677" y="3297353"/>
                    </a:moveTo>
                    <a:cubicBezTo>
                      <a:pt x="1426117" y="3297353"/>
                      <a:pt x="1210190" y="3253770"/>
                      <a:pt x="1006946" y="3167793"/>
                    </a:cubicBezTo>
                    <a:cubicBezTo>
                      <a:pt x="810618" y="3084754"/>
                      <a:pt x="634298" y="2965868"/>
                      <a:pt x="482892" y="2814462"/>
                    </a:cubicBezTo>
                    <a:cubicBezTo>
                      <a:pt x="331486" y="2663056"/>
                      <a:pt x="212599" y="2486736"/>
                      <a:pt x="129561" y="2290407"/>
                    </a:cubicBezTo>
                    <a:cubicBezTo>
                      <a:pt x="43583" y="2087164"/>
                      <a:pt x="0" y="1871259"/>
                      <a:pt x="0" y="1648677"/>
                    </a:cubicBezTo>
                    <a:cubicBezTo>
                      <a:pt x="0" y="1426094"/>
                      <a:pt x="43583" y="1210189"/>
                      <a:pt x="129561" y="1006946"/>
                    </a:cubicBezTo>
                    <a:cubicBezTo>
                      <a:pt x="212599" y="810617"/>
                      <a:pt x="331464" y="634298"/>
                      <a:pt x="482892" y="482892"/>
                    </a:cubicBezTo>
                    <a:cubicBezTo>
                      <a:pt x="634298" y="331486"/>
                      <a:pt x="810618" y="212599"/>
                      <a:pt x="1006946" y="129560"/>
                    </a:cubicBezTo>
                    <a:cubicBezTo>
                      <a:pt x="1210211" y="43583"/>
                      <a:pt x="1426117" y="0"/>
                      <a:pt x="1648677" y="0"/>
                    </a:cubicBezTo>
                    <a:cubicBezTo>
                      <a:pt x="1871238" y="0"/>
                      <a:pt x="2087165" y="43583"/>
                      <a:pt x="2290408" y="129560"/>
                    </a:cubicBezTo>
                    <a:cubicBezTo>
                      <a:pt x="2486737" y="212599"/>
                      <a:pt x="2663057" y="331464"/>
                      <a:pt x="2814463" y="482892"/>
                    </a:cubicBezTo>
                    <a:cubicBezTo>
                      <a:pt x="2965869" y="634298"/>
                      <a:pt x="3084755" y="810617"/>
                      <a:pt x="3167794" y="1006946"/>
                    </a:cubicBezTo>
                    <a:cubicBezTo>
                      <a:pt x="3253771" y="1210211"/>
                      <a:pt x="3297354" y="1426116"/>
                      <a:pt x="3297354" y="1648677"/>
                    </a:cubicBezTo>
                    <a:cubicBezTo>
                      <a:pt x="3297354" y="1871237"/>
                      <a:pt x="3253771" y="2087164"/>
                      <a:pt x="3167794" y="2290429"/>
                    </a:cubicBezTo>
                    <a:cubicBezTo>
                      <a:pt x="3084755" y="2486757"/>
                      <a:pt x="2965890" y="2663077"/>
                      <a:pt x="2814463" y="2814483"/>
                    </a:cubicBezTo>
                    <a:cubicBezTo>
                      <a:pt x="2663035" y="2965889"/>
                      <a:pt x="2486737" y="3084775"/>
                      <a:pt x="2290408" y="3167814"/>
                    </a:cubicBezTo>
                    <a:cubicBezTo>
                      <a:pt x="2087143" y="3253792"/>
                      <a:pt x="1871238" y="3297375"/>
                      <a:pt x="1648677" y="3297375"/>
                    </a:cubicBezTo>
                    <a:close/>
                    <a:moveTo>
                      <a:pt x="1648677" y="10804"/>
                    </a:moveTo>
                    <a:cubicBezTo>
                      <a:pt x="745556" y="10804"/>
                      <a:pt x="10804" y="745556"/>
                      <a:pt x="10804" y="1648677"/>
                    </a:cubicBezTo>
                    <a:cubicBezTo>
                      <a:pt x="10804" y="2551797"/>
                      <a:pt x="745556" y="3286549"/>
                      <a:pt x="1648677" y="3286549"/>
                    </a:cubicBezTo>
                    <a:cubicBezTo>
                      <a:pt x="2551798" y="3286549"/>
                      <a:pt x="3286551" y="2551797"/>
                      <a:pt x="3286551" y="1648677"/>
                    </a:cubicBezTo>
                    <a:cubicBezTo>
                      <a:pt x="3286551" y="745556"/>
                      <a:pt x="2551798" y="10804"/>
                      <a:pt x="1648677" y="10804"/>
                    </a:cubicBezTo>
                    <a:close/>
                  </a:path>
                </a:pathLst>
              </a:custGeom>
              <a:gradFill>
                <a:gsLst>
                  <a:gs pos="0">
                    <a:srgbClr val="FFFFFF"/>
                  </a:gs>
                  <a:gs pos="50000">
                    <a:srgbClr val="F2F2F2"/>
                  </a:gs>
                  <a:gs pos="100000">
                    <a:srgbClr val="E5E5E5"/>
                  </a:gs>
                </a:gsLst>
                <a:lin ang="7199996" scaled="1"/>
              </a:gradFill>
              <a:ln w="3175" cap="flat">
                <a:solidFill>
                  <a:srgbClr val="60A6D8"/>
                </a:solidFill>
                <a:prstDash val="solid"/>
                <a:miter/>
              </a:ln>
            </p:spPr>
            <p:txBody>
              <a:bodyPr rtlCol="0" anchor="ctr"/>
              <a:lstStyle/>
              <a:p>
                <a:endParaRPr lang="en-IN"/>
              </a:p>
            </p:txBody>
          </p:sp>
        </p:grpSp>
        <p:sp>
          <p:nvSpPr>
            <p:cNvPr id="83" name="Freeform: Shape 82">
              <a:extLst>
                <a:ext uri="{FF2B5EF4-FFF2-40B4-BE49-F238E27FC236}">
                  <a16:creationId xmlns:a16="http://schemas.microsoft.com/office/drawing/2014/main" id="{060D6851-1648-2348-5D52-FCEC93FB661F}"/>
                </a:ext>
              </a:extLst>
            </p:cNvPr>
            <p:cNvSpPr/>
            <p:nvPr/>
          </p:nvSpPr>
          <p:spPr>
            <a:xfrm>
              <a:off x="3547159" y="1596721"/>
              <a:ext cx="1305199" cy="375090"/>
            </a:xfrm>
            <a:custGeom>
              <a:avLst/>
              <a:gdLst>
                <a:gd name="connsiteX0" fmla="*/ 4473 w 1305199"/>
                <a:gd name="connsiteY0" fmla="*/ 375069 h 375090"/>
                <a:gd name="connsiteX1" fmla="*/ 0 w 1305199"/>
                <a:gd name="connsiteY1" fmla="*/ 370380 h 375090"/>
                <a:gd name="connsiteX2" fmla="*/ 232435 w 1305199"/>
                <a:gd name="connsiteY2" fmla="*/ 149569 h 375090"/>
                <a:gd name="connsiteX3" fmla="*/ 607050 w 1305199"/>
                <a:gd name="connsiteY3" fmla="*/ 0 h 375090"/>
                <a:gd name="connsiteX4" fmla="*/ 1305199 w 1305199"/>
                <a:gd name="connsiteY4" fmla="*/ 0 h 375090"/>
                <a:gd name="connsiteX5" fmla="*/ 1305199 w 1305199"/>
                <a:gd name="connsiteY5" fmla="*/ 6482 h 375090"/>
                <a:gd name="connsiteX6" fmla="*/ 607050 w 1305199"/>
                <a:gd name="connsiteY6" fmla="*/ 6482 h 375090"/>
                <a:gd name="connsiteX7" fmla="*/ 236908 w 1305199"/>
                <a:gd name="connsiteY7" fmla="*/ 154280 h 375090"/>
                <a:gd name="connsiteX8" fmla="*/ 4473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4473" y="375069"/>
                  </a:moveTo>
                  <a:lnTo>
                    <a:pt x="0" y="370380"/>
                  </a:lnTo>
                  <a:lnTo>
                    <a:pt x="232435" y="149569"/>
                  </a:lnTo>
                  <a:cubicBezTo>
                    <a:pt x="333970" y="53112"/>
                    <a:pt x="467010" y="0"/>
                    <a:pt x="607050" y="0"/>
                  </a:cubicBezTo>
                  <a:lnTo>
                    <a:pt x="1305199" y="0"/>
                  </a:lnTo>
                  <a:lnTo>
                    <a:pt x="1305199" y="6482"/>
                  </a:lnTo>
                  <a:lnTo>
                    <a:pt x="607050" y="6482"/>
                  </a:lnTo>
                  <a:cubicBezTo>
                    <a:pt x="468674" y="6482"/>
                    <a:pt x="337233" y="58968"/>
                    <a:pt x="236908" y="154280"/>
                  </a:cubicBezTo>
                  <a:lnTo>
                    <a:pt x="4473" y="375090"/>
                  </a:lnTo>
                  <a:close/>
                </a:path>
              </a:pathLst>
            </a:custGeom>
            <a:solidFill>
              <a:srgbClr val="60A6D8"/>
            </a:solidFill>
            <a:ln w="2159"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F7F5187-F82D-920C-FC0B-4FB7188D691A}"/>
                </a:ext>
              </a:extLst>
            </p:cNvPr>
            <p:cNvSpPr/>
            <p:nvPr/>
          </p:nvSpPr>
          <p:spPr>
            <a:xfrm>
              <a:off x="3547159" y="5292523"/>
              <a:ext cx="1305199" cy="375090"/>
            </a:xfrm>
            <a:custGeom>
              <a:avLst/>
              <a:gdLst>
                <a:gd name="connsiteX0" fmla="*/ 1305199 w 1305199"/>
                <a:gd name="connsiteY0" fmla="*/ 375090 h 375090"/>
                <a:gd name="connsiteX1" fmla="*/ 607050 w 1305199"/>
                <a:gd name="connsiteY1" fmla="*/ 375090 h 375090"/>
                <a:gd name="connsiteX2" fmla="*/ 232435 w 1305199"/>
                <a:gd name="connsiteY2" fmla="*/ 225521 h 375090"/>
                <a:gd name="connsiteX3" fmla="*/ 0 w 1305199"/>
                <a:gd name="connsiteY3" fmla="*/ 4710 h 375090"/>
                <a:gd name="connsiteX4" fmla="*/ 4473 w 1305199"/>
                <a:gd name="connsiteY4" fmla="*/ 0 h 375090"/>
                <a:gd name="connsiteX5" fmla="*/ 236908 w 1305199"/>
                <a:gd name="connsiteY5" fmla="*/ 220810 h 375090"/>
                <a:gd name="connsiteX6" fmla="*/ 607050 w 1305199"/>
                <a:gd name="connsiteY6" fmla="*/ 368608 h 375090"/>
                <a:gd name="connsiteX7" fmla="*/ 1305199 w 1305199"/>
                <a:gd name="connsiteY7" fmla="*/ 368608 h 375090"/>
                <a:gd name="connsiteX8" fmla="*/ 1305199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1305199" y="375090"/>
                  </a:moveTo>
                  <a:lnTo>
                    <a:pt x="607050" y="375090"/>
                  </a:lnTo>
                  <a:cubicBezTo>
                    <a:pt x="467010" y="375090"/>
                    <a:pt x="333970" y="321978"/>
                    <a:pt x="232435" y="225521"/>
                  </a:cubicBezTo>
                  <a:lnTo>
                    <a:pt x="0" y="4710"/>
                  </a:lnTo>
                  <a:lnTo>
                    <a:pt x="4473" y="0"/>
                  </a:lnTo>
                  <a:lnTo>
                    <a:pt x="236908" y="220810"/>
                  </a:lnTo>
                  <a:cubicBezTo>
                    <a:pt x="337233" y="316122"/>
                    <a:pt x="468674" y="368608"/>
                    <a:pt x="607050" y="368608"/>
                  </a:cubicBezTo>
                  <a:lnTo>
                    <a:pt x="1305199" y="368608"/>
                  </a:lnTo>
                  <a:lnTo>
                    <a:pt x="1305199" y="375090"/>
                  </a:lnTo>
                  <a:close/>
                </a:path>
              </a:pathLst>
            </a:custGeom>
            <a:solidFill>
              <a:srgbClr val="60A6D8"/>
            </a:solidFill>
            <a:ln w="2159"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4EBBAD38-F0A7-2BA0-5783-ADC16E26B068}"/>
                </a:ext>
              </a:extLst>
            </p:cNvPr>
            <p:cNvSpPr/>
            <p:nvPr/>
          </p:nvSpPr>
          <p:spPr>
            <a:xfrm>
              <a:off x="4266743" y="2607946"/>
              <a:ext cx="1324602" cy="258429"/>
            </a:xfrm>
            <a:custGeom>
              <a:avLst/>
              <a:gdLst>
                <a:gd name="connsiteX0" fmla="*/ 4408 w 1324602"/>
                <a:gd name="connsiteY0" fmla="*/ 258430 h 258429"/>
                <a:gd name="connsiteX1" fmla="*/ 0 w 1324602"/>
                <a:gd name="connsiteY1" fmla="*/ 253676 h 258429"/>
                <a:gd name="connsiteX2" fmla="*/ 116682 w 1324602"/>
                <a:gd name="connsiteY2" fmla="*/ 145334 h 258429"/>
                <a:gd name="connsiteX3" fmla="*/ 486781 w 1324602"/>
                <a:gd name="connsiteY3" fmla="*/ 0 h 258429"/>
                <a:gd name="connsiteX4" fmla="*/ 1324603 w 1324602"/>
                <a:gd name="connsiteY4" fmla="*/ 0 h 258429"/>
                <a:gd name="connsiteX5" fmla="*/ 1324603 w 1324602"/>
                <a:gd name="connsiteY5" fmla="*/ 6482 h 258429"/>
                <a:gd name="connsiteX6" fmla="*/ 486781 w 1324602"/>
                <a:gd name="connsiteY6" fmla="*/ 6482 h 258429"/>
                <a:gd name="connsiteX7" fmla="*/ 121090 w 1324602"/>
                <a:gd name="connsiteY7" fmla="*/ 150088 h 258429"/>
                <a:gd name="connsiteX8" fmla="*/ 4408 w 1324602"/>
                <a:gd name="connsiteY8" fmla="*/ 258430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4408" y="258430"/>
                  </a:moveTo>
                  <a:lnTo>
                    <a:pt x="0" y="253676"/>
                  </a:lnTo>
                  <a:lnTo>
                    <a:pt x="116682" y="145334"/>
                  </a:lnTo>
                  <a:cubicBezTo>
                    <a:pt x="217612" y="51621"/>
                    <a:pt x="349053" y="0"/>
                    <a:pt x="486781" y="0"/>
                  </a:cubicBezTo>
                  <a:lnTo>
                    <a:pt x="1324603" y="0"/>
                  </a:lnTo>
                  <a:lnTo>
                    <a:pt x="1324603" y="6482"/>
                  </a:lnTo>
                  <a:lnTo>
                    <a:pt x="486781" y="6482"/>
                  </a:lnTo>
                  <a:cubicBezTo>
                    <a:pt x="350695" y="6482"/>
                    <a:pt x="220810" y="57477"/>
                    <a:pt x="121090" y="150088"/>
                  </a:cubicBezTo>
                  <a:lnTo>
                    <a:pt x="4408" y="258430"/>
                  </a:lnTo>
                  <a:close/>
                </a:path>
              </a:pathLst>
            </a:custGeom>
            <a:solidFill>
              <a:srgbClr val="8D6FBD"/>
            </a:solidFill>
            <a:ln w="2159"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A2524743-AE19-02FA-293D-98E42777FF97}"/>
                </a:ext>
              </a:extLst>
            </p:cNvPr>
            <p:cNvSpPr/>
            <p:nvPr/>
          </p:nvSpPr>
          <p:spPr>
            <a:xfrm>
              <a:off x="4266743" y="4397937"/>
              <a:ext cx="1324602" cy="258429"/>
            </a:xfrm>
            <a:custGeom>
              <a:avLst/>
              <a:gdLst>
                <a:gd name="connsiteX0" fmla="*/ 1324603 w 1324602"/>
                <a:gd name="connsiteY0" fmla="*/ 258429 h 258429"/>
                <a:gd name="connsiteX1" fmla="*/ 486781 w 1324602"/>
                <a:gd name="connsiteY1" fmla="*/ 258429 h 258429"/>
                <a:gd name="connsiteX2" fmla="*/ 116682 w 1324602"/>
                <a:gd name="connsiteY2" fmla="*/ 113095 h 258429"/>
                <a:gd name="connsiteX3" fmla="*/ 0 w 1324602"/>
                <a:gd name="connsiteY3" fmla="*/ 4754 h 258429"/>
                <a:gd name="connsiteX4" fmla="*/ 4408 w 1324602"/>
                <a:gd name="connsiteY4" fmla="*/ 0 h 258429"/>
                <a:gd name="connsiteX5" fmla="*/ 121090 w 1324602"/>
                <a:gd name="connsiteY5" fmla="*/ 108342 h 258429"/>
                <a:gd name="connsiteX6" fmla="*/ 486781 w 1324602"/>
                <a:gd name="connsiteY6" fmla="*/ 251947 h 258429"/>
                <a:gd name="connsiteX7" fmla="*/ 1324603 w 1324602"/>
                <a:gd name="connsiteY7" fmla="*/ 251947 h 258429"/>
                <a:gd name="connsiteX8" fmla="*/ 1324603 w 1324602"/>
                <a:gd name="connsiteY8" fmla="*/ 258429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1324603" y="258429"/>
                  </a:moveTo>
                  <a:lnTo>
                    <a:pt x="486781" y="258429"/>
                  </a:lnTo>
                  <a:cubicBezTo>
                    <a:pt x="349053" y="258429"/>
                    <a:pt x="217612" y="206808"/>
                    <a:pt x="116682" y="113095"/>
                  </a:cubicBezTo>
                  <a:lnTo>
                    <a:pt x="0" y="4754"/>
                  </a:lnTo>
                  <a:lnTo>
                    <a:pt x="4408" y="0"/>
                  </a:lnTo>
                  <a:lnTo>
                    <a:pt x="121090" y="108342"/>
                  </a:lnTo>
                  <a:cubicBezTo>
                    <a:pt x="220810" y="200953"/>
                    <a:pt x="350695" y="251947"/>
                    <a:pt x="486781" y="251947"/>
                  </a:cubicBezTo>
                  <a:lnTo>
                    <a:pt x="1324603" y="251947"/>
                  </a:lnTo>
                  <a:lnTo>
                    <a:pt x="1324603" y="258429"/>
                  </a:lnTo>
                  <a:close/>
                </a:path>
              </a:pathLst>
            </a:custGeom>
            <a:solidFill>
              <a:srgbClr val="8D6FBD"/>
            </a:solidFill>
            <a:ln w="2159"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A36F2358-75CF-8BCE-8F14-D9A0A500CADD}"/>
                </a:ext>
              </a:extLst>
            </p:cNvPr>
            <p:cNvSpPr/>
            <p:nvPr/>
          </p:nvSpPr>
          <p:spPr>
            <a:xfrm>
              <a:off x="4463417" y="3628915"/>
              <a:ext cx="1419634" cy="6482"/>
            </a:xfrm>
            <a:custGeom>
              <a:avLst/>
              <a:gdLst>
                <a:gd name="connsiteX0" fmla="*/ 0 w 1419634"/>
                <a:gd name="connsiteY0" fmla="*/ 0 h 6482"/>
                <a:gd name="connsiteX1" fmla="*/ 1419635 w 1419634"/>
                <a:gd name="connsiteY1" fmla="*/ 0 h 6482"/>
                <a:gd name="connsiteX2" fmla="*/ 1419635 w 1419634"/>
                <a:gd name="connsiteY2" fmla="*/ 6482 h 6482"/>
                <a:gd name="connsiteX3" fmla="*/ 0 w 1419634"/>
                <a:gd name="connsiteY3" fmla="*/ 6482 h 6482"/>
              </a:gdLst>
              <a:ahLst/>
              <a:cxnLst>
                <a:cxn ang="0">
                  <a:pos x="connsiteX0" y="connsiteY0"/>
                </a:cxn>
                <a:cxn ang="0">
                  <a:pos x="connsiteX1" y="connsiteY1"/>
                </a:cxn>
                <a:cxn ang="0">
                  <a:pos x="connsiteX2" y="connsiteY2"/>
                </a:cxn>
                <a:cxn ang="0">
                  <a:pos x="connsiteX3" y="connsiteY3"/>
                </a:cxn>
              </a:cxnLst>
              <a:rect l="l" t="t" r="r" b="b"/>
              <a:pathLst>
                <a:path w="1419634" h="6482">
                  <a:moveTo>
                    <a:pt x="0" y="0"/>
                  </a:moveTo>
                  <a:lnTo>
                    <a:pt x="1419635" y="0"/>
                  </a:lnTo>
                  <a:lnTo>
                    <a:pt x="1419635" y="6482"/>
                  </a:lnTo>
                  <a:lnTo>
                    <a:pt x="0" y="6482"/>
                  </a:lnTo>
                  <a:close/>
                </a:path>
              </a:pathLst>
            </a:custGeom>
            <a:solidFill>
              <a:srgbClr val="60A6D8"/>
            </a:solidFill>
            <a:ln w="2159" cap="flat">
              <a:noFill/>
              <a:prstDash val="solid"/>
              <a:miter/>
            </a:ln>
          </p:spPr>
          <p:txBody>
            <a:bodyPr rtlCol="0" anchor="ctr"/>
            <a:lstStyle/>
            <a:p>
              <a:endParaRPr lang="en-IN"/>
            </a:p>
          </p:txBody>
        </p:sp>
        <p:grpSp>
          <p:nvGrpSpPr>
            <p:cNvPr id="91" name="Graphic 66">
              <a:extLst>
                <a:ext uri="{FF2B5EF4-FFF2-40B4-BE49-F238E27FC236}">
                  <a16:creationId xmlns:a16="http://schemas.microsoft.com/office/drawing/2014/main" id="{1D9B3D8B-B029-1C3C-7EDE-DB9F8F66B66C}"/>
                </a:ext>
              </a:extLst>
            </p:cNvPr>
            <p:cNvGrpSpPr/>
            <p:nvPr/>
          </p:nvGrpSpPr>
          <p:grpSpPr>
            <a:xfrm>
              <a:off x="5539141" y="2166628"/>
              <a:ext cx="803940" cy="899490"/>
              <a:chOff x="5856736" y="2166628"/>
              <a:chExt cx="803940" cy="899490"/>
            </a:xfrm>
            <a:solidFill>
              <a:srgbClr val="BE9DD0"/>
            </a:solidFill>
          </p:grpSpPr>
          <p:sp>
            <p:nvSpPr>
              <p:cNvPr id="92" name="Freeform: Shape 91">
                <a:extLst>
                  <a:ext uri="{FF2B5EF4-FFF2-40B4-BE49-F238E27FC236}">
                    <a16:creationId xmlns:a16="http://schemas.microsoft.com/office/drawing/2014/main" id="{F41E213F-FF17-5B96-DE86-BB97D7F066AA}"/>
                  </a:ext>
                </a:extLst>
              </p:cNvPr>
              <p:cNvSpPr/>
              <p:nvPr/>
            </p:nvSpPr>
            <p:spPr>
              <a:xfrm>
                <a:off x="5865681" y="2829037"/>
                <a:ext cx="779545" cy="237081"/>
              </a:xfrm>
              <a:custGeom>
                <a:avLst/>
                <a:gdLst>
                  <a:gd name="connsiteX0" fmla="*/ 385289 w 779545"/>
                  <a:gd name="connsiteY0" fmla="*/ 237059 h 237081"/>
                  <a:gd name="connsiteX1" fmla="*/ 160957 w 779545"/>
                  <a:gd name="connsiteY1" fmla="*/ 177011 h 237081"/>
                  <a:gd name="connsiteX2" fmla="*/ 0 w 779545"/>
                  <a:gd name="connsiteY2" fmla="*/ 19080 h 237081"/>
                  <a:gd name="connsiteX3" fmla="*/ 6439 w 779545"/>
                  <a:gd name="connsiteY3" fmla="*/ 15190 h 237081"/>
                  <a:gd name="connsiteX4" fmla="*/ 385311 w 779545"/>
                  <a:gd name="connsiteY4" fmla="*/ 229540 h 237081"/>
                  <a:gd name="connsiteX5" fmla="*/ 772955 w 779545"/>
                  <a:gd name="connsiteY5" fmla="*/ 0 h 237081"/>
                  <a:gd name="connsiteX6" fmla="*/ 779546 w 779545"/>
                  <a:gd name="connsiteY6" fmla="*/ 3630 h 237081"/>
                  <a:gd name="connsiteX7" fmla="*/ 385333 w 779545"/>
                  <a:gd name="connsiteY7" fmla="*/ 237081 h 237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1">
                    <a:moveTo>
                      <a:pt x="385289" y="237059"/>
                    </a:moveTo>
                    <a:cubicBezTo>
                      <a:pt x="306507" y="237059"/>
                      <a:pt x="228935" y="216294"/>
                      <a:pt x="160957" y="177011"/>
                    </a:cubicBezTo>
                    <a:cubicBezTo>
                      <a:pt x="95031" y="138895"/>
                      <a:pt x="39369" y="84292"/>
                      <a:pt x="0" y="19080"/>
                    </a:cubicBezTo>
                    <a:lnTo>
                      <a:pt x="6439" y="15190"/>
                    </a:lnTo>
                    <a:cubicBezTo>
                      <a:pt x="86259" y="147409"/>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DF4DB6D7-D0DE-B9E0-968A-6FC197251F9F}"/>
                  </a:ext>
                </a:extLst>
              </p:cNvPr>
              <p:cNvSpPr/>
              <p:nvPr/>
            </p:nvSpPr>
            <p:spPr>
              <a:xfrm>
                <a:off x="5856736" y="2166628"/>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9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22" y="89456"/>
                      <a:pt x="230361" y="0"/>
                      <a:pt x="394213" y="0"/>
                    </a:cubicBezTo>
                    <a:cubicBezTo>
                      <a:pt x="570165" y="0"/>
                      <a:pt x="730993" y="103761"/>
                      <a:pt x="803941" y="264329"/>
                    </a:cubicBezTo>
                    <a:lnTo>
                      <a:pt x="797091" y="267440"/>
                    </a:lnTo>
                    <a:close/>
                  </a:path>
                </a:pathLst>
              </a:custGeom>
              <a:grpFill/>
              <a:ln w="2159" cap="flat">
                <a:noFill/>
                <a:prstDash val="solid"/>
                <a:miter/>
              </a:ln>
            </p:spPr>
            <p:txBody>
              <a:bodyPr rtlCol="0" anchor="ctr"/>
              <a:lstStyle/>
              <a:p>
                <a:endParaRPr lang="en-IN"/>
              </a:p>
            </p:txBody>
          </p:sp>
        </p:grpSp>
        <p:grpSp>
          <p:nvGrpSpPr>
            <p:cNvPr id="94" name="Graphic 66">
              <a:extLst>
                <a:ext uri="{FF2B5EF4-FFF2-40B4-BE49-F238E27FC236}">
                  <a16:creationId xmlns:a16="http://schemas.microsoft.com/office/drawing/2014/main" id="{53E38581-331C-D217-74A1-30905826D814}"/>
                </a:ext>
              </a:extLst>
            </p:cNvPr>
            <p:cNvGrpSpPr/>
            <p:nvPr/>
          </p:nvGrpSpPr>
          <p:grpSpPr>
            <a:xfrm>
              <a:off x="5830847" y="3182735"/>
              <a:ext cx="803940" cy="899490"/>
              <a:chOff x="6148442" y="3182735"/>
              <a:chExt cx="803940" cy="899490"/>
            </a:xfrm>
            <a:solidFill>
              <a:srgbClr val="60A6D8"/>
            </a:solidFill>
          </p:grpSpPr>
          <p:sp>
            <p:nvSpPr>
              <p:cNvPr id="95" name="Freeform: Shape 94">
                <a:extLst>
                  <a:ext uri="{FF2B5EF4-FFF2-40B4-BE49-F238E27FC236}">
                    <a16:creationId xmlns:a16="http://schemas.microsoft.com/office/drawing/2014/main" id="{241181EE-9301-224D-BD98-3B46D8DF09C1}"/>
                  </a:ext>
                </a:extLst>
              </p:cNvPr>
              <p:cNvSpPr/>
              <p:nvPr/>
            </p:nvSpPr>
            <p:spPr>
              <a:xfrm>
                <a:off x="6157387" y="3845145"/>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BA647C76-6BD3-254E-487C-60A6D9371542}"/>
                  </a:ext>
                </a:extLst>
              </p:cNvPr>
              <p:cNvSpPr/>
              <p:nvPr/>
            </p:nvSpPr>
            <p:spPr>
              <a:xfrm>
                <a:off x="6148442" y="3182735"/>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01"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97" name="Graphic 66">
              <a:extLst>
                <a:ext uri="{FF2B5EF4-FFF2-40B4-BE49-F238E27FC236}">
                  <a16:creationId xmlns:a16="http://schemas.microsoft.com/office/drawing/2014/main" id="{884A94CA-A3E3-26B5-23B0-89AB13041857}"/>
                </a:ext>
              </a:extLst>
            </p:cNvPr>
            <p:cNvGrpSpPr/>
            <p:nvPr/>
          </p:nvGrpSpPr>
          <p:grpSpPr>
            <a:xfrm>
              <a:off x="5539141" y="4198843"/>
              <a:ext cx="803940" cy="899490"/>
              <a:chOff x="5856736" y="4198843"/>
              <a:chExt cx="803940" cy="899490"/>
            </a:xfrm>
            <a:solidFill>
              <a:srgbClr val="BE9DD0"/>
            </a:solidFill>
          </p:grpSpPr>
          <p:sp>
            <p:nvSpPr>
              <p:cNvPr id="98" name="Freeform: Shape 97">
                <a:extLst>
                  <a:ext uri="{FF2B5EF4-FFF2-40B4-BE49-F238E27FC236}">
                    <a16:creationId xmlns:a16="http://schemas.microsoft.com/office/drawing/2014/main" id="{04500F5D-DE5E-86B9-B1D2-FDBF177A9D4E}"/>
                  </a:ext>
                </a:extLst>
              </p:cNvPr>
              <p:cNvSpPr/>
              <p:nvPr/>
            </p:nvSpPr>
            <p:spPr>
              <a:xfrm>
                <a:off x="5865681" y="4861252"/>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24BC0235-405F-76A9-305B-61AB47824B31}"/>
                  </a:ext>
                </a:extLst>
              </p:cNvPr>
              <p:cNvSpPr/>
              <p:nvPr/>
            </p:nvSpPr>
            <p:spPr>
              <a:xfrm>
                <a:off x="5856736" y="4198843"/>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100" name="Graphic 66">
              <a:extLst>
                <a:ext uri="{FF2B5EF4-FFF2-40B4-BE49-F238E27FC236}">
                  <a16:creationId xmlns:a16="http://schemas.microsoft.com/office/drawing/2014/main" id="{1248CC91-FF88-94D0-853B-3EF90232C7EE}"/>
                </a:ext>
              </a:extLst>
            </p:cNvPr>
            <p:cNvGrpSpPr/>
            <p:nvPr/>
          </p:nvGrpSpPr>
          <p:grpSpPr>
            <a:xfrm>
              <a:off x="4800153" y="5214951"/>
              <a:ext cx="803940" cy="899490"/>
              <a:chOff x="5117748" y="5214951"/>
              <a:chExt cx="803940" cy="899490"/>
            </a:xfrm>
            <a:solidFill>
              <a:srgbClr val="60A6D8"/>
            </a:solidFill>
          </p:grpSpPr>
          <p:sp>
            <p:nvSpPr>
              <p:cNvPr id="101" name="Freeform: Shape 100">
                <a:extLst>
                  <a:ext uri="{FF2B5EF4-FFF2-40B4-BE49-F238E27FC236}">
                    <a16:creationId xmlns:a16="http://schemas.microsoft.com/office/drawing/2014/main" id="{9D9AF1E8-C04B-C01D-4DEA-5072DE5BF667}"/>
                  </a:ext>
                </a:extLst>
              </p:cNvPr>
              <p:cNvSpPr/>
              <p:nvPr/>
            </p:nvSpPr>
            <p:spPr>
              <a:xfrm>
                <a:off x="5126694" y="5877360"/>
                <a:ext cx="779545" cy="237080"/>
              </a:xfrm>
              <a:custGeom>
                <a:avLst/>
                <a:gdLst>
                  <a:gd name="connsiteX0" fmla="*/ 385289 w 779545"/>
                  <a:gd name="connsiteY0" fmla="*/ 237059 h 237080"/>
                  <a:gd name="connsiteX1" fmla="*/ 160957 w 779545"/>
                  <a:gd name="connsiteY1" fmla="*/ 177011 h 237080"/>
                  <a:gd name="connsiteX2" fmla="*/ 0 w 779545"/>
                  <a:gd name="connsiteY2" fmla="*/ 19079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79"/>
                    </a:cubicBezTo>
                    <a:lnTo>
                      <a:pt x="6439" y="15190"/>
                    </a:lnTo>
                    <a:cubicBezTo>
                      <a:pt x="86258" y="147408"/>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EC97863B-3170-B20F-43CA-6BB9013FE47B}"/>
                  </a:ext>
                </a:extLst>
              </p:cNvPr>
              <p:cNvSpPr/>
              <p:nvPr/>
            </p:nvSpPr>
            <p:spPr>
              <a:xfrm>
                <a:off x="5117748" y="5214951"/>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5"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sp>
          <p:nvSpPr>
            <p:cNvPr id="103" name="Freeform: Shape 102">
              <a:extLst>
                <a:ext uri="{FF2B5EF4-FFF2-40B4-BE49-F238E27FC236}">
                  <a16:creationId xmlns:a16="http://schemas.microsoft.com/office/drawing/2014/main" id="{EEDADA5C-572F-E34D-3D93-9945C4D63312}"/>
                </a:ext>
              </a:extLst>
            </p:cNvPr>
            <p:cNvSpPr/>
            <p:nvPr/>
          </p:nvSpPr>
          <p:spPr>
            <a:xfrm>
              <a:off x="5319822" y="1268218"/>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8"/>
                    <a:pt x="17178" y="658325"/>
                  </a:cubicBezTo>
                  <a:close/>
                </a:path>
              </a:pathLst>
            </a:custGeom>
            <a:solidFill>
              <a:srgbClr val="60A6D8"/>
            </a:solidFill>
            <a:ln w="2159"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52E06704-D8FA-C21B-00E9-0644E25C38E7}"/>
                </a:ext>
              </a:extLst>
            </p:cNvPr>
            <p:cNvSpPr/>
            <p:nvPr/>
          </p:nvSpPr>
          <p:spPr>
            <a:xfrm>
              <a:off x="4849117" y="1288183"/>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8"/>
                    <a:pt x="72105" y="61539"/>
                    <a:pt x="188161" y="0"/>
                  </a:cubicBezTo>
                  <a:lnTo>
                    <a:pt x="191208" y="5726"/>
                  </a:lnTo>
                  <a:cubicBezTo>
                    <a:pt x="77269" y="66142"/>
                    <a:pt x="6482" y="183558"/>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010C27B8-2E90-6BE8-1F0D-CF9F248AF6BB}"/>
                </a:ext>
              </a:extLst>
            </p:cNvPr>
            <p:cNvSpPr/>
            <p:nvPr/>
          </p:nvSpPr>
          <p:spPr>
            <a:xfrm>
              <a:off x="6058809" y="2284325"/>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BE9DD0"/>
            </a:solidFill>
            <a:ln w="2159"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043151EE-1ED7-5A43-132D-8B8DBFC75EC5}"/>
                </a:ext>
              </a:extLst>
            </p:cNvPr>
            <p:cNvSpPr/>
            <p:nvPr/>
          </p:nvSpPr>
          <p:spPr>
            <a:xfrm>
              <a:off x="5588104" y="2304291"/>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28F7278A-A1E7-F0B1-5B25-5D6B429A3E94}"/>
                </a:ext>
              </a:extLst>
            </p:cNvPr>
            <p:cNvSpPr/>
            <p:nvPr/>
          </p:nvSpPr>
          <p:spPr>
            <a:xfrm>
              <a:off x="6350515" y="3300433"/>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AB3B24C4-D2FF-9503-AE71-6DC3AF6BCF07}"/>
                </a:ext>
              </a:extLst>
            </p:cNvPr>
            <p:cNvSpPr/>
            <p:nvPr/>
          </p:nvSpPr>
          <p:spPr>
            <a:xfrm>
              <a:off x="5879810" y="3320399"/>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C1B6DEBE-D556-4A6B-7CF4-82A4F7BCC8FE}"/>
                </a:ext>
              </a:extLst>
            </p:cNvPr>
            <p:cNvSpPr/>
            <p:nvPr/>
          </p:nvSpPr>
          <p:spPr>
            <a:xfrm>
              <a:off x="6058809" y="4316541"/>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6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6"/>
                  </a:cubicBezTo>
                  <a:cubicBezTo>
                    <a:pt x="135222" y="587646"/>
                    <a:pt x="80900" y="631878"/>
                    <a:pt x="17178" y="658326"/>
                  </a:cubicBezTo>
                  <a:close/>
                </a:path>
              </a:pathLst>
            </a:custGeom>
            <a:solidFill>
              <a:srgbClr val="BE9DD0"/>
            </a:solidFill>
            <a:ln w="2159"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CEA8F7-9883-E4A0-97D2-0F0FC074EA95}"/>
                </a:ext>
              </a:extLst>
            </p:cNvPr>
            <p:cNvSpPr/>
            <p:nvPr/>
          </p:nvSpPr>
          <p:spPr>
            <a:xfrm>
              <a:off x="5588104" y="4336506"/>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9"/>
                    <a:pt x="72106" y="61539"/>
                    <a:pt x="188161" y="0"/>
                  </a:cubicBezTo>
                  <a:lnTo>
                    <a:pt x="191208" y="5726"/>
                  </a:lnTo>
                  <a:cubicBezTo>
                    <a:pt x="77270" y="66142"/>
                    <a:pt x="6482" y="183559"/>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FD46789E-B713-7A50-661E-BE8C3FD23A78}"/>
                </a:ext>
              </a:extLst>
            </p:cNvPr>
            <p:cNvSpPr/>
            <p:nvPr/>
          </p:nvSpPr>
          <p:spPr>
            <a:xfrm>
              <a:off x="5319822" y="5332648"/>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54264AC8-6C7E-9C3E-8840-219A70408744}"/>
                </a:ext>
              </a:extLst>
            </p:cNvPr>
            <p:cNvSpPr/>
            <p:nvPr/>
          </p:nvSpPr>
          <p:spPr>
            <a:xfrm>
              <a:off x="4849117" y="5352614"/>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9"/>
                    <a:pt x="72105" y="61539"/>
                    <a:pt x="188161" y="0"/>
                  </a:cubicBezTo>
                  <a:lnTo>
                    <a:pt x="191208" y="5726"/>
                  </a:lnTo>
                  <a:cubicBezTo>
                    <a:pt x="77269" y="66142"/>
                    <a:pt x="6482" y="183559"/>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87E6401B-B347-7EBD-33F7-D388454E79CE}"/>
                </a:ext>
              </a:extLst>
            </p:cNvPr>
            <p:cNvSpPr/>
            <p:nvPr/>
          </p:nvSpPr>
          <p:spPr>
            <a:xfrm>
              <a:off x="5980135" y="1260309"/>
              <a:ext cx="4478248" cy="679911"/>
            </a:xfrm>
            <a:custGeom>
              <a:avLst/>
              <a:gdLst>
                <a:gd name="connsiteX0" fmla="*/ 3515723 w 3843233"/>
                <a:gd name="connsiteY0" fmla="*/ 679912 h 679911"/>
                <a:gd name="connsiteX1" fmla="*/ 327509 w 3843233"/>
                <a:gd name="connsiteY1" fmla="*/ 679912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2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2"/>
                  </a:moveTo>
                  <a:lnTo>
                    <a:pt x="327509" y="679912"/>
                  </a:lnTo>
                  <a:cubicBezTo>
                    <a:pt x="146912" y="679912"/>
                    <a:pt x="0" y="533000"/>
                    <a:pt x="0" y="352402"/>
                  </a:cubicBezTo>
                  <a:lnTo>
                    <a:pt x="0" y="327510"/>
                  </a:lnTo>
                  <a:cubicBezTo>
                    <a:pt x="0" y="146912"/>
                    <a:pt x="146912" y="0"/>
                    <a:pt x="327509" y="0"/>
                  </a:cubicBezTo>
                  <a:lnTo>
                    <a:pt x="3515723" y="0"/>
                  </a:lnTo>
                  <a:cubicBezTo>
                    <a:pt x="3696321" y="0"/>
                    <a:pt x="3843233" y="146912"/>
                    <a:pt x="3843233" y="327510"/>
                  </a:cubicBezTo>
                  <a:lnTo>
                    <a:pt x="3843233" y="352402"/>
                  </a:lnTo>
                  <a:cubicBezTo>
                    <a:pt x="3843233" y="533000"/>
                    <a:pt x="3696321" y="679912"/>
                    <a:pt x="3515723" y="679912"/>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124" name="Freeform: Shape 123">
              <a:extLst>
                <a:ext uri="{FF2B5EF4-FFF2-40B4-BE49-F238E27FC236}">
                  <a16:creationId xmlns:a16="http://schemas.microsoft.com/office/drawing/2014/main" id="{A35AA8B4-30D7-6111-8E91-72F2286E8F7B}"/>
                </a:ext>
              </a:extLst>
            </p:cNvPr>
            <p:cNvSpPr/>
            <p:nvPr/>
          </p:nvSpPr>
          <p:spPr>
            <a:xfrm>
              <a:off x="5980135" y="5324740"/>
              <a:ext cx="4478248" cy="679911"/>
            </a:xfrm>
            <a:custGeom>
              <a:avLst/>
              <a:gdLst>
                <a:gd name="connsiteX0" fmla="*/ 3515723 w 3843233"/>
                <a:gd name="connsiteY0" fmla="*/ 679911 h 679911"/>
                <a:gd name="connsiteX1" fmla="*/ 327509 w 3843233"/>
                <a:gd name="connsiteY1" fmla="*/ 679911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1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1"/>
                  </a:moveTo>
                  <a:lnTo>
                    <a:pt x="327509" y="679911"/>
                  </a:lnTo>
                  <a:cubicBezTo>
                    <a:pt x="146912" y="679911"/>
                    <a:pt x="0" y="532978"/>
                    <a:pt x="0" y="352402"/>
                  </a:cubicBezTo>
                  <a:lnTo>
                    <a:pt x="0" y="327510"/>
                  </a:lnTo>
                  <a:cubicBezTo>
                    <a:pt x="0" y="146912"/>
                    <a:pt x="146912" y="0"/>
                    <a:pt x="327509" y="0"/>
                  </a:cubicBezTo>
                  <a:lnTo>
                    <a:pt x="3515723" y="0"/>
                  </a:lnTo>
                  <a:cubicBezTo>
                    <a:pt x="3696321" y="0"/>
                    <a:pt x="3843233" y="146933"/>
                    <a:pt x="3843233" y="327510"/>
                  </a:cubicBezTo>
                  <a:lnTo>
                    <a:pt x="3843233" y="352402"/>
                  </a:lnTo>
                  <a:cubicBezTo>
                    <a:pt x="3843233" y="533000"/>
                    <a:pt x="3696321" y="679911"/>
                    <a:pt x="3515723" y="679911"/>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3" name="Freeform: Shape 132">
              <a:extLst>
                <a:ext uri="{FF2B5EF4-FFF2-40B4-BE49-F238E27FC236}">
                  <a16:creationId xmlns:a16="http://schemas.microsoft.com/office/drawing/2014/main" id="{7AF848C7-1C88-EFC0-B679-9337BB7459FF}"/>
                </a:ext>
              </a:extLst>
            </p:cNvPr>
            <p:cNvSpPr/>
            <p:nvPr/>
          </p:nvSpPr>
          <p:spPr>
            <a:xfrm>
              <a:off x="6727290" y="2276417"/>
              <a:ext cx="4478248" cy="679911"/>
            </a:xfrm>
            <a:custGeom>
              <a:avLst/>
              <a:gdLst>
                <a:gd name="connsiteX0" fmla="*/ 3515724 w 3843233"/>
                <a:gd name="connsiteY0" fmla="*/ 679912 h 679911"/>
                <a:gd name="connsiteX1" fmla="*/ 327510 w 3843233"/>
                <a:gd name="connsiteY1" fmla="*/ 679912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2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2"/>
                  </a:moveTo>
                  <a:lnTo>
                    <a:pt x="327510" y="679912"/>
                  </a:lnTo>
                  <a:cubicBezTo>
                    <a:pt x="146912" y="679912"/>
                    <a:pt x="0" y="533000"/>
                    <a:pt x="0" y="352402"/>
                  </a:cubicBezTo>
                  <a:lnTo>
                    <a:pt x="0" y="327510"/>
                  </a:lnTo>
                  <a:cubicBezTo>
                    <a:pt x="0" y="146912"/>
                    <a:pt x="146912" y="0"/>
                    <a:pt x="327510" y="0"/>
                  </a:cubicBezTo>
                  <a:lnTo>
                    <a:pt x="3515724" y="0"/>
                  </a:lnTo>
                  <a:cubicBezTo>
                    <a:pt x="3696321" y="0"/>
                    <a:pt x="3843233" y="146912"/>
                    <a:pt x="3843233" y="327510"/>
                  </a:cubicBezTo>
                  <a:lnTo>
                    <a:pt x="3843233" y="352402"/>
                  </a:lnTo>
                  <a:cubicBezTo>
                    <a:pt x="3843233" y="533000"/>
                    <a:pt x="3696321" y="679912"/>
                    <a:pt x="3515724" y="679912"/>
                  </a:cubicBezTo>
                  <a:close/>
                  <a:moveTo>
                    <a:pt x="327510" y="6482"/>
                  </a:moveTo>
                  <a:cubicBezTo>
                    <a:pt x="150499" y="6482"/>
                    <a:pt x="6482" y="150499"/>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9"/>
                    <a:pt x="3692735" y="6482"/>
                    <a:pt x="3515724" y="6482"/>
                  </a:cubicBezTo>
                  <a:lnTo>
                    <a:pt x="327510" y="6482"/>
                  </a:lnTo>
                  <a:close/>
                </a:path>
              </a:pathLst>
            </a:custGeom>
            <a:solidFill>
              <a:srgbClr val="B898D0"/>
            </a:solidFill>
            <a:ln w="3175" cap="flat">
              <a:solidFill>
                <a:srgbClr val="BF98C9"/>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9" name="Freeform: Shape 138">
              <a:extLst>
                <a:ext uri="{FF2B5EF4-FFF2-40B4-BE49-F238E27FC236}">
                  <a16:creationId xmlns:a16="http://schemas.microsoft.com/office/drawing/2014/main" id="{36F02544-F709-E0C5-690F-330114F94725}"/>
                </a:ext>
              </a:extLst>
            </p:cNvPr>
            <p:cNvSpPr/>
            <p:nvPr/>
          </p:nvSpPr>
          <p:spPr>
            <a:xfrm>
              <a:off x="7009986" y="3292525"/>
              <a:ext cx="4483610" cy="679911"/>
            </a:xfrm>
            <a:custGeom>
              <a:avLst/>
              <a:gdLst>
                <a:gd name="connsiteX0" fmla="*/ 3520326 w 3847835"/>
                <a:gd name="connsiteY0" fmla="*/ 679912 h 679911"/>
                <a:gd name="connsiteX1" fmla="*/ 327510 w 3847835"/>
                <a:gd name="connsiteY1" fmla="*/ 679912 h 679911"/>
                <a:gd name="connsiteX2" fmla="*/ 0 w 3847835"/>
                <a:gd name="connsiteY2" fmla="*/ 352402 h 679911"/>
                <a:gd name="connsiteX3" fmla="*/ 0 w 3847835"/>
                <a:gd name="connsiteY3" fmla="*/ 327510 h 679911"/>
                <a:gd name="connsiteX4" fmla="*/ 327510 w 3847835"/>
                <a:gd name="connsiteY4" fmla="*/ 0 h 679911"/>
                <a:gd name="connsiteX5" fmla="*/ 3520326 w 3847835"/>
                <a:gd name="connsiteY5" fmla="*/ 0 h 679911"/>
                <a:gd name="connsiteX6" fmla="*/ 3847835 w 3847835"/>
                <a:gd name="connsiteY6" fmla="*/ 327510 h 679911"/>
                <a:gd name="connsiteX7" fmla="*/ 3847835 w 3847835"/>
                <a:gd name="connsiteY7" fmla="*/ 352402 h 679911"/>
                <a:gd name="connsiteX8" fmla="*/ 3520326 w 3847835"/>
                <a:gd name="connsiteY8" fmla="*/ 679912 h 679911"/>
                <a:gd name="connsiteX9" fmla="*/ 327510 w 3847835"/>
                <a:gd name="connsiteY9" fmla="*/ 6482 h 679911"/>
                <a:gd name="connsiteX10" fmla="*/ 6482 w 3847835"/>
                <a:gd name="connsiteY10" fmla="*/ 327510 h 679911"/>
                <a:gd name="connsiteX11" fmla="*/ 6482 w 3847835"/>
                <a:gd name="connsiteY11" fmla="*/ 352402 h 679911"/>
                <a:gd name="connsiteX12" fmla="*/ 327510 w 3847835"/>
                <a:gd name="connsiteY12" fmla="*/ 673429 h 679911"/>
                <a:gd name="connsiteX13" fmla="*/ 3520326 w 3847835"/>
                <a:gd name="connsiteY13" fmla="*/ 673429 h 679911"/>
                <a:gd name="connsiteX14" fmla="*/ 3841353 w 3847835"/>
                <a:gd name="connsiteY14" fmla="*/ 352402 h 679911"/>
                <a:gd name="connsiteX15" fmla="*/ 3841353 w 3847835"/>
                <a:gd name="connsiteY15" fmla="*/ 327510 h 679911"/>
                <a:gd name="connsiteX16" fmla="*/ 3520326 w 3847835"/>
                <a:gd name="connsiteY16" fmla="*/ 6482 h 679911"/>
                <a:gd name="connsiteX17" fmla="*/ 327510 w 3847835"/>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7835" h="679911">
                  <a:moveTo>
                    <a:pt x="3520326" y="679912"/>
                  </a:moveTo>
                  <a:lnTo>
                    <a:pt x="327510" y="679912"/>
                  </a:lnTo>
                  <a:cubicBezTo>
                    <a:pt x="146912" y="679912"/>
                    <a:pt x="0" y="532978"/>
                    <a:pt x="0" y="352402"/>
                  </a:cubicBezTo>
                  <a:lnTo>
                    <a:pt x="0" y="327510"/>
                  </a:lnTo>
                  <a:cubicBezTo>
                    <a:pt x="0" y="146912"/>
                    <a:pt x="146933" y="0"/>
                    <a:pt x="327510" y="0"/>
                  </a:cubicBezTo>
                  <a:lnTo>
                    <a:pt x="3520326" y="0"/>
                  </a:lnTo>
                  <a:cubicBezTo>
                    <a:pt x="3700924" y="0"/>
                    <a:pt x="3847835" y="146912"/>
                    <a:pt x="3847835" y="327510"/>
                  </a:cubicBezTo>
                  <a:lnTo>
                    <a:pt x="3847835" y="352402"/>
                  </a:lnTo>
                  <a:cubicBezTo>
                    <a:pt x="3847835" y="533000"/>
                    <a:pt x="3700902" y="679912"/>
                    <a:pt x="3520326" y="679912"/>
                  </a:cubicBezTo>
                  <a:close/>
                  <a:moveTo>
                    <a:pt x="327510" y="6482"/>
                  </a:moveTo>
                  <a:cubicBezTo>
                    <a:pt x="150499" y="6482"/>
                    <a:pt x="6482" y="150498"/>
                    <a:pt x="6482" y="327510"/>
                  </a:cubicBezTo>
                  <a:lnTo>
                    <a:pt x="6482" y="352402"/>
                  </a:lnTo>
                  <a:cubicBezTo>
                    <a:pt x="6482" y="529413"/>
                    <a:pt x="150499" y="673429"/>
                    <a:pt x="327510" y="673429"/>
                  </a:cubicBezTo>
                  <a:lnTo>
                    <a:pt x="3520326" y="673429"/>
                  </a:lnTo>
                  <a:cubicBezTo>
                    <a:pt x="3697337" y="673429"/>
                    <a:pt x="3841353" y="529413"/>
                    <a:pt x="3841353" y="352402"/>
                  </a:cubicBezTo>
                  <a:lnTo>
                    <a:pt x="3841353" y="327510"/>
                  </a:lnTo>
                  <a:cubicBezTo>
                    <a:pt x="3841353" y="150498"/>
                    <a:pt x="3697337" y="6482"/>
                    <a:pt x="3520326" y="6482"/>
                  </a:cubicBezTo>
                  <a:lnTo>
                    <a:pt x="327510" y="6482"/>
                  </a:lnTo>
                  <a:close/>
                </a:path>
              </a:pathLst>
            </a:custGeom>
            <a:gradFill>
              <a:gsLst>
                <a:gs pos="0">
                  <a:srgbClr val="FFFFFF"/>
                </a:gs>
                <a:gs pos="50000">
                  <a:srgbClr val="A2C1D7"/>
                </a:gs>
                <a:gs pos="100000">
                  <a:srgbClr val="4584AF"/>
                </a:gs>
              </a:gsLst>
              <a:lin ang="10800000" scaled="1"/>
            </a:gra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2" name="Freeform: Shape 141">
              <a:extLst>
                <a:ext uri="{FF2B5EF4-FFF2-40B4-BE49-F238E27FC236}">
                  <a16:creationId xmlns:a16="http://schemas.microsoft.com/office/drawing/2014/main" id="{61769EC2-7755-41A9-3AAA-840E6A455452}"/>
                </a:ext>
              </a:extLst>
            </p:cNvPr>
            <p:cNvSpPr/>
            <p:nvPr/>
          </p:nvSpPr>
          <p:spPr>
            <a:xfrm>
              <a:off x="6727290" y="4308632"/>
              <a:ext cx="4478248" cy="679911"/>
            </a:xfrm>
            <a:custGeom>
              <a:avLst/>
              <a:gdLst>
                <a:gd name="connsiteX0" fmla="*/ 3515724 w 3843233"/>
                <a:gd name="connsiteY0" fmla="*/ 679911 h 679911"/>
                <a:gd name="connsiteX1" fmla="*/ 327510 w 3843233"/>
                <a:gd name="connsiteY1" fmla="*/ 679911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1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1"/>
                  </a:moveTo>
                  <a:lnTo>
                    <a:pt x="327510" y="679911"/>
                  </a:lnTo>
                  <a:cubicBezTo>
                    <a:pt x="146912" y="679911"/>
                    <a:pt x="0" y="532978"/>
                    <a:pt x="0" y="352402"/>
                  </a:cubicBezTo>
                  <a:lnTo>
                    <a:pt x="0" y="327510"/>
                  </a:lnTo>
                  <a:cubicBezTo>
                    <a:pt x="0" y="146912"/>
                    <a:pt x="146912" y="0"/>
                    <a:pt x="327510" y="0"/>
                  </a:cubicBezTo>
                  <a:lnTo>
                    <a:pt x="3515724" y="0"/>
                  </a:lnTo>
                  <a:cubicBezTo>
                    <a:pt x="3696321" y="0"/>
                    <a:pt x="3843233" y="146933"/>
                    <a:pt x="3843233" y="327510"/>
                  </a:cubicBezTo>
                  <a:lnTo>
                    <a:pt x="3843233" y="352402"/>
                  </a:lnTo>
                  <a:cubicBezTo>
                    <a:pt x="3843233" y="533000"/>
                    <a:pt x="3696321" y="679911"/>
                    <a:pt x="3515724" y="679911"/>
                  </a:cubicBezTo>
                  <a:close/>
                  <a:moveTo>
                    <a:pt x="327510" y="6482"/>
                  </a:moveTo>
                  <a:cubicBezTo>
                    <a:pt x="150499" y="6482"/>
                    <a:pt x="6482" y="150498"/>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8"/>
                    <a:pt x="3692735" y="6482"/>
                    <a:pt x="3515724" y="6482"/>
                  </a:cubicBezTo>
                  <a:lnTo>
                    <a:pt x="327510" y="6482"/>
                  </a:lnTo>
                  <a:close/>
                </a:path>
              </a:pathLst>
            </a:custGeom>
            <a:gradFill>
              <a:gsLst>
                <a:gs pos="0">
                  <a:srgbClr val="FFFFFF"/>
                </a:gs>
                <a:gs pos="50000">
                  <a:srgbClr val="E5B8C5"/>
                </a:gs>
                <a:gs pos="100000">
                  <a:srgbClr val="CC728C"/>
                </a:gs>
              </a:gsLst>
              <a:lin ang="10800000" scaled="1"/>
            </a:gradFill>
            <a:ln w="3175" cap="flat">
              <a:solidFill>
                <a:srgbClr val="B898D0"/>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3" name="Freeform: Shape 142">
              <a:extLst>
                <a:ext uri="{FF2B5EF4-FFF2-40B4-BE49-F238E27FC236}">
                  <a16:creationId xmlns:a16="http://schemas.microsoft.com/office/drawing/2014/main" id="{EB642337-91F2-84E7-DEA4-1C3E9096E801}"/>
                </a:ext>
              </a:extLst>
            </p:cNvPr>
            <p:cNvSpPr/>
            <p:nvPr/>
          </p:nvSpPr>
          <p:spPr>
            <a:xfrm>
              <a:off x="4850305" y="2459003"/>
              <a:ext cx="314739" cy="314739"/>
            </a:xfrm>
            <a:custGeom>
              <a:avLst/>
              <a:gdLst>
                <a:gd name="connsiteX0" fmla="*/ 314739 w 314739"/>
                <a:gd name="connsiteY0" fmla="*/ 157370 h 314739"/>
                <a:gd name="connsiteX1" fmla="*/ 157370 w 314739"/>
                <a:gd name="connsiteY1" fmla="*/ 314740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40"/>
                    <a:pt x="157370" y="314740"/>
                  </a:cubicBezTo>
                  <a:cubicBezTo>
                    <a:pt x="70457" y="314740"/>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F8C434B9-A13C-C5EF-6552-0550C983F5DB}"/>
                </a:ext>
              </a:extLst>
            </p:cNvPr>
            <p:cNvSpPr/>
            <p:nvPr/>
          </p:nvSpPr>
          <p:spPr>
            <a:xfrm>
              <a:off x="5142011" y="3475111"/>
              <a:ext cx="314739" cy="314739"/>
            </a:xfrm>
            <a:custGeom>
              <a:avLst/>
              <a:gdLst>
                <a:gd name="connsiteX0" fmla="*/ 314739 w 314739"/>
                <a:gd name="connsiteY0" fmla="*/ 157370 h 314739"/>
                <a:gd name="connsiteX1" fmla="*/ 157369 w 314739"/>
                <a:gd name="connsiteY1" fmla="*/ 314739 h 314739"/>
                <a:gd name="connsiteX2" fmla="*/ -1 w 314739"/>
                <a:gd name="connsiteY2" fmla="*/ 157370 h 314739"/>
                <a:gd name="connsiteX3" fmla="*/ 157369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2" y="314739"/>
                    <a:pt x="157369" y="314739"/>
                  </a:cubicBezTo>
                  <a:cubicBezTo>
                    <a:pt x="70456" y="314739"/>
                    <a:pt x="-1" y="244283"/>
                    <a:pt x="-1" y="157370"/>
                  </a:cubicBezTo>
                  <a:cubicBezTo>
                    <a:pt x="-1" y="70457"/>
                    <a:pt x="70456" y="0"/>
                    <a:pt x="157369" y="0"/>
                  </a:cubicBezTo>
                  <a:cubicBezTo>
                    <a:pt x="244282" y="0"/>
                    <a:pt x="314739" y="70457"/>
                    <a:pt x="314739" y="157370"/>
                  </a:cubicBezTo>
                  <a:close/>
                </a:path>
              </a:pathLst>
            </a:custGeom>
            <a:solidFill>
              <a:srgbClr val="60A6D8"/>
            </a:solidFill>
            <a:ln w="2159"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9E4E8D4-E21A-9006-F1A2-B5E8B6663535}"/>
                </a:ext>
              </a:extLst>
            </p:cNvPr>
            <p:cNvSpPr/>
            <p:nvPr/>
          </p:nvSpPr>
          <p:spPr>
            <a:xfrm>
              <a:off x="4850305" y="4491218"/>
              <a:ext cx="314739" cy="314739"/>
            </a:xfrm>
            <a:custGeom>
              <a:avLst/>
              <a:gdLst>
                <a:gd name="connsiteX0" fmla="*/ 314739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39"/>
                    <a:pt x="157370" y="314739"/>
                  </a:cubicBezTo>
                  <a:cubicBezTo>
                    <a:pt x="70457" y="314739"/>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7C870678-1319-967C-57A0-D4E1AAF160DE}"/>
                </a:ext>
              </a:extLst>
            </p:cNvPr>
            <p:cNvSpPr/>
            <p:nvPr/>
          </p:nvSpPr>
          <p:spPr>
            <a:xfrm>
              <a:off x="4111317" y="5507326"/>
              <a:ext cx="314739" cy="314739"/>
            </a:xfrm>
            <a:custGeom>
              <a:avLst/>
              <a:gdLst>
                <a:gd name="connsiteX0" fmla="*/ 314740 w 314739"/>
                <a:gd name="connsiteY0" fmla="*/ 157369 h 314739"/>
                <a:gd name="connsiteX1" fmla="*/ 157370 w 314739"/>
                <a:gd name="connsiteY1" fmla="*/ 314739 h 314739"/>
                <a:gd name="connsiteX2" fmla="*/ 0 w 314739"/>
                <a:gd name="connsiteY2" fmla="*/ 157369 h 314739"/>
                <a:gd name="connsiteX3" fmla="*/ 157370 w 314739"/>
                <a:gd name="connsiteY3" fmla="*/ 0 h 314739"/>
                <a:gd name="connsiteX4" fmla="*/ 314740 w 314739"/>
                <a:gd name="connsiteY4" fmla="*/ 157369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69"/>
                  </a:moveTo>
                  <a:cubicBezTo>
                    <a:pt x="314740" y="244282"/>
                    <a:pt x="244283" y="314739"/>
                    <a:pt x="157370" y="314739"/>
                  </a:cubicBezTo>
                  <a:cubicBezTo>
                    <a:pt x="70457" y="314739"/>
                    <a:pt x="0" y="244282"/>
                    <a:pt x="0" y="157369"/>
                  </a:cubicBezTo>
                  <a:cubicBezTo>
                    <a:pt x="0" y="70457"/>
                    <a:pt x="70457" y="0"/>
                    <a:pt x="157370" y="0"/>
                  </a:cubicBezTo>
                  <a:cubicBezTo>
                    <a:pt x="244283" y="0"/>
                    <a:pt x="314740" y="70457"/>
                    <a:pt x="314740" y="157369"/>
                  </a:cubicBezTo>
                  <a:close/>
                </a:path>
              </a:pathLst>
            </a:custGeom>
            <a:solidFill>
              <a:srgbClr val="60A6D8"/>
            </a:solidFill>
            <a:ln w="2159"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2DC982B0-889F-C23B-A9B4-004EA9E3C5A8}"/>
                </a:ext>
              </a:extLst>
            </p:cNvPr>
            <p:cNvSpPr/>
            <p:nvPr/>
          </p:nvSpPr>
          <p:spPr>
            <a:xfrm>
              <a:off x="4111317" y="1442895"/>
              <a:ext cx="314739" cy="314739"/>
            </a:xfrm>
            <a:custGeom>
              <a:avLst/>
              <a:gdLst>
                <a:gd name="connsiteX0" fmla="*/ 314740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40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70"/>
                  </a:moveTo>
                  <a:cubicBezTo>
                    <a:pt x="314740" y="244283"/>
                    <a:pt x="244283" y="314739"/>
                    <a:pt x="157370" y="314739"/>
                  </a:cubicBezTo>
                  <a:cubicBezTo>
                    <a:pt x="70457" y="314739"/>
                    <a:pt x="0" y="244283"/>
                    <a:pt x="0" y="157370"/>
                  </a:cubicBezTo>
                  <a:cubicBezTo>
                    <a:pt x="0" y="70457"/>
                    <a:pt x="70457" y="0"/>
                    <a:pt x="157370" y="0"/>
                  </a:cubicBezTo>
                  <a:cubicBezTo>
                    <a:pt x="244283" y="0"/>
                    <a:pt x="314740" y="70457"/>
                    <a:pt x="314740" y="157370"/>
                  </a:cubicBezTo>
                  <a:close/>
                </a:path>
              </a:pathLst>
            </a:custGeom>
            <a:solidFill>
              <a:srgbClr val="60A6D8"/>
            </a:solidFill>
            <a:ln w="2159"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EE4D013E-1C9A-E6B2-AB8C-0A483F2E92BD}"/>
                </a:ext>
              </a:extLst>
            </p:cNvPr>
            <p:cNvSpPr/>
            <p:nvPr/>
          </p:nvSpPr>
          <p:spPr>
            <a:xfrm>
              <a:off x="3469111" y="1943678"/>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6DD8AC4E-6F6B-431F-FF24-39F7B8FCA7D6}"/>
                </a:ext>
              </a:extLst>
            </p:cNvPr>
            <p:cNvSpPr/>
            <p:nvPr/>
          </p:nvSpPr>
          <p:spPr>
            <a:xfrm>
              <a:off x="3469111" y="5210780"/>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434AA814-E30D-EB86-A5BB-6E85F8C140C5}"/>
                </a:ext>
              </a:extLst>
            </p:cNvPr>
            <p:cNvSpPr/>
            <p:nvPr/>
          </p:nvSpPr>
          <p:spPr>
            <a:xfrm>
              <a:off x="4188652" y="2838242"/>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458F9F7C-E63D-BC43-7787-91B4A3273CD7}"/>
                </a:ext>
              </a:extLst>
            </p:cNvPr>
            <p:cNvSpPr/>
            <p:nvPr/>
          </p:nvSpPr>
          <p:spPr>
            <a:xfrm>
              <a:off x="4188652" y="4316217"/>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80299B2E-9977-37E1-21C4-076892CFA93A}"/>
                </a:ext>
              </a:extLst>
            </p:cNvPr>
            <p:cNvSpPr/>
            <p:nvPr/>
          </p:nvSpPr>
          <p:spPr>
            <a:xfrm>
              <a:off x="4383122" y="3583539"/>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grpSp>
    </p:spTree>
    <p:extLst>
      <p:ext uri="{BB962C8B-B14F-4D97-AF65-F5344CB8AC3E}">
        <p14:creationId xmlns:p14="http://schemas.microsoft.com/office/powerpoint/2010/main" val="2614371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A5D8-1865-4C41-74B0-4622059811A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0883D3E-070F-EE55-D2DA-C563642CBB22}"/>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BF566A5-104D-5D0A-2459-6FD92CD6B7FB}"/>
              </a:ext>
            </a:extLst>
          </p:cNvPr>
          <p:cNvSpPr>
            <a:spLocks noGrp="1"/>
          </p:cNvSpPr>
          <p:nvPr>
            <p:ph type="title"/>
          </p:nvPr>
        </p:nvSpPr>
        <p:spPr/>
        <p:txBody>
          <a:bodyPr/>
          <a:lstStyle/>
          <a:p>
            <a:r>
              <a:rPr lang="en-US" sz="1800" dirty="0"/>
              <a:t>Title</a:t>
            </a:r>
            <a:endParaRPr lang="es-MX" sz="1800" dirty="0"/>
          </a:p>
        </p:txBody>
      </p:sp>
      <p:sp>
        <p:nvSpPr>
          <p:cNvPr id="20" name="Freeform: Shape 19">
            <a:extLst>
              <a:ext uri="{FF2B5EF4-FFF2-40B4-BE49-F238E27FC236}">
                <a16:creationId xmlns:a16="http://schemas.microsoft.com/office/drawing/2014/main" id="{5692CAC8-BEDD-444C-D2B7-B7DEC2793AF1}"/>
              </a:ext>
            </a:extLst>
          </p:cNvPr>
          <p:cNvSpPr/>
          <p:nvPr/>
        </p:nvSpPr>
        <p:spPr>
          <a:xfrm>
            <a:off x="6694144" y="1557589"/>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C1BEAD9E-EFF1-3653-0B39-F4F06931102F}"/>
              </a:ext>
            </a:extLst>
          </p:cNvPr>
          <p:cNvSpPr/>
          <p:nvPr/>
        </p:nvSpPr>
        <p:spPr>
          <a:xfrm>
            <a:off x="6054085" y="1484770"/>
            <a:ext cx="4798075" cy="1620338"/>
          </a:xfrm>
          <a:custGeom>
            <a:avLst/>
            <a:gdLst>
              <a:gd name="connsiteX0" fmla="*/ 4768860 w 4798075"/>
              <a:gd name="connsiteY0" fmla="*/ 395619 h 1620338"/>
              <a:gd name="connsiteX1" fmla="*/ 4603605 w 4798075"/>
              <a:gd name="connsiteY1" fmla="*/ 109369 h 1620338"/>
              <a:gd name="connsiteX2" fmla="*/ 4414150 w 4798075"/>
              <a:gd name="connsiteY2" fmla="*/ 0 h 1620338"/>
              <a:gd name="connsiteX3" fmla="*/ 956801 w 4798075"/>
              <a:gd name="connsiteY3" fmla="*/ 0 h 1620338"/>
              <a:gd name="connsiteX4" fmla="*/ 767347 w 4798075"/>
              <a:gd name="connsiteY4" fmla="*/ 109369 h 1620338"/>
              <a:gd name="connsiteX5" fmla="*/ 602091 w 4798075"/>
              <a:gd name="connsiteY5" fmla="*/ 395619 h 1620338"/>
              <a:gd name="connsiteX6" fmla="*/ 572890 w 4798075"/>
              <a:gd name="connsiteY6" fmla="*/ 507280 h 1620338"/>
              <a:gd name="connsiteX7" fmla="*/ 391707 w 4798075"/>
              <a:gd name="connsiteY7" fmla="*/ 616481 h 1620338"/>
              <a:gd name="connsiteX8" fmla="*/ 136167 w 4798075"/>
              <a:gd name="connsiteY8" fmla="*/ 1059073 h 1620338"/>
              <a:gd name="connsiteX9" fmla="*/ 0 w 4798075"/>
              <a:gd name="connsiteY9" fmla="*/ 1059073 h 1620338"/>
              <a:gd name="connsiteX10" fmla="*/ 0 w 4798075"/>
              <a:gd name="connsiteY10" fmla="*/ 1064466 h 1620338"/>
              <a:gd name="connsiteX11" fmla="*/ 483807 w 4798075"/>
              <a:gd name="connsiteY11" fmla="*/ 1064466 h 1620338"/>
              <a:gd name="connsiteX12" fmla="*/ 695588 w 4798075"/>
              <a:gd name="connsiteY12" fmla="*/ 1186745 h 1620338"/>
              <a:gd name="connsiteX13" fmla="*/ 945931 w 4798075"/>
              <a:gd name="connsiteY13" fmla="*/ 1620339 h 1620338"/>
              <a:gd name="connsiteX14" fmla="*/ 951156 w 4798075"/>
              <a:gd name="connsiteY14" fmla="*/ 1618606 h 1620338"/>
              <a:gd name="connsiteX15" fmla="*/ 700227 w 4798075"/>
              <a:gd name="connsiteY15" fmla="*/ 1184035 h 1620338"/>
              <a:gd name="connsiteX16" fmla="*/ 483779 w 4798075"/>
              <a:gd name="connsiteY16" fmla="*/ 1059045 h 1620338"/>
              <a:gd name="connsiteX17" fmla="*/ 142398 w 4798075"/>
              <a:gd name="connsiteY17" fmla="*/ 1059045 h 1620338"/>
              <a:gd name="connsiteX18" fmla="*/ 396374 w 4798075"/>
              <a:gd name="connsiteY18" fmla="*/ 619164 h 1620338"/>
              <a:gd name="connsiteX19" fmla="*/ 573002 w 4798075"/>
              <a:gd name="connsiteY19" fmla="*/ 512645 h 1620338"/>
              <a:gd name="connsiteX20" fmla="*/ 602091 w 4798075"/>
              <a:gd name="connsiteY20" fmla="*/ 614330 h 1620338"/>
              <a:gd name="connsiteX21" fmla="*/ 767347 w 4798075"/>
              <a:gd name="connsiteY21" fmla="*/ 900579 h 1620338"/>
              <a:gd name="connsiteX22" fmla="*/ 956801 w 4798075"/>
              <a:gd name="connsiteY22" fmla="*/ 1009949 h 1620338"/>
              <a:gd name="connsiteX23" fmla="*/ 4414150 w 4798075"/>
              <a:gd name="connsiteY23" fmla="*/ 1009949 h 1620338"/>
              <a:gd name="connsiteX24" fmla="*/ 4603605 w 4798075"/>
              <a:gd name="connsiteY24" fmla="*/ 900579 h 1620338"/>
              <a:gd name="connsiteX25" fmla="*/ 4768860 w 4798075"/>
              <a:gd name="connsiteY25" fmla="*/ 614330 h 1620338"/>
              <a:gd name="connsiteX26" fmla="*/ 4768860 w 4798075"/>
              <a:gd name="connsiteY26" fmla="*/ 395563 h 1620338"/>
              <a:gd name="connsiteX27" fmla="*/ 4764166 w 4798075"/>
              <a:gd name="connsiteY27" fmla="*/ 611675 h 1620338"/>
              <a:gd name="connsiteX28" fmla="*/ 4598883 w 4798075"/>
              <a:gd name="connsiteY28" fmla="*/ 897925 h 1620338"/>
              <a:gd name="connsiteX29" fmla="*/ 4414122 w 4798075"/>
              <a:gd name="connsiteY29" fmla="*/ 1004612 h 1620338"/>
              <a:gd name="connsiteX30" fmla="*/ 956773 w 4798075"/>
              <a:gd name="connsiteY30" fmla="*/ 1004612 h 1620338"/>
              <a:gd name="connsiteX31" fmla="*/ 772013 w 4798075"/>
              <a:gd name="connsiteY31" fmla="*/ 897925 h 1620338"/>
              <a:gd name="connsiteX32" fmla="*/ 606729 w 4798075"/>
              <a:gd name="connsiteY32" fmla="*/ 611675 h 1620338"/>
              <a:gd name="connsiteX33" fmla="*/ 578367 w 4798075"/>
              <a:gd name="connsiteY33" fmla="*/ 512561 h 1620338"/>
              <a:gd name="connsiteX34" fmla="*/ 578255 w 4798075"/>
              <a:gd name="connsiteY34" fmla="*/ 507168 h 1620338"/>
              <a:gd name="connsiteX35" fmla="*/ 606729 w 4798075"/>
              <a:gd name="connsiteY35" fmla="*/ 398329 h 1620338"/>
              <a:gd name="connsiteX36" fmla="*/ 772013 w 4798075"/>
              <a:gd name="connsiteY36" fmla="*/ 112080 h 1620338"/>
              <a:gd name="connsiteX37" fmla="*/ 956773 w 4798075"/>
              <a:gd name="connsiteY37" fmla="*/ 5393 h 1620338"/>
              <a:gd name="connsiteX38" fmla="*/ 4414122 w 4798075"/>
              <a:gd name="connsiteY38" fmla="*/ 5393 h 1620338"/>
              <a:gd name="connsiteX39" fmla="*/ 4598883 w 4798075"/>
              <a:gd name="connsiteY39" fmla="*/ 112080 h 1620338"/>
              <a:gd name="connsiteX40" fmla="*/ 4764166 w 4798075"/>
              <a:gd name="connsiteY40" fmla="*/ 398329 h 1620338"/>
              <a:gd name="connsiteX41" fmla="*/ 4764166 w 4798075"/>
              <a:gd name="connsiteY41" fmla="*/ 61167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395619"/>
                </a:moveTo>
                <a:lnTo>
                  <a:pt x="4603605" y="109369"/>
                </a:lnTo>
                <a:cubicBezTo>
                  <a:pt x="4564624" y="41915"/>
                  <a:pt x="4492056" y="0"/>
                  <a:pt x="4414150" y="0"/>
                </a:cubicBezTo>
                <a:lnTo>
                  <a:pt x="956801" y="0"/>
                </a:lnTo>
                <a:cubicBezTo>
                  <a:pt x="878896" y="0"/>
                  <a:pt x="806328" y="41915"/>
                  <a:pt x="767347" y="109369"/>
                </a:cubicBezTo>
                <a:lnTo>
                  <a:pt x="602091" y="395619"/>
                </a:lnTo>
                <a:cubicBezTo>
                  <a:pt x="582224" y="430017"/>
                  <a:pt x="572499" y="468690"/>
                  <a:pt x="572890" y="507280"/>
                </a:cubicBezTo>
                <a:cubicBezTo>
                  <a:pt x="498142" y="510102"/>
                  <a:pt x="429263" y="551430"/>
                  <a:pt x="391707" y="616481"/>
                </a:cubicBezTo>
                <a:lnTo>
                  <a:pt x="136167" y="1059073"/>
                </a:lnTo>
                <a:lnTo>
                  <a:pt x="0" y="1059073"/>
                </a:lnTo>
                <a:lnTo>
                  <a:pt x="0" y="1064466"/>
                </a:lnTo>
                <a:lnTo>
                  <a:pt x="483807" y="1064466"/>
                </a:lnTo>
                <a:cubicBezTo>
                  <a:pt x="570907" y="1064466"/>
                  <a:pt x="652054" y="1111326"/>
                  <a:pt x="695588" y="1186745"/>
                </a:cubicBezTo>
                <a:lnTo>
                  <a:pt x="945931" y="1620339"/>
                </a:lnTo>
                <a:cubicBezTo>
                  <a:pt x="947663" y="1619724"/>
                  <a:pt x="949424" y="1619137"/>
                  <a:pt x="951156" y="1618606"/>
                </a:cubicBezTo>
                <a:lnTo>
                  <a:pt x="700227" y="1184035"/>
                </a:lnTo>
                <a:cubicBezTo>
                  <a:pt x="655742" y="1106967"/>
                  <a:pt x="572779" y="1059045"/>
                  <a:pt x="483779" y="1059045"/>
                </a:cubicBezTo>
                <a:lnTo>
                  <a:pt x="142398" y="1059045"/>
                </a:lnTo>
                <a:lnTo>
                  <a:pt x="396374" y="619164"/>
                </a:lnTo>
                <a:cubicBezTo>
                  <a:pt x="433007" y="555733"/>
                  <a:pt x="500098" y="515467"/>
                  <a:pt x="573002" y="512645"/>
                </a:cubicBezTo>
                <a:cubicBezTo>
                  <a:pt x="574232" y="547881"/>
                  <a:pt x="583928" y="582894"/>
                  <a:pt x="602091" y="614330"/>
                </a:cubicBezTo>
                <a:lnTo>
                  <a:pt x="767347" y="900579"/>
                </a:lnTo>
                <a:cubicBezTo>
                  <a:pt x="806328" y="968034"/>
                  <a:pt x="878896" y="1009949"/>
                  <a:pt x="956801" y="1009949"/>
                </a:cubicBezTo>
                <a:lnTo>
                  <a:pt x="4414150" y="1009949"/>
                </a:lnTo>
                <a:cubicBezTo>
                  <a:pt x="4492056" y="1009949"/>
                  <a:pt x="4564624" y="968034"/>
                  <a:pt x="4603605" y="900579"/>
                </a:cubicBezTo>
                <a:lnTo>
                  <a:pt x="4768860" y="614330"/>
                </a:lnTo>
                <a:cubicBezTo>
                  <a:pt x="4807814" y="546875"/>
                  <a:pt x="4807814" y="463046"/>
                  <a:pt x="4768860" y="395563"/>
                </a:cubicBezTo>
                <a:close/>
                <a:moveTo>
                  <a:pt x="4764166" y="611675"/>
                </a:moveTo>
                <a:lnTo>
                  <a:pt x="4598883" y="897925"/>
                </a:lnTo>
                <a:cubicBezTo>
                  <a:pt x="4560908" y="963703"/>
                  <a:pt x="4490100" y="1004612"/>
                  <a:pt x="4414122" y="1004612"/>
                </a:cubicBezTo>
                <a:lnTo>
                  <a:pt x="956773" y="1004612"/>
                </a:lnTo>
                <a:cubicBezTo>
                  <a:pt x="880796" y="1004612"/>
                  <a:pt x="809988" y="963731"/>
                  <a:pt x="772013" y="897925"/>
                </a:cubicBezTo>
                <a:lnTo>
                  <a:pt x="606729" y="611675"/>
                </a:lnTo>
                <a:cubicBezTo>
                  <a:pt x="589042" y="580994"/>
                  <a:pt x="579596" y="546875"/>
                  <a:pt x="578367" y="512561"/>
                </a:cubicBezTo>
                <a:cubicBezTo>
                  <a:pt x="578311" y="510745"/>
                  <a:pt x="578255" y="508956"/>
                  <a:pt x="578255" y="507168"/>
                </a:cubicBezTo>
                <a:cubicBezTo>
                  <a:pt x="577836" y="469556"/>
                  <a:pt x="587365" y="431861"/>
                  <a:pt x="606729" y="398329"/>
                </a:cubicBezTo>
                <a:lnTo>
                  <a:pt x="772013" y="112080"/>
                </a:lnTo>
                <a:cubicBezTo>
                  <a:pt x="809988" y="46302"/>
                  <a:pt x="880796" y="5393"/>
                  <a:pt x="956773" y="5393"/>
                </a:cubicBezTo>
                <a:lnTo>
                  <a:pt x="4414122" y="5393"/>
                </a:lnTo>
                <a:cubicBezTo>
                  <a:pt x="4490100" y="5393"/>
                  <a:pt x="4560908" y="46274"/>
                  <a:pt x="4598883" y="112080"/>
                </a:cubicBezTo>
                <a:lnTo>
                  <a:pt x="4764166" y="398329"/>
                </a:lnTo>
                <a:cubicBezTo>
                  <a:pt x="4802169" y="464108"/>
                  <a:pt x="4802169" y="545869"/>
                  <a:pt x="4764166" y="611675"/>
                </a:cubicBezTo>
                <a:close/>
              </a:path>
            </a:pathLst>
          </a:custGeom>
          <a:solidFill>
            <a:srgbClr val="60A6D8"/>
          </a:solidFill>
          <a:ln w="2794"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BB8DDEC6-288D-B2A9-4320-0BA4D97237F3}"/>
              </a:ext>
            </a:extLst>
          </p:cNvPr>
          <p:cNvSpPr/>
          <p:nvPr/>
        </p:nvSpPr>
        <p:spPr>
          <a:xfrm>
            <a:off x="7350388"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3"/>
                </a:lnTo>
                <a:cubicBezTo>
                  <a:pt x="751649" y="838043"/>
                  <a:pt x="680338"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6DFFD11D-189C-A458-2A54-4037A3AB3C5F}"/>
              </a:ext>
            </a:extLst>
          </p:cNvPr>
          <p:cNvSpPr/>
          <p:nvPr/>
        </p:nvSpPr>
        <p:spPr>
          <a:xfrm>
            <a:off x="7000044" y="2570109"/>
            <a:ext cx="4502967" cy="1061643"/>
          </a:xfrm>
          <a:custGeom>
            <a:avLst/>
            <a:gdLst>
              <a:gd name="connsiteX0" fmla="*/ 4473753 w 4502967"/>
              <a:gd name="connsiteY0" fmla="*/ 614414 h 1061643"/>
              <a:gd name="connsiteX1" fmla="*/ 4308497 w 4502967"/>
              <a:gd name="connsiteY1" fmla="*/ 900663 h 1061643"/>
              <a:gd name="connsiteX2" fmla="*/ 4119043 w 4502967"/>
              <a:gd name="connsiteY2" fmla="*/ 1010033 h 1061643"/>
              <a:gd name="connsiteX3" fmla="*/ 863191 w 4502967"/>
              <a:gd name="connsiteY3" fmla="*/ 1010033 h 1061643"/>
              <a:gd name="connsiteX4" fmla="*/ 860537 w 4502967"/>
              <a:gd name="connsiteY4" fmla="*/ 1004640 h 1061643"/>
              <a:gd name="connsiteX5" fmla="*/ 4119043 w 4502967"/>
              <a:gd name="connsiteY5" fmla="*/ 1004640 h 1061643"/>
              <a:gd name="connsiteX6" fmla="*/ 4303803 w 4502967"/>
              <a:gd name="connsiteY6" fmla="*/ 897953 h 1061643"/>
              <a:gd name="connsiteX7" fmla="*/ 4469086 w 4502967"/>
              <a:gd name="connsiteY7" fmla="*/ 611703 h 1061643"/>
              <a:gd name="connsiteX8" fmla="*/ 4469086 w 4502967"/>
              <a:gd name="connsiteY8" fmla="*/ 398357 h 1061643"/>
              <a:gd name="connsiteX9" fmla="*/ 4303803 w 4502967"/>
              <a:gd name="connsiteY9" fmla="*/ 112108 h 1061643"/>
              <a:gd name="connsiteX10" fmla="*/ 4119043 w 4502967"/>
              <a:gd name="connsiteY10" fmla="*/ 5421 h 1061643"/>
              <a:gd name="connsiteX11" fmla="*/ 661694 w 4502967"/>
              <a:gd name="connsiteY11" fmla="*/ 5421 h 1061643"/>
              <a:gd name="connsiteX12" fmla="*/ 476933 w 4502967"/>
              <a:gd name="connsiteY12" fmla="*/ 112108 h 1061643"/>
              <a:gd name="connsiteX13" fmla="*/ 311650 w 4502967"/>
              <a:gd name="connsiteY13" fmla="*/ 398357 h 1061643"/>
              <a:gd name="connsiteX14" fmla="*/ 284405 w 4502967"/>
              <a:gd name="connsiteY14" fmla="*/ 528041 h 1061643"/>
              <a:gd name="connsiteX15" fmla="*/ 285048 w 4502967"/>
              <a:gd name="connsiteY15" fmla="*/ 533434 h 1061643"/>
              <a:gd name="connsiteX16" fmla="*/ 311650 w 4502967"/>
              <a:gd name="connsiteY16" fmla="*/ 611703 h 1061643"/>
              <a:gd name="connsiteX17" fmla="*/ 476933 w 4502967"/>
              <a:gd name="connsiteY17" fmla="*/ 897953 h 1061643"/>
              <a:gd name="connsiteX18" fmla="*/ 661694 w 4502967"/>
              <a:gd name="connsiteY18" fmla="*/ 1004640 h 1061643"/>
              <a:gd name="connsiteX19" fmla="*/ 854390 w 4502967"/>
              <a:gd name="connsiteY19" fmla="*/ 1004640 h 1061643"/>
              <a:gd name="connsiteX20" fmla="*/ 857212 w 4502967"/>
              <a:gd name="connsiteY20" fmla="*/ 1010033 h 1061643"/>
              <a:gd name="connsiteX21" fmla="*/ 661722 w 4502967"/>
              <a:gd name="connsiteY21" fmla="*/ 1010033 h 1061643"/>
              <a:gd name="connsiteX22" fmla="*/ 472267 w 4502967"/>
              <a:gd name="connsiteY22" fmla="*/ 900663 h 1061643"/>
              <a:gd name="connsiteX23" fmla="*/ 307011 w 4502967"/>
              <a:gd name="connsiteY23" fmla="*/ 614414 h 1061643"/>
              <a:gd name="connsiteX24" fmla="*/ 279655 w 4502967"/>
              <a:gd name="connsiteY24" fmla="*/ 533434 h 1061643"/>
              <a:gd name="connsiteX25" fmla="*/ 40769 w 4502967"/>
              <a:gd name="connsiteY25" fmla="*/ 533434 h 1061643"/>
              <a:gd name="connsiteX26" fmla="*/ 8019 w 4502967"/>
              <a:gd name="connsiteY26" fmla="*/ 538101 h 1061643"/>
              <a:gd name="connsiteX27" fmla="*/ 238131 w 4502967"/>
              <a:gd name="connsiteY27" fmla="*/ 936654 h 1061643"/>
              <a:gd name="connsiteX28" fmla="*/ 271523 w 4502967"/>
              <a:gd name="connsiteY28" fmla="*/ 1061644 h 1061643"/>
              <a:gd name="connsiteX29" fmla="*/ 266130 w 4502967"/>
              <a:gd name="connsiteY29" fmla="*/ 1061644 h 1061643"/>
              <a:gd name="connsiteX30" fmla="*/ 233493 w 4502967"/>
              <a:gd name="connsiteY30" fmla="*/ 939364 h 1061643"/>
              <a:gd name="connsiteX31" fmla="*/ 2766 w 4502967"/>
              <a:gd name="connsiteY31" fmla="*/ 539750 h 1061643"/>
              <a:gd name="connsiteX32" fmla="*/ 0 w 4502967"/>
              <a:gd name="connsiteY32" fmla="*/ 534999 h 1061643"/>
              <a:gd name="connsiteX33" fmla="*/ 5225 w 4502967"/>
              <a:gd name="connsiteY33" fmla="*/ 533267 h 1061643"/>
              <a:gd name="connsiteX34" fmla="*/ 40769 w 4502967"/>
              <a:gd name="connsiteY34" fmla="*/ 528014 h 1061643"/>
              <a:gd name="connsiteX35" fmla="*/ 278985 w 4502967"/>
              <a:gd name="connsiteY35" fmla="*/ 528014 h 1061643"/>
              <a:gd name="connsiteX36" fmla="*/ 306983 w 4502967"/>
              <a:gd name="connsiteY36" fmla="*/ 395619 h 1061643"/>
              <a:gd name="connsiteX37" fmla="*/ 472239 w 4502967"/>
              <a:gd name="connsiteY37" fmla="*/ 109369 h 1061643"/>
              <a:gd name="connsiteX38" fmla="*/ 661694 w 4502967"/>
              <a:gd name="connsiteY38" fmla="*/ 0 h 1061643"/>
              <a:gd name="connsiteX39" fmla="*/ 4119043 w 4502967"/>
              <a:gd name="connsiteY39" fmla="*/ 0 h 1061643"/>
              <a:gd name="connsiteX40" fmla="*/ 4308497 w 4502967"/>
              <a:gd name="connsiteY40" fmla="*/ 109369 h 1061643"/>
              <a:gd name="connsiteX41" fmla="*/ 4473753 w 4502967"/>
              <a:gd name="connsiteY41" fmla="*/ 395619 h 1061643"/>
              <a:gd name="connsiteX42" fmla="*/ 4473753 w 4502967"/>
              <a:gd name="connsiteY42" fmla="*/ 614386 h 106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67" h="1061643">
                <a:moveTo>
                  <a:pt x="4473753" y="614414"/>
                </a:moveTo>
                <a:lnTo>
                  <a:pt x="4308497" y="900663"/>
                </a:lnTo>
                <a:cubicBezTo>
                  <a:pt x="4269517" y="968118"/>
                  <a:pt x="4196948" y="1010033"/>
                  <a:pt x="4119043" y="1010033"/>
                </a:cubicBezTo>
                <a:lnTo>
                  <a:pt x="863191" y="1010033"/>
                </a:lnTo>
                <a:cubicBezTo>
                  <a:pt x="862353" y="1008216"/>
                  <a:pt x="861487" y="1006400"/>
                  <a:pt x="860537" y="1004640"/>
                </a:cubicBezTo>
                <a:lnTo>
                  <a:pt x="4119043" y="1004640"/>
                </a:lnTo>
                <a:cubicBezTo>
                  <a:pt x="4195020" y="1004640"/>
                  <a:pt x="4265828" y="963759"/>
                  <a:pt x="4303803" y="897953"/>
                </a:cubicBezTo>
                <a:lnTo>
                  <a:pt x="4469086" y="611703"/>
                </a:lnTo>
                <a:cubicBezTo>
                  <a:pt x="4507089" y="545897"/>
                  <a:pt x="4507089" y="464136"/>
                  <a:pt x="4469086" y="398357"/>
                </a:cubicBezTo>
                <a:lnTo>
                  <a:pt x="4303803" y="112108"/>
                </a:lnTo>
                <a:cubicBezTo>
                  <a:pt x="4265828" y="46302"/>
                  <a:pt x="4195020" y="5421"/>
                  <a:pt x="4119043" y="5421"/>
                </a:cubicBezTo>
                <a:lnTo>
                  <a:pt x="661694" y="5421"/>
                </a:lnTo>
                <a:cubicBezTo>
                  <a:pt x="585716" y="5421"/>
                  <a:pt x="514908" y="46274"/>
                  <a:pt x="476933" y="112108"/>
                </a:cubicBezTo>
                <a:lnTo>
                  <a:pt x="311650" y="398357"/>
                </a:lnTo>
                <a:cubicBezTo>
                  <a:pt x="288681" y="438120"/>
                  <a:pt x="279599" y="483668"/>
                  <a:pt x="284405" y="528041"/>
                </a:cubicBezTo>
                <a:cubicBezTo>
                  <a:pt x="284601" y="529858"/>
                  <a:pt x="284796" y="531646"/>
                  <a:pt x="285048" y="533434"/>
                </a:cubicBezTo>
                <a:cubicBezTo>
                  <a:pt x="288681" y="560595"/>
                  <a:pt x="297539" y="587253"/>
                  <a:pt x="311650" y="611703"/>
                </a:cubicBezTo>
                <a:lnTo>
                  <a:pt x="476933" y="897953"/>
                </a:lnTo>
                <a:cubicBezTo>
                  <a:pt x="514908" y="963731"/>
                  <a:pt x="585716" y="1004640"/>
                  <a:pt x="661694" y="1004640"/>
                </a:cubicBezTo>
                <a:lnTo>
                  <a:pt x="854390" y="1004640"/>
                </a:lnTo>
                <a:cubicBezTo>
                  <a:pt x="855395" y="1006428"/>
                  <a:pt x="856345" y="1008244"/>
                  <a:pt x="857212" y="1010033"/>
                </a:cubicBezTo>
                <a:lnTo>
                  <a:pt x="661722" y="1010033"/>
                </a:lnTo>
                <a:cubicBezTo>
                  <a:pt x="583816" y="1010033"/>
                  <a:pt x="511248" y="968118"/>
                  <a:pt x="472267" y="900663"/>
                </a:cubicBezTo>
                <a:lnTo>
                  <a:pt x="307011" y="614414"/>
                </a:lnTo>
                <a:cubicBezTo>
                  <a:pt x="292425" y="589125"/>
                  <a:pt x="283287" y="561601"/>
                  <a:pt x="279655" y="533434"/>
                </a:cubicBezTo>
                <a:lnTo>
                  <a:pt x="40769" y="533434"/>
                </a:lnTo>
                <a:cubicBezTo>
                  <a:pt x="29536" y="533434"/>
                  <a:pt x="18526" y="535055"/>
                  <a:pt x="8019" y="538101"/>
                </a:cubicBezTo>
                <a:lnTo>
                  <a:pt x="238131" y="936654"/>
                </a:lnTo>
                <a:cubicBezTo>
                  <a:pt x="260374" y="975188"/>
                  <a:pt x="271523" y="1018444"/>
                  <a:pt x="271523" y="1061644"/>
                </a:cubicBezTo>
                <a:lnTo>
                  <a:pt x="266130" y="1061644"/>
                </a:lnTo>
                <a:cubicBezTo>
                  <a:pt x="266130" y="1019338"/>
                  <a:pt x="255260" y="977060"/>
                  <a:pt x="233493" y="939364"/>
                </a:cubicBezTo>
                <a:lnTo>
                  <a:pt x="2766" y="539750"/>
                </a:lnTo>
                <a:lnTo>
                  <a:pt x="0" y="534999"/>
                </a:lnTo>
                <a:cubicBezTo>
                  <a:pt x="1732" y="534385"/>
                  <a:pt x="3493" y="533798"/>
                  <a:pt x="5225" y="533267"/>
                </a:cubicBezTo>
                <a:cubicBezTo>
                  <a:pt x="16626" y="529830"/>
                  <a:pt x="28558" y="528014"/>
                  <a:pt x="40769" y="528014"/>
                </a:cubicBezTo>
                <a:lnTo>
                  <a:pt x="278985" y="528014"/>
                </a:lnTo>
                <a:cubicBezTo>
                  <a:pt x="274234" y="482690"/>
                  <a:pt x="283567" y="436220"/>
                  <a:pt x="306983" y="395619"/>
                </a:cubicBezTo>
                <a:lnTo>
                  <a:pt x="472239" y="109369"/>
                </a:lnTo>
                <a:cubicBezTo>
                  <a:pt x="511220" y="41915"/>
                  <a:pt x="583788" y="0"/>
                  <a:pt x="661694" y="0"/>
                </a:cubicBezTo>
                <a:lnTo>
                  <a:pt x="4119043" y="0"/>
                </a:lnTo>
                <a:cubicBezTo>
                  <a:pt x="4196948" y="0"/>
                  <a:pt x="4269517" y="41915"/>
                  <a:pt x="4308497" y="109369"/>
                </a:cubicBezTo>
                <a:lnTo>
                  <a:pt x="4473753" y="395619"/>
                </a:lnTo>
                <a:cubicBezTo>
                  <a:pt x="4512706" y="463074"/>
                  <a:pt x="4512706" y="546903"/>
                  <a:pt x="4473753" y="614386"/>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CE0A692F-492D-CECE-F64C-CFDD21FFE505}"/>
              </a:ext>
            </a:extLst>
          </p:cNvPr>
          <p:cNvSpPr/>
          <p:nvPr/>
        </p:nvSpPr>
        <p:spPr>
          <a:xfrm>
            <a:off x="7353098"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2"/>
                </a:lnTo>
                <a:cubicBezTo>
                  <a:pt x="751650"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32" name="Graphic 15">
            <a:extLst>
              <a:ext uri="{FF2B5EF4-FFF2-40B4-BE49-F238E27FC236}">
                <a16:creationId xmlns:a16="http://schemas.microsoft.com/office/drawing/2014/main" id="{0297B73A-31E4-8230-D6B9-8DA0777F4C8D}"/>
              </a:ext>
            </a:extLst>
          </p:cNvPr>
          <p:cNvGrpSpPr/>
          <p:nvPr/>
        </p:nvGrpSpPr>
        <p:grpSpPr>
          <a:xfrm>
            <a:off x="7000016" y="3631780"/>
            <a:ext cx="4502995" cy="1035991"/>
            <a:chOff x="7000016" y="3631780"/>
            <a:chExt cx="4502995" cy="1035991"/>
          </a:xfrm>
          <a:solidFill>
            <a:srgbClr val="60A6D8"/>
          </a:solidFill>
        </p:grpSpPr>
        <p:sp>
          <p:nvSpPr>
            <p:cNvPr id="33" name="Freeform: Shape 32">
              <a:extLst>
                <a:ext uri="{FF2B5EF4-FFF2-40B4-BE49-F238E27FC236}">
                  <a16:creationId xmlns:a16="http://schemas.microsoft.com/office/drawing/2014/main" id="{F0D81CD4-7446-793C-CB70-A6EEF39BAE56}"/>
                </a:ext>
              </a:extLst>
            </p:cNvPr>
            <p:cNvSpPr/>
            <p:nvPr/>
          </p:nvSpPr>
          <p:spPr>
            <a:xfrm>
              <a:off x="7864856" y="3657768"/>
              <a:ext cx="6845" cy="5393"/>
            </a:xfrm>
            <a:custGeom>
              <a:avLst/>
              <a:gdLst>
                <a:gd name="connsiteX0" fmla="*/ 1313 w 6845"/>
                <a:gd name="connsiteY0" fmla="*/ 0 h 5393"/>
                <a:gd name="connsiteX1" fmla="*/ 0 w 6845"/>
                <a:gd name="connsiteY1" fmla="*/ 5393 h 5393"/>
                <a:gd name="connsiteX2" fmla="*/ 5589 w 6845"/>
                <a:gd name="connsiteY2" fmla="*/ 5393 h 5393"/>
                <a:gd name="connsiteX3" fmla="*/ 6846 w 6845"/>
                <a:gd name="connsiteY3" fmla="*/ 0 h 5393"/>
                <a:gd name="connsiteX4" fmla="*/ 1313 w 6845"/>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5" h="5393">
                  <a:moveTo>
                    <a:pt x="1313" y="0"/>
                  </a:moveTo>
                  <a:cubicBezTo>
                    <a:pt x="922" y="1816"/>
                    <a:pt x="475" y="3633"/>
                    <a:pt x="0" y="5393"/>
                  </a:cubicBezTo>
                  <a:lnTo>
                    <a:pt x="5589" y="5393"/>
                  </a:lnTo>
                  <a:cubicBezTo>
                    <a:pt x="6063" y="3605"/>
                    <a:pt x="6483" y="1788"/>
                    <a:pt x="6846" y="0"/>
                  </a:cubicBezTo>
                  <a:lnTo>
                    <a:pt x="1313" y="0"/>
                  </a:lnTo>
                  <a:close/>
                </a:path>
              </a:pathLst>
            </a:custGeom>
            <a:grpFill/>
            <a:ln w="2794"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A69B9B8-CC7C-0857-837A-648D5C1518FF}"/>
                </a:ext>
              </a:extLst>
            </p:cNvPr>
            <p:cNvSpPr/>
            <p:nvPr/>
          </p:nvSpPr>
          <p:spPr>
            <a:xfrm>
              <a:off x="7000016" y="3631780"/>
              <a:ext cx="4502995" cy="1035991"/>
            </a:xfrm>
            <a:custGeom>
              <a:avLst/>
              <a:gdLst>
                <a:gd name="connsiteX0" fmla="*/ 4473781 w 4502995"/>
                <a:gd name="connsiteY0" fmla="*/ 640373 h 1035991"/>
                <a:gd name="connsiteX1" fmla="*/ 4308525 w 4502995"/>
                <a:gd name="connsiteY1" fmla="*/ 926622 h 1035991"/>
                <a:gd name="connsiteX2" fmla="*/ 4119071 w 4502995"/>
                <a:gd name="connsiteY2" fmla="*/ 1035992 h 1035991"/>
                <a:gd name="connsiteX3" fmla="*/ 661722 w 4502995"/>
                <a:gd name="connsiteY3" fmla="*/ 1035992 h 1035991"/>
                <a:gd name="connsiteX4" fmla="*/ 472267 w 4502995"/>
                <a:gd name="connsiteY4" fmla="*/ 926622 h 1035991"/>
                <a:gd name="connsiteX5" fmla="*/ 307011 w 4502995"/>
                <a:gd name="connsiteY5" fmla="*/ 640373 h 1035991"/>
                <a:gd name="connsiteX6" fmla="*/ 277811 w 4502995"/>
                <a:gd name="connsiteY6" fmla="*/ 533630 h 1035991"/>
                <a:gd name="connsiteX7" fmla="*/ 40769 w 4502995"/>
                <a:gd name="connsiteY7" fmla="*/ 533630 h 1035991"/>
                <a:gd name="connsiteX8" fmla="*/ 5225 w 4502995"/>
                <a:gd name="connsiteY8" fmla="*/ 528377 h 1035991"/>
                <a:gd name="connsiteX9" fmla="*/ 0 w 4502995"/>
                <a:gd name="connsiteY9" fmla="*/ 526644 h 1035991"/>
                <a:gd name="connsiteX10" fmla="*/ 2766 w 4502995"/>
                <a:gd name="connsiteY10" fmla="*/ 521894 h 1035991"/>
                <a:gd name="connsiteX11" fmla="*/ 233493 w 4502995"/>
                <a:gd name="connsiteY11" fmla="*/ 122279 h 1035991"/>
                <a:gd name="connsiteX12" fmla="*/ 266130 w 4502995"/>
                <a:gd name="connsiteY12" fmla="*/ 0 h 1035991"/>
                <a:gd name="connsiteX13" fmla="*/ 271523 w 4502995"/>
                <a:gd name="connsiteY13" fmla="*/ 0 h 1035991"/>
                <a:gd name="connsiteX14" fmla="*/ 238131 w 4502995"/>
                <a:gd name="connsiteY14" fmla="*/ 124990 h 1035991"/>
                <a:gd name="connsiteX15" fmla="*/ 8019 w 4502995"/>
                <a:gd name="connsiteY15" fmla="*/ 523543 h 1035991"/>
                <a:gd name="connsiteX16" fmla="*/ 40769 w 4502995"/>
                <a:gd name="connsiteY16" fmla="*/ 528209 h 1035991"/>
                <a:gd name="connsiteX17" fmla="*/ 277811 w 4502995"/>
                <a:gd name="connsiteY17" fmla="*/ 528209 h 1035991"/>
                <a:gd name="connsiteX18" fmla="*/ 307011 w 4502995"/>
                <a:gd name="connsiteY18" fmla="*/ 421578 h 1035991"/>
                <a:gd name="connsiteX19" fmla="*/ 472267 w 4502995"/>
                <a:gd name="connsiteY19" fmla="*/ 135329 h 1035991"/>
                <a:gd name="connsiteX20" fmla="*/ 661722 w 4502995"/>
                <a:gd name="connsiteY20" fmla="*/ 25959 h 1035991"/>
                <a:gd name="connsiteX21" fmla="*/ 866154 w 4502995"/>
                <a:gd name="connsiteY21" fmla="*/ 25959 h 1035991"/>
                <a:gd name="connsiteX22" fmla="*/ 864840 w 4502995"/>
                <a:gd name="connsiteY22" fmla="*/ 31352 h 1035991"/>
                <a:gd name="connsiteX23" fmla="*/ 661722 w 4502995"/>
                <a:gd name="connsiteY23" fmla="*/ 31352 h 1035991"/>
                <a:gd name="connsiteX24" fmla="*/ 476961 w 4502995"/>
                <a:gd name="connsiteY24" fmla="*/ 138039 h 1035991"/>
                <a:gd name="connsiteX25" fmla="*/ 311678 w 4502995"/>
                <a:gd name="connsiteY25" fmla="*/ 424289 h 1035991"/>
                <a:gd name="connsiteX26" fmla="*/ 283204 w 4502995"/>
                <a:gd name="connsiteY26" fmla="*/ 528209 h 1035991"/>
                <a:gd name="connsiteX27" fmla="*/ 283204 w 4502995"/>
                <a:gd name="connsiteY27" fmla="*/ 533602 h 1035991"/>
                <a:gd name="connsiteX28" fmla="*/ 311678 w 4502995"/>
                <a:gd name="connsiteY28" fmla="*/ 637634 h 1035991"/>
                <a:gd name="connsiteX29" fmla="*/ 476961 w 4502995"/>
                <a:gd name="connsiteY29" fmla="*/ 923884 h 1035991"/>
                <a:gd name="connsiteX30" fmla="*/ 661722 w 4502995"/>
                <a:gd name="connsiteY30" fmla="*/ 1030571 h 1035991"/>
                <a:gd name="connsiteX31" fmla="*/ 4119071 w 4502995"/>
                <a:gd name="connsiteY31" fmla="*/ 1030571 h 1035991"/>
                <a:gd name="connsiteX32" fmla="*/ 4303831 w 4502995"/>
                <a:gd name="connsiteY32" fmla="*/ 923884 h 1035991"/>
                <a:gd name="connsiteX33" fmla="*/ 4469114 w 4502995"/>
                <a:gd name="connsiteY33" fmla="*/ 637634 h 1035991"/>
                <a:gd name="connsiteX34" fmla="*/ 4469114 w 4502995"/>
                <a:gd name="connsiteY34" fmla="*/ 424289 h 1035991"/>
                <a:gd name="connsiteX35" fmla="*/ 4303831 w 4502995"/>
                <a:gd name="connsiteY35" fmla="*/ 138039 h 1035991"/>
                <a:gd name="connsiteX36" fmla="*/ 4119071 w 4502995"/>
                <a:gd name="connsiteY36" fmla="*/ 31352 h 1035991"/>
                <a:gd name="connsiteX37" fmla="*/ 870429 w 4502995"/>
                <a:gd name="connsiteY37" fmla="*/ 31352 h 1035991"/>
                <a:gd name="connsiteX38" fmla="*/ 871686 w 4502995"/>
                <a:gd name="connsiteY38" fmla="*/ 25959 h 1035991"/>
                <a:gd name="connsiteX39" fmla="*/ 4119071 w 4502995"/>
                <a:gd name="connsiteY39" fmla="*/ 25959 h 1035991"/>
                <a:gd name="connsiteX40" fmla="*/ 4308525 w 4502995"/>
                <a:gd name="connsiteY40" fmla="*/ 135329 h 1035991"/>
                <a:gd name="connsiteX41" fmla="*/ 4473781 w 4502995"/>
                <a:gd name="connsiteY41" fmla="*/ 421578 h 1035991"/>
                <a:gd name="connsiteX42" fmla="*/ 4473781 w 4502995"/>
                <a:gd name="connsiteY42" fmla="*/ 640345 h 103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95" h="1035991">
                  <a:moveTo>
                    <a:pt x="4473781" y="640373"/>
                  </a:moveTo>
                  <a:lnTo>
                    <a:pt x="4308525" y="926622"/>
                  </a:lnTo>
                  <a:cubicBezTo>
                    <a:pt x="4269573" y="994077"/>
                    <a:pt x="4196976" y="1035992"/>
                    <a:pt x="4119071" y="1035992"/>
                  </a:cubicBezTo>
                  <a:lnTo>
                    <a:pt x="661722" y="1035992"/>
                  </a:lnTo>
                  <a:cubicBezTo>
                    <a:pt x="583816" y="1035992"/>
                    <a:pt x="511220" y="994077"/>
                    <a:pt x="472267" y="926622"/>
                  </a:cubicBezTo>
                  <a:lnTo>
                    <a:pt x="307011" y="640373"/>
                  </a:lnTo>
                  <a:cubicBezTo>
                    <a:pt x="288010" y="607428"/>
                    <a:pt x="278258" y="570599"/>
                    <a:pt x="277811" y="533630"/>
                  </a:cubicBezTo>
                  <a:lnTo>
                    <a:pt x="40769" y="533630"/>
                  </a:lnTo>
                  <a:cubicBezTo>
                    <a:pt x="28558" y="533630"/>
                    <a:pt x="16626" y="531814"/>
                    <a:pt x="5225" y="528377"/>
                  </a:cubicBezTo>
                  <a:cubicBezTo>
                    <a:pt x="3465" y="527846"/>
                    <a:pt x="1704" y="527259"/>
                    <a:pt x="0" y="526644"/>
                  </a:cubicBezTo>
                  <a:lnTo>
                    <a:pt x="2766" y="521894"/>
                  </a:lnTo>
                  <a:lnTo>
                    <a:pt x="233493" y="122279"/>
                  </a:lnTo>
                  <a:cubicBezTo>
                    <a:pt x="255261" y="84556"/>
                    <a:pt x="266130" y="42278"/>
                    <a:pt x="266130" y="0"/>
                  </a:cubicBezTo>
                  <a:lnTo>
                    <a:pt x="271523" y="0"/>
                  </a:lnTo>
                  <a:cubicBezTo>
                    <a:pt x="271523" y="43200"/>
                    <a:pt x="260402" y="86456"/>
                    <a:pt x="238131" y="124990"/>
                  </a:cubicBezTo>
                  <a:lnTo>
                    <a:pt x="8019" y="523543"/>
                  </a:lnTo>
                  <a:cubicBezTo>
                    <a:pt x="18526" y="526588"/>
                    <a:pt x="29536" y="528209"/>
                    <a:pt x="40769" y="528209"/>
                  </a:cubicBezTo>
                  <a:lnTo>
                    <a:pt x="277811" y="528209"/>
                  </a:lnTo>
                  <a:cubicBezTo>
                    <a:pt x="278258" y="491296"/>
                    <a:pt x="288010" y="454495"/>
                    <a:pt x="307011" y="421578"/>
                  </a:cubicBezTo>
                  <a:lnTo>
                    <a:pt x="472267" y="135329"/>
                  </a:lnTo>
                  <a:cubicBezTo>
                    <a:pt x="511248" y="67874"/>
                    <a:pt x="583816" y="25959"/>
                    <a:pt x="661722" y="25959"/>
                  </a:cubicBezTo>
                  <a:lnTo>
                    <a:pt x="866154" y="25959"/>
                  </a:lnTo>
                  <a:cubicBezTo>
                    <a:pt x="865763" y="27775"/>
                    <a:pt x="865315" y="29592"/>
                    <a:pt x="864840" y="31352"/>
                  </a:cubicBezTo>
                  <a:lnTo>
                    <a:pt x="661722" y="31352"/>
                  </a:lnTo>
                  <a:cubicBezTo>
                    <a:pt x="585744" y="31352"/>
                    <a:pt x="514936" y="72233"/>
                    <a:pt x="476961" y="138039"/>
                  </a:cubicBezTo>
                  <a:lnTo>
                    <a:pt x="311678" y="424289"/>
                  </a:lnTo>
                  <a:cubicBezTo>
                    <a:pt x="293179" y="456395"/>
                    <a:pt x="283679" y="492274"/>
                    <a:pt x="283204" y="528209"/>
                  </a:cubicBezTo>
                  <a:cubicBezTo>
                    <a:pt x="283204" y="530026"/>
                    <a:pt x="283204" y="531842"/>
                    <a:pt x="283204" y="533602"/>
                  </a:cubicBezTo>
                  <a:cubicBezTo>
                    <a:pt x="283623" y="569593"/>
                    <a:pt x="293151" y="605528"/>
                    <a:pt x="311678" y="637634"/>
                  </a:cubicBezTo>
                  <a:lnTo>
                    <a:pt x="476961" y="923884"/>
                  </a:lnTo>
                  <a:cubicBezTo>
                    <a:pt x="514936" y="989690"/>
                    <a:pt x="585744" y="1030571"/>
                    <a:pt x="661722" y="1030571"/>
                  </a:cubicBezTo>
                  <a:lnTo>
                    <a:pt x="4119071" y="1030571"/>
                  </a:lnTo>
                  <a:cubicBezTo>
                    <a:pt x="4195048" y="1030571"/>
                    <a:pt x="4265856" y="989718"/>
                    <a:pt x="4303831" y="923884"/>
                  </a:cubicBezTo>
                  <a:lnTo>
                    <a:pt x="4469114" y="637634"/>
                  </a:lnTo>
                  <a:cubicBezTo>
                    <a:pt x="4507117" y="571856"/>
                    <a:pt x="4507117" y="490095"/>
                    <a:pt x="4469114" y="424289"/>
                  </a:cubicBezTo>
                  <a:lnTo>
                    <a:pt x="4303831" y="138039"/>
                  </a:lnTo>
                  <a:cubicBezTo>
                    <a:pt x="4265856" y="72261"/>
                    <a:pt x="4195048" y="31352"/>
                    <a:pt x="4119071" y="31352"/>
                  </a:cubicBezTo>
                  <a:lnTo>
                    <a:pt x="870429" y="31352"/>
                  </a:lnTo>
                  <a:cubicBezTo>
                    <a:pt x="870904" y="29564"/>
                    <a:pt x="871323" y="27748"/>
                    <a:pt x="871686" y="25959"/>
                  </a:cubicBezTo>
                  <a:lnTo>
                    <a:pt x="4119071" y="25959"/>
                  </a:lnTo>
                  <a:cubicBezTo>
                    <a:pt x="4196976" y="25959"/>
                    <a:pt x="4269545" y="67874"/>
                    <a:pt x="4308525" y="135329"/>
                  </a:cubicBezTo>
                  <a:lnTo>
                    <a:pt x="4473781" y="421578"/>
                  </a:lnTo>
                  <a:cubicBezTo>
                    <a:pt x="4512734" y="489033"/>
                    <a:pt x="4512734" y="572862"/>
                    <a:pt x="4473781" y="640345"/>
                  </a:cubicBezTo>
                  <a:close/>
                </a:path>
              </a:pathLst>
            </a:custGeom>
            <a:grpFill/>
            <a:ln w="2794" cap="flat">
              <a:noFill/>
              <a:prstDash val="solid"/>
              <a:miter/>
            </a:ln>
          </p:spPr>
          <p:txBody>
            <a:bodyPr rtlCol="0" anchor="ctr"/>
            <a:lstStyle/>
            <a:p>
              <a:endParaRPr lang="en-IN"/>
            </a:p>
          </p:txBody>
        </p:sp>
      </p:grpSp>
      <p:sp>
        <p:nvSpPr>
          <p:cNvPr id="36" name="Freeform: Shape 35">
            <a:extLst>
              <a:ext uri="{FF2B5EF4-FFF2-40B4-BE49-F238E27FC236}">
                <a16:creationId xmlns:a16="http://schemas.microsoft.com/office/drawing/2014/main" id="{83F98057-A36F-609F-EE6D-DA8DB5844DE4}"/>
              </a:ext>
            </a:extLst>
          </p:cNvPr>
          <p:cNvSpPr/>
          <p:nvPr/>
        </p:nvSpPr>
        <p:spPr>
          <a:xfrm>
            <a:off x="6694144" y="4833475"/>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B9853FBD-A9FA-E645-DEF6-59112EDBD7C7}"/>
              </a:ext>
            </a:extLst>
          </p:cNvPr>
          <p:cNvSpPr/>
          <p:nvPr/>
        </p:nvSpPr>
        <p:spPr>
          <a:xfrm>
            <a:off x="6054085" y="4158425"/>
            <a:ext cx="4798075" cy="1620338"/>
          </a:xfrm>
          <a:custGeom>
            <a:avLst/>
            <a:gdLst>
              <a:gd name="connsiteX0" fmla="*/ 4768860 w 4798075"/>
              <a:gd name="connsiteY0" fmla="*/ 1006009 h 1620338"/>
              <a:gd name="connsiteX1" fmla="*/ 4603605 w 4798075"/>
              <a:gd name="connsiteY1" fmla="*/ 719759 h 1620338"/>
              <a:gd name="connsiteX2" fmla="*/ 4414150 w 4798075"/>
              <a:gd name="connsiteY2" fmla="*/ 610390 h 1620338"/>
              <a:gd name="connsiteX3" fmla="*/ 956801 w 4798075"/>
              <a:gd name="connsiteY3" fmla="*/ 610390 h 1620338"/>
              <a:gd name="connsiteX4" fmla="*/ 767347 w 4798075"/>
              <a:gd name="connsiteY4" fmla="*/ 719759 h 1620338"/>
              <a:gd name="connsiteX5" fmla="*/ 602091 w 4798075"/>
              <a:gd name="connsiteY5" fmla="*/ 1006009 h 1620338"/>
              <a:gd name="connsiteX6" fmla="*/ 573002 w 4798075"/>
              <a:gd name="connsiteY6" fmla="*/ 1107694 h 1620338"/>
              <a:gd name="connsiteX7" fmla="*/ 396374 w 4798075"/>
              <a:gd name="connsiteY7" fmla="*/ 1001175 h 1620338"/>
              <a:gd name="connsiteX8" fmla="*/ 142398 w 4798075"/>
              <a:gd name="connsiteY8" fmla="*/ 561294 h 1620338"/>
              <a:gd name="connsiteX9" fmla="*/ 483779 w 4798075"/>
              <a:gd name="connsiteY9" fmla="*/ 561294 h 1620338"/>
              <a:gd name="connsiteX10" fmla="*/ 700227 w 4798075"/>
              <a:gd name="connsiteY10" fmla="*/ 436304 h 1620338"/>
              <a:gd name="connsiteX11" fmla="*/ 951156 w 4798075"/>
              <a:gd name="connsiteY11" fmla="*/ 1732 h 1620338"/>
              <a:gd name="connsiteX12" fmla="*/ 945931 w 4798075"/>
              <a:gd name="connsiteY12" fmla="*/ 0 h 1620338"/>
              <a:gd name="connsiteX13" fmla="*/ 695588 w 4798075"/>
              <a:gd name="connsiteY13" fmla="*/ 433594 h 1620338"/>
              <a:gd name="connsiteX14" fmla="*/ 483807 w 4798075"/>
              <a:gd name="connsiteY14" fmla="*/ 555873 h 1620338"/>
              <a:gd name="connsiteX15" fmla="*/ 0 w 4798075"/>
              <a:gd name="connsiteY15" fmla="*/ 555873 h 1620338"/>
              <a:gd name="connsiteX16" fmla="*/ 0 w 4798075"/>
              <a:gd name="connsiteY16" fmla="*/ 561266 h 1620338"/>
              <a:gd name="connsiteX17" fmla="*/ 136167 w 4798075"/>
              <a:gd name="connsiteY17" fmla="*/ 561266 h 1620338"/>
              <a:gd name="connsiteX18" fmla="*/ 391707 w 4798075"/>
              <a:gd name="connsiteY18" fmla="*/ 1003857 h 1620338"/>
              <a:gd name="connsiteX19" fmla="*/ 572890 w 4798075"/>
              <a:gd name="connsiteY19" fmla="*/ 1113059 h 1620338"/>
              <a:gd name="connsiteX20" fmla="*/ 602091 w 4798075"/>
              <a:gd name="connsiteY20" fmla="*/ 1224720 h 1620338"/>
              <a:gd name="connsiteX21" fmla="*/ 767347 w 4798075"/>
              <a:gd name="connsiteY21" fmla="*/ 1510969 h 1620338"/>
              <a:gd name="connsiteX22" fmla="*/ 956801 w 4798075"/>
              <a:gd name="connsiteY22" fmla="*/ 1620339 h 1620338"/>
              <a:gd name="connsiteX23" fmla="*/ 4414150 w 4798075"/>
              <a:gd name="connsiteY23" fmla="*/ 1620339 h 1620338"/>
              <a:gd name="connsiteX24" fmla="*/ 4603605 w 4798075"/>
              <a:gd name="connsiteY24" fmla="*/ 1510969 h 1620338"/>
              <a:gd name="connsiteX25" fmla="*/ 4768860 w 4798075"/>
              <a:gd name="connsiteY25" fmla="*/ 1224720 h 1620338"/>
              <a:gd name="connsiteX26" fmla="*/ 4768860 w 4798075"/>
              <a:gd name="connsiteY26" fmla="*/ 1005953 h 1620338"/>
              <a:gd name="connsiteX27" fmla="*/ 4764166 w 4798075"/>
              <a:gd name="connsiteY27" fmla="*/ 1222065 h 1620338"/>
              <a:gd name="connsiteX28" fmla="*/ 4598883 w 4798075"/>
              <a:gd name="connsiteY28" fmla="*/ 1508315 h 1620338"/>
              <a:gd name="connsiteX29" fmla="*/ 4414122 w 4798075"/>
              <a:gd name="connsiteY29" fmla="*/ 1615002 h 1620338"/>
              <a:gd name="connsiteX30" fmla="*/ 956773 w 4798075"/>
              <a:gd name="connsiteY30" fmla="*/ 1615002 h 1620338"/>
              <a:gd name="connsiteX31" fmla="*/ 772013 w 4798075"/>
              <a:gd name="connsiteY31" fmla="*/ 1508315 h 1620338"/>
              <a:gd name="connsiteX32" fmla="*/ 606729 w 4798075"/>
              <a:gd name="connsiteY32" fmla="*/ 1222065 h 1620338"/>
              <a:gd name="connsiteX33" fmla="*/ 578255 w 4798075"/>
              <a:gd name="connsiteY33" fmla="*/ 1113227 h 1620338"/>
              <a:gd name="connsiteX34" fmla="*/ 578367 w 4798075"/>
              <a:gd name="connsiteY34" fmla="*/ 1107834 h 1620338"/>
              <a:gd name="connsiteX35" fmla="*/ 606729 w 4798075"/>
              <a:gd name="connsiteY35" fmla="*/ 1008719 h 1620338"/>
              <a:gd name="connsiteX36" fmla="*/ 772013 w 4798075"/>
              <a:gd name="connsiteY36" fmla="*/ 722470 h 1620338"/>
              <a:gd name="connsiteX37" fmla="*/ 956773 w 4798075"/>
              <a:gd name="connsiteY37" fmla="*/ 615783 h 1620338"/>
              <a:gd name="connsiteX38" fmla="*/ 4414122 w 4798075"/>
              <a:gd name="connsiteY38" fmla="*/ 615783 h 1620338"/>
              <a:gd name="connsiteX39" fmla="*/ 4598883 w 4798075"/>
              <a:gd name="connsiteY39" fmla="*/ 722470 h 1620338"/>
              <a:gd name="connsiteX40" fmla="*/ 4764166 w 4798075"/>
              <a:gd name="connsiteY40" fmla="*/ 1008719 h 1620338"/>
              <a:gd name="connsiteX41" fmla="*/ 4764166 w 4798075"/>
              <a:gd name="connsiteY41" fmla="*/ 122206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1006009"/>
                </a:moveTo>
                <a:lnTo>
                  <a:pt x="4603605" y="719759"/>
                </a:lnTo>
                <a:cubicBezTo>
                  <a:pt x="4564652" y="652305"/>
                  <a:pt x="4492056" y="610390"/>
                  <a:pt x="4414150" y="610390"/>
                </a:cubicBezTo>
                <a:lnTo>
                  <a:pt x="956801" y="610390"/>
                </a:lnTo>
                <a:cubicBezTo>
                  <a:pt x="878896" y="610390"/>
                  <a:pt x="806300" y="652305"/>
                  <a:pt x="767347" y="719759"/>
                </a:cubicBezTo>
                <a:lnTo>
                  <a:pt x="602091" y="1006009"/>
                </a:lnTo>
                <a:cubicBezTo>
                  <a:pt x="583956" y="1037445"/>
                  <a:pt x="574260" y="1072458"/>
                  <a:pt x="573002" y="1107694"/>
                </a:cubicBezTo>
                <a:cubicBezTo>
                  <a:pt x="500098" y="1104872"/>
                  <a:pt x="433007" y="1064606"/>
                  <a:pt x="396374" y="1001175"/>
                </a:cubicBezTo>
                <a:lnTo>
                  <a:pt x="142398" y="561294"/>
                </a:lnTo>
                <a:lnTo>
                  <a:pt x="483779" y="561294"/>
                </a:lnTo>
                <a:cubicBezTo>
                  <a:pt x="572806" y="561294"/>
                  <a:pt x="655769" y="513371"/>
                  <a:pt x="700227" y="436304"/>
                </a:cubicBezTo>
                <a:lnTo>
                  <a:pt x="951156" y="1732"/>
                </a:lnTo>
                <a:cubicBezTo>
                  <a:pt x="949396" y="1202"/>
                  <a:pt x="947635" y="615"/>
                  <a:pt x="945931" y="0"/>
                </a:cubicBezTo>
                <a:lnTo>
                  <a:pt x="695588" y="433594"/>
                </a:lnTo>
                <a:cubicBezTo>
                  <a:pt x="652054" y="509012"/>
                  <a:pt x="570907" y="555873"/>
                  <a:pt x="483807" y="555873"/>
                </a:cubicBezTo>
                <a:lnTo>
                  <a:pt x="0" y="555873"/>
                </a:lnTo>
                <a:lnTo>
                  <a:pt x="0" y="561266"/>
                </a:lnTo>
                <a:lnTo>
                  <a:pt x="136167" y="561266"/>
                </a:lnTo>
                <a:lnTo>
                  <a:pt x="391707" y="1003857"/>
                </a:lnTo>
                <a:cubicBezTo>
                  <a:pt x="429263" y="1068909"/>
                  <a:pt x="498142" y="1110237"/>
                  <a:pt x="572890" y="1113059"/>
                </a:cubicBezTo>
                <a:cubicBezTo>
                  <a:pt x="572472" y="1151648"/>
                  <a:pt x="582196" y="1190322"/>
                  <a:pt x="602091" y="1224720"/>
                </a:cubicBezTo>
                <a:lnTo>
                  <a:pt x="767347" y="1510969"/>
                </a:lnTo>
                <a:cubicBezTo>
                  <a:pt x="806328" y="1578424"/>
                  <a:pt x="878896" y="1620339"/>
                  <a:pt x="956801" y="1620339"/>
                </a:cubicBezTo>
                <a:lnTo>
                  <a:pt x="4414150" y="1620339"/>
                </a:lnTo>
                <a:cubicBezTo>
                  <a:pt x="4492056" y="1620339"/>
                  <a:pt x="4564624" y="1578424"/>
                  <a:pt x="4603605" y="1510969"/>
                </a:cubicBezTo>
                <a:lnTo>
                  <a:pt x="4768860" y="1224720"/>
                </a:lnTo>
                <a:cubicBezTo>
                  <a:pt x="4807814" y="1157265"/>
                  <a:pt x="4807814" y="1073436"/>
                  <a:pt x="4768860" y="1005953"/>
                </a:cubicBezTo>
                <a:close/>
                <a:moveTo>
                  <a:pt x="4764166" y="1222065"/>
                </a:moveTo>
                <a:lnTo>
                  <a:pt x="4598883" y="1508315"/>
                </a:lnTo>
                <a:cubicBezTo>
                  <a:pt x="4560908" y="1574093"/>
                  <a:pt x="4490100" y="1615002"/>
                  <a:pt x="4414122" y="1615002"/>
                </a:cubicBezTo>
                <a:lnTo>
                  <a:pt x="956773" y="1615002"/>
                </a:lnTo>
                <a:cubicBezTo>
                  <a:pt x="880796" y="1615002"/>
                  <a:pt x="809988" y="1574121"/>
                  <a:pt x="772013" y="1508315"/>
                </a:cubicBezTo>
                <a:lnTo>
                  <a:pt x="606729" y="1222065"/>
                </a:lnTo>
                <a:cubicBezTo>
                  <a:pt x="587365" y="1188533"/>
                  <a:pt x="577864" y="1150838"/>
                  <a:pt x="578255" y="1113227"/>
                </a:cubicBezTo>
                <a:cubicBezTo>
                  <a:pt x="578255" y="1111410"/>
                  <a:pt x="578311" y="1109622"/>
                  <a:pt x="578367" y="1107834"/>
                </a:cubicBezTo>
                <a:cubicBezTo>
                  <a:pt x="579568" y="1073519"/>
                  <a:pt x="589042" y="1039401"/>
                  <a:pt x="606729" y="1008719"/>
                </a:cubicBezTo>
                <a:lnTo>
                  <a:pt x="772013" y="722470"/>
                </a:lnTo>
                <a:cubicBezTo>
                  <a:pt x="809988" y="656692"/>
                  <a:pt x="880796" y="615783"/>
                  <a:pt x="956773" y="615783"/>
                </a:cubicBezTo>
                <a:lnTo>
                  <a:pt x="4414122" y="615783"/>
                </a:lnTo>
                <a:cubicBezTo>
                  <a:pt x="4490100" y="615783"/>
                  <a:pt x="4560908" y="656664"/>
                  <a:pt x="4598883" y="722470"/>
                </a:cubicBezTo>
                <a:lnTo>
                  <a:pt x="4764166" y="1008719"/>
                </a:lnTo>
                <a:cubicBezTo>
                  <a:pt x="4802169" y="1074525"/>
                  <a:pt x="4802169" y="1156287"/>
                  <a:pt x="4764166" y="1222065"/>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5CEA5628-53C6-A088-E5B1-7C3A123B5C18}"/>
              </a:ext>
            </a:extLst>
          </p:cNvPr>
          <p:cNvSpPr/>
          <p:nvPr/>
        </p:nvSpPr>
        <p:spPr>
          <a:xfrm>
            <a:off x="4461235" y="4833475"/>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E99BAFE-5DD4-C215-C1CE-45FE606C9724}"/>
              </a:ext>
            </a:extLst>
          </p:cNvPr>
          <p:cNvSpPr/>
          <p:nvPr/>
        </p:nvSpPr>
        <p:spPr>
          <a:xfrm>
            <a:off x="1339839" y="4154038"/>
            <a:ext cx="4714245" cy="1624809"/>
          </a:xfrm>
          <a:custGeom>
            <a:avLst/>
            <a:gdLst>
              <a:gd name="connsiteX0" fmla="*/ 4230438 w 4714245"/>
              <a:gd name="connsiteY0" fmla="*/ 560288 h 1624809"/>
              <a:gd name="connsiteX1" fmla="*/ 4018657 w 4714245"/>
              <a:gd name="connsiteY1" fmla="*/ 438009 h 1624809"/>
              <a:gd name="connsiteX2" fmla="*/ 3765772 w 4714245"/>
              <a:gd name="connsiteY2" fmla="*/ 0 h 1624809"/>
              <a:gd name="connsiteX3" fmla="*/ 3760770 w 4714245"/>
              <a:gd name="connsiteY3" fmla="*/ 2152 h 1624809"/>
              <a:gd name="connsiteX4" fmla="*/ 4013991 w 4714245"/>
              <a:gd name="connsiteY4" fmla="*/ 440719 h 1624809"/>
              <a:gd name="connsiteX5" fmla="*/ 4230438 w 4714245"/>
              <a:gd name="connsiteY5" fmla="*/ 565709 h 1624809"/>
              <a:gd name="connsiteX6" fmla="*/ 4566427 w 4714245"/>
              <a:gd name="connsiteY6" fmla="*/ 565709 h 1624809"/>
              <a:gd name="connsiteX7" fmla="*/ 4312451 w 4714245"/>
              <a:gd name="connsiteY7" fmla="*/ 1005590 h 1624809"/>
              <a:gd name="connsiteX8" fmla="*/ 4141243 w 4714245"/>
              <a:gd name="connsiteY8" fmla="*/ 1111802 h 1624809"/>
              <a:gd name="connsiteX9" fmla="*/ 4112155 w 4714245"/>
              <a:gd name="connsiteY9" fmla="*/ 1010424 h 1624809"/>
              <a:gd name="connsiteX10" fmla="*/ 3946899 w 4714245"/>
              <a:gd name="connsiteY10" fmla="*/ 724174 h 1624809"/>
              <a:gd name="connsiteX11" fmla="*/ 3757445 w 4714245"/>
              <a:gd name="connsiteY11" fmla="*/ 614805 h 1624809"/>
              <a:gd name="connsiteX12" fmla="*/ 383925 w 4714245"/>
              <a:gd name="connsiteY12" fmla="*/ 614805 h 1624809"/>
              <a:gd name="connsiteX13" fmla="*/ 194470 w 4714245"/>
              <a:gd name="connsiteY13" fmla="*/ 724174 h 1624809"/>
              <a:gd name="connsiteX14" fmla="*/ 29215 w 4714245"/>
              <a:gd name="connsiteY14" fmla="*/ 1010424 h 1624809"/>
              <a:gd name="connsiteX15" fmla="*/ 29215 w 4714245"/>
              <a:gd name="connsiteY15" fmla="*/ 1229191 h 1624809"/>
              <a:gd name="connsiteX16" fmla="*/ 194470 w 4714245"/>
              <a:gd name="connsiteY16" fmla="*/ 1515440 h 1624809"/>
              <a:gd name="connsiteX17" fmla="*/ 383925 w 4714245"/>
              <a:gd name="connsiteY17" fmla="*/ 1624810 h 1624809"/>
              <a:gd name="connsiteX18" fmla="*/ 3757445 w 4714245"/>
              <a:gd name="connsiteY18" fmla="*/ 1624810 h 1624809"/>
              <a:gd name="connsiteX19" fmla="*/ 3946899 w 4714245"/>
              <a:gd name="connsiteY19" fmla="*/ 1515440 h 1624809"/>
              <a:gd name="connsiteX20" fmla="*/ 4112155 w 4714245"/>
              <a:gd name="connsiteY20" fmla="*/ 1229191 h 1624809"/>
              <a:gd name="connsiteX21" fmla="*/ 4141355 w 4714245"/>
              <a:gd name="connsiteY21" fmla="*/ 1117250 h 1624809"/>
              <a:gd name="connsiteX22" fmla="*/ 4317146 w 4714245"/>
              <a:gd name="connsiteY22" fmla="*/ 1008300 h 1624809"/>
              <a:gd name="connsiteX23" fmla="*/ 4572686 w 4714245"/>
              <a:gd name="connsiteY23" fmla="*/ 565709 h 1624809"/>
              <a:gd name="connsiteX24" fmla="*/ 4714246 w 4714245"/>
              <a:gd name="connsiteY24" fmla="*/ 565709 h 1624809"/>
              <a:gd name="connsiteX25" fmla="*/ 4714246 w 4714245"/>
              <a:gd name="connsiteY25" fmla="*/ 560316 h 1624809"/>
              <a:gd name="connsiteX26" fmla="*/ 4230438 w 4714245"/>
              <a:gd name="connsiteY26" fmla="*/ 560316 h 1624809"/>
              <a:gd name="connsiteX27" fmla="*/ 4107488 w 4714245"/>
              <a:gd name="connsiteY27" fmla="*/ 1226452 h 1624809"/>
              <a:gd name="connsiteX28" fmla="*/ 3942205 w 4714245"/>
              <a:gd name="connsiteY28" fmla="*/ 1512702 h 1624809"/>
              <a:gd name="connsiteX29" fmla="*/ 3757445 w 4714245"/>
              <a:gd name="connsiteY29" fmla="*/ 1619389 h 1624809"/>
              <a:gd name="connsiteX30" fmla="*/ 383925 w 4714245"/>
              <a:gd name="connsiteY30" fmla="*/ 1619389 h 1624809"/>
              <a:gd name="connsiteX31" fmla="*/ 199137 w 4714245"/>
              <a:gd name="connsiteY31" fmla="*/ 1512702 h 1624809"/>
              <a:gd name="connsiteX32" fmla="*/ 33881 w 4714245"/>
              <a:gd name="connsiteY32" fmla="*/ 1226452 h 1624809"/>
              <a:gd name="connsiteX33" fmla="*/ 33881 w 4714245"/>
              <a:gd name="connsiteY33" fmla="*/ 1013107 h 1624809"/>
              <a:gd name="connsiteX34" fmla="*/ 199137 w 4714245"/>
              <a:gd name="connsiteY34" fmla="*/ 726857 h 1624809"/>
              <a:gd name="connsiteX35" fmla="*/ 383925 w 4714245"/>
              <a:gd name="connsiteY35" fmla="*/ 620170 h 1624809"/>
              <a:gd name="connsiteX36" fmla="*/ 3757445 w 4714245"/>
              <a:gd name="connsiteY36" fmla="*/ 620170 h 1624809"/>
              <a:gd name="connsiteX37" fmla="*/ 3942205 w 4714245"/>
              <a:gd name="connsiteY37" fmla="*/ 726857 h 1624809"/>
              <a:gd name="connsiteX38" fmla="*/ 4107488 w 4714245"/>
              <a:gd name="connsiteY38" fmla="*/ 1013107 h 1624809"/>
              <a:gd name="connsiteX39" fmla="*/ 4135851 w 4714245"/>
              <a:gd name="connsiteY39" fmla="*/ 1112081 h 1624809"/>
              <a:gd name="connsiteX40" fmla="*/ 4135963 w 4714245"/>
              <a:gd name="connsiteY40" fmla="*/ 1117474 h 1624809"/>
              <a:gd name="connsiteX41" fmla="*/ 4107488 w 4714245"/>
              <a:gd name="connsiteY41" fmla="*/ 1226452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230438" y="560288"/>
                </a:moveTo>
                <a:cubicBezTo>
                  <a:pt x="4143339" y="560288"/>
                  <a:pt x="4062193" y="513427"/>
                  <a:pt x="4018657" y="438009"/>
                </a:cubicBezTo>
                <a:lnTo>
                  <a:pt x="3765772" y="0"/>
                </a:lnTo>
                <a:cubicBezTo>
                  <a:pt x="3764123" y="755"/>
                  <a:pt x="3762446" y="1481"/>
                  <a:pt x="3760770" y="2152"/>
                </a:cubicBezTo>
                <a:lnTo>
                  <a:pt x="4013991" y="440719"/>
                </a:lnTo>
                <a:cubicBezTo>
                  <a:pt x="4058476" y="517786"/>
                  <a:pt x="4141439" y="565709"/>
                  <a:pt x="4230438" y="565709"/>
                </a:cubicBezTo>
                <a:lnTo>
                  <a:pt x="4566427" y="565709"/>
                </a:lnTo>
                <a:lnTo>
                  <a:pt x="4312451" y="1005590"/>
                </a:lnTo>
                <a:cubicBezTo>
                  <a:pt x="4276712" y="1067428"/>
                  <a:pt x="4212024" y="1107303"/>
                  <a:pt x="4141243" y="1111802"/>
                </a:cubicBezTo>
                <a:cubicBezTo>
                  <a:pt x="4139958" y="1076677"/>
                  <a:pt x="4130262" y="1041776"/>
                  <a:pt x="4112155" y="1010424"/>
                </a:cubicBezTo>
                <a:lnTo>
                  <a:pt x="3946899" y="724174"/>
                </a:lnTo>
                <a:cubicBezTo>
                  <a:pt x="3907946" y="656720"/>
                  <a:pt x="3835350" y="614805"/>
                  <a:pt x="3757445" y="614805"/>
                </a:cubicBezTo>
                <a:lnTo>
                  <a:pt x="383925" y="614805"/>
                </a:lnTo>
                <a:cubicBezTo>
                  <a:pt x="306019" y="614805"/>
                  <a:pt x="233451" y="656720"/>
                  <a:pt x="194470" y="724174"/>
                </a:cubicBezTo>
                <a:lnTo>
                  <a:pt x="29215" y="1010424"/>
                </a:lnTo>
                <a:cubicBezTo>
                  <a:pt x="-9738" y="1077879"/>
                  <a:pt x="-9738" y="1161708"/>
                  <a:pt x="29215" y="1229191"/>
                </a:cubicBezTo>
                <a:lnTo>
                  <a:pt x="194470" y="1515440"/>
                </a:lnTo>
                <a:cubicBezTo>
                  <a:pt x="233451" y="1582895"/>
                  <a:pt x="306019" y="1624810"/>
                  <a:pt x="383925" y="1624810"/>
                </a:cubicBezTo>
                <a:lnTo>
                  <a:pt x="3757445" y="1624810"/>
                </a:lnTo>
                <a:cubicBezTo>
                  <a:pt x="3835350" y="1624810"/>
                  <a:pt x="3907918" y="1582895"/>
                  <a:pt x="3946899" y="1515440"/>
                </a:cubicBezTo>
                <a:lnTo>
                  <a:pt x="4112155" y="1229191"/>
                </a:lnTo>
                <a:cubicBezTo>
                  <a:pt x="4132050" y="1194709"/>
                  <a:pt x="4141803" y="1155924"/>
                  <a:pt x="4141355" y="1117250"/>
                </a:cubicBezTo>
                <a:cubicBezTo>
                  <a:pt x="4214008" y="1112696"/>
                  <a:pt x="4280485" y="1071787"/>
                  <a:pt x="4317146" y="1008300"/>
                </a:cubicBezTo>
                <a:lnTo>
                  <a:pt x="4572686" y="565709"/>
                </a:lnTo>
                <a:lnTo>
                  <a:pt x="4714246" y="565709"/>
                </a:lnTo>
                <a:lnTo>
                  <a:pt x="4714246" y="560316"/>
                </a:lnTo>
                <a:lnTo>
                  <a:pt x="4230438" y="560316"/>
                </a:lnTo>
                <a:close/>
                <a:moveTo>
                  <a:pt x="4107488" y="1226452"/>
                </a:moveTo>
                <a:lnTo>
                  <a:pt x="3942205" y="1512702"/>
                </a:lnTo>
                <a:cubicBezTo>
                  <a:pt x="3904230" y="1578480"/>
                  <a:pt x="3833422" y="1619389"/>
                  <a:pt x="3757445" y="1619389"/>
                </a:cubicBezTo>
                <a:lnTo>
                  <a:pt x="383925" y="1619389"/>
                </a:lnTo>
                <a:cubicBezTo>
                  <a:pt x="307947" y="1619389"/>
                  <a:pt x="237139" y="1578508"/>
                  <a:pt x="199137" y="1512702"/>
                </a:cubicBezTo>
                <a:lnTo>
                  <a:pt x="33881" y="1226452"/>
                </a:lnTo>
                <a:cubicBezTo>
                  <a:pt x="-4122" y="1160674"/>
                  <a:pt x="-4122" y="1078912"/>
                  <a:pt x="33881" y="1013107"/>
                </a:cubicBezTo>
                <a:lnTo>
                  <a:pt x="199137" y="726857"/>
                </a:lnTo>
                <a:cubicBezTo>
                  <a:pt x="237139" y="661079"/>
                  <a:pt x="307947" y="620170"/>
                  <a:pt x="383925" y="620170"/>
                </a:cubicBezTo>
                <a:lnTo>
                  <a:pt x="3757445" y="620170"/>
                </a:lnTo>
                <a:cubicBezTo>
                  <a:pt x="3833422" y="620170"/>
                  <a:pt x="3904230" y="661051"/>
                  <a:pt x="3942205" y="726857"/>
                </a:cubicBezTo>
                <a:lnTo>
                  <a:pt x="4107488" y="1013107"/>
                </a:lnTo>
                <a:cubicBezTo>
                  <a:pt x="4125149" y="1043732"/>
                  <a:pt x="4134593" y="1077823"/>
                  <a:pt x="4135851" y="1112081"/>
                </a:cubicBezTo>
                <a:cubicBezTo>
                  <a:pt x="4135907" y="1113897"/>
                  <a:pt x="4135963" y="1115686"/>
                  <a:pt x="4135963" y="1117474"/>
                </a:cubicBezTo>
                <a:cubicBezTo>
                  <a:pt x="4136381" y="1155141"/>
                  <a:pt x="4126881" y="1192865"/>
                  <a:pt x="4107488" y="1226452"/>
                </a:cubicBezTo>
                <a:close/>
              </a:path>
            </a:pathLst>
          </a:custGeom>
          <a:solidFill>
            <a:srgbClr val="60A6D8"/>
          </a:solidFill>
          <a:ln w="2794"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C8E55818-2AC5-9D85-3F76-5E395A6F595D}"/>
              </a:ext>
            </a:extLst>
          </p:cNvPr>
          <p:cNvSpPr/>
          <p:nvPr/>
        </p:nvSpPr>
        <p:spPr>
          <a:xfrm>
            <a:off x="3807673"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2"/>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D8DA16FB-212D-5861-62D9-BFB13860CE17}"/>
              </a:ext>
            </a:extLst>
          </p:cNvPr>
          <p:cNvSpPr/>
          <p:nvPr/>
        </p:nvSpPr>
        <p:spPr>
          <a:xfrm>
            <a:off x="688988" y="3631808"/>
            <a:ext cx="4416651" cy="1035963"/>
          </a:xfrm>
          <a:custGeom>
            <a:avLst/>
            <a:gdLst>
              <a:gd name="connsiteX0" fmla="*/ 4416623 w 4416651"/>
              <a:gd name="connsiteY0" fmla="*/ 522201 h 1035963"/>
              <a:gd name="connsiteX1" fmla="*/ 4411622 w 4416651"/>
              <a:gd name="connsiteY1" fmla="*/ 524353 h 1035963"/>
              <a:gd name="connsiteX2" fmla="*/ 4364873 w 4416651"/>
              <a:gd name="connsiteY2" fmla="*/ 533602 h 1035963"/>
              <a:gd name="connsiteX3" fmla="*/ 4141328 w 4416651"/>
              <a:gd name="connsiteY3" fmla="*/ 533602 h 1035963"/>
              <a:gd name="connsiteX4" fmla="*/ 4112127 w 4416651"/>
              <a:gd name="connsiteY4" fmla="*/ 640345 h 1035963"/>
              <a:gd name="connsiteX5" fmla="*/ 3946871 w 4416651"/>
              <a:gd name="connsiteY5" fmla="*/ 926594 h 1035963"/>
              <a:gd name="connsiteX6" fmla="*/ 3757417 w 4416651"/>
              <a:gd name="connsiteY6" fmla="*/ 1035964 h 1035963"/>
              <a:gd name="connsiteX7" fmla="*/ 383925 w 4416651"/>
              <a:gd name="connsiteY7" fmla="*/ 1035964 h 1035963"/>
              <a:gd name="connsiteX8" fmla="*/ 194470 w 4416651"/>
              <a:gd name="connsiteY8" fmla="*/ 926594 h 1035963"/>
              <a:gd name="connsiteX9" fmla="*/ 29215 w 4416651"/>
              <a:gd name="connsiteY9" fmla="*/ 640345 h 1035963"/>
              <a:gd name="connsiteX10" fmla="*/ 29215 w 4416651"/>
              <a:gd name="connsiteY10" fmla="*/ 421578 h 1035963"/>
              <a:gd name="connsiteX11" fmla="*/ 194470 w 4416651"/>
              <a:gd name="connsiteY11" fmla="*/ 135329 h 1035963"/>
              <a:gd name="connsiteX12" fmla="*/ 383925 w 4416651"/>
              <a:gd name="connsiteY12" fmla="*/ 25959 h 1035963"/>
              <a:gd name="connsiteX13" fmla="*/ 3533983 w 4416651"/>
              <a:gd name="connsiteY13" fmla="*/ 25959 h 1035963"/>
              <a:gd name="connsiteX14" fmla="*/ 3535241 w 4416651"/>
              <a:gd name="connsiteY14" fmla="*/ 31352 h 1035963"/>
              <a:gd name="connsiteX15" fmla="*/ 383925 w 4416651"/>
              <a:gd name="connsiteY15" fmla="*/ 31352 h 1035963"/>
              <a:gd name="connsiteX16" fmla="*/ 199137 w 4416651"/>
              <a:gd name="connsiteY16" fmla="*/ 138039 h 1035963"/>
              <a:gd name="connsiteX17" fmla="*/ 33881 w 4416651"/>
              <a:gd name="connsiteY17" fmla="*/ 424289 h 1035963"/>
              <a:gd name="connsiteX18" fmla="*/ 33881 w 4416651"/>
              <a:gd name="connsiteY18" fmla="*/ 637634 h 1035963"/>
              <a:gd name="connsiteX19" fmla="*/ 199137 w 4416651"/>
              <a:gd name="connsiteY19" fmla="*/ 923884 h 1035963"/>
              <a:gd name="connsiteX20" fmla="*/ 383925 w 4416651"/>
              <a:gd name="connsiteY20" fmla="*/ 1030571 h 1035963"/>
              <a:gd name="connsiteX21" fmla="*/ 3757445 w 4416651"/>
              <a:gd name="connsiteY21" fmla="*/ 1030571 h 1035963"/>
              <a:gd name="connsiteX22" fmla="*/ 3942205 w 4416651"/>
              <a:gd name="connsiteY22" fmla="*/ 923884 h 1035963"/>
              <a:gd name="connsiteX23" fmla="*/ 4107488 w 4416651"/>
              <a:gd name="connsiteY23" fmla="*/ 637634 h 1035963"/>
              <a:gd name="connsiteX24" fmla="*/ 4135962 w 4416651"/>
              <a:gd name="connsiteY24" fmla="*/ 533602 h 1035963"/>
              <a:gd name="connsiteX25" fmla="*/ 4135962 w 4416651"/>
              <a:gd name="connsiteY25" fmla="*/ 528209 h 1035963"/>
              <a:gd name="connsiteX26" fmla="*/ 4107488 w 4416651"/>
              <a:gd name="connsiteY26" fmla="*/ 424289 h 1035963"/>
              <a:gd name="connsiteX27" fmla="*/ 3942205 w 4416651"/>
              <a:gd name="connsiteY27" fmla="*/ 138039 h 1035963"/>
              <a:gd name="connsiteX28" fmla="*/ 3757445 w 4416651"/>
              <a:gd name="connsiteY28" fmla="*/ 31352 h 1035963"/>
              <a:gd name="connsiteX29" fmla="*/ 3540829 w 4416651"/>
              <a:gd name="connsiteY29" fmla="*/ 31352 h 1035963"/>
              <a:gd name="connsiteX30" fmla="*/ 3539516 w 4416651"/>
              <a:gd name="connsiteY30" fmla="*/ 25959 h 1035963"/>
              <a:gd name="connsiteX31" fmla="*/ 3757473 w 4416651"/>
              <a:gd name="connsiteY31" fmla="*/ 25959 h 1035963"/>
              <a:gd name="connsiteX32" fmla="*/ 3946927 w 4416651"/>
              <a:gd name="connsiteY32" fmla="*/ 135329 h 1035963"/>
              <a:gd name="connsiteX33" fmla="*/ 4112183 w 4416651"/>
              <a:gd name="connsiteY33" fmla="*/ 421578 h 1035963"/>
              <a:gd name="connsiteX34" fmla="*/ 4141383 w 4416651"/>
              <a:gd name="connsiteY34" fmla="*/ 528209 h 1035963"/>
              <a:gd name="connsiteX35" fmla="*/ 4364928 w 4416651"/>
              <a:gd name="connsiteY35" fmla="*/ 528209 h 1035963"/>
              <a:gd name="connsiteX36" fmla="*/ 4408939 w 4416651"/>
              <a:gd name="connsiteY36" fmla="*/ 519659 h 1035963"/>
              <a:gd name="connsiteX37" fmla="*/ 4181063 w 4416651"/>
              <a:gd name="connsiteY37" fmla="*/ 124990 h 1035963"/>
              <a:gd name="connsiteX38" fmla="*/ 4147670 w 4416651"/>
              <a:gd name="connsiteY38" fmla="*/ 0 h 1035963"/>
              <a:gd name="connsiteX39" fmla="*/ 4153064 w 4416651"/>
              <a:gd name="connsiteY39" fmla="*/ 0 h 1035963"/>
              <a:gd name="connsiteX40" fmla="*/ 4185701 w 4416651"/>
              <a:gd name="connsiteY40" fmla="*/ 122279 h 1035963"/>
              <a:gd name="connsiteX41" fmla="*/ 4413913 w 4416651"/>
              <a:gd name="connsiteY41" fmla="*/ 517535 h 1035963"/>
              <a:gd name="connsiteX42" fmla="*/ 4416651 w 4416651"/>
              <a:gd name="connsiteY42" fmla="*/ 522201 h 103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51" h="1035963">
                <a:moveTo>
                  <a:pt x="4416623" y="522201"/>
                </a:moveTo>
                <a:cubicBezTo>
                  <a:pt x="4414975" y="522956"/>
                  <a:pt x="4413298" y="523682"/>
                  <a:pt x="4411622" y="524353"/>
                </a:cubicBezTo>
                <a:cubicBezTo>
                  <a:pt x="4396980" y="530389"/>
                  <a:pt x="4381136" y="533602"/>
                  <a:pt x="4364873" y="533602"/>
                </a:cubicBezTo>
                <a:lnTo>
                  <a:pt x="4141328" y="533602"/>
                </a:lnTo>
                <a:cubicBezTo>
                  <a:pt x="4140908" y="570543"/>
                  <a:pt x="4131156" y="607372"/>
                  <a:pt x="4112127" y="640345"/>
                </a:cubicBezTo>
                <a:lnTo>
                  <a:pt x="3946871" y="926594"/>
                </a:lnTo>
                <a:cubicBezTo>
                  <a:pt x="3907918" y="994049"/>
                  <a:pt x="3835322" y="1035964"/>
                  <a:pt x="3757417" y="1035964"/>
                </a:cubicBezTo>
                <a:lnTo>
                  <a:pt x="383925" y="1035964"/>
                </a:lnTo>
                <a:cubicBezTo>
                  <a:pt x="306019" y="1035964"/>
                  <a:pt x="233451" y="994049"/>
                  <a:pt x="194470" y="926594"/>
                </a:cubicBezTo>
                <a:lnTo>
                  <a:pt x="29215" y="640345"/>
                </a:lnTo>
                <a:cubicBezTo>
                  <a:pt x="-9738" y="572890"/>
                  <a:pt x="-9738" y="489061"/>
                  <a:pt x="29215" y="421578"/>
                </a:cubicBezTo>
                <a:lnTo>
                  <a:pt x="194470" y="135329"/>
                </a:lnTo>
                <a:cubicBezTo>
                  <a:pt x="233451" y="67874"/>
                  <a:pt x="306019" y="25959"/>
                  <a:pt x="383925" y="25959"/>
                </a:cubicBezTo>
                <a:lnTo>
                  <a:pt x="3533983" y="25959"/>
                </a:lnTo>
                <a:cubicBezTo>
                  <a:pt x="3534374" y="27775"/>
                  <a:pt x="3534766" y="29592"/>
                  <a:pt x="3535241" y="31352"/>
                </a:cubicBezTo>
                <a:lnTo>
                  <a:pt x="383925" y="31352"/>
                </a:lnTo>
                <a:cubicBezTo>
                  <a:pt x="307947" y="31352"/>
                  <a:pt x="237139" y="72233"/>
                  <a:pt x="199137" y="138039"/>
                </a:cubicBezTo>
                <a:lnTo>
                  <a:pt x="33881" y="424289"/>
                </a:lnTo>
                <a:cubicBezTo>
                  <a:pt x="-4122" y="490095"/>
                  <a:pt x="-4122" y="571856"/>
                  <a:pt x="33881" y="637634"/>
                </a:cubicBezTo>
                <a:lnTo>
                  <a:pt x="199137" y="923884"/>
                </a:lnTo>
                <a:cubicBezTo>
                  <a:pt x="237139" y="989690"/>
                  <a:pt x="307947" y="1030571"/>
                  <a:pt x="383925" y="1030571"/>
                </a:cubicBezTo>
                <a:lnTo>
                  <a:pt x="3757445" y="1030571"/>
                </a:lnTo>
                <a:cubicBezTo>
                  <a:pt x="3833422" y="1030571"/>
                  <a:pt x="3904230" y="989718"/>
                  <a:pt x="3942205" y="923884"/>
                </a:cubicBezTo>
                <a:lnTo>
                  <a:pt x="4107488" y="637634"/>
                </a:lnTo>
                <a:cubicBezTo>
                  <a:pt x="4126014" y="605528"/>
                  <a:pt x="4135515" y="569593"/>
                  <a:pt x="4135962" y="533602"/>
                </a:cubicBezTo>
                <a:cubicBezTo>
                  <a:pt x="4135962" y="531814"/>
                  <a:pt x="4135962" y="529998"/>
                  <a:pt x="4135962" y="528209"/>
                </a:cubicBezTo>
                <a:cubicBezTo>
                  <a:pt x="4135515" y="492274"/>
                  <a:pt x="4125987" y="456395"/>
                  <a:pt x="4107488" y="424289"/>
                </a:cubicBezTo>
                <a:lnTo>
                  <a:pt x="3942205" y="138039"/>
                </a:lnTo>
                <a:cubicBezTo>
                  <a:pt x="3904230" y="72261"/>
                  <a:pt x="3833422" y="31352"/>
                  <a:pt x="3757445" y="31352"/>
                </a:cubicBezTo>
                <a:lnTo>
                  <a:pt x="3540829" y="31352"/>
                </a:lnTo>
                <a:cubicBezTo>
                  <a:pt x="3540354" y="29564"/>
                  <a:pt x="3539879" y="27748"/>
                  <a:pt x="3539516" y="25959"/>
                </a:cubicBezTo>
                <a:lnTo>
                  <a:pt x="3757473" y="25959"/>
                </a:lnTo>
                <a:cubicBezTo>
                  <a:pt x="3835378" y="25959"/>
                  <a:pt x="3907946" y="67874"/>
                  <a:pt x="3946927" y="135329"/>
                </a:cubicBezTo>
                <a:lnTo>
                  <a:pt x="4112183" y="421578"/>
                </a:lnTo>
                <a:cubicBezTo>
                  <a:pt x="4131156" y="454495"/>
                  <a:pt x="4140908" y="491268"/>
                  <a:pt x="4141383" y="528209"/>
                </a:cubicBezTo>
                <a:lnTo>
                  <a:pt x="4364928" y="528209"/>
                </a:lnTo>
                <a:cubicBezTo>
                  <a:pt x="4380242" y="528209"/>
                  <a:pt x="4395163" y="525219"/>
                  <a:pt x="4408939" y="519659"/>
                </a:cubicBezTo>
                <a:lnTo>
                  <a:pt x="4181063" y="124990"/>
                </a:lnTo>
                <a:cubicBezTo>
                  <a:pt x="4158820" y="86456"/>
                  <a:pt x="4147670" y="43200"/>
                  <a:pt x="4147670" y="0"/>
                </a:cubicBezTo>
                <a:lnTo>
                  <a:pt x="4153064" y="0"/>
                </a:lnTo>
                <a:cubicBezTo>
                  <a:pt x="4153064" y="42306"/>
                  <a:pt x="4163934" y="84556"/>
                  <a:pt x="4185701" y="122279"/>
                </a:cubicBezTo>
                <a:lnTo>
                  <a:pt x="4413913" y="517535"/>
                </a:lnTo>
                <a:lnTo>
                  <a:pt x="4416651" y="522201"/>
                </a:ln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D3FED82-D225-1633-87B2-7B05915A29A9}"/>
              </a:ext>
            </a:extLst>
          </p:cNvPr>
          <p:cNvSpPr/>
          <p:nvPr/>
        </p:nvSpPr>
        <p:spPr>
          <a:xfrm>
            <a:off x="3804990"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52" name="Graphic 15">
            <a:extLst>
              <a:ext uri="{FF2B5EF4-FFF2-40B4-BE49-F238E27FC236}">
                <a16:creationId xmlns:a16="http://schemas.microsoft.com/office/drawing/2014/main" id="{94D10C3C-5383-73B7-E8BA-7DB096B3D7D4}"/>
              </a:ext>
            </a:extLst>
          </p:cNvPr>
          <p:cNvGrpSpPr/>
          <p:nvPr/>
        </p:nvGrpSpPr>
        <p:grpSpPr>
          <a:xfrm>
            <a:off x="688988" y="2570165"/>
            <a:ext cx="4416623" cy="1061615"/>
            <a:chOff x="688988" y="2570165"/>
            <a:chExt cx="4416623" cy="1061615"/>
          </a:xfrm>
          <a:solidFill>
            <a:srgbClr val="60A6D8"/>
          </a:solidFill>
        </p:grpSpPr>
        <p:sp>
          <p:nvSpPr>
            <p:cNvPr id="53" name="Freeform: Shape 52">
              <a:extLst>
                <a:ext uri="{FF2B5EF4-FFF2-40B4-BE49-F238E27FC236}">
                  <a16:creationId xmlns:a16="http://schemas.microsoft.com/office/drawing/2014/main" id="{2B968C66-EB43-BF4A-DD66-E09A990A78D9}"/>
                </a:ext>
              </a:extLst>
            </p:cNvPr>
            <p:cNvSpPr/>
            <p:nvPr/>
          </p:nvSpPr>
          <p:spPr>
            <a:xfrm>
              <a:off x="4231437" y="3574748"/>
              <a:ext cx="8830" cy="5393"/>
            </a:xfrm>
            <a:custGeom>
              <a:avLst/>
              <a:gdLst>
                <a:gd name="connsiteX0" fmla="*/ 2655 w 8830"/>
                <a:gd name="connsiteY0" fmla="*/ 0 h 5393"/>
                <a:gd name="connsiteX1" fmla="*/ 0 w 8830"/>
                <a:gd name="connsiteY1" fmla="*/ 5393 h 5393"/>
                <a:gd name="connsiteX2" fmla="*/ 6008 w 8830"/>
                <a:gd name="connsiteY2" fmla="*/ 5393 h 5393"/>
                <a:gd name="connsiteX3" fmla="*/ 8830 w 8830"/>
                <a:gd name="connsiteY3" fmla="*/ 0 h 5393"/>
                <a:gd name="connsiteX4" fmla="*/ 2682 w 8830"/>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0" h="5393">
                  <a:moveTo>
                    <a:pt x="2655" y="0"/>
                  </a:moveTo>
                  <a:cubicBezTo>
                    <a:pt x="1704" y="1788"/>
                    <a:pt x="838" y="3605"/>
                    <a:pt x="0" y="5393"/>
                  </a:cubicBezTo>
                  <a:lnTo>
                    <a:pt x="6008" y="5393"/>
                  </a:lnTo>
                  <a:cubicBezTo>
                    <a:pt x="6874" y="3577"/>
                    <a:pt x="7824" y="1760"/>
                    <a:pt x="8830" y="0"/>
                  </a:cubicBezTo>
                  <a:lnTo>
                    <a:pt x="2682" y="0"/>
                  </a:lnTo>
                  <a:close/>
                </a:path>
              </a:pathLst>
            </a:custGeom>
            <a:grpFill/>
            <a:ln w="2794"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775BBE3-7BDA-1CAD-23E0-B54484E6B2DA}"/>
                </a:ext>
              </a:extLst>
            </p:cNvPr>
            <p:cNvSpPr/>
            <p:nvPr/>
          </p:nvSpPr>
          <p:spPr>
            <a:xfrm>
              <a:off x="688988" y="2570165"/>
              <a:ext cx="4416623" cy="1061615"/>
            </a:xfrm>
            <a:custGeom>
              <a:avLst/>
              <a:gdLst>
                <a:gd name="connsiteX0" fmla="*/ 4416623 w 4416623"/>
                <a:gd name="connsiteY0" fmla="*/ 539414 h 1061615"/>
                <a:gd name="connsiteX1" fmla="*/ 4413885 w 4416623"/>
                <a:gd name="connsiteY1" fmla="*/ 544081 h 1061615"/>
                <a:gd name="connsiteX2" fmla="*/ 4185673 w 4416623"/>
                <a:gd name="connsiteY2" fmla="*/ 939337 h 1061615"/>
                <a:gd name="connsiteX3" fmla="*/ 4153036 w 4416623"/>
                <a:gd name="connsiteY3" fmla="*/ 1061616 h 1061615"/>
                <a:gd name="connsiteX4" fmla="*/ 4147643 w 4416623"/>
                <a:gd name="connsiteY4" fmla="*/ 1061616 h 1061615"/>
                <a:gd name="connsiteX5" fmla="*/ 4181035 w 4416623"/>
                <a:gd name="connsiteY5" fmla="*/ 936626 h 1061615"/>
                <a:gd name="connsiteX6" fmla="*/ 4408911 w 4416623"/>
                <a:gd name="connsiteY6" fmla="*/ 541957 h 1061615"/>
                <a:gd name="connsiteX7" fmla="*/ 4364901 w 4416623"/>
                <a:gd name="connsiteY7" fmla="*/ 533407 h 1061615"/>
                <a:gd name="connsiteX8" fmla="*/ 4139539 w 4416623"/>
                <a:gd name="connsiteY8" fmla="*/ 533407 h 1061615"/>
                <a:gd name="connsiteX9" fmla="*/ 4112183 w 4416623"/>
                <a:gd name="connsiteY9" fmla="*/ 614386 h 1061615"/>
                <a:gd name="connsiteX10" fmla="*/ 3946927 w 4416623"/>
                <a:gd name="connsiteY10" fmla="*/ 900635 h 1061615"/>
                <a:gd name="connsiteX11" fmla="*/ 3757473 w 4416623"/>
                <a:gd name="connsiteY11" fmla="*/ 1010005 h 1061615"/>
                <a:gd name="connsiteX12" fmla="*/ 3548458 w 4416623"/>
                <a:gd name="connsiteY12" fmla="*/ 1010005 h 1061615"/>
                <a:gd name="connsiteX13" fmla="*/ 3551280 w 4416623"/>
                <a:gd name="connsiteY13" fmla="*/ 1004612 h 1061615"/>
                <a:gd name="connsiteX14" fmla="*/ 3757473 w 4416623"/>
                <a:gd name="connsiteY14" fmla="*/ 1004612 h 1061615"/>
                <a:gd name="connsiteX15" fmla="*/ 3942233 w 4416623"/>
                <a:gd name="connsiteY15" fmla="*/ 897925 h 1061615"/>
                <a:gd name="connsiteX16" fmla="*/ 4107516 w 4416623"/>
                <a:gd name="connsiteY16" fmla="*/ 611675 h 1061615"/>
                <a:gd name="connsiteX17" fmla="*/ 4134118 w 4416623"/>
                <a:gd name="connsiteY17" fmla="*/ 533407 h 1061615"/>
                <a:gd name="connsiteX18" fmla="*/ 4134761 w 4416623"/>
                <a:gd name="connsiteY18" fmla="*/ 528014 h 1061615"/>
                <a:gd name="connsiteX19" fmla="*/ 4107516 w 4416623"/>
                <a:gd name="connsiteY19" fmla="*/ 398329 h 1061615"/>
                <a:gd name="connsiteX20" fmla="*/ 3942233 w 4416623"/>
                <a:gd name="connsiteY20" fmla="*/ 112080 h 1061615"/>
                <a:gd name="connsiteX21" fmla="*/ 3757473 w 4416623"/>
                <a:gd name="connsiteY21" fmla="*/ 5393 h 1061615"/>
                <a:gd name="connsiteX22" fmla="*/ 383925 w 4416623"/>
                <a:gd name="connsiteY22" fmla="*/ 5393 h 1061615"/>
                <a:gd name="connsiteX23" fmla="*/ 199137 w 4416623"/>
                <a:gd name="connsiteY23" fmla="*/ 112080 h 1061615"/>
                <a:gd name="connsiteX24" fmla="*/ 33881 w 4416623"/>
                <a:gd name="connsiteY24" fmla="*/ 398329 h 1061615"/>
                <a:gd name="connsiteX25" fmla="*/ 33881 w 4416623"/>
                <a:gd name="connsiteY25" fmla="*/ 611675 h 1061615"/>
                <a:gd name="connsiteX26" fmla="*/ 199137 w 4416623"/>
                <a:gd name="connsiteY26" fmla="*/ 897925 h 1061615"/>
                <a:gd name="connsiteX27" fmla="*/ 383925 w 4416623"/>
                <a:gd name="connsiteY27" fmla="*/ 1004612 h 1061615"/>
                <a:gd name="connsiteX28" fmla="*/ 3545105 w 4416623"/>
                <a:gd name="connsiteY28" fmla="*/ 1004612 h 1061615"/>
                <a:gd name="connsiteX29" fmla="*/ 3542450 w 4416623"/>
                <a:gd name="connsiteY29" fmla="*/ 1010005 h 1061615"/>
                <a:gd name="connsiteX30" fmla="*/ 383925 w 4416623"/>
                <a:gd name="connsiteY30" fmla="*/ 1010005 h 1061615"/>
                <a:gd name="connsiteX31" fmla="*/ 194470 w 4416623"/>
                <a:gd name="connsiteY31" fmla="*/ 900635 h 1061615"/>
                <a:gd name="connsiteX32" fmla="*/ 29215 w 4416623"/>
                <a:gd name="connsiteY32" fmla="*/ 614386 h 1061615"/>
                <a:gd name="connsiteX33" fmla="*/ 29215 w 4416623"/>
                <a:gd name="connsiteY33" fmla="*/ 395619 h 1061615"/>
                <a:gd name="connsiteX34" fmla="*/ 194470 w 4416623"/>
                <a:gd name="connsiteY34" fmla="*/ 109369 h 1061615"/>
                <a:gd name="connsiteX35" fmla="*/ 383925 w 4416623"/>
                <a:gd name="connsiteY35" fmla="*/ 0 h 1061615"/>
                <a:gd name="connsiteX36" fmla="*/ 3757445 w 4416623"/>
                <a:gd name="connsiteY36" fmla="*/ 0 h 1061615"/>
                <a:gd name="connsiteX37" fmla="*/ 3946899 w 4416623"/>
                <a:gd name="connsiteY37" fmla="*/ 109369 h 1061615"/>
                <a:gd name="connsiteX38" fmla="*/ 4112155 w 4416623"/>
                <a:gd name="connsiteY38" fmla="*/ 395619 h 1061615"/>
                <a:gd name="connsiteX39" fmla="*/ 4140154 w 4416623"/>
                <a:gd name="connsiteY39" fmla="*/ 528014 h 1061615"/>
                <a:gd name="connsiteX40" fmla="*/ 4364873 w 4416623"/>
                <a:gd name="connsiteY40" fmla="*/ 528014 h 1061615"/>
                <a:gd name="connsiteX41" fmla="*/ 4411622 w 4416623"/>
                <a:gd name="connsiteY41" fmla="*/ 537263 h 1061615"/>
                <a:gd name="connsiteX42" fmla="*/ 4416623 w 4416623"/>
                <a:gd name="connsiteY42" fmla="*/ 539414 h 106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23" h="1061615">
                  <a:moveTo>
                    <a:pt x="4416623" y="539414"/>
                  </a:moveTo>
                  <a:lnTo>
                    <a:pt x="4413885" y="544081"/>
                  </a:lnTo>
                  <a:lnTo>
                    <a:pt x="4185673" y="939337"/>
                  </a:lnTo>
                  <a:cubicBezTo>
                    <a:pt x="4163906" y="977032"/>
                    <a:pt x="4153036" y="1019338"/>
                    <a:pt x="4153036" y="1061616"/>
                  </a:cubicBezTo>
                  <a:lnTo>
                    <a:pt x="4147643" y="1061616"/>
                  </a:lnTo>
                  <a:cubicBezTo>
                    <a:pt x="4147643" y="1018416"/>
                    <a:pt x="4158764" y="975160"/>
                    <a:pt x="4181035" y="936626"/>
                  </a:cubicBezTo>
                  <a:lnTo>
                    <a:pt x="4408911" y="541957"/>
                  </a:lnTo>
                  <a:cubicBezTo>
                    <a:pt x="4395107" y="536397"/>
                    <a:pt x="4380214" y="533407"/>
                    <a:pt x="4364901" y="533407"/>
                  </a:cubicBezTo>
                  <a:lnTo>
                    <a:pt x="4139539" y="533407"/>
                  </a:lnTo>
                  <a:cubicBezTo>
                    <a:pt x="4135906" y="561545"/>
                    <a:pt x="4126769" y="589097"/>
                    <a:pt x="4112183" y="614386"/>
                  </a:cubicBezTo>
                  <a:lnTo>
                    <a:pt x="3946927" y="900635"/>
                  </a:lnTo>
                  <a:cubicBezTo>
                    <a:pt x="3907946" y="968090"/>
                    <a:pt x="3835378" y="1010005"/>
                    <a:pt x="3757473" y="1010005"/>
                  </a:cubicBezTo>
                  <a:lnTo>
                    <a:pt x="3548458" y="1010005"/>
                  </a:lnTo>
                  <a:cubicBezTo>
                    <a:pt x="3549324" y="1008188"/>
                    <a:pt x="3550274" y="1006372"/>
                    <a:pt x="3551280" y="1004612"/>
                  </a:cubicBezTo>
                  <a:lnTo>
                    <a:pt x="3757473" y="1004612"/>
                  </a:lnTo>
                  <a:cubicBezTo>
                    <a:pt x="3833450" y="1004612"/>
                    <a:pt x="3904258" y="963731"/>
                    <a:pt x="3942233" y="897925"/>
                  </a:cubicBezTo>
                  <a:lnTo>
                    <a:pt x="4107516" y="611675"/>
                  </a:lnTo>
                  <a:cubicBezTo>
                    <a:pt x="4121628" y="587225"/>
                    <a:pt x="4130486" y="560567"/>
                    <a:pt x="4134118" y="533407"/>
                  </a:cubicBezTo>
                  <a:cubicBezTo>
                    <a:pt x="4134370" y="531590"/>
                    <a:pt x="4134565" y="529802"/>
                    <a:pt x="4134761" y="528014"/>
                  </a:cubicBezTo>
                  <a:cubicBezTo>
                    <a:pt x="4139567" y="483640"/>
                    <a:pt x="4130458" y="438093"/>
                    <a:pt x="4107516" y="398329"/>
                  </a:cubicBezTo>
                  <a:lnTo>
                    <a:pt x="3942233" y="112080"/>
                  </a:lnTo>
                  <a:cubicBezTo>
                    <a:pt x="3904258" y="46274"/>
                    <a:pt x="3833450" y="5393"/>
                    <a:pt x="3757473" y="5393"/>
                  </a:cubicBezTo>
                  <a:lnTo>
                    <a:pt x="383925" y="5393"/>
                  </a:lnTo>
                  <a:cubicBezTo>
                    <a:pt x="307947" y="5393"/>
                    <a:pt x="237139" y="46246"/>
                    <a:pt x="199137" y="112080"/>
                  </a:cubicBezTo>
                  <a:lnTo>
                    <a:pt x="33881" y="398329"/>
                  </a:lnTo>
                  <a:cubicBezTo>
                    <a:pt x="-4122" y="464108"/>
                    <a:pt x="-4122" y="545869"/>
                    <a:pt x="33881" y="611675"/>
                  </a:cubicBezTo>
                  <a:lnTo>
                    <a:pt x="199137" y="897925"/>
                  </a:lnTo>
                  <a:cubicBezTo>
                    <a:pt x="237139" y="963703"/>
                    <a:pt x="307947" y="1004612"/>
                    <a:pt x="383925" y="1004612"/>
                  </a:cubicBezTo>
                  <a:lnTo>
                    <a:pt x="3545105" y="1004612"/>
                  </a:lnTo>
                  <a:cubicBezTo>
                    <a:pt x="3544154" y="1006400"/>
                    <a:pt x="3543288" y="1008216"/>
                    <a:pt x="3542450" y="1010005"/>
                  </a:cubicBezTo>
                  <a:lnTo>
                    <a:pt x="383925" y="1010005"/>
                  </a:lnTo>
                  <a:cubicBezTo>
                    <a:pt x="306019" y="1010005"/>
                    <a:pt x="233451" y="968090"/>
                    <a:pt x="194470" y="900635"/>
                  </a:cubicBezTo>
                  <a:lnTo>
                    <a:pt x="29215" y="614386"/>
                  </a:lnTo>
                  <a:cubicBezTo>
                    <a:pt x="-9738" y="546931"/>
                    <a:pt x="-9738" y="463102"/>
                    <a:pt x="29215" y="395619"/>
                  </a:cubicBezTo>
                  <a:lnTo>
                    <a:pt x="194470" y="109369"/>
                  </a:lnTo>
                  <a:cubicBezTo>
                    <a:pt x="233451" y="41915"/>
                    <a:pt x="306019" y="0"/>
                    <a:pt x="383925" y="0"/>
                  </a:cubicBezTo>
                  <a:lnTo>
                    <a:pt x="3757445" y="0"/>
                  </a:lnTo>
                  <a:cubicBezTo>
                    <a:pt x="3835350" y="0"/>
                    <a:pt x="3907918" y="41915"/>
                    <a:pt x="3946899" y="109369"/>
                  </a:cubicBezTo>
                  <a:lnTo>
                    <a:pt x="4112155" y="395619"/>
                  </a:lnTo>
                  <a:cubicBezTo>
                    <a:pt x="4135571" y="436220"/>
                    <a:pt x="4144904" y="482690"/>
                    <a:pt x="4140154" y="528014"/>
                  </a:cubicBezTo>
                  <a:lnTo>
                    <a:pt x="4364873" y="528014"/>
                  </a:lnTo>
                  <a:cubicBezTo>
                    <a:pt x="4381136" y="528014"/>
                    <a:pt x="4396980" y="531227"/>
                    <a:pt x="4411622" y="537263"/>
                  </a:cubicBezTo>
                  <a:cubicBezTo>
                    <a:pt x="4413298" y="537933"/>
                    <a:pt x="4414975" y="538660"/>
                    <a:pt x="4416623" y="539414"/>
                  </a:cubicBezTo>
                  <a:close/>
                </a:path>
              </a:pathLst>
            </a:custGeom>
            <a:grpFill/>
            <a:ln w="2794" cap="flat">
              <a:noFill/>
              <a:prstDash val="solid"/>
              <a:miter/>
            </a:ln>
          </p:spPr>
          <p:txBody>
            <a:bodyPr rtlCol="0" anchor="ctr"/>
            <a:lstStyle/>
            <a:p>
              <a:endParaRPr lang="en-IN"/>
            </a:p>
          </p:txBody>
        </p:sp>
      </p:grpSp>
      <p:sp>
        <p:nvSpPr>
          <p:cNvPr id="58" name="Freeform: Shape 57">
            <a:extLst>
              <a:ext uri="{FF2B5EF4-FFF2-40B4-BE49-F238E27FC236}">
                <a16:creationId xmlns:a16="http://schemas.microsoft.com/office/drawing/2014/main" id="{58AA1B95-5C7E-4AF1-45E8-EE840147CFBA}"/>
              </a:ext>
            </a:extLst>
          </p:cNvPr>
          <p:cNvSpPr/>
          <p:nvPr/>
        </p:nvSpPr>
        <p:spPr>
          <a:xfrm>
            <a:off x="4461235" y="1557589"/>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E2956709-437C-B101-2C53-232A775F8265}"/>
              </a:ext>
            </a:extLst>
          </p:cNvPr>
          <p:cNvSpPr/>
          <p:nvPr/>
        </p:nvSpPr>
        <p:spPr>
          <a:xfrm>
            <a:off x="1339839" y="1484770"/>
            <a:ext cx="4714245" cy="1624809"/>
          </a:xfrm>
          <a:custGeom>
            <a:avLst/>
            <a:gdLst>
              <a:gd name="connsiteX0" fmla="*/ 4572686 w 4714245"/>
              <a:gd name="connsiteY0" fmla="*/ 1059101 h 1624809"/>
              <a:gd name="connsiteX1" fmla="*/ 4317146 w 4714245"/>
              <a:gd name="connsiteY1" fmla="*/ 616509 h 1624809"/>
              <a:gd name="connsiteX2" fmla="*/ 4141355 w 4714245"/>
              <a:gd name="connsiteY2" fmla="*/ 507559 h 1624809"/>
              <a:gd name="connsiteX3" fmla="*/ 4112155 w 4714245"/>
              <a:gd name="connsiteY3" fmla="*/ 395619 h 1624809"/>
              <a:gd name="connsiteX4" fmla="*/ 3946899 w 4714245"/>
              <a:gd name="connsiteY4" fmla="*/ 109369 h 1624809"/>
              <a:gd name="connsiteX5" fmla="*/ 3757445 w 4714245"/>
              <a:gd name="connsiteY5" fmla="*/ 0 h 1624809"/>
              <a:gd name="connsiteX6" fmla="*/ 383925 w 4714245"/>
              <a:gd name="connsiteY6" fmla="*/ 0 h 1624809"/>
              <a:gd name="connsiteX7" fmla="*/ 194470 w 4714245"/>
              <a:gd name="connsiteY7" fmla="*/ 109369 h 1624809"/>
              <a:gd name="connsiteX8" fmla="*/ 29215 w 4714245"/>
              <a:gd name="connsiteY8" fmla="*/ 395619 h 1624809"/>
              <a:gd name="connsiteX9" fmla="*/ 29215 w 4714245"/>
              <a:gd name="connsiteY9" fmla="*/ 614386 h 1624809"/>
              <a:gd name="connsiteX10" fmla="*/ 194470 w 4714245"/>
              <a:gd name="connsiteY10" fmla="*/ 900635 h 1624809"/>
              <a:gd name="connsiteX11" fmla="*/ 383925 w 4714245"/>
              <a:gd name="connsiteY11" fmla="*/ 1010005 h 1624809"/>
              <a:gd name="connsiteX12" fmla="*/ 3757445 w 4714245"/>
              <a:gd name="connsiteY12" fmla="*/ 1010005 h 1624809"/>
              <a:gd name="connsiteX13" fmla="*/ 3946899 w 4714245"/>
              <a:gd name="connsiteY13" fmla="*/ 900635 h 1624809"/>
              <a:gd name="connsiteX14" fmla="*/ 4112155 w 4714245"/>
              <a:gd name="connsiteY14" fmla="*/ 614386 h 1624809"/>
              <a:gd name="connsiteX15" fmla="*/ 4141243 w 4714245"/>
              <a:gd name="connsiteY15" fmla="*/ 513008 h 1624809"/>
              <a:gd name="connsiteX16" fmla="*/ 4312451 w 4714245"/>
              <a:gd name="connsiteY16" fmla="*/ 619220 h 1624809"/>
              <a:gd name="connsiteX17" fmla="*/ 4566427 w 4714245"/>
              <a:gd name="connsiteY17" fmla="*/ 1059101 h 1624809"/>
              <a:gd name="connsiteX18" fmla="*/ 4230438 w 4714245"/>
              <a:gd name="connsiteY18" fmla="*/ 1059101 h 1624809"/>
              <a:gd name="connsiteX19" fmla="*/ 4013991 w 4714245"/>
              <a:gd name="connsiteY19" fmla="*/ 1184090 h 1624809"/>
              <a:gd name="connsiteX20" fmla="*/ 3760770 w 4714245"/>
              <a:gd name="connsiteY20" fmla="*/ 1622658 h 1624809"/>
              <a:gd name="connsiteX21" fmla="*/ 3765772 w 4714245"/>
              <a:gd name="connsiteY21" fmla="*/ 1624810 h 1624809"/>
              <a:gd name="connsiteX22" fmla="*/ 4018657 w 4714245"/>
              <a:gd name="connsiteY22" fmla="*/ 1186801 h 1624809"/>
              <a:gd name="connsiteX23" fmla="*/ 4230438 w 4714245"/>
              <a:gd name="connsiteY23" fmla="*/ 1064522 h 1624809"/>
              <a:gd name="connsiteX24" fmla="*/ 4714246 w 4714245"/>
              <a:gd name="connsiteY24" fmla="*/ 1064522 h 1624809"/>
              <a:gd name="connsiteX25" fmla="*/ 4714246 w 4714245"/>
              <a:gd name="connsiteY25" fmla="*/ 1059129 h 1624809"/>
              <a:gd name="connsiteX26" fmla="*/ 4572686 w 4714245"/>
              <a:gd name="connsiteY26" fmla="*/ 1059129 h 1624809"/>
              <a:gd name="connsiteX27" fmla="*/ 4135851 w 4714245"/>
              <a:gd name="connsiteY27" fmla="*/ 512701 h 1624809"/>
              <a:gd name="connsiteX28" fmla="*/ 4107488 w 4714245"/>
              <a:gd name="connsiteY28" fmla="*/ 611675 h 1624809"/>
              <a:gd name="connsiteX29" fmla="*/ 3942205 w 4714245"/>
              <a:gd name="connsiteY29" fmla="*/ 897925 h 1624809"/>
              <a:gd name="connsiteX30" fmla="*/ 3757445 w 4714245"/>
              <a:gd name="connsiteY30" fmla="*/ 1004612 h 1624809"/>
              <a:gd name="connsiteX31" fmla="*/ 383925 w 4714245"/>
              <a:gd name="connsiteY31" fmla="*/ 1004612 h 1624809"/>
              <a:gd name="connsiteX32" fmla="*/ 199137 w 4714245"/>
              <a:gd name="connsiteY32" fmla="*/ 897925 h 1624809"/>
              <a:gd name="connsiteX33" fmla="*/ 33881 w 4714245"/>
              <a:gd name="connsiteY33" fmla="*/ 611675 h 1624809"/>
              <a:gd name="connsiteX34" fmla="*/ 33881 w 4714245"/>
              <a:gd name="connsiteY34" fmla="*/ 398329 h 1624809"/>
              <a:gd name="connsiteX35" fmla="*/ 199137 w 4714245"/>
              <a:gd name="connsiteY35" fmla="*/ 112080 h 1624809"/>
              <a:gd name="connsiteX36" fmla="*/ 383925 w 4714245"/>
              <a:gd name="connsiteY36" fmla="*/ 5393 h 1624809"/>
              <a:gd name="connsiteX37" fmla="*/ 3757445 w 4714245"/>
              <a:gd name="connsiteY37" fmla="*/ 5393 h 1624809"/>
              <a:gd name="connsiteX38" fmla="*/ 3942205 w 4714245"/>
              <a:gd name="connsiteY38" fmla="*/ 112080 h 1624809"/>
              <a:gd name="connsiteX39" fmla="*/ 4107488 w 4714245"/>
              <a:gd name="connsiteY39" fmla="*/ 398329 h 1624809"/>
              <a:gd name="connsiteX40" fmla="*/ 4135963 w 4714245"/>
              <a:gd name="connsiteY40" fmla="*/ 507308 h 1624809"/>
              <a:gd name="connsiteX41" fmla="*/ 4135851 w 4714245"/>
              <a:gd name="connsiteY41" fmla="*/ 512701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572686" y="1059101"/>
                </a:moveTo>
                <a:lnTo>
                  <a:pt x="4317146" y="616509"/>
                </a:lnTo>
                <a:cubicBezTo>
                  <a:pt x="4280485" y="553023"/>
                  <a:pt x="4214008" y="512142"/>
                  <a:pt x="4141355" y="507559"/>
                </a:cubicBezTo>
                <a:cubicBezTo>
                  <a:pt x="4141803" y="468886"/>
                  <a:pt x="4132078" y="430101"/>
                  <a:pt x="4112155" y="395619"/>
                </a:cubicBezTo>
                <a:lnTo>
                  <a:pt x="3946899" y="109369"/>
                </a:lnTo>
                <a:cubicBezTo>
                  <a:pt x="3907918" y="41915"/>
                  <a:pt x="3835350" y="0"/>
                  <a:pt x="3757445" y="0"/>
                </a:cubicBezTo>
                <a:lnTo>
                  <a:pt x="383925" y="0"/>
                </a:lnTo>
                <a:cubicBezTo>
                  <a:pt x="306019" y="0"/>
                  <a:pt x="233451" y="41915"/>
                  <a:pt x="194470" y="109369"/>
                </a:cubicBezTo>
                <a:lnTo>
                  <a:pt x="29215" y="395619"/>
                </a:lnTo>
                <a:cubicBezTo>
                  <a:pt x="-9738" y="463074"/>
                  <a:pt x="-9738" y="546903"/>
                  <a:pt x="29215" y="614386"/>
                </a:cubicBezTo>
                <a:lnTo>
                  <a:pt x="194470" y="900635"/>
                </a:lnTo>
                <a:cubicBezTo>
                  <a:pt x="233451" y="968090"/>
                  <a:pt x="306019" y="1010005"/>
                  <a:pt x="383925" y="1010005"/>
                </a:cubicBezTo>
                <a:lnTo>
                  <a:pt x="3757445" y="1010005"/>
                </a:lnTo>
                <a:cubicBezTo>
                  <a:pt x="3835350" y="1010005"/>
                  <a:pt x="3907918" y="968090"/>
                  <a:pt x="3946899" y="900635"/>
                </a:cubicBezTo>
                <a:lnTo>
                  <a:pt x="4112155" y="614386"/>
                </a:lnTo>
                <a:cubicBezTo>
                  <a:pt x="4130262" y="583034"/>
                  <a:pt x="4139930" y="548133"/>
                  <a:pt x="4141243" y="513008"/>
                </a:cubicBezTo>
                <a:cubicBezTo>
                  <a:pt x="4212024" y="517507"/>
                  <a:pt x="4276740" y="557382"/>
                  <a:pt x="4312451" y="619220"/>
                </a:cubicBezTo>
                <a:lnTo>
                  <a:pt x="4566427" y="1059101"/>
                </a:lnTo>
                <a:lnTo>
                  <a:pt x="4230438" y="1059101"/>
                </a:lnTo>
                <a:cubicBezTo>
                  <a:pt x="4141411" y="1059101"/>
                  <a:pt x="4058448" y="1107023"/>
                  <a:pt x="4013991" y="1184090"/>
                </a:cubicBezTo>
                <a:lnTo>
                  <a:pt x="3760770" y="1622658"/>
                </a:lnTo>
                <a:cubicBezTo>
                  <a:pt x="3762446" y="1623329"/>
                  <a:pt x="3764123" y="1624055"/>
                  <a:pt x="3765772" y="1624810"/>
                </a:cubicBezTo>
                <a:lnTo>
                  <a:pt x="4018657" y="1186801"/>
                </a:lnTo>
                <a:cubicBezTo>
                  <a:pt x="4062193" y="1111382"/>
                  <a:pt x="4143339" y="1064522"/>
                  <a:pt x="4230438" y="1064522"/>
                </a:cubicBezTo>
                <a:lnTo>
                  <a:pt x="4714246" y="1064522"/>
                </a:lnTo>
                <a:lnTo>
                  <a:pt x="4714246" y="1059129"/>
                </a:lnTo>
                <a:lnTo>
                  <a:pt x="4572686" y="1059129"/>
                </a:lnTo>
                <a:close/>
                <a:moveTo>
                  <a:pt x="4135851" y="512701"/>
                </a:moveTo>
                <a:cubicBezTo>
                  <a:pt x="4134621" y="546959"/>
                  <a:pt x="4125149" y="581050"/>
                  <a:pt x="4107488" y="611675"/>
                </a:cubicBezTo>
                <a:lnTo>
                  <a:pt x="3942205" y="897925"/>
                </a:lnTo>
                <a:cubicBezTo>
                  <a:pt x="3904230" y="963703"/>
                  <a:pt x="3833422" y="1004612"/>
                  <a:pt x="3757445" y="1004612"/>
                </a:cubicBezTo>
                <a:lnTo>
                  <a:pt x="383925" y="1004612"/>
                </a:lnTo>
                <a:cubicBezTo>
                  <a:pt x="307947" y="1004612"/>
                  <a:pt x="237139" y="963731"/>
                  <a:pt x="199137" y="897925"/>
                </a:cubicBezTo>
                <a:lnTo>
                  <a:pt x="33881" y="611675"/>
                </a:lnTo>
                <a:cubicBezTo>
                  <a:pt x="-4122" y="545869"/>
                  <a:pt x="-4122" y="464108"/>
                  <a:pt x="33881" y="398329"/>
                </a:cubicBezTo>
                <a:lnTo>
                  <a:pt x="199137" y="112080"/>
                </a:lnTo>
                <a:cubicBezTo>
                  <a:pt x="237139" y="46302"/>
                  <a:pt x="307947" y="5393"/>
                  <a:pt x="383925" y="5393"/>
                </a:cubicBezTo>
                <a:lnTo>
                  <a:pt x="3757445" y="5393"/>
                </a:lnTo>
                <a:cubicBezTo>
                  <a:pt x="3833422" y="5393"/>
                  <a:pt x="3904230" y="46274"/>
                  <a:pt x="3942205" y="112080"/>
                </a:cubicBezTo>
                <a:lnTo>
                  <a:pt x="4107488" y="398329"/>
                </a:lnTo>
                <a:cubicBezTo>
                  <a:pt x="4126881" y="431889"/>
                  <a:pt x="4136381" y="469640"/>
                  <a:pt x="4135963" y="507308"/>
                </a:cubicBezTo>
                <a:cubicBezTo>
                  <a:pt x="4135963" y="509124"/>
                  <a:pt x="4135907" y="510912"/>
                  <a:pt x="4135851" y="512701"/>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E05B5BA4-56C5-0796-81C6-86AB36554702}"/>
              </a:ext>
            </a:extLst>
          </p:cNvPr>
          <p:cNvSpPr/>
          <p:nvPr/>
        </p:nvSpPr>
        <p:spPr>
          <a:xfrm>
            <a:off x="5122579" y="2790049"/>
            <a:ext cx="1863011" cy="1671334"/>
          </a:xfrm>
          <a:custGeom>
            <a:avLst/>
            <a:gdLst>
              <a:gd name="connsiteX0" fmla="*/ 1289234 w 1863011"/>
              <a:gd name="connsiteY0" fmla="*/ 0 h 1671334"/>
              <a:gd name="connsiteX1" fmla="*/ 573778 w 1863011"/>
              <a:gd name="connsiteY1" fmla="*/ 0 h 1671334"/>
              <a:gd name="connsiteX2" fmla="*/ 386670 w 1863011"/>
              <a:gd name="connsiteY2" fmla="*/ 108028 h 1671334"/>
              <a:gd name="connsiteX3" fmla="*/ 28942 w 1863011"/>
              <a:gd name="connsiteY3" fmla="*/ 727639 h 1671334"/>
              <a:gd name="connsiteX4" fmla="*/ 28942 w 1863011"/>
              <a:gd name="connsiteY4" fmla="*/ 943696 h 1671334"/>
              <a:gd name="connsiteX5" fmla="*/ 386670 w 1863011"/>
              <a:gd name="connsiteY5" fmla="*/ 1563307 h 1671334"/>
              <a:gd name="connsiteX6" fmla="*/ 573778 w 1863011"/>
              <a:gd name="connsiteY6" fmla="*/ 1671335 h 1671334"/>
              <a:gd name="connsiteX7" fmla="*/ 1289234 w 1863011"/>
              <a:gd name="connsiteY7" fmla="*/ 1671335 h 1671334"/>
              <a:gd name="connsiteX8" fmla="*/ 1476341 w 1863011"/>
              <a:gd name="connsiteY8" fmla="*/ 1563307 h 1671334"/>
              <a:gd name="connsiteX9" fmla="*/ 1834069 w 1863011"/>
              <a:gd name="connsiteY9" fmla="*/ 943696 h 1671334"/>
              <a:gd name="connsiteX10" fmla="*/ 1834069 w 1863011"/>
              <a:gd name="connsiteY10" fmla="*/ 727639 h 1671334"/>
              <a:gd name="connsiteX11" fmla="*/ 1476341 w 1863011"/>
              <a:gd name="connsiteY11" fmla="*/ 108028 h 1671334"/>
              <a:gd name="connsiteX12" fmla="*/ 1289234 w 1863011"/>
              <a:gd name="connsiteY12" fmla="*/ 0 h 167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3011" h="1671334">
                <a:moveTo>
                  <a:pt x="1289234" y="0"/>
                </a:moveTo>
                <a:lnTo>
                  <a:pt x="573778" y="0"/>
                </a:lnTo>
                <a:cubicBezTo>
                  <a:pt x="496599" y="0"/>
                  <a:pt x="425260" y="41188"/>
                  <a:pt x="386670" y="108028"/>
                </a:cubicBezTo>
                <a:lnTo>
                  <a:pt x="28942" y="727639"/>
                </a:lnTo>
                <a:cubicBezTo>
                  <a:pt x="-9647" y="794479"/>
                  <a:pt x="-9647" y="876856"/>
                  <a:pt x="28942" y="943696"/>
                </a:cubicBezTo>
                <a:lnTo>
                  <a:pt x="386670" y="1563307"/>
                </a:lnTo>
                <a:cubicBezTo>
                  <a:pt x="425260" y="1630147"/>
                  <a:pt x="496599" y="1671335"/>
                  <a:pt x="573778" y="1671335"/>
                </a:cubicBezTo>
                <a:lnTo>
                  <a:pt x="1289234" y="1671335"/>
                </a:lnTo>
                <a:cubicBezTo>
                  <a:pt x="1366413" y="1671335"/>
                  <a:pt x="1437751" y="1630147"/>
                  <a:pt x="1476341" y="1563307"/>
                </a:cubicBezTo>
                <a:lnTo>
                  <a:pt x="1834069" y="943696"/>
                </a:lnTo>
                <a:cubicBezTo>
                  <a:pt x="1872659" y="876856"/>
                  <a:pt x="1872659" y="794479"/>
                  <a:pt x="1834069" y="727639"/>
                </a:cubicBezTo>
                <a:lnTo>
                  <a:pt x="1476341" y="108028"/>
                </a:lnTo>
                <a:cubicBezTo>
                  <a:pt x="1437751" y="41188"/>
                  <a:pt x="1366413" y="0"/>
                  <a:pt x="1289234" y="0"/>
                </a:cubicBezTo>
                <a:close/>
              </a:path>
            </a:pathLst>
          </a:custGeom>
          <a:solidFill>
            <a:srgbClr val="E1E8EB"/>
          </a:solidFill>
          <a:ln w="2794"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62" name="TextBox 61">
            <a:extLst>
              <a:ext uri="{FF2B5EF4-FFF2-40B4-BE49-F238E27FC236}">
                <a16:creationId xmlns:a16="http://schemas.microsoft.com/office/drawing/2014/main" id="{091B8FE5-9D37-CFA9-E8D2-CC0B319CB79F}"/>
              </a:ext>
            </a:extLst>
          </p:cNvPr>
          <p:cNvSpPr txBox="1"/>
          <p:nvPr/>
        </p:nvSpPr>
        <p:spPr>
          <a:xfrm>
            <a:off x="1826213" y="175426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3" name="TextBox 62">
            <a:extLst>
              <a:ext uri="{FF2B5EF4-FFF2-40B4-BE49-F238E27FC236}">
                <a16:creationId xmlns:a16="http://schemas.microsoft.com/office/drawing/2014/main" id="{E79E7246-AA59-B1B3-00FA-632C75D55A3E}"/>
              </a:ext>
            </a:extLst>
          </p:cNvPr>
          <p:cNvSpPr txBox="1"/>
          <p:nvPr/>
        </p:nvSpPr>
        <p:spPr>
          <a:xfrm>
            <a:off x="1122008" y="3929576"/>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4" name="TextBox 63">
            <a:extLst>
              <a:ext uri="{FF2B5EF4-FFF2-40B4-BE49-F238E27FC236}">
                <a16:creationId xmlns:a16="http://schemas.microsoft.com/office/drawing/2014/main" id="{96EFDD15-DD3A-1C81-FBF4-06D400CBB53D}"/>
              </a:ext>
            </a:extLst>
          </p:cNvPr>
          <p:cNvSpPr txBox="1"/>
          <p:nvPr/>
        </p:nvSpPr>
        <p:spPr>
          <a:xfrm>
            <a:off x="1122008" y="2841219"/>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5" name="TextBox 64">
            <a:extLst>
              <a:ext uri="{FF2B5EF4-FFF2-40B4-BE49-F238E27FC236}">
                <a16:creationId xmlns:a16="http://schemas.microsoft.com/office/drawing/2014/main" id="{21C58CC2-1B50-75D8-0AE7-AC2C0BF28926}"/>
              </a:ext>
            </a:extLst>
          </p:cNvPr>
          <p:cNvSpPr txBox="1"/>
          <p:nvPr/>
        </p:nvSpPr>
        <p:spPr>
          <a:xfrm>
            <a:off x="1826213" y="504224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6" name="TextBox 65">
            <a:extLst>
              <a:ext uri="{FF2B5EF4-FFF2-40B4-BE49-F238E27FC236}">
                <a16:creationId xmlns:a16="http://schemas.microsoft.com/office/drawing/2014/main" id="{7D477BFE-5F7A-4243-1184-CF716799C8B1}"/>
              </a:ext>
            </a:extLst>
          </p:cNvPr>
          <p:cNvSpPr txBox="1"/>
          <p:nvPr/>
        </p:nvSpPr>
        <p:spPr>
          <a:xfrm>
            <a:off x="8050854" y="175426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7" name="TextBox 66">
            <a:extLst>
              <a:ext uri="{FF2B5EF4-FFF2-40B4-BE49-F238E27FC236}">
                <a16:creationId xmlns:a16="http://schemas.microsoft.com/office/drawing/2014/main" id="{3D4BF7C6-6BF5-8CF0-1F6F-F15BA3039DC2}"/>
              </a:ext>
            </a:extLst>
          </p:cNvPr>
          <p:cNvSpPr txBox="1"/>
          <p:nvPr/>
        </p:nvSpPr>
        <p:spPr>
          <a:xfrm>
            <a:off x="8461385" y="3929576"/>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8" name="TextBox 67">
            <a:extLst>
              <a:ext uri="{FF2B5EF4-FFF2-40B4-BE49-F238E27FC236}">
                <a16:creationId xmlns:a16="http://schemas.microsoft.com/office/drawing/2014/main" id="{5E198FEA-0098-7812-504F-62182DC1647F}"/>
              </a:ext>
            </a:extLst>
          </p:cNvPr>
          <p:cNvSpPr txBox="1"/>
          <p:nvPr/>
        </p:nvSpPr>
        <p:spPr>
          <a:xfrm>
            <a:off x="8461385" y="2841219"/>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13" name="TextBox 112">
            <a:extLst>
              <a:ext uri="{FF2B5EF4-FFF2-40B4-BE49-F238E27FC236}">
                <a16:creationId xmlns:a16="http://schemas.microsoft.com/office/drawing/2014/main" id="{F6A4D3CC-7231-0790-8797-E6A776DA8B51}"/>
              </a:ext>
            </a:extLst>
          </p:cNvPr>
          <p:cNvSpPr txBox="1"/>
          <p:nvPr/>
        </p:nvSpPr>
        <p:spPr>
          <a:xfrm>
            <a:off x="8050854" y="504224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342898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D238-2F35-0A0F-53DB-E67A4697558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2A68ABD-530B-0496-9654-A84567309091}"/>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47CE9038-A97F-FE98-7CDA-9C5AE50EA7D7}"/>
              </a:ext>
            </a:extLst>
          </p:cNvPr>
          <p:cNvSpPr>
            <a:spLocks noGrp="1"/>
          </p:cNvSpPr>
          <p:nvPr>
            <p:ph type="title"/>
          </p:nvPr>
        </p:nvSpPr>
        <p:spPr/>
        <p:txBody>
          <a:bodyPr/>
          <a:lstStyle/>
          <a:p>
            <a:r>
              <a:rPr lang="en-US" sz="1800" dirty="0"/>
              <a:t>Title</a:t>
            </a:r>
            <a:endParaRPr lang="es-MX" sz="1800" dirty="0"/>
          </a:p>
        </p:txBody>
      </p:sp>
      <p:sp>
        <p:nvSpPr>
          <p:cNvPr id="16" name="Freeform: Shape 15">
            <a:extLst>
              <a:ext uri="{FF2B5EF4-FFF2-40B4-BE49-F238E27FC236}">
                <a16:creationId xmlns:a16="http://schemas.microsoft.com/office/drawing/2014/main" id="{B7FA5C7D-2466-E678-609C-2AA09BFDB024}"/>
              </a:ext>
            </a:extLst>
          </p:cNvPr>
          <p:cNvSpPr/>
          <p:nvPr/>
        </p:nvSpPr>
        <p:spPr>
          <a:xfrm>
            <a:off x="7760591" y="3307634"/>
            <a:ext cx="1413299" cy="1170729"/>
          </a:xfrm>
          <a:custGeom>
            <a:avLst/>
            <a:gdLst>
              <a:gd name="connsiteX0" fmla="*/ 0 w 1413299"/>
              <a:gd name="connsiteY0" fmla="*/ 591061 h 1170729"/>
              <a:gd name="connsiteX1" fmla="*/ 418400 w 1413299"/>
              <a:gd name="connsiteY1" fmla="*/ 1000320 h 1170729"/>
              <a:gd name="connsiteX2" fmla="*/ 1413300 w 1413299"/>
              <a:gd name="connsiteY2" fmla="*/ 596161 h 1170729"/>
              <a:gd name="connsiteX3" fmla="*/ 1413300 w 1413299"/>
              <a:gd name="connsiteY3" fmla="*/ 574569 h 1170729"/>
              <a:gd name="connsiteX4" fmla="*/ 418400 w 1413299"/>
              <a:gd name="connsiteY4" fmla="*/ 170409 h 1170729"/>
              <a:gd name="connsiteX5" fmla="*/ 0 w 1413299"/>
              <a:gd name="connsiteY5" fmla="*/ 591061 h 117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99" h="1170729">
                <a:moveTo>
                  <a:pt x="0" y="591061"/>
                </a:moveTo>
                <a:lnTo>
                  <a:pt x="418400" y="1000320"/>
                </a:lnTo>
                <a:cubicBezTo>
                  <a:pt x="783945" y="1362885"/>
                  <a:pt x="1409392" y="1108878"/>
                  <a:pt x="1413300" y="596161"/>
                </a:cubicBezTo>
                <a:cubicBezTo>
                  <a:pt x="1413300" y="588941"/>
                  <a:pt x="1413300" y="581788"/>
                  <a:pt x="1413300" y="574569"/>
                </a:cubicBezTo>
                <a:cubicBezTo>
                  <a:pt x="1409458" y="61852"/>
                  <a:pt x="784011" y="-192155"/>
                  <a:pt x="418400" y="170409"/>
                </a:cubicBezTo>
                <a:lnTo>
                  <a:pt x="0" y="591061"/>
                </a:lnTo>
                <a:close/>
              </a:path>
            </a:pathLst>
          </a:custGeom>
          <a:solidFill>
            <a:srgbClr val="60A6D8"/>
          </a:solidFill>
          <a:ln w="6623"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38292090-C3E8-5D55-BCC2-A86F569D0CFD}"/>
              </a:ext>
            </a:extLst>
          </p:cNvPr>
          <p:cNvSpPr/>
          <p:nvPr/>
        </p:nvSpPr>
        <p:spPr>
          <a:xfrm>
            <a:off x="8099046" y="3396841"/>
            <a:ext cx="992184" cy="992184"/>
          </a:xfrm>
          <a:custGeom>
            <a:avLst/>
            <a:gdLst>
              <a:gd name="connsiteX0" fmla="*/ 992184 w 992184"/>
              <a:gd name="connsiteY0" fmla="*/ 496092 h 992184"/>
              <a:gd name="connsiteX1" fmla="*/ 496092 w 992184"/>
              <a:gd name="connsiteY1" fmla="*/ 992184 h 992184"/>
              <a:gd name="connsiteX2" fmla="*/ -1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1" y="770076"/>
                  <a:pt x="-1" y="496092"/>
                </a:cubicBezTo>
                <a:cubicBezTo>
                  <a:pt x="-1"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98F8274F-5671-9F2B-33FB-D4F467E39349}"/>
              </a:ext>
            </a:extLst>
          </p:cNvPr>
          <p:cNvSpPr/>
          <p:nvPr/>
        </p:nvSpPr>
        <p:spPr>
          <a:xfrm>
            <a:off x="7534137" y="2059332"/>
            <a:ext cx="1305853" cy="1170439"/>
          </a:xfrm>
          <a:custGeom>
            <a:avLst/>
            <a:gdLst>
              <a:gd name="connsiteX0" fmla="*/ 0 w 1305853"/>
              <a:gd name="connsiteY0" fmla="*/ 1000046 h 1170439"/>
              <a:gd name="connsiteX1" fmla="*/ 569877 w 1305853"/>
              <a:gd name="connsiteY1" fmla="*/ 1150199 h 1170439"/>
              <a:gd name="connsiteX2" fmla="*/ 1229368 w 1305853"/>
              <a:gd name="connsiteY2" fmla="*/ 302736 h 1170439"/>
              <a:gd name="connsiteX3" fmla="*/ 1218572 w 1305853"/>
              <a:gd name="connsiteY3" fmla="*/ 284058 h 1170439"/>
              <a:gd name="connsiteX4" fmla="*/ 154921 w 1305853"/>
              <a:gd name="connsiteY4" fmla="*/ 431494 h 1170439"/>
              <a:gd name="connsiteX5" fmla="*/ 0 w 1305853"/>
              <a:gd name="connsiteY5" fmla="*/ 1000046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0" y="1000046"/>
                </a:moveTo>
                <a:lnTo>
                  <a:pt x="569877" y="1150199"/>
                </a:lnTo>
                <a:cubicBezTo>
                  <a:pt x="1067757" y="1281408"/>
                  <a:pt x="1482382" y="748689"/>
                  <a:pt x="1229368" y="302736"/>
                </a:cubicBezTo>
                <a:cubicBezTo>
                  <a:pt x="1225791" y="296443"/>
                  <a:pt x="1222215" y="290217"/>
                  <a:pt x="1218572" y="284058"/>
                </a:cubicBezTo>
                <a:cubicBezTo>
                  <a:pt x="958869" y="-157988"/>
                  <a:pt x="290237" y="-65260"/>
                  <a:pt x="154921" y="431494"/>
                </a:cubicBezTo>
                <a:lnTo>
                  <a:pt x="0" y="1000046"/>
                </a:lnTo>
                <a:close/>
              </a:path>
            </a:pathLst>
          </a:custGeom>
          <a:solidFill>
            <a:srgbClr val="9464B8"/>
          </a:solidFill>
          <a:ln w="6623"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A9783E0-5C7E-02BA-2805-52AA95106ADE}"/>
              </a:ext>
            </a:extLst>
          </p:cNvPr>
          <p:cNvSpPr/>
          <p:nvPr/>
        </p:nvSpPr>
        <p:spPr>
          <a:xfrm rot="18900000">
            <a:off x="7760709" y="214588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9A02DE3A-38EE-B0DA-7E39-F86AE8E2C2BB}"/>
              </a:ext>
            </a:extLst>
          </p:cNvPr>
          <p:cNvSpPr/>
          <p:nvPr/>
        </p:nvSpPr>
        <p:spPr>
          <a:xfrm>
            <a:off x="3337768" y="2069086"/>
            <a:ext cx="1305787" cy="1170471"/>
          </a:xfrm>
          <a:custGeom>
            <a:avLst/>
            <a:gdLst>
              <a:gd name="connsiteX0" fmla="*/ 1305787 w 1305787"/>
              <a:gd name="connsiteY0" fmla="*/ 1000095 h 1170471"/>
              <a:gd name="connsiteX1" fmla="*/ 1150866 w 1305787"/>
              <a:gd name="connsiteY1" fmla="*/ 431543 h 1170471"/>
              <a:gd name="connsiteX2" fmla="*/ 87282 w 1305787"/>
              <a:gd name="connsiteY2" fmla="*/ 284107 h 1170471"/>
              <a:gd name="connsiteX3" fmla="*/ 76486 w 1305787"/>
              <a:gd name="connsiteY3" fmla="*/ 302785 h 1170471"/>
              <a:gd name="connsiteX4" fmla="*/ 735977 w 1305787"/>
              <a:gd name="connsiteY4" fmla="*/ 1150248 h 1170471"/>
              <a:gd name="connsiteX5" fmla="*/ 1305787 w 1305787"/>
              <a:gd name="connsiteY5" fmla="*/ 1000095 h 117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787" h="1170471">
                <a:moveTo>
                  <a:pt x="1305787" y="1000095"/>
                </a:moveTo>
                <a:lnTo>
                  <a:pt x="1150866" y="431543"/>
                </a:lnTo>
                <a:cubicBezTo>
                  <a:pt x="1015616" y="-65277"/>
                  <a:pt x="346985" y="-158005"/>
                  <a:pt x="87282" y="284107"/>
                </a:cubicBezTo>
                <a:cubicBezTo>
                  <a:pt x="83639" y="290333"/>
                  <a:pt x="80062" y="296559"/>
                  <a:pt x="76486" y="302785"/>
                </a:cubicBezTo>
                <a:cubicBezTo>
                  <a:pt x="-176528" y="748737"/>
                  <a:pt x="238096" y="1281391"/>
                  <a:pt x="735977" y="1150248"/>
                </a:cubicBezTo>
                <a:lnTo>
                  <a:pt x="1305787" y="1000095"/>
                </a:lnTo>
                <a:close/>
              </a:path>
            </a:pathLst>
          </a:custGeom>
          <a:solidFill>
            <a:srgbClr val="9464B8"/>
          </a:solidFill>
          <a:ln w="662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640D3A6-40E6-F3BB-0D2E-68FF189B5734}"/>
              </a:ext>
            </a:extLst>
          </p:cNvPr>
          <p:cNvSpPr/>
          <p:nvPr/>
        </p:nvSpPr>
        <p:spPr>
          <a:xfrm rot="18900000">
            <a:off x="3424705" y="215585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283F400-3E53-52A1-F84C-1E14E850D797}"/>
              </a:ext>
            </a:extLst>
          </p:cNvPr>
          <p:cNvSpPr/>
          <p:nvPr/>
        </p:nvSpPr>
        <p:spPr>
          <a:xfrm>
            <a:off x="3009499" y="3319024"/>
            <a:ext cx="1413365" cy="1170665"/>
          </a:xfrm>
          <a:custGeom>
            <a:avLst/>
            <a:gdLst>
              <a:gd name="connsiteX0" fmla="*/ 1413366 w 1413365"/>
              <a:gd name="connsiteY0" fmla="*/ 579671 h 1170665"/>
              <a:gd name="connsiteX1" fmla="*/ 994966 w 1413365"/>
              <a:gd name="connsiteY1" fmla="*/ 170411 h 1170665"/>
              <a:gd name="connsiteX2" fmla="*/ 0 w 1413365"/>
              <a:gd name="connsiteY2" fmla="*/ 574505 h 1170665"/>
              <a:gd name="connsiteX3" fmla="*/ 0 w 1413365"/>
              <a:gd name="connsiteY3" fmla="*/ 596097 h 1170665"/>
              <a:gd name="connsiteX4" fmla="*/ 994900 w 1413365"/>
              <a:gd name="connsiteY4" fmla="*/ 1000256 h 1170665"/>
              <a:gd name="connsiteX5" fmla="*/ 1413300 w 1413365"/>
              <a:gd name="connsiteY5" fmla="*/ 579605 h 117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365" h="1170665">
                <a:moveTo>
                  <a:pt x="1413366" y="579671"/>
                </a:moveTo>
                <a:lnTo>
                  <a:pt x="994966" y="170411"/>
                </a:lnTo>
                <a:cubicBezTo>
                  <a:pt x="629355" y="-192153"/>
                  <a:pt x="3908" y="61854"/>
                  <a:pt x="0" y="574505"/>
                </a:cubicBezTo>
                <a:cubicBezTo>
                  <a:pt x="0" y="581724"/>
                  <a:pt x="0" y="588877"/>
                  <a:pt x="0" y="596097"/>
                </a:cubicBezTo>
                <a:cubicBezTo>
                  <a:pt x="3842" y="1108814"/>
                  <a:pt x="629289" y="1362821"/>
                  <a:pt x="994900" y="1000256"/>
                </a:cubicBezTo>
                <a:lnTo>
                  <a:pt x="1413300" y="579605"/>
                </a:lnTo>
                <a:close/>
              </a:path>
            </a:pathLst>
          </a:custGeom>
          <a:solidFill>
            <a:srgbClr val="60A6D8"/>
          </a:solidFill>
          <a:ln w="662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821E8B1F-9917-0FAE-57D5-0654709CFAD3}"/>
              </a:ext>
            </a:extLst>
          </p:cNvPr>
          <p:cNvSpPr/>
          <p:nvPr/>
        </p:nvSpPr>
        <p:spPr>
          <a:xfrm>
            <a:off x="3092158" y="3408365"/>
            <a:ext cx="992184" cy="992184"/>
          </a:xfrm>
          <a:custGeom>
            <a:avLst/>
            <a:gdLst>
              <a:gd name="connsiteX0" fmla="*/ 992184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0" y="770076"/>
                  <a:pt x="0" y="496092"/>
                </a:cubicBezTo>
                <a:cubicBezTo>
                  <a:pt x="0"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358DB587-B26A-B083-323A-465E27DA911F}"/>
              </a:ext>
            </a:extLst>
          </p:cNvPr>
          <p:cNvSpPr/>
          <p:nvPr/>
        </p:nvSpPr>
        <p:spPr>
          <a:xfrm>
            <a:off x="3343398" y="4567619"/>
            <a:ext cx="1305853" cy="1170439"/>
          </a:xfrm>
          <a:custGeom>
            <a:avLst/>
            <a:gdLst>
              <a:gd name="connsiteX0" fmla="*/ 1305854 w 1305853"/>
              <a:gd name="connsiteY0" fmla="*/ 170393 h 1170439"/>
              <a:gd name="connsiteX1" fmla="*/ 735977 w 1305853"/>
              <a:gd name="connsiteY1" fmla="*/ 20241 h 1170439"/>
              <a:gd name="connsiteX2" fmla="*/ 76486 w 1305853"/>
              <a:gd name="connsiteY2" fmla="*/ 867703 h 1170439"/>
              <a:gd name="connsiteX3" fmla="*/ 87282 w 1305853"/>
              <a:gd name="connsiteY3" fmla="*/ 886382 h 1170439"/>
              <a:gd name="connsiteX4" fmla="*/ 1150932 w 1305853"/>
              <a:gd name="connsiteY4" fmla="*/ 738945 h 1170439"/>
              <a:gd name="connsiteX5" fmla="*/ 1305854 w 1305853"/>
              <a:gd name="connsiteY5" fmla="*/ 170393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1305854" y="170393"/>
                </a:moveTo>
                <a:lnTo>
                  <a:pt x="735977" y="20241"/>
                </a:lnTo>
                <a:cubicBezTo>
                  <a:pt x="238096" y="-110969"/>
                  <a:pt x="-176528" y="421751"/>
                  <a:pt x="76486" y="867703"/>
                </a:cubicBezTo>
                <a:cubicBezTo>
                  <a:pt x="80062" y="873996"/>
                  <a:pt x="83639" y="880222"/>
                  <a:pt x="87282" y="886382"/>
                </a:cubicBezTo>
                <a:cubicBezTo>
                  <a:pt x="346985" y="1328427"/>
                  <a:pt x="1015617" y="1235699"/>
                  <a:pt x="1150932" y="738945"/>
                </a:cubicBezTo>
                <a:lnTo>
                  <a:pt x="1305854" y="170393"/>
                </a:lnTo>
                <a:close/>
              </a:path>
            </a:pathLst>
          </a:custGeom>
          <a:solidFill>
            <a:srgbClr val="9464B8"/>
          </a:solidFill>
          <a:ln w="662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1D8B04-4862-8B66-8E38-273468EF7CE0}"/>
              </a:ext>
            </a:extLst>
          </p:cNvPr>
          <p:cNvSpPr/>
          <p:nvPr/>
        </p:nvSpPr>
        <p:spPr>
          <a:xfrm rot="18900000">
            <a:off x="3430470" y="4659301"/>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6"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9BDC4471-E856-DCF6-CCD5-2AA9865722EC}"/>
              </a:ext>
            </a:extLst>
          </p:cNvPr>
          <p:cNvSpPr/>
          <p:nvPr/>
        </p:nvSpPr>
        <p:spPr>
          <a:xfrm>
            <a:off x="7539833" y="4557833"/>
            <a:ext cx="1305853" cy="1170422"/>
          </a:xfrm>
          <a:custGeom>
            <a:avLst/>
            <a:gdLst>
              <a:gd name="connsiteX0" fmla="*/ 0 w 1305853"/>
              <a:gd name="connsiteY0" fmla="*/ 170376 h 1170422"/>
              <a:gd name="connsiteX1" fmla="*/ 154921 w 1305853"/>
              <a:gd name="connsiteY1" fmla="*/ 738928 h 1170422"/>
              <a:gd name="connsiteX2" fmla="*/ 1218572 w 1305853"/>
              <a:gd name="connsiteY2" fmla="*/ 886365 h 1170422"/>
              <a:gd name="connsiteX3" fmla="*/ 1229368 w 1305853"/>
              <a:gd name="connsiteY3" fmla="*/ 867687 h 1170422"/>
              <a:gd name="connsiteX4" fmla="*/ 569877 w 1305853"/>
              <a:gd name="connsiteY4" fmla="*/ 20224 h 1170422"/>
              <a:gd name="connsiteX5" fmla="*/ 66 w 1305853"/>
              <a:gd name="connsiteY5" fmla="*/ 170376 h 117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22">
                <a:moveTo>
                  <a:pt x="0" y="170376"/>
                </a:moveTo>
                <a:lnTo>
                  <a:pt x="154921" y="738928"/>
                </a:lnTo>
                <a:cubicBezTo>
                  <a:pt x="290237" y="1235682"/>
                  <a:pt x="958869" y="1328410"/>
                  <a:pt x="1218572" y="886365"/>
                </a:cubicBezTo>
                <a:cubicBezTo>
                  <a:pt x="1222215" y="880139"/>
                  <a:pt x="1225791" y="873913"/>
                  <a:pt x="1229368" y="867687"/>
                </a:cubicBezTo>
                <a:cubicBezTo>
                  <a:pt x="1482382" y="421734"/>
                  <a:pt x="1067757" y="-110919"/>
                  <a:pt x="569877" y="20224"/>
                </a:cubicBezTo>
                <a:lnTo>
                  <a:pt x="66" y="170376"/>
                </a:lnTo>
                <a:close/>
              </a:path>
            </a:pathLst>
          </a:custGeom>
          <a:solidFill>
            <a:srgbClr val="9464B8"/>
          </a:solidFill>
          <a:ln w="662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891D66BB-79E9-4BF9-5F0B-53FC49F65029}"/>
              </a:ext>
            </a:extLst>
          </p:cNvPr>
          <p:cNvSpPr/>
          <p:nvPr/>
        </p:nvSpPr>
        <p:spPr>
          <a:xfrm rot="18900000">
            <a:off x="7766587" y="4649284"/>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08F2F282-5C49-4486-1AF2-AA91BDCA8566}"/>
              </a:ext>
            </a:extLst>
          </p:cNvPr>
          <p:cNvSpPr/>
          <p:nvPr/>
        </p:nvSpPr>
        <p:spPr>
          <a:xfrm>
            <a:off x="4783111" y="2588522"/>
            <a:ext cx="2608954" cy="2608954"/>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rgbClr val="DFEDF7"/>
          </a:solidFill>
          <a:ln w="6623" cap="flat">
            <a:noFill/>
            <a:prstDash val="solid"/>
            <a:miter/>
          </a:ln>
        </p:spPr>
        <p:txBody>
          <a:bodyPr rtlCol="0" anchor="ctr"/>
          <a:lstStyle/>
          <a:p>
            <a:endParaRPr lang="en-IN"/>
          </a:p>
        </p:txBody>
      </p:sp>
      <p:grpSp>
        <p:nvGrpSpPr>
          <p:cNvPr id="96" name="Group 95">
            <a:extLst>
              <a:ext uri="{FF2B5EF4-FFF2-40B4-BE49-F238E27FC236}">
                <a16:creationId xmlns:a16="http://schemas.microsoft.com/office/drawing/2014/main" id="{4EA103D8-5E0B-E384-A247-DD5CBB24BC10}"/>
              </a:ext>
            </a:extLst>
          </p:cNvPr>
          <p:cNvGrpSpPr/>
          <p:nvPr/>
        </p:nvGrpSpPr>
        <p:grpSpPr>
          <a:xfrm>
            <a:off x="4578470" y="3106872"/>
            <a:ext cx="286502" cy="1621136"/>
            <a:chOff x="4571248" y="2844218"/>
            <a:chExt cx="286502" cy="1621136"/>
          </a:xfrm>
        </p:grpSpPr>
        <p:sp>
          <p:nvSpPr>
            <p:cNvPr id="93" name="Oval 92">
              <a:extLst>
                <a:ext uri="{FF2B5EF4-FFF2-40B4-BE49-F238E27FC236}">
                  <a16:creationId xmlns:a16="http://schemas.microsoft.com/office/drawing/2014/main" id="{28C242D5-BB80-7BF0-5061-7D77525653FB}"/>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5004E2A3-8C7B-2278-8223-9EC7538E7947}"/>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911D3BCE-7AEE-A4FD-0839-14D001A90F7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7" name="Group 96">
            <a:extLst>
              <a:ext uri="{FF2B5EF4-FFF2-40B4-BE49-F238E27FC236}">
                <a16:creationId xmlns:a16="http://schemas.microsoft.com/office/drawing/2014/main" id="{36947CD0-7226-2812-D2E8-07827E6D7D18}"/>
              </a:ext>
            </a:extLst>
          </p:cNvPr>
          <p:cNvGrpSpPr/>
          <p:nvPr/>
        </p:nvGrpSpPr>
        <p:grpSpPr>
          <a:xfrm flipH="1">
            <a:off x="7327028" y="3106872"/>
            <a:ext cx="286502" cy="1621136"/>
            <a:chOff x="4571248" y="2844218"/>
            <a:chExt cx="286502" cy="1621136"/>
          </a:xfrm>
        </p:grpSpPr>
        <p:sp>
          <p:nvSpPr>
            <p:cNvPr id="98" name="Oval 97">
              <a:extLst>
                <a:ext uri="{FF2B5EF4-FFF2-40B4-BE49-F238E27FC236}">
                  <a16:creationId xmlns:a16="http://schemas.microsoft.com/office/drawing/2014/main" id="{3B8EC144-C34E-B78A-EDFB-92AD95B2A0F0}"/>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D16E178F-DFC4-71B1-D498-372D72E2DB14}"/>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58A1865D-77EA-A7A0-1DB9-F3B240FAC7B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2" name="Freeform: Shape 101">
            <a:extLst>
              <a:ext uri="{FF2B5EF4-FFF2-40B4-BE49-F238E27FC236}">
                <a16:creationId xmlns:a16="http://schemas.microsoft.com/office/drawing/2014/main" id="{F2725238-783D-3BB8-77F9-FE517BBE7F38}"/>
              </a:ext>
            </a:extLst>
          </p:cNvPr>
          <p:cNvSpPr/>
          <p:nvPr/>
        </p:nvSpPr>
        <p:spPr>
          <a:xfrm>
            <a:off x="5081752" y="2878751"/>
            <a:ext cx="2028496" cy="2028496"/>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chemeClr val="bg1"/>
          </a:solidFill>
          <a:ln w="6623" cap="flat">
            <a:no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104" name="TextBox 103">
            <a:extLst>
              <a:ext uri="{FF2B5EF4-FFF2-40B4-BE49-F238E27FC236}">
                <a16:creationId xmlns:a16="http://schemas.microsoft.com/office/drawing/2014/main" id="{0BC0FA10-7575-D98E-6515-BE9F11D2E421}"/>
              </a:ext>
            </a:extLst>
          </p:cNvPr>
          <p:cNvSpPr txBox="1"/>
          <p:nvPr/>
        </p:nvSpPr>
        <p:spPr>
          <a:xfrm>
            <a:off x="9702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5" name="TextBox 104">
            <a:extLst>
              <a:ext uri="{FF2B5EF4-FFF2-40B4-BE49-F238E27FC236}">
                <a16:creationId xmlns:a16="http://schemas.microsoft.com/office/drawing/2014/main" id="{C84F40AF-81C2-C9EF-2973-B82497C8F8C8}"/>
              </a:ext>
            </a:extLst>
          </p:cNvPr>
          <p:cNvSpPr txBox="1"/>
          <p:nvPr/>
        </p:nvSpPr>
        <p:spPr>
          <a:xfrm>
            <a:off x="9702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2B04D1A6-BC48-A688-DAAA-CF1C18F39D77}"/>
              </a:ext>
            </a:extLst>
          </p:cNvPr>
          <p:cNvSpPr txBox="1"/>
          <p:nvPr/>
        </p:nvSpPr>
        <p:spPr>
          <a:xfrm>
            <a:off x="655382"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7" name="TextBox 106">
            <a:extLst>
              <a:ext uri="{FF2B5EF4-FFF2-40B4-BE49-F238E27FC236}">
                <a16:creationId xmlns:a16="http://schemas.microsoft.com/office/drawing/2014/main" id="{11FD20C9-6D2B-E761-362C-1F31DF38A8F7}"/>
              </a:ext>
            </a:extLst>
          </p:cNvPr>
          <p:cNvSpPr txBox="1"/>
          <p:nvPr/>
        </p:nvSpPr>
        <p:spPr>
          <a:xfrm>
            <a:off x="91744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FFDBE031-A993-99B7-E0B2-893093EE618E}"/>
              </a:ext>
            </a:extLst>
          </p:cNvPr>
          <p:cNvSpPr txBox="1"/>
          <p:nvPr/>
        </p:nvSpPr>
        <p:spPr>
          <a:xfrm>
            <a:off x="91744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25E055ED-B2E3-32A3-9DE5-653489249AFB}"/>
              </a:ext>
            </a:extLst>
          </p:cNvPr>
          <p:cNvSpPr txBox="1"/>
          <p:nvPr/>
        </p:nvSpPr>
        <p:spPr>
          <a:xfrm>
            <a:off x="9512345"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grpSp>
        <p:nvGrpSpPr>
          <p:cNvPr id="114" name="Group 113">
            <a:extLst>
              <a:ext uri="{FF2B5EF4-FFF2-40B4-BE49-F238E27FC236}">
                <a16:creationId xmlns:a16="http://schemas.microsoft.com/office/drawing/2014/main" id="{228C7551-F6F9-ACFC-9A3B-028378313B59}"/>
              </a:ext>
            </a:extLst>
          </p:cNvPr>
          <p:cNvGrpSpPr/>
          <p:nvPr/>
        </p:nvGrpSpPr>
        <p:grpSpPr>
          <a:xfrm>
            <a:off x="447998" y="3239557"/>
            <a:ext cx="11296005" cy="0"/>
            <a:chOff x="381000" y="2976903"/>
            <a:chExt cx="11296005" cy="0"/>
          </a:xfrm>
        </p:grpSpPr>
        <p:cxnSp>
          <p:nvCxnSpPr>
            <p:cNvPr id="111" name="Straight Connector 110">
              <a:extLst>
                <a:ext uri="{FF2B5EF4-FFF2-40B4-BE49-F238E27FC236}">
                  <a16:creationId xmlns:a16="http://schemas.microsoft.com/office/drawing/2014/main" id="{64A2FF60-9882-2390-FB0E-87C3C8D8289E}"/>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1CC934B-6A73-B820-F7C3-98DF3C3A1DF6}"/>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AEB211E2-34D4-0304-82D1-C37C1882D145}"/>
              </a:ext>
            </a:extLst>
          </p:cNvPr>
          <p:cNvGrpSpPr/>
          <p:nvPr/>
        </p:nvGrpSpPr>
        <p:grpSpPr>
          <a:xfrm>
            <a:off x="447998" y="4551890"/>
            <a:ext cx="11296005" cy="0"/>
            <a:chOff x="381000" y="2976903"/>
            <a:chExt cx="11296005" cy="0"/>
          </a:xfrm>
        </p:grpSpPr>
        <p:cxnSp>
          <p:nvCxnSpPr>
            <p:cNvPr id="116" name="Straight Connector 115">
              <a:extLst>
                <a:ext uri="{FF2B5EF4-FFF2-40B4-BE49-F238E27FC236}">
                  <a16:creationId xmlns:a16="http://schemas.microsoft.com/office/drawing/2014/main" id="{AB0BD9FD-6E4A-1478-3E08-ED41D2BDA845}"/>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6F81FC5-C082-B089-00D9-9F62C97730CC}"/>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sp>
        <p:nvSpPr>
          <p:cNvPr id="118" name="Rectangle: Rounded Corners 117">
            <a:extLst>
              <a:ext uri="{FF2B5EF4-FFF2-40B4-BE49-F238E27FC236}">
                <a16:creationId xmlns:a16="http://schemas.microsoft.com/office/drawing/2014/main" id="{C4E56961-1499-88B0-2EEF-E7A0F05F5659}"/>
              </a:ext>
            </a:extLst>
          </p:cNvPr>
          <p:cNvSpPr/>
          <p:nvPr/>
        </p:nvSpPr>
        <p:spPr>
          <a:xfrm>
            <a:off x="364156" y="1001027"/>
            <a:ext cx="11463688" cy="450859"/>
          </a:xfrm>
          <a:prstGeom prst="roundRect">
            <a:avLst>
              <a:gd name="adj" fmla="val 14084"/>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6631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A51F-7070-6FFD-6174-14BFEA87664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D086B03-61E0-76DD-FF70-F92AE85A0638}"/>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C07F32B-B987-3347-475D-3B354B8DBC6F}"/>
              </a:ext>
            </a:extLst>
          </p:cNvPr>
          <p:cNvSpPr>
            <a:spLocks noGrp="1"/>
          </p:cNvSpPr>
          <p:nvPr>
            <p:ph type="title"/>
          </p:nvPr>
        </p:nvSpPr>
        <p:spPr/>
        <p:txBody>
          <a:bodyPr/>
          <a:lstStyle/>
          <a:p>
            <a:r>
              <a:rPr lang="en-US" sz="1800" dirty="0"/>
              <a:t>Title</a:t>
            </a:r>
            <a:endParaRPr lang="es-MX" sz="1800" dirty="0"/>
          </a:p>
        </p:txBody>
      </p:sp>
      <p:grpSp>
        <p:nvGrpSpPr>
          <p:cNvPr id="20" name="Graphic 7">
            <a:extLst>
              <a:ext uri="{FF2B5EF4-FFF2-40B4-BE49-F238E27FC236}">
                <a16:creationId xmlns:a16="http://schemas.microsoft.com/office/drawing/2014/main" id="{055DA49F-51F7-A83D-D35B-4CECE6E646A7}"/>
              </a:ext>
            </a:extLst>
          </p:cNvPr>
          <p:cNvGrpSpPr/>
          <p:nvPr/>
        </p:nvGrpSpPr>
        <p:grpSpPr>
          <a:xfrm>
            <a:off x="2848108" y="3586888"/>
            <a:ext cx="1657113" cy="855031"/>
            <a:chOff x="2848108" y="3586888"/>
            <a:chExt cx="1657113" cy="855031"/>
          </a:xfrm>
          <a:solidFill>
            <a:srgbClr val="60A6D8"/>
          </a:solidFill>
        </p:grpSpPr>
        <p:sp>
          <p:nvSpPr>
            <p:cNvPr id="26" name="Freeform: Shape 25">
              <a:extLst>
                <a:ext uri="{FF2B5EF4-FFF2-40B4-BE49-F238E27FC236}">
                  <a16:creationId xmlns:a16="http://schemas.microsoft.com/office/drawing/2014/main" id="{5C270C1B-BEF8-8345-3F95-8D26F81DA0EF}"/>
                </a:ext>
              </a:extLst>
            </p:cNvPr>
            <p:cNvSpPr/>
            <p:nvPr/>
          </p:nvSpPr>
          <p:spPr>
            <a:xfrm>
              <a:off x="3757902" y="4404513"/>
              <a:ext cx="38543" cy="37406"/>
            </a:xfrm>
            <a:custGeom>
              <a:avLst/>
              <a:gdLst>
                <a:gd name="connsiteX0" fmla="*/ 18595 w 38543"/>
                <a:gd name="connsiteY0" fmla="*/ 37407 h 37406"/>
                <a:gd name="connsiteX1" fmla="*/ 139 w 38543"/>
                <a:gd name="connsiteY1" fmla="*/ 21049 h 37406"/>
                <a:gd name="connsiteX2" fmla="*/ 16354 w 38543"/>
                <a:gd name="connsiteY2" fmla="*/ 311 h 37406"/>
                <a:gd name="connsiteX3" fmla="*/ 17617 w 38543"/>
                <a:gd name="connsiteY3" fmla="*/ 148 h 37406"/>
                <a:gd name="connsiteX4" fmla="*/ 38396 w 38543"/>
                <a:gd name="connsiteY4" fmla="*/ 16302 h 37406"/>
                <a:gd name="connsiteX5" fmla="*/ 22242 w 38543"/>
                <a:gd name="connsiteY5" fmla="*/ 37081 h 37406"/>
                <a:gd name="connsiteX6" fmla="*/ 20856 w 38543"/>
                <a:gd name="connsiteY6" fmla="*/ 37244 h 37406"/>
                <a:gd name="connsiteX7" fmla="*/ 18575 w 38543"/>
                <a:gd name="connsiteY7" fmla="*/ 37386 h 3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3" h="37406">
                  <a:moveTo>
                    <a:pt x="18595" y="37407"/>
                  </a:moveTo>
                  <a:cubicBezTo>
                    <a:pt x="9326" y="37407"/>
                    <a:pt x="1300" y="30481"/>
                    <a:pt x="139" y="21049"/>
                  </a:cubicBezTo>
                  <a:cubicBezTo>
                    <a:pt x="-1104" y="10843"/>
                    <a:pt x="6148" y="1574"/>
                    <a:pt x="16354" y="311"/>
                  </a:cubicBezTo>
                  <a:lnTo>
                    <a:pt x="17617" y="148"/>
                  </a:lnTo>
                  <a:cubicBezTo>
                    <a:pt x="27803" y="-1136"/>
                    <a:pt x="37113" y="6096"/>
                    <a:pt x="38396" y="16302"/>
                  </a:cubicBezTo>
                  <a:cubicBezTo>
                    <a:pt x="39679" y="26508"/>
                    <a:pt x="32448" y="35797"/>
                    <a:pt x="22242" y="37081"/>
                  </a:cubicBezTo>
                  <a:lnTo>
                    <a:pt x="20856" y="37244"/>
                  </a:lnTo>
                  <a:cubicBezTo>
                    <a:pt x="20082" y="37346"/>
                    <a:pt x="19328" y="37386"/>
                    <a:pt x="18575" y="37386"/>
                  </a:cubicBezTo>
                  <a:close/>
                </a:path>
              </a:pathLst>
            </a:custGeom>
            <a:grpFill/>
            <a:ln w="203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325EA38-3884-A16C-8A34-36BE8277278A}"/>
                </a:ext>
              </a:extLst>
            </p:cNvPr>
            <p:cNvSpPr/>
            <p:nvPr/>
          </p:nvSpPr>
          <p:spPr>
            <a:xfrm>
              <a:off x="3543282" y="4402864"/>
              <a:ext cx="38530" cy="37405"/>
            </a:xfrm>
            <a:custGeom>
              <a:avLst/>
              <a:gdLst>
                <a:gd name="connsiteX0" fmla="*/ 19947 w 38530"/>
                <a:gd name="connsiteY0" fmla="*/ 37406 h 37405"/>
                <a:gd name="connsiteX1" fmla="*/ 17340 w 38530"/>
                <a:gd name="connsiteY1" fmla="*/ 37222 h 37405"/>
                <a:gd name="connsiteX2" fmla="*/ 15995 w 38530"/>
                <a:gd name="connsiteY2" fmla="*/ 37039 h 37405"/>
                <a:gd name="connsiteX3" fmla="*/ 187 w 38530"/>
                <a:gd name="connsiteY3" fmla="*/ 15995 h 37405"/>
                <a:gd name="connsiteX4" fmla="*/ 21231 w 38530"/>
                <a:gd name="connsiteY4" fmla="*/ 187 h 37405"/>
                <a:gd name="connsiteX5" fmla="*/ 22514 w 38530"/>
                <a:gd name="connsiteY5" fmla="*/ 371 h 37405"/>
                <a:gd name="connsiteX6" fmla="*/ 38343 w 38530"/>
                <a:gd name="connsiteY6" fmla="*/ 21394 h 37405"/>
                <a:gd name="connsiteX7" fmla="*/ 19947 w 38530"/>
                <a:gd name="connsiteY7" fmla="*/ 37406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05">
                  <a:moveTo>
                    <a:pt x="19947" y="37406"/>
                  </a:moveTo>
                  <a:cubicBezTo>
                    <a:pt x="19092" y="37406"/>
                    <a:pt x="18216" y="37345"/>
                    <a:pt x="17340" y="37222"/>
                  </a:cubicBezTo>
                  <a:lnTo>
                    <a:pt x="15995" y="37039"/>
                  </a:lnTo>
                  <a:cubicBezTo>
                    <a:pt x="5830" y="35593"/>
                    <a:pt x="-1259" y="26161"/>
                    <a:pt x="187" y="15995"/>
                  </a:cubicBezTo>
                  <a:cubicBezTo>
                    <a:pt x="1634" y="5830"/>
                    <a:pt x="11065" y="-1259"/>
                    <a:pt x="21231" y="187"/>
                  </a:cubicBezTo>
                  <a:lnTo>
                    <a:pt x="22514" y="371"/>
                  </a:lnTo>
                  <a:cubicBezTo>
                    <a:pt x="32700" y="1797"/>
                    <a:pt x="39789" y="11208"/>
                    <a:pt x="38343" y="21394"/>
                  </a:cubicBezTo>
                  <a:cubicBezTo>
                    <a:pt x="37039" y="30683"/>
                    <a:pt x="29074" y="37406"/>
                    <a:pt x="19947" y="37406"/>
                  </a:cubicBezTo>
                  <a:close/>
                </a:path>
              </a:pathLst>
            </a:custGeom>
            <a:grpFill/>
            <a:ln w="203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4DB6AFDA-F718-5B7D-C86E-181F84CBA5BD}"/>
                </a:ext>
              </a:extLst>
            </p:cNvPr>
            <p:cNvSpPr/>
            <p:nvPr/>
          </p:nvSpPr>
          <p:spPr>
            <a:xfrm>
              <a:off x="3863521" y="4384012"/>
              <a:ext cx="38517" cy="37557"/>
            </a:xfrm>
            <a:custGeom>
              <a:avLst/>
              <a:gdLst>
                <a:gd name="connsiteX0" fmla="*/ 18601 w 38517"/>
                <a:gd name="connsiteY0" fmla="*/ 37558 h 37557"/>
                <a:gd name="connsiteX1" fmla="*/ 613 w 38517"/>
                <a:gd name="connsiteY1" fmla="*/ 23664 h 37557"/>
                <a:gd name="connsiteX2" fmla="*/ 13895 w 38517"/>
                <a:gd name="connsiteY2" fmla="*/ 950 h 37557"/>
                <a:gd name="connsiteX3" fmla="*/ 15138 w 38517"/>
                <a:gd name="connsiteY3" fmla="*/ 624 h 37557"/>
                <a:gd name="connsiteX4" fmla="*/ 37893 w 38517"/>
                <a:gd name="connsiteY4" fmla="*/ 13845 h 37557"/>
                <a:gd name="connsiteX5" fmla="*/ 24672 w 38517"/>
                <a:gd name="connsiteY5" fmla="*/ 36600 h 37557"/>
                <a:gd name="connsiteX6" fmla="*/ 23327 w 38517"/>
                <a:gd name="connsiteY6" fmla="*/ 36946 h 37557"/>
                <a:gd name="connsiteX7" fmla="*/ 18601 w 38517"/>
                <a:gd name="connsiteY7" fmla="*/ 37558 h 3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7" h="37557">
                  <a:moveTo>
                    <a:pt x="18601" y="37558"/>
                  </a:moveTo>
                  <a:cubicBezTo>
                    <a:pt x="10351" y="37558"/>
                    <a:pt x="2813" y="32017"/>
                    <a:pt x="613" y="23664"/>
                  </a:cubicBezTo>
                  <a:cubicBezTo>
                    <a:pt x="-1994" y="13723"/>
                    <a:pt x="3954" y="3558"/>
                    <a:pt x="13895" y="950"/>
                  </a:cubicBezTo>
                  <a:lnTo>
                    <a:pt x="15138" y="624"/>
                  </a:lnTo>
                  <a:cubicBezTo>
                    <a:pt x="25079" y="-2004"/>
                    <a:pt x="35265" y="3904"/>
                    <a:pt x="37893" y="13845"/>
                  </a:cubicBezTo>
                  <a:cubicBezTo>
                    <a:pt x="40521" y="23787"/>
                    <a:pt x="34613" y="33972"/>
                    <a:pt x="24672" y="36600"/>
                  </a:cubicBezTo>
                  <a:lnTo>
                    <a:pt x="23327" y="36946"/>
                  </a:lnTo>
                  <a:cubicBezTo>
                    <a:pt x="21738" y="37354"/>
                    <a:pt x="20149" y="37558"/>
                    <a:pt x="18601" y="37558"/>
                  </a:cubicBezTo>
                  <a:close/>
                </a:path>
              </a:pathLst>
            </a:custGeom>
            <a:grpFill/>
            <a:ln w="203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FAC7D20-ADCE-78B1-EFB3-DBD93B4DFE0F}"/>
                </a:ext>
              </a:extLst>
            </p:cNvPr>
            <p:cNvSpPr/>
            <p:nvPr/>
          </p:nvSpPr>
          <p:spPr>
            <a:xfrm>
              <a:off x="3438023" y="4380701"/>
              <a:ext cx="38505" cy="37588"/>
            </a:xfrm>
            <a:custGeom>
              <a:avLst/>
              <a:gdLst>
                <a:gd name="connsiteX0" fmla="*/ 19906 w 38505"/>
                <a:gd name="connsiteY0" fmla="*/ 37589 h 37588"/>
                <a:gd name="connsiteX1" fmla="*/ 14875 w 38505"/>
                <a:gd name="connsiteY1" fmla="*/ 36896 h 37588"/>
                <a:gd name="connsiteX2" fmla="*/ 13571 w 38505"/>
                <a:gd name="connsiteY2" fmla="*/ 36529 h 37588"/>
                <a:gd name="connsiteX3" fmla="*/ 696 w 38505"/>
                <a:gd name="connsiteY3" fmla="*/ 13571 h 37588"/>
                <a:gd name="connsiteX4" fmla="*/ 23655 w 38505"/>
                <a:gd name="connsiteY4" fmla="*/ 696 h 37588"/>
                <a:gd name="connsiteX5" fmla="*/ 24897 w 38505"/>
                <a:gd name="connsiteY5" fmla="*/ 1042 h 37588"/>
                <a:gd name="connsiteX6" fmla="*/ 37813 w 38505"/>
                <a:gd name="connsiteY6" fmla="*/ 23981 h 37588"/>
                <a:gd name="connsiteX7" fmla="*/ 19906 w 38505"/>
                <a:gd name="connsiteY7" fmla="*/ 37589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5" h="37588">
                  <a:moveTo>
                    <a:pt x="19906" y="37589"/>
                  </a:moveTo>
                  <a:cubicBezTo>
                    <a:pt x="18256" y="37589"/>
                    <a:pt x="16565" y="37365"/>
                    <a:pt x="14875" y="36896"/>
                  </a:cubicBezTo>
                  <a:lnTo>
                    <a:pt x="13571" y="36529"/>
                  </a:lnTo>
                  <a:cubicBezTo>
                    <a:pt x="3670" y="33738"/>
                    <a:pt x="-2074" y="23471"/>
                    <a:pt x="696" y="13571"/>
                  </a:cubicBezTo>
                  <a:cubicBezTo>
                    <a:pt x="3487" y="3670"/>
                    <a:pt x="13754" y="-2074"/>
                    <a:pt x="23655" y="696"/>
                  </a:cubicBezTo>
                  <a:lnTo>
                    <a:pt x="24897" y="1042"/>
                  </a:lnTo>
                  <a:cubicBezTo>
                    <a:pt x="34798" y="3813"/>
                    <a:pt x="40583" y="14080"/>
                    <a:pt x="37813" y="23981"/>
                  </a:cubicBezTo>
                  <a:cubicBezTo>
                    <a:pt x="35511" y="32211"/>
                    <a:pt x="28035" y="37589"/>
                    <a:pt x="19906" y="37589"/>
                  </a:cubicBezTo>
                  <a:close/>
                </a:path>
              </a:pathLst>
            </a:custGeom>
            <a:grpFill/>
            <a:ln w="2035"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28B2B7C-8988-65AD-C81E-391E5B42F103}"/>
                </a:ext>
              </a:extLst>
            </p:cNvPr>
            <p:cNvSpPr/>
            <p:nvPr/>
          </p:nvSpPr>
          <p:spPr>
            <a:xfrm>
              <a:off x="3965466" y="4349561"/>
              <a:ext cx="38452" cy="37743"/>
            </a:xfrm>
            <a:custGeom>
              <a:avLst/>
              <a:gdLst>
                <a:gd name="connsiteX0" fmla="*/ 18615 w 38452"/>
                <a:gd name="connsiteY0" fmla="*/ 37723 h 37743"/>
                <a:gd name="connsiteX1" fmla="*/ 1421 w 38452"/>
                <a:gd name="connsiteY1" fmla="*/ 26234 h 37743"/>
                <a:gd name="connsiteX2" fmla="*/ 11505 w 38452"/>
                <a:gd name="connsiteY2" fmla="*/ 1931 h 37743"/>
                <a:gd name="connsiteX3" fmla="*/ 12707 w 38452"/>
                <a:gd name="connsiteY3" fmla="*/ 1422 h 37743"/>
                <a:gd name="connsiteX4" fmla="*/ 37030 w 38452"/>
                <a:gd name="connsiteY4" fmla="*/ 11485 h 37743"/>
                <a:gd name="connsiteX5" fmla="*/ 26967 w 38452"/>
                <a:gd name="connsiteY5" fmla="*/ 35808 h 37743"/>
                <a:gd name="connsiteX6" fmla="*/ 25745 w 38452"/>
                <a:gd name="connsiteY6" fmla="*/ 36318 h 37743"/>
                <a:gd name="connsiteX7" fmla="*/ 18635 w 38452"/>
                <a:gd name="connsiteY7" fmla="*/ 37744 h 3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2" h="37743">
                  <a:moveTo>
                    <a:pt x="18615" y="37723"/>
                  </a:moveTo>
                  <a:cubicBezTo>
                    <a:pt x="11301" y="37723"/>
                    <a:pt x="4375" y="33405"/>
                    <a:pt x="1421" y="26234"/>
                  </a:cubicBezTo>
                  <a:cubicBezTo>
                    <a:pt x="-2510" y="16741"/>
                    <a:pt x="1992" y="5863"/>
                    <a:pt x="11505" y="1931"/>
                  </a:cubicBezTo>
                  <a:lnTo>
                    <a:pt x="12707" y="1422"/>
                  </a:lnTo>
                  <a:cubicBezTo>
                    <a:pt x="22200" y="-2510"/>
                    <a:pt x="33099" y="1992"/>
                    <a:pt x="37030" y="11485"/>
                  </a:cubicBezTo>
                  <a:cubicBezTo>
                    <a:pt x="40962" y="20978"/>
                    <a:pt x="36460" y="31857"/>
                    <a:pt x="26967" y="35808"/>
                  </a:cubicBezTo>
                  <a:lnTo>
                    <a:pt x="25745" y="36318"/>
                  </a:lnTo>
                  <a:cubicBezTo>
                    <a:pt x="23422" y="37275"/>
                    <a:pt x="20998" y="37744"/>
                    <a:pt x="18635" y="37744"/>
                  </a:cubicBezTo>
                  <a:close/>
                </a:path>
              </a:pathLst>
            </a:custGeom>
            <a:grpFill/>
            <a:ln w="203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AA0DD53-C175-A764-8E02-7E47EF7CB051}"/>
                </a:ext>
              </a:extLst>
            </p:cNvPr>
            <p:cNvSpPr/>
            <p:nvPr/>
          </p:nvSpPr>
          <p:spPr>
            <a:xfrm>
              <a:off x="3336621" y="4344629"/>
              <a:ext cx="38437" cy="37766"/>
            </a:xfrm>
            <a:custGeom>
              <a:avLst/>
              <a:gdLst>
                <a:gd name="connsiteX0" fmla="*/ 19839 w 38437"/>
                <a:gd name="connsiteY0" fmla="*/ 37766 h 37766"/>
                <a:gd name="connsiteX1" fmla="*/ 12485 w 38437"/>
                <a:gd name="connsiteY1" fmla="*/ 36238 h 37766"/>
                <a:gd name="connsiteX2" fmla="*/ 11202 w 38437"/>
                <a:gd name="connsiteY2" fmla="*/ 35688 h 37766"/>
                <a:gd name="connsiteX3" fmla="*/ 1546 w 38437"/>
                <a:gd name="connsiteY3" fmla="*/ 11202 h 37766"/>
                <a:gd name="connsiteX4" fmla="*/ 26032 w 38437"/>
                <a:gd name="connsiteY4" fmla="*/ 1546 h 37766"/>
                <a:gd name="connsiteX5" fmla="*/ 27194 w 38437"/>
                <a:gd name="connsiteY5" fmla="*/ 2055 h 37766"/>
                <a:gd name="connsiteX6" fmla="*/ 36911 w 38437"/>
                <a:gd name="connsiteY6" fmla="*/ 26501 h 37766"/>
                <a:gd name="connsiteX7" fmla="*/ 19819 w 38437"/>
                <a:gd name="connsiteY7" fmla="*/ 37746 h 3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7" h="37766">
                  <a:moveTo>
                    <a:pt x="19839" y="37766"/>
                  </a:moveTo>
                  <a:cubicBezTo>
                    <a:pt x="17375" y="37766"/>
                    <a:pt x="14889" y="37277"/>
                    <a:pt x="12485" y="36238"/>
                  </a:cubicBezTo>
                  <a:lnTo>
                    <a:pt x="11202" y="35688"/>
                  </a:lnTo>
                  <a:cubicBezTo>
                    <a:pt x="1770" y="31594"/>
                    <a:pt x="-2549" y="20634"/>
                    <a:pt x="1546" y="11202"/>
                  </a:cubicBezTo>
                  <a:cubicBezTo>
                    <a:pt x="5641" y="1770"/>
                    <a:pt x="16600" y="-2549"/>
                    <a:pt x="26032" y="1546"/>
                  </a:cubicBezTo>
                  <a:lnTo>
                    <a:pt x="27194" y="2055"/>
                  </a:lnTo>
                  <a:cubicBezTo>
                    <a:pt x="36625" y="6129"/>
                    <a:pt x="40985" y="17069"/>
                    <a:pt x="36911" y="26501"/>
                  </a:cubicBezTo>
                  <a:cubicBezTo>
                    <a:pt x="33875" y="33549"/>
                    <a:pt x="27010" y="37746"/>
                    <a:pt x="19819" y="37746"/>
                  </a:cubicBezTo>
                  <a:close/>
                </a:path>
              </a:pathLst>
            </a:custGeom>
            <a:grpFill/>
            <a:ln w="2035"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D26DC1EE-3E3A-36A3-A75E-280DC0C8DE56}"/>
                </a:ext>
              </a:extLst>
            </p:cNvPr>
            <p:cNvSpPr/>
            <p:nvPr/>
          </p:nvSpPr>
          <p:spPr>
            <a:xfrm>
              <a:off x="4061848" y="4301801"/>
              <a:ext cx="38374" cy="37895"/>
            </a:xfrm>
            <a:custGeom>
              <a:avLst/>
              <a:gdLst>
                <a:gd name="connsiteX0" fmla="*/ 18630 w 38374"/>
                <a:gd name="connsiteY0" fmla="*/ 37895 h 37895"/>
                <a:gd name="connsiteX1" fmla="*/ 2516 w 38374"/>
                <a:gd name="connsiteY1" fmla="*/ 28626 h 37895"/>
                <a:gd name="connsiteX2" fmla="*/ 9259 w 38374"/>
                <a:gd name="connsiteY2" fmla="*/ 3183 h 37895"/>
                <a:gd name="connsiteX3" fmla="*/ 10400 w 38374"/>
                <a:gd name="connsiteY3" fmla="*/ 2531 h 37895"/>
                <a:gd name="connsiteX4" fmla="*/ 35844 w 38374"/>
                <a:gd name="connsiteY4" fmla="*/ 9253 h 37895"/>
                <a:gd name="connsiteX5" fmla="*/ 29121 w 38374"/>
                <a:gd name="connsiteY5" fmla="*/ 34697 h 37895"/>
                <a:gd name="connsiteX6" fmla="*/ 27960 w 38374"/>
                <a:gd name="connsiteY6" fmla="*/ 35369 h 37895"/>
                <a:gd name="connsiteX7" fmla="*/ 18630 w 38374"/>
                <a:gd name="connsiteY7" fmla="*/ 37895 h 3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74" h="37895">
                  <a:moveTo>
                    <a:pt x="18630" y="37895"/>
                  </a:moveTo>
                  <a:cubicBezTo>
                    <a:pt x="12213" y="37895"/>
                    <a:pt x="5980" y="34575"/>
                    <a:pt x="2516" y="28626"/>
                  </a:cubicBezTo>
                  <a:cubicBezTo>
                    <a:pt x="-2638" y="19744"/>
                    <a:pt x="377" y="8357"/>
                    <a:pt x="9259" y="3183"/>
                  </a:cubicBezTo>
                  <a:lnTo>
                    <a:pt x="10400" y="2531"/>
                  </a:lnTo>
                  <a:cubicBezTo>
                    <a:pt x="19282" y="-2644"/>
                    <a:pt x="30670" y="371"/>
                    <a:pt x="35844" y="9253"/>
                  </a:cubicBezTo>
                  <a:cubicBezTo>
                    <a:pt x="41018" y="18135"/>
                    <a:pt x="38003" y="29523"/>
                    <a:pt x="29121" y="34697"/>
                  </a:cubicBezTo>
                  <a:lnTo>
                    <a:pt x="27960" y="35369"/>
                  </a:lnTo>
                  <a:cubicBezTo>
                    <a:pt x="25027" y="37080"/>
                    <a:pt x="21808" y="37895"/>
                    <a:pt x="18630" y="37895"/>
                  </a:cubicBezTo>
                  <a:close/>
                </a:path>
              </a:pathLst>
            </a:custGeom>
            <a:grpFill/>
            <a:ln w="2035"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21105D8E-1537-FCFF-4556-D5C933D855A5}"/>
                </a:ext>
              </a:extLst>
            </p:cNvPr>
            <p:cNvSpPr/>
            <p:nvPr/>
          </p:nvSpPr>
          <p:spPr>
            <a:xfrm>
              <a:off x="3240995" y="4295328"/>
              <a:ext cx="38359" cy="37911"/>
            </a:xfrm>
            <a:custGeom>
              <a:avLst/>
              <a:gdLst>
                <a:gd name="connsiteX0" fmla="*/ 19719 w 38359"/>
                <a:gd name="connsiteY0" fmla="*/ 37911 h 37911"/>
                <a:gd name="connsiteX1" fmla="*/ 10165 w 38359"/>
                <a:gd name="connsiteY1" fmla="*/ 35242 h 37911"/>
                <a:gd name="connsiteX2" fmla="*/ 9004 w 38359"/>
                <a:gd name="connsiteY2" fmla="*/ 34550 h 37911"/>
                <a:gd name="connsiteX3" fmla="*/ 2669 w 38359"/>
                <a:gd name="connsiteY3" fmla="*/ 9004 h 37911"/>
                <a:gd name="connsiteX4" fmla="*/ 28214 w 38359"/>
                <a:gd name="connsiteY4" fmla="*/ 2669 h 37911"/>
                <a:gd name="connsiteX5" fmla="*/ 29335 w 38359"/>
                <a:gd name="connsiteY5" fmla="*/ 3341 h 37911"/>
                <a:gd name="connsiteX6" fmla="*/ 35711 w 38359"/>
                <a:gd name="connsiteY6" fmla="*/ 28866 h 37911"/>
                <a:gd name="connsiteX7" fmla="*/ 19740 w 38359"/>
                <a:gd name="connsiteY7" fmla="*/ 37891 h 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9" h="37911">
                  <a:moveTo>
                    <a:pt x="19719" y="37911"/>
                  </a:moveTo>
                  <a:cubicBezTo>
                    <a:pt x="16460" y="37911"/>
                    <a:pt x="13160" y="37055"/>
                    <a:pt x="10165" y="35242"/>
                  </a:cubicBezTo>
                  <a:lnTo>
                    <a:pt x="9004" y="34550"/>
                  </a:lnTo>
                  <a:cubicBezTo>
                    <a:pt x="204" y="29253"/>
                    <a:pt x="-2628" y="17804"/>
                    <a:pt x="2669" y="9004"/>
                  </a:cubicBezTo>
                  <a:cubicBezTo>
                    <a:pt x="7965" y="204"/>
                    <a:pt x="19414" y="-2628"/>
                    <a:pt x="28214" y="2669"/>
                  </a:cubicBezTo>
                  <a:lnTo>
                    <a:pt x="29335" y="3341"/>
                  </a:lnTo>
                  <a:cubicBezTo>
                    <a:pt x="38135" y="8637"/>
                    <a:pt x="40987" y="20066"/>
                    <a:pt x="35711" y="28866"/>
                  </a:cubicBezTo>
                  <a:cubicBezTo>
                    <a:pt x="32227" y="34672"/>
                    <a:pt x="26055" y="37891"/>
                    <a:pt x="19740" y="37891"/>
                  </a:cubicBezTo>
                  <a:close/>
                </a:path>
              </a:pathLst>
            </a:custGeom>
            <a:grpFill/>
            <a:ln w="203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D58AD9E9-580A-5429-DD53-1D29128911EE}"/>
                </a:ext>
              </a:extLst>
            </p:cNvPr>
            <p:cNvSpPr/>
            <p:nvPr/>
          </p:nvSpPr>
          <p:spPr>
            <a:xfrm>
              <a:off x="4151062" y="4241665"/>
              <a:ext cx="38265" cy="38037"/>
            </a:xfrm>
            <a:custGeom>
              <a:avLst/>
              <a:gdLst>
                <a:gd name="connsiteX0" fmla="*/ 18623 w 38265"/>
                <a:gd name="connsiteY0" fmla="*/ 38038 h 38037"/>
                <a:gd name="connsiteX1" fmla="*/ 3874 w 38265"/>
                <a:gd name="connsiteY1" fmla="*/ 30786 h 38037"/>
                <a:gd name="connsiteX2" fmla="*/ 7235 w 38265"/>
                <a:gd name="connsiteY2" fmla="*/ 4690 h 38037"/>
                <a:gd name="connsiteX3" fmla="*/ 8234 w 38265"/>
                <a:gd name="connsiteY3" fmla="*/ 3916 h 38037"/>
                <a:gd name="connsiteX4" fmla="*/ 34350 w 38265"/>
                <a:gd name="connsiteY4" fmla="*/ 7196 h 38037"/>
                <a:gd name="connsiteX5" fmla="*/ 31070 w 38265"/>
                <a:gd name="connsiteY5" fmla="*/ 33312 h 38037"/>
                <a:gd name="connsiteX6" fmla="*/ 29970 w 38265"/>
                <a:gd name="connsiteY6" fmla="*/ 34167 h 38037"/>
                <a:gd name="connsiteX7" fmla="*/ 18623 w 38265"/>
                <a:gd name="connsiteY7" fmla="*/ 38038 h 38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37">
                  <a:moveTo>
                    <a:pt x="18623" y="38038"/>
                  </a:moveTo>
                  <a:cubicBezTo>
                    <a:pt x="13041" y="38038"/>
                    <a:pt x="7541" y="35552"/>
                    <a:pt x="3874" y="30786"/>
                  </a:cubicBezTo>
                  <a:cubicBezTo>
                    <a:pt x="-2400" y="22637"/>
                    <a:pt x="-893" y="10964"/>
                    <a:pt x="7235" y="4690"/>
                  </a:cubicBezTo>
                  <a:lnTo>
                    <a:pt x="8234" y="3916"/>
                  </a:lnTo>
                  <a:cubicBezTo>
                    <a:pt x="16341" y="-2399"/>
                    <a:pt x="28034" y="-912"/>
                    <a:pt x="34350" y="7196"/>
                  </a:cubicBezTo>
                  <a:cubicBezTo>
                    <a:pt x="40665" y="15303"/>
                    <a:pt x="39178" y="26996"/>
                    <a:pt x="31070" y="33312"/>
                  </a:cubicBezTo>
                  <a:lnTo>
                    <a:pt x="29970" y="34167"/>
                  </a:lnTo>
                  <a:cubicBezTo>
                    <a:pt x="26588" y="36775"/>
                    <a:pt x="22595" y="38038"/>
                    <a:pt x="18623" y="38038"/>
                  </a:cubicBezTo>
                  <a:close/>
                </a:path>
              </a:pathLst>
            </a:custGeom>
            <a:grpFill/>
            <a:ln w="203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17365FA-109C-4320-61B2-44C7B7DBC2E7}"/>
                </a:ext>
              </a:extLst>
            </p:cNvPr>
            <p:cNvSpPr/>
            <p:nvPr/>
          </p:nvSpPr>
          <p:spPr>
            <a:xfrm>
              <a:off x="3152758" y="4233777"/>
              <a:ext cx="38258" cy="38062"/>
            </a:xfrm>
            <a:custGeom>
              <a:avLst/>
              <a:gdLst>
                <a:gd name="connsiteX0" fmla="*/ 19626 w 38258"/>
                <a:gd name="connsiteY0" fmla="*/ 38042 h 38062"/>
                <a:gd name="connsiteX1" fmla="*/ 8035 w 38258"/>
                <a:gd name="connsiteY1" fmla="*/ 33988 h 38062"/>
                <a:gd name="connsiteX2" fmla="*/ 6975 w 38258"/>
                <a:gd name="connsiteY2" fmla="*/ 33132 h 38062"/>
                <a:gd name="connsiteX3" fmla="*/ 4083 w 38258"/>
                <a:gd name="connsiteY3" fmla="*/ 6975 h 38062"/>
                <a:gd name="connsiteX4" fmla="*/ 30239 w 38258"/>
                <a:gd name="connsiteY4" fmla="*/ 4083 h 38062"/>
                <a:gd name="connsiteX5" fmla="*/ 31258 w 38258"/>
                <a:gd name="connsiteY5" fmla="*/ 4898 h 38062"/>
                <a:gd name="connsiteX6" fmla="*/ 34192 w 38258"/>
                <a:gd name="connsiteY6" fmla="*/ 31054 h 38062"/>
                <a:gd name="connsiteX7" fmla="*/ 19626 w 38258"/>
                <a:gd name="connsiteY7" fmla="*/ 38062 h 3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58" h="38062">
                  <a:moveTo>
                    <a:pt x="19626" y="38042"/>
                  </a:moveTo>
                  <a:cubicBezTo>
                    <a:pt x="15552" y="38042"/>
                    <a:pt x="11457" y="36718"/>
                    <a:pt x="8035" y="33988"/>
                  </a:cubicBezTo>
                  <a:lnTo>
                    <a:pt x="6975" y="33132"/>
                  </a:lnTo>
                  <a:cubicBezTo>
                    <a:pt x="-1051" y="26715"/>
                    <a:pt x="-2334" y="15002"/>
                    <a:pt x="4083" y="6975"/>
                  </a:cubicBezTo>
                  <a:cubicBezTo>
                    <a:pt x="10500" y="-1051"/>
                    <a:pt x="22213" y="-2334"/>
                    <a:pt x="30239" y="4083"/>
                  </a:cubicBezTo>
                  <a:lnTo>
                    <a:pt x="31258" y="4898"/>
                  </a:lnTo>
                  <a:cubicBezTo>
                    <a:pt x="39284" y="11315"/>
                    <a:pt x="40609" y="23008"/>
                    <a:pt x="34192" y="31054"/>
                  </a:cubicBezTo>
                  <a:cubicBezTo>
                    <a:pt x="30525" y="35658"/>
                    <a:pt x="25106" y="38062"/>
                    <a:pt x="19626" y="38062"/>
                  </a:cubicBezTo>
                  <a:close/>
                </a:path>
              </a:pathLst>
            </a:custGeom>
            <a:grpFill/>
            <a:ln w="203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04C3B11C-7C8C-C83C-A1B2-4CE93F0C59D1}"/>
                </a:ext>
              </a:extLst>
            </p:cNvPr>
            <p:cNvSpPr/>
            <p:nvPr/>
          </p:nvSpPr>
          <p:spPr>
            <a:xfrm>
              <a:off x="4231608" y="4170252"/>
              <a:ext cx="38156" cy="38171"/>
            </a:xfrm>
            <a:custGeom>
              <a:avLst/>
              <a:gdLst>
                <a:gd name="connsiteX0" fmla="*/ 18604 w 38156"/>
                <a:gd name="connsiteY0" fmla="*/ 38171 h 38171"/>
                <a:gd name="connsiteX1" fmla="*/ 5526 w 38156"/>
                <a:gd name="connsiteY1" fmla="*/ 32793 h 38171"/>
                <a:gd name="connsiteX2" fmla="*/ 5383 w 38156"/>
                <a:gd name="connsiteY2" fmla="*/ 6473 h 38171"/>
                <a:gd name="connsiteX3" fmla="*/ 6300 w 38156"/>
                <a:gd name="connsiteY3" fmla="*/ 5536 h 38171"/>
                <a:gd name="connsiteX4" fmla="*/ 32620 w 38156"/>
                <a:gd name="connsiteY4" fmla="*/ 5373 h 38171"/>
                <a:gd name="connsiteX5" fmla="*/ 32783 w 38156"/>
                <a:gd name="connsiteY5" fmla="*/ 31693 h 38171"/>
                <a:gd name="connsiteX6" fmla="*/ 31825 w 38156"/>
                <a:gd name="connsiteY6" fmla="*/ 32651 h 38171"/>
                <a:gd name="connsiteX7" fmla="*/ 18604 w 38156"/>
                <a:gd name="connsiteY7" fmla="*/ 38171 h 3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56" h="38171">
                  <a:moveTo>
                    <a:pt x="18604" y="38171"/>
                  </a:moveTo>
                  <a:cubicBezTo>
                    <a:pt x="13878" y="38171"/>
                    <a:pt x="9152" y="36378"/>
                    <a:pt x="5526" y="32793"/>
                  </a:cubicBezTo>
                  <a:cubicBezTo>
                    <a:pt x="-1787" y="25561"/>
                    <a:pt x="-1848" y="13787"/>
                    <a:pt x="5383" y="6473"/>
                  </a:cubicBezTo>
                  <a:lnTo>
                    <a:pt x="6300" y="5536"/>
                  </a:lnTo>
                  <a:cubicBezTo>
                    <a:pt x="13512" y="-1777"/>
                    <a:pt x="25306" y="-1858"/>
                    <a:pt x="32620" y="5373"/>
                  </a:cubicBezTo>
                  <a:cubicBezTo>
                    <a:pt x="39933" y="12605"/>
                    <a:pt x="40015" y="24380"/>
                    <a:pt x="32783" y="31693"/>
                  </a:cubicBezTo>
                  <a:lnTo>
                    <a:pt x="31825" y="32651"/>
                  </a:lnTo>
                  <a:cubicBezTo>
                    <a:pt x="28179" y="36317"/>
                    <a:pt x="23392" y="38171"/>
                    <a:pt x="18604" y="38171"/>
                  </a:cubicBezTo>
                  <a:close/>
                </a:path>
              </a:pathLst>
            </a:custGeom>
            <a:grpFill/>
            <a:ln w="203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0C628E8-E35D-921E-A29B-85FC693DDCD7}"/>
                </a:ext>
              </a:extLst>
            </p:cNvPr>
            <p:cNvSpPr/>
            <p:nvPr/>
          </p:nvSpPr>
          <p:spPr>
            <a:xfrm>
              <a:off x="3073459" y="4161058"/>
              <a:ext cx="38129" cy="38198"/>
            </a:xfrm>
            <a:custGeom>
              <a:avLst/>
              <a:gdLst>
                <a:gd name="connsiteX0" fmla="*/ 19539 w 38129"/>
                <a:gd name="connsiteY0" fmla="*/ 38199 h 38198"/>
                <a:gd name="connsiteX1" fmla="*/ 6093 w 38129"/>
                <a:gd name="connsiteY1" fmla="*/ 32454 h 38198"/>
                <a:gd name="connsiteX2" fmla="*/ 5156 w 38129"/>
                <a:gd name="connsiteY2" fmla="*/ 31476 h 38198"/>
                <a:gd name="connsiteX3" fmla="*/ 5747 w 38129"/>
                <a:gd name="connsiteY3" fmla="*/ 5156 h 38198"/>
                <a:gd name="connsiteX4" fmla="*/ 32067 w 38129"/>
                <a:gd name="connsiteY4" fmla="*/ 5747 h 38198"/>
                <a:gd name="connsiteX5" fmla="*/ 32963 w 38129"/>
                <a:gd name="connsiteY5" fmla="*/ 6684 h 38198"/>
                <a:gd name="connsiteX6" fmla="*/ 32393 w 38129"/>
                <a:gd name="connsiteY6" fmla="*/ 33004 h 38198"/>
                <a:gd name="connsiteX7" fmla="*/ 19518 w 38129"/>
                <a:gd name="connsiteY7" fmla="*/ 38178 h 38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29" h="38198">
                  <a:moveTo>
                    <a:pt x="19539" y="38199"/>
                  </a:moveTo>
                  <a:cubicBezTo>
                    <a:pt x="14649" y="38199"/>
                    <a:pt x="9740" y="36284"/>
                    <a:pt x="6093" y="32454"/>
                  </a:cubicBezTo>
                  <a:lnTo>
                    <a:pt x="5156" y="31476"/>
                  </a:lnTo>
                  <a:cubicBezTo>
                    <a:pt x="-1953" y="24041"/>
                    <a:pt x="-1668" y="12266"/>
                    <a:pt x="5747" y="5156"/>
                  </a:cubicBezTo>
                  <a:cubicBezTo>
                    <a:pt x="13183" y="-1953"/>
                    <a:pt x="24957" y="-1668"/>
                    <a:pt x="32067" y="5747"/>
                  </a:cubicBezTo>
                  <a:lnTo>
                    <a:pt x="32963" y="6684"/>
                  </a:lnTo>
                  <a:cubicBezTo>
                    <a:pt x="40073" y="14099"/>
                    <a:pt x="39808" y="25894"/>
                    <a:pt x="32393" y="33004"/>
                  </a:cubicBezTo>
                  <a:cubicBezTo>
                    <a:pt x="28787" y="36447"/>
                    <a:pt x="24163" y="38178"/>
                    <a:pt x="19518" y="38178"/>
                  </a:cubicBezTo>
                  <a:close/>
                </a:path>
              </a:pathLst>
            </a:custGeom>
            <a:grpFill/>
            <a:ln w="203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967F7D4-C220-2056-4A4E-04A12E53826F}"/>
                </a:ext>
              </a:extLst>
            </p:cNvPr>
            <p:cNvSpPr/>
            <p:nvPr/>
          </p:nvSpPr>
          <p:spPr>
            <a:xfrm>
              <a:off x="4302026" y="4088814"/>
              <a:ext cx="38013" cy="38287"/>
            </a:xfrm>
            <a:custGeom>
              <a:avLst/>
              <a:gdLst>
                <a:gd name="connsiteX0" fmla="*/ 18590 w 38013"/>
                <a:gd name="connsiteY0" fmla="*/ 38287 h 38287"/>
                <a:gd name="connsiteX1" fmla="*/ 7385 w 38013"/>
                <a:gd name="connsiteY1" fmla="*/ 34519 h 38287"/>
                <a:gd name="connsiteX2" fmla="*/ 3759 w 38013"/>
                <a:gd name="connsiteY2" fmla="*/ 8443 h 38287"/>
                <a:gd name="connsiteX3" fmla="*/ 4554 w 38013"/>
                <a:gd name="connsiteY3" fmla="*/ 7405 h 38287"/>
                <a:gd name="connsiteX4" fmla="*/ 30609 w 38013"/>
                <a:gd name="connsiteY4" fmla="*/ 3758 h 38287"/>
                <a:gd name="connsiteX5" fmla="*/ 34255 w 38013"/>
                <a:gd name="connsiteY5" fmla="*/ 29813 h 38287"/>
                <a:gd name="connsiteX6" fmla="*/ 33440 w 38013"/>
                <a:gd name="connsiteY6" fmla="*/ 30893 h 38287"/>
                <a:gd name="connsiteX7" fmla="*/ 18590 w 38013"/>
                <a:gd name="connsiteY7" fmla="*/ 38287 h 3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3" h="38287">
                  <a:moveTo>
                    <a:pt x="18590" y="38287"/>
                  </a:moveTo>
                  <a:cubicBezTo>
                    <a:pt x="14678" y="38287"/>
                    <a:pt x="10747" y="37065"/>
                    <a:pt x="7385" y="34519"/>
                  </a:cubicBezTo>
                  <a:cubicBezTo>
                    <a:pt x="-804" y="28326"/>
                    <a:pt x="-2433" y="16653"/>
                    <a:pt x="3759" y="8443"/>
                  </a:cubicBezTo>
                  <a:lnTo>
                    <a:pt x="4554" y="7405"/>
                  </a:lnTo>
                  <a:cubicBezTo>
                    <a:pt x="10747" y="-805"/>
                    <a:pt x="22420" y="-2435"/>
                    <a:pt x="30609" y="3758"/>
                  </a:cubicBezTo>
                  <a:cubicBezTo>
                    <a:pt x="38819" y="9951"/>
                    <a:pt x="40448" y="21624"/>
                    <a:pt x="34255" y="29813"/>
                  </a:cubicBezTo>
                  <a:lnTo>
                    <a:pt x="33440" y="30893"/>
                  </a:lnTo>
                  <a:cubicBezTo>
                    <a:pt x="29774" y="35741"/>
                    <a:pt x="24212" y="38287"/>
                    <a:pt x="18590" y="38287"/>
                  </a:cubicBezTo>
                  <a:close/>
                </a:path>
              </a:pathLst>
            </a:custGeom>
            <a:grpFill/>
            <a:ln w="203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EBFFF3D0-D5D8-BF99-CCE1-D596CE754F15}"/>
                </a:ext>
              </a:extLst>
            </p:cNvPr>
            <p:cNvSpPr/>
            <p:nvPr/>
          </p:nvSpPr>
          <p:spPr>
            <a:xfrm>
              <a:off x="3004496" y="4078568"/>
              <a:ext cx="38006" cy="38306"/>
            </a:xfrm>
            <a:custGeom>
              <a:avLst/>
              <a:gdLst>
                <a:gd name="connsiteX0" fmla="*/ 19402 w 38006"/>
                <a:gd name="connsiteY0" fmla="*/ 38286 h 38306"/>
                <a:gd name="connsiteX1" fmla="*/ 4368 w 38006"/>
                <a:gd name="connsiteY1" fmla="*/ 30647 h 38306"/>
                <a:gd name="connsiteX2" fmla="*/ 3573 w 38006"/>
                <a:gd name="connsiteY2" fmla="*/ 29567 h 38306"/>
                <a:gd name="connsiteX3" fmla="*/ 7648 w 38006"/>
                <a:gd name="connsiteY3" fmla="*/ 3573 h 38306"/>
                <a:gd name="connsiteX4" fmla="*/ 33641 w 38006"/>
                <a:gd name="connsiteY4" fmla="*/ 7648 h 38306"/>
                <a:gd name="connsiteX5" fmla="*/ 34416 w 38006"/>
                <a:gd name="connsiteY5" fmla="*/ 8707 h 38306"/>
                <a:gd name="connsiteX6" fmla="*/ 30382 w 38006"/>
                <a:gd name="connsiteY6" fmla="*/ 34721 h 38306"/>
                <a:gd name="connsiteX7" fmla="*/ 19422 w 38006"/>
                <a:gd name="connsiteY7" fmla="*/ 38306 h 38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06" h="38306">
                  <a:moveTo>
                    <a:pt x="19402" y="38286"/>
                  </a:moveTo>
                  <a:cubicBezTo>
                    <a:pt x="13657" y="38286"/>
                    <a:pt x="8014" y="35638"/>
                    <a:pt x="4368" y="30647"/>
                  </a:cubicBezTo>
                  <a:lnTo>
                    <a:pt x="3573" y="29567"/>
                  </a:lnTo>
                  <a:cubicBezTo>
                    <a:pt x="-2477" y="21256"/>
                    <a:pt x="-664" y="9624"/>
                    <a:pt x="7648" y="3573"/>
                  </a:cubicBezTo>
                  <a:cubicBezTo>
                    <a:pt x="15959" y="-2477"/>
                    <a:pt x="27591" y="-664"/>
                    <a:pt x="33641" y="7648"/>
                  </a:cubicBezTo>
                  <a:lnTo>
                    <a:pt x="34416" y="8707"/>
                  </a:lnTo>
                  <a:cubicBezTo>
                    <a:pt x="40486" y="16998"/>
                    <a:pt x="38673" y="28650"/>
                    <a:pt x="30382" y="34721"/>
                  </a:cubicBezTo>
                  <a:cubicBezTo>
                    <a:pt x="27062" y="37145"/>
                    <a:pt x="23232" y="38306"/>
                    <a:pt x="19422" y="38306"/>
                  </a:cubicBezTo>
                  <a:close/>
                </a:path>
              </a:pathLst>
            </a:custGeom>
            <a:grpFill/>
            <a:ln w="2035"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2F8A1BEE-529B-EA23-D913-7300520A3D71}"/>
                </a:ext>
              </a:extLst>
            </p:cNvPr>
            <p:cNvSpPr/>
            <p:nvPr/>
          </p:nvSpPr>
          <p:spPr>
            <a:xfrm>
              <a:off x="4361034" y="3998759"/>
              <a:ext cx="37867" cy="38382"/>
            </a:xfrm>
            <a:custGeom>
              <a:avLst/>
              <a:gdLst>
                <a:gd name="connsiteX0" fmla="*/ 18598 w 37867"/>
                <a:gd name="connsiteY0" fmla="*/ 38383 h 38382"/>
                <a:gd name="connsiteX1" fmla="*/ 9471 w 37867"/>
                <a:gd name="connsiteY1" fmla="*/ 35979 h 38382"/>
                <a:gd name="connsiteX2" fmla="*/ 2403 w 37867"/>
                <a:gd name="connsiteY2" fmla="*/ 10637 h 38382"/>
                <a:gd name="connsiteX3" fmla="*/ 3054 w 37867"/>
                <a:gd name="connsiteY3" fmla="*/ 9476 h 38382"/>
                <a:gd name="connsiteX4" fmla="*/ 28397 w 37867"/>
                <a:gd name="connsiteY4" fmla="*/ 2407 h 38382"/>
                <a:gd name="connsiteX5" fmla="*/ 35465 w 37867"/>
                <a:gd name="connsiteY5" fmla="*/ 27749 h 38382"/>
                <a:gd name="connsiteX6" fmla="*/ 34814 w 37867"/>
                <a:gd name="connsiteY6" fmla="*/ 28910 h 38382"/>
                <a:gd name="connsiteX7" fmla="*/ 18577 w 37867"/>
                <a:gd name="connsiteY7" fmla="*/ 38383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67" h="38382">
                  <a:moveTo>
                    <a:pt x="18598" y="38383"/>
                  </a:moveTo>
                  <a:cubicBezTo>
                    <a:pt x="15501" y="38383"/>
                    <a:pt x="12364" y="37609"/>
                    <a:pt x="9471" y="35979"/>
                  </a:cubicBezTo>
                  <a:cubicBezTo>
                    <a:pt x="528" y="30927"/>
                    <a:pt x="-2649" y="19580"/>
                    <a:pt x="2403" y="10637"/>
                  </a:cubicBezTo>
                  <a:lnTo>
                    <a:pt x="3054" y="9476"/>
                  </a:lnTo>
                  <a:cubicBezTo>
                    <a:pt x="8107" y="512"/>
                    <a:pt x="19453" y="-2645"/>
                    <a:pt x="28397" y="2407"/>
                  </a:cubicBezTo>
                  <a:cubicBezTo>
                    <a:pt x="37340" y="7459"/>
                    <a:pt x="40517" y="18806"/>
                    <a:pt x="35465" y="27749"/>
                  </a:cubicBezTo>
                  <a:lnTo>
                    <a:pt x="34814" y="28910"/>
                  </a:lnTo>
                  <a:cubicBezTo>
                    <a:pt x="31391" y="34981"/>
                    <a:pt x="25076" y="38383"/>
                    <a:pt x="18577" y="38383"/>
                  </a:cubicBezTo>
                  <a:close/>
                </a:path>
              </a:pathLst>
            </a:custGeom>
            <a:grpFill/>
            <a:ln w="2035"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406317BF-0981-CD20-120E-14A3998236DF}"/>
                </a:ext>
              </a:extLst>
            </p:cNvPr>
            <p:cNvSpPr/>
            <p:nvPr/>
          </p:nvSpPr>
          <p:spPr>
            <a:xfrm>
              <a:off x="2947075" y="3987657"/>
              <a:ext cx="37855" cy="38382"/>
            </a:xfrm>
            <a:custGeom>
              <a:avLst/>
              <a:gdLst>
                <a:gd name="connsiteX0" fmla="*/ 19254 w 37855"/>
                <a:gd name="connsiteY0" fmla="*/ 38382 h 38382"/>
                <a:gd name="connsiteX1" fmla="*/ 2895 w 37855"/>
                <a:gd name="connsiteY1" fmla="*/ 28665 h 38382"/>
                <a:gd name="connsiteX2" fmla="*/ 2264 w 37855"/>
                <a:gd name="connsiteY2" fmla="*/ 27504 h 38382"/>
                <a:gd name="connsiteX3" fmla="*/ 9720 w 37855"/>
                <a:gd name="connsiteY3" fmla="*/ 2264 h 38382"/>
                <a:gd name="connsiteX4" fmla="*/ 34960 w 37855"/>
                <a:gd name="connsiteY4" fmla="*/ 9720 h 38382"/>
                <a:gd name="connsiteX5" fmla="*/ 35591 w 37855"/>
                <a:gd name="connsiteY5" fmla="*/ 10881 h 38382"/>
                <a:gd name="connsiteX6" fmla="*/ 28135 w 37855"/>
                <a:gd name="connsiteY6" fmla="*/ 36121 h 38382"/>
                <a:gd name="connsiteX7" fmla="*/ 19274 w 37855"/>
                <a:gd name="connsiteY7" fmla="*/ 38382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55" h="38382">
                  <a:moveTo>
                    <a:pt x="19254" y="38382"/>
                  </a:moveTo>
                  <a:cubicBezTo>
                    <a:pt x="12653" y="38382"/>
                    <a:pt x="6257" y="34858"/>
                    <a:pt x="2895" y="28665"/>
                  </a:cubicBezTo>
                  <a:lnTo>
                    <a:pt x="2264" y="27504"/>
                  </a:lnTo>
                  <a:cubicBezTo>
                    <a:pt x="-2646" y="18479"/>
                    <a:pt x="695" y="7173"/>
                    <a:pt x="9720" y="2264"/>
                  </a:cubicBezTo>
                  <a:cubicBezTo>
                    <a:pt x="18744" y="-2646"/>
                    <a:pt x="30050" y="695"/>
                    <a:pt x="34960" y="9720"/>
                  </a:cubicBezTo>
                  <a:lnTo>
                    <a:pt x="35591" y="10881"/>
                  </a:lnTo>
                  <a:cubicBezTo>
                    <a:pt x="40501" y="19905"/>
                    <a:pt x="37160" y="31212"/>
                    <a:pt x="28135" y="36121"/>
                  </a:cubicBezTo>
                  <a:cubicBezTo>
                    <a:pt x="25304" y="37649"/>
                    <a:pt x="22269" y="38382"/>
                    <a:pt x="19274" y="38382"/>
                  </a:cubicBezTo>
                  <a:close/>
                </a:path>
              </a:pathLst>
            </a:custGeom>
            <a:grpFill/>
            <a:ln w="2035"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A762DA2-EE2E-1707-73C5-3CA2CEC16FD1}"/>
                </a:ext>
              </a:extLst>
            </p:cNvPr>
            <p:cNvSpPr/>
            <p:nvPr/>
          </p:nvSpPr>
          <p:spPr>
            <a:xfrm>
              <a:off x="4407574" y="3901665"/>
              <a:ext cx="37721" cy="38468"/>
            </a:xfrm>
            <a:custGeom>
              <a:avLst/>
              <a:gdLst>
                <a:gd name="connsiteX0" fmla="*/ 18626 w 37721"/>
                <a:gd name="connsiteY0" fmla="*/ 38448 h 38468"/>
                <a:gd name="connsiteX1" fmla="*/ 11721 w 37721"/>
                <a:gd name="connsiteY1" fmla="*/ 37124 h 38468"/>
                <a:gd name="connsiteX2" fmla="*/ 1331 w 37721"/>
                <a:gd name="connsiteY2" fmla="*/ 12943 h 38468"/>
                <a:gd name="connsiteX3" fmla="*/ 1820 w 37721"/>
                <a:gd name="connsiteY3" fmla="*/ 11721 h 38468"/>
                <a:gd name="connsiteX4" fmla="*/ 26001 w 37721"/>
                <a:gd name="connsiteY4" fmla="*/ 1331 h 38468"/>
                <a:gd name="connsiteX5" fmla="*/ 36390 w 37721"/>
                <a:gd name="connsiteY5" fmla="*/ 25512 h 38468"/>
                <a:gd name="connsiteX6" fmla="*/ 35901 w 37721"/>
                <a:gd name="connsiteY6" fmla="*/ 26755 h 38468"/>
                <a:gd name="connsiteX7" fmla="*/ 18606 w 37721"/>
                <a:gd name="connsiteY7" fmla="*/ 38468 h 3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21" h="38468">
                  <a:moveTo>
                    <a:pt x="18626" y="38448"/>
                  </a:moveTo>
                  <a:cubicBezTo>
                    <a:pt x="16324" y="38448"/>
                    <a:pt x="14002" y="38020"/>
                    <a:pt x="11721" y="37124"/>
                  </a:cubicBezTo>
                  <a:cubicBezTo>
                    <a:pt x="2166" y="33314"/>
                    <a:pt x="-2478" y="22477"/>
                    <a:pt x="1331" y="12943"/>
                  </a:cubicBezTo>
                  <a:lnTo>
                    <a:pt x="1820" y="11721"/>
                  </a:lnTo>
                  <a:cubicBezTo>
                    <a:pt x="5629" y="2166"/>
                    <a:pt x="16447" y="-2478"/>
                    <a:pt x="26001" y="1331"/>
                  </a:cubicBezTo>
                  <a:cubicBezTo>
                    <a:pt x="35555" y="5141"/>
                    <a:pt x="40200" y="15958"/>
                    <a:pt x="36390" y="25512"/>
                  </a:cubicBezTo>
                  <a:lnTo>
                    <a:pt x="35901" y="26755"/>
                  </a:lnTo>
                  <a:cubicBezTo>
                    <a:pt x="32988" y="34027"/>
                    <a:pt x="26001" y="38468"/>
                    <a:pt x="18606" y="38468"/>
                  </a:cubicBezTo>
                  <a:close/>
                </a:path>
              </a:pathLst>
            </a:custGeom>
            <a:grpFill/>
            <a:ln w="2035"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8470B180-A34D-ADB4-983F-4DEA767927C8}"/>
                </a:ext>
              </a:extLst>
            </p:cNvPr>
            <p:cNvSpPr/>
            <p:nvPr/>
          </p:nvSpPr>
          <p:spPr>
            <a:xfrm>
              <a:off x="2902266" y="3889964"/>
              <a:ext cx="37706" cy="38475"/>
            </a:xfrm>
            <a:custGeom>
              <a:avLst/>
              <a:gdLst>
                <a:gd name="connsiteX0" fmla="*/ 19102 w 37706"/>
                <a:gd name="connsiteY0" fmla="*/ 38475 h 38475"/>
                <a:gd name="connsiteX1" fmla="*/ 1705 w 37706"/>
                <a:gd name="connsiteY1" fmla="*/ 26477 h 38475"/>
                <a:gd name="connsiteX2" fmla="*/ 1216 w 37706"/>
                <a:gd name="connsiteY2" fmla="*/ 25214 h 38475"/>
                <a:gd name="connsiteX3" fmla="*/ 12013 w 37706"/>
                <a:gd name="connsiteY3" fmla="*/ 1216 h 38475"/>
                <a:gd name="connsiteX4" fmla="*/ 36011 w 37706"/>
                <a:gd name="connsiteY4" fmla="*/ 12013 h 38475"/>
                <a:gd name="connsiteX5" fmla="*/ 36479 w 37706"/>
                <a:gd name="connsiteY5" fmla="*/ 13235 h 38475"/>
                <a:gd name="connsiteX6" fmla="*/ 25703 w 37706"/>
                <a:gd name="connsiteY6" fmla="*/ 37253 h 38475"/>
                <a:gd name="connsiteX7" fmla="*/ 19082 w 37706"/>
                <a:gd name="connsiteY7" fmla="*/ 38475 h 3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06" h="38475">
                  <a:moveTo>
                    <a:pt x="19102" y="38475"/>
                  </a:moveTo>
                  <a:cubicBezTo>
                    <a:pt x="11606" y="38475"/>
                    <a:pt x="4537" y="33912"/>
                    <a:pt x="1705" y="26477"/>
                  </a:cubicBezTo>
                  <a:lnTo>
                    <a:pt x="1216" y="25214"/>
                  </a:lnTo>
                  <a:cubicBezTo>
                    <a:pt x="-2430" y="15598"/>
                    <a:pt x="2398" y="4863"/>
                    <a:pt x="12013" y="1216"/>
                  </a:cubicBezTo>
                  <a:cubicBezTo>
                    <a:pt x="21628" y="-2430"/>
                    <a:pt x="32364" y="2398"/>
                    <a:pt x="36011" y="12013"/>
                  </a:cubicBezTo>
                  <a:lnTo>
                    <a:pt x="36479" y="13235"/>
                  </a:lnTo>
                  <a:cubicBezTo>
                    <a:pt x="40146" y="22830"/>
                    <a:pt x="35318" y="33586"/>
                    <a:pt x="25703" y="37253"/>
                  </a:cubicBezTo>
                  <a:cubicBezTo>
                    <a:pt x="23523" y="38088"/>
                    <a:pt x="21282" y="38475"/>
                    <a:pt x="19082" y="38475"/>
                  </a:cubicBezTo>
                  <a:close/>
                </a:path>
              </a:pathLst>
            </a:custGeom>
            <a:grpFill/>
            <a:ln w="2035"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823A0A5E-8749-1CAC-1976-8FBF164E72A1}"/>
                </a:ext>
              </a:extLst>
            </p:cNvPr>
            <p:cNvSpPr/>
            <p:nvPr/>
          </p:nvSpPr>
          <p:spPr>
            <a:xfrm>
              <a:off x="4440711" y="3799196"/>
              <a:ext cx="37553" cy="38509"/>
            </a:xfrm>
            <a:custGeom>
              <a:avLst/>
              <a:gdLst>
                <a:gd name="connsiteX0" fmla="*/ 18634 w 37553"/>
                <a:gd name="connsiteY0" fmla="*/ 38510 h 38509"/>
                <a:gd name="connsiteX1" fmla="*/ 14091 w 37553"/>
                <a:gd name="connsiteY1" fmla="*/ 37939 h 38509"/>
                <a:gd name="connsiteX2" fmla="*/ 565 w 37553"/>
                <a:gd name="connsiteY2" fmla="*/ 15368 h 38509"/>
                <a:gd name="connsiteX3" fmla="*/ 891 w 37553"/>
                <a:gd name="connsiteY3" fmla="*/ 14085 h 38509"/>
                <a:gd name="connsiteX4" fmla="*/ 23462 w 37553"/>
                <a:gd name="connsiteY4" fmla="*/ 558 h 38509"/>
                <a:gd name="connsiteX5" fmla="*/ 36989 w 37553"/>
                <a:gd name="connsiteY5" fmla="*/ 23129 h 38509"/>
                <a:gd name="connsiteX6" fmla="*/ 36663 w 37553"/>
                <a:gd name="connsiteY6" fmla="*/ 24413 h 38509"/>
                <a:gd name="connsiteX7" fmla="*/ 18634 w 37553"/>
                <a:gd name="connsiteY7" fmla="*/ 38510 h 3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53" h="38509">
                  <a:moveTo>
                    <a:pt x="18634" y="38510"/>
                  </a:moveTo>
                  <a:cubicBezTo>
                    <a:pt x="17127" y="38510"/>
                    <a:pt x="15619" y="38326"/>
                    <a:pt x="14091" y="37939"/>
                  </a:cubicBezTo>
                  <a:cubicBezTo>
                    <a:pt x="4130" y="35434"/>
                    <a:pt x="-1941" y="25329"/>
                    <a:pt x="565" y="15368"/>
                  </a:cubicBezTo>
                  <a:lnTo>
                    <a:pt x="891" y="14085"/>
                  </a:lnTo>
                  <a:cubicBezTo>
                    <a:pt x="3396" y="4123"/>
                    <a:pt x="13500" y="-1927"/>
                    <a:pt x="23462" y="558"/>
                  </a:cubicBezTo>
                  <a:cubicBezTo>
                    <a:pt x="33424" y="3064"/>
                    <a:pt x="39494" y="13168"/>
                    <a:pt x="36989" y="23129"/>
                  </a:cubicBezTo>
                  <a:lnTo>
                    <a:pt x="36663" y="24413"/>
                  </a:lnTo>
                  <a:cubicBezTo>
                    <a:pt x="34544" y="32867"/>
                    <a:pt x="26966" y="38510"/>
                    <a:pt x="18634" y="38510"/>
                  </a:cubicBezTo>
                  <a:close/>
                </a:path>
              </a:pathLst>
            </a:custGeom>
            <a:grpFill/>
            <a:ln w="2035"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3BACAC1E-59B3-A60A-21C4-5C8F948328AF}"/>
                </a:ext>
              </a:extLst>
            </p:cNvPr>
            <p:cNvSpPr/>
            <p:nvPr/>
          </p:nvSpPr>
          <p:spPr>
            <a:xfrm>
              <a:off x="2870933" y="3787066"/>
              <a:ext cx="37525" cy="38518"/>
            </a:xfrm>
            <a:custGeom>
              <a:avLst/>
              <a:gdLst>
                <a:gd name="connsiteX0" fmla="*/ 18901 w 37525"/>
                <a:gd name="connsiteY0" fmla="*/ 38519 h 38518"/>
                <a:gd name="connsiteX1" fmla="*/ 791 w 37525"/>
                <a:gd name="connsiteY1" fmla="*/ 24157 h 38518"/>
                <a:gd name="connsiteX2" fmla="*/ 485 w 37525"/>
                <a:gd name="connsiteY2" fmla="*/ 22812 h 38518"/>
                <a:gd name="connsiteX3" fmla="*/ 14419 w 37525"/>
                <a:gd name="connsiteY3" fmla="*/ 485 h 38518"/>
                <a:gd name="connsiteX4" fmla="*/ 36746 w 37525"/>
                <a:gd name="connsiteY4" fmla="*/ 14419 h 38518"/>
                <a:gd name="connsiteX5" fmla="*/ 37032 w 37525"/>
                <a:gd name="connsiteY5" fmla="*/ 15662 h 38518"/>
                <a:gd name="connsiteX6" fmla="*/ 23159 w 37525"/>
                <a:gd name="connsiteY6" fmla="*/ 38030 h 38518"/>
                <a:gd name="connsiteX7" fmla="*/ 18901 w 37525"/>
                <a:gd name="connsiteY7" fmla="*/ 38519 h 3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5" h="38518">
                  <a:moveTo>
                    <a:pt x="18901" y="38519"/>
                  </a:moveTo>
                  <a:cubicBezTo>
                    <a:pt x="10447" y="38519"/>
                    <a:pt x="2808" y="32733"/>
                    <a:pt x="791" y="24157"/>
                  </a:cubicBezTo>
                  <a:lnTo>
                    <a:pt x="485" y="22812"/>
                  </a:lnTo>
                  <a:cubicBezTo>
                    <a:pt x="-1837" y="12790"/>
                    <a:pt x="4397" y="2808"/>
                    <a:pt x="14419" y="485"/>
                  </a:cubicBezTo>
                  <a:cubicBezTo>
                    <a:pt x="24422" y="-1837"/>
                    <a:pt x="34424" y="4397"/>
                    <a:pt x="36746" y="14419"/>
                  </a:cubicBezTo>
                  <a:lnTo>
                    <a:pt x="37032" y="15662"/>
                  </a:lnTo>
                  <a:cubicBezTo>
                    <a:pt x="39374" y="25664"/>
                    <a:pt x="33161" y="35687"/>
                    <a:pt x="23159" y="38030"/>
                  </a:cubicBezTo>
                  <a:cubicBezTo>
                    <a:pt x="21733" y="38356"/>
                    <a:pt x="20307" y="38519"/>
                    <a:pt x="18901" y="38519"/>
                  </a:cubicBezTo>
                  <a:close/>
                </a:path>
              </a:pathLst>
            </a:custGeom>
            <a:grpFill/>
            <a:ln w="2035"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9110DBC5-A874-8EAD-9D12-79B41C8C5EFA}"/>
                </a:ext>
              </a:extLst>
            </p:cNvPr>
            <p:cNvSpPr/>
            <p:nvPr/>
          </p:nvSpPr>
          <p:spPr>
            <a:xfrm>
              <a:off x="4459860" y="3693340"/>
              <a:ext cx="37349" cy="38537"/>
            </a:xfrm>
            <a:custGeom>
              <a:avLst/>
              <a:gdLst>
                <a:gd name="connsiteX0" fmla="*/ 18634 w 37349"/>
                <a:gd name="connsiteY0" fmla="*/ 38537 h 38537"/>
                <a:gd name="connsiteX1" fmla="*/ 16536 w 37349"/>
                <a:gd name="connsiteY1" fmla="*/ 38415 h 38537"/>
                <a:gd name="connsiteX2" fmla="*/ 117 w 37349"/>
                <a:gd name="connsiteY2" fmla="*/ 17860 h 38537"/>
                <a:gd name="connsiteX3" fmla="*/ 259 w 37349"/>
                <a:gd name="connsiteY3" fmla="*/ 16536 h 38537"/>
                <a:gd name="connsiteX4" fmla="*/ 20814 w 37349"/>
                <a:gd name="connsiteY4" fmla="*/ 117 h 38537"/>
                <a:gd name="connsiteX5" fmla="*/ 37233 w 37349"/>
                <a:gd name="connsiteY5" fmla="*/ 20671 h 38537"/>
                <a:gd name="connsiteX6" fmla="*/ 37091 w 37349"/>
                <a:gd name="connsiteY6" fmla="*/ 21995 h 38537"/>
                <a:gd name="connsiteX7" fmla="*/ 18614 w 37349"/>
                <a:gd name="connsiteY7" fmla="*/ 3853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49" h="38537">
                  <a:moveTo>
                    <a:pt x="18634" y="38537"/>
                  </a:moveTo>
                  <a:cubicBezTo>
                    <a:pt x="17942" y="38537"/>
                    <a:pt x="17249" y="38496"/>
                    <a:pt x="16536" y="38415"/>
                  </a:cubicBezTo>
                  <a:cubicBezTo>
                    <a:pt x="6330" y="37274"/>
                    <a:pt x="-1024" y="28066"/>
                    <a:pt x="117" y="17860"/>
                  </a:cubicBezTo>
                  <a:lnTo>
                    <a:pt x="259" y="16536"/>
                  </a:lnTo>
                  <a:cubicBezTo>
                    <a:pt x="1400" y="6330"/>
                    <a:pt x="10608" y="-1024"/>
                    <a:pt x="20814" y="117"/>
                  </a:cubicBezTo>
                  <a:cubicBezTo>
                    <a:pt x="31020" y="1257"/>
                    <a:pt x="38374" y="10465"/>
                    <a:pt x="37233" y="20671"/>
                  </a:cubicBezTo>
                  <a:lnTo>
                    <a:pt x="37091" y="21995"/>
                  </a:lnTo>
                  <a:cubicBezTo>
                    <a:pt x="36031" y="31509"/>
                    <a:pt x="27964" y="38537"/>
                    <a:pt x="18614" y="38537"/>
                  </a:cubicBezTo>
                  <a:close/>
                </a:path>
              </a:pathLst>
            </a:custGeom>
            <a:grpFill/>
            <a:ln w="2035"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B57F6519-D9ED-DF7C-0B21-449BE62DC7B6}"/>
                </a:ext>
              </a:extLst>
            </p:cNvPr>
            <p:cNvSpPr/>
            <p:nvPr/>
          </p:nvSpPr>
          <p:spPr>
            <a:xfrm>
              <a:off x="2853630" y="3680984"/>
              <a:ext cx="37332" cy="38506"/>
            </a:xfrm>
            <a:custGeom>
              <a:avLst/>
              <a:gdLst>
                <a:gd name="connsiteX0" fmla="*/ 18705 w 37332"/>
                <a:gd name="connsiteY0" fmla="*/ 38486 h 38506"/>
                <a:gd name="connsiteX1" fmla="*/ 208 w 37332"/>
                <a:gd name="connsiteY1" fmla="*/ 21680 h 38506"/>
                <a:gd name="connsiteX2" fmla="*/ 86 w 37332"/>
                <a:gd name="connsiteY2" fmla="*/ 20437 h 38506"/>
                <a:gd name="connsiteX3" fmla="*/ 16831 w 37332"/>
                <a:gd name="connsiteY3" fmla="*/ 86 h 38506"/>
                <a:gd name="connsiteX4" fmla="*/ 37121 w 37332"/>
                <a:gd name="connsiteY4" fmla="*/ 16791 h 38506"/>
                <a:gd name="connsiteX5" fmla="*/ 37243 w 37332"/>
                <a:gd name="connsiteY5" fmla="*/ 18095 h 38506"/>
                <a:gd name="connsiteX6" fmla="*/ 20518 w 37332"/>
                <a:gd name="connsiteY6" fmla="*/ 38425 h 38506"/>
                <a:gd name="connsiteX7" fmla="*/ 18705 w 37332"/>
                <a:gd name="connsiteY7" fmla="*/ 38507 h 3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32" h="38506">
                  <a:moveTo>
                    <a:pt x="18705" y="38486"/>
                  </a:moveTo>
                  <a:cubicBezTo>
                    <a:pt x="9233" y="38486"/>
                    <a:pt x="1145" y="31295"/>
                    <a:pt x="208" y="21680"/>
                  </a:cubicBezTo>
                  <a:lnTo>
                    <a:pt x="86" y="20437"/>
                  </a:lnTo>
                  <a:cubicBezTo>
                    <a:pt x="-892" y="10211"/>
                    <a:pt x="6605" y="1064"/>
                    <a:pt x="16831" y="86"/>
                  </a:cubicBezTo>
                  <a:cubicBezTo>
                    <a:pt x="27058" y="-891"/>
                    <a:pt x="36143" y="6544"/>
                    <a:pt x="37121" y="16791"/>
                  </a:cubicBezTo>
                  <a:lnTo>
                    <a:pt x="37243" y="18095"/>
                  </a:lnTo>
                  <a:cubicBezTo>
                    <a:pt x="38241" y="28321"/>
                    <a:pt x="30745" y="37427"/>
                    <a:pt x="20518" y="38425"/>
                  </a:cubicBezTo>
                  <a:cubicBezTo>
                    <a:pt x="19907" y="38486"/>
                    <a:pt x="19296" y="38507"/>
                    <a:pt x="18705" y="38507"/>
                  </a:cubicBezTo>
                  <a:close/>
                </a:path>
              </a:pathLst>
            </a:custGeom>
            <a:grpFill/>
            <a:ln w="2035"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234473BC-694A-464B-179A-AC711DB456AF}"/>
                </a:ext>
              </a:extLst>
            </p:cNvPr>
            <p:cNvSpPr/>
            <p:nvPr/>
          </p:nvSpPr>
          <p:spPr>
            <a:xfrm>
              <a:off x="4468002" y="3603211"/>
              <a:ext cx="37218" cy="38563"/>
            </a:xfrm>
            <a:custGeom>
              <a:avLst/>
              <a:gdLst>
                <a:gd name="connsiteX0" fmla="*/ 18619 w 37218"/>
                <a:gd name="connsiteY0" fmla="*/ 38543 h 38563"/>
                <a:gd name="connsiteX1" fmla="*/ 18558 w 37218"/>
                <a:gd name="connsiteY1" fmla="*/ 38543 h 38563"/>
                <a:gd name="connsiteX2" fmla="*/ 0 w 37218"/>
                <a:gd name="connsiteY2" fmla="*/ 19882 h 38563"/>
                <a:gd name="connsiteX3" fmla="*/ 0 w 37218"/>
                <a:gd name="connsiteY3" fmla="*/ 18497 h 38563"/>
                <a:gd name="connsiteX4" fmla="*/ 18619 w 37218"/>
                <a:gd name="connsiteY4" fmla="*/ 0 h 38563"/>
                <a:gd name="connsiteX5" fmla="*/ 18721 w 37218"/>
                <a:gd name="connsiteY5" fmla="*/ 0 h 38563"/>
                <a:gd name="connsiteX6" fmla="*/ 37219 w 37218"/>
                <a:gd name="connsiteY6" fmla="*/ 18721 h 38563"/>
                <a:gd name="connsiteX7" fmla="*/ 37219 w 37218"/>
                <a:gd name="connsiteY7" fmla="*/ 20005 h 38563"/>
                <a:gd name="connsiteX8" fmla="*/ 18599 w 37218"/>
                <a:gd name="connsiteY8" fmla="*/ 38563 h 38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8" h="38563">
                  <a:moveTo>
                    <a:pt x="18619" y="38543"/>
                  </a:moveTo>
                  <a:lnTo>
                    <a:pt x="18558" y="38543"/>
                  </a:lnTo>
                  <a:cubicBezTo>
                    <a:pt x="8291" y="38522"/>
                    <a:pt x="-20" y="30150"/>
                    <a:pt x="0" y="19882"/>
                  </a:cubicBezTo>
                  <a:lnTo>
                    <a:pt x="0" y="18497"/>
                  </a:lnTo>
                  <a:cubicBezTo>
                    <a:pt x="61" y="8250"/>
                    <a:pt x="8393" y="0"/>
                    <a:pt x="18619" y="0"/>
                  </a:cubicBezTo>
                  <a:cubicBezTo>
                    <a:pt x="18660" y="0"/>
                    <a:pt x="18701" y="0"/>
                    <a:pt x="18721" y="0"/>
                  </a:cubicBezTo>
                  <a:cubicBezTo>
                    <a:pt x="28988" y="61"/>
                    <a:pt x="37280" y="8434"/>
                    <a:pt x="37219" y="18721"/>
                  </a:cubicBezTo>
                  <a:lnTo>
                    <a:pt x="37219" y="20005"/>
                  </a:lnTo>
                  <a:cubicBezTo>
                    <a:pt x="37178" y="30272"/>
                    <a:pt x="28866" y="38563"/>
                    <a:pt x="18599" y="38563"/>
                  </a:cubicBezTo>
                  <a:close/>
                </a:path>
              </a:pathLst>
            </a:custGeom>
            <a:grpFill/>
            <a:ln w="203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A6CC8D8F-BB84-CB70-3263-8D37EC6D6CA0}"/>
                </a:ext>
              </a:extLst>
            </p:cNvPr>
            <p:cNvSpPr/>
            <p:nvPr/>
          </p:nvSpPr>
          <p:spPr>
            <a:xfrm>
              <a:off x="2848108" y="3586888"/>
              <a:ext cx="37187" cy="38568"/>
            </a:xfrm>
            <a:custGeom>
              <a:avLst/>
              <a:gdLst>
                <a:gd name="connsiteX0" fmla="*/ 18604 w 37187"/>
                <a:gd name="connsiteY0" fmla="*/ 38548 h 38568"/>
                <a:gd name="connsiteX1" fmla="*/ 5 w 37187"/>
                <a:gd name="connsiteY1" fmla="*/ 20295 h 38568"/>
                <a:gd name="connsiteX2" fmla="*/ 5 w 37187"/>
                <a:gd name="connsiteY2" fmla="*/ 18991 h 38568"/>
                <a:gd name="connsiteX3" fmla="*/ 18197 w 37187"/>
                <a:gd name="connsiteY3" fmla="*/ 5 h 38568"/>
                <a:gd name="connsiteX4" fmla="*/ 37183 w 37187"/>
                <a:gd name="connsiteY4" fmla="*/ 18238 h 38568"/>
                <a:gd name="connsiteX5" fmla="*/ 37183 w 37187"/>
                <a:gd name="connsiteY5" fmla="*/ 19603 h 38568"/>
                <a:gd name="connsiteX6" fmla="*/ 18951 w 37187"/>
                <a:gd name="connsiteY6" fmla="*/ 38568 h 38568"/>
                <a:gd name="connsiteX7" fmla="*/ 18584 w 37187"/>
                <a:gd name="connsiteY7" fmla="*/ 38568 h 3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7" h="38568">
                  <a:moveTo>
                    <a:pt x="18604" y="38548"/>
                  </a:moveTo>
                  <a:cubicBezTo>
                    <a:pt x="8500" y="38548"/>
                    <a:pt x="189" y="30440"/>
                    <a:pt x="5" y="20295"/>
                  </a:cubicBezTo>
                  <a:lnTo>
                    <a:pt x="5" y="18991"/>
                  </a:lnTo>
                  <a:cubicBezTo>
                    <a:pt x="-239" y="8724"/>
                    <a:pt x="7930" y="209"/>
                    <a:pt x="18197" y="5"/>
                  </a:cubicBezTo>
                  <a:cubicBezTo>
                    <a:pt x="28464" y="-239"/>
                    <a:pt x="36979" y="7950"/>
                    <a:pt x="37183" y="18238"/>
                  </a:cubicBezTo>
                  <a:lnTo>
                    <a:pt x="37183" y="19603"/>
                  </a:lnTo>
                  <a:cubicBezTo>
                    <a:pt x="37407" y="29870"/>
                    <a:pt x="29238" y="38365"/>
                    <a:pt x="18951" y="38568"/>
                  </a:cubicBezTo>
                  <a:cubicBezTo>
                    <a:pt x="18829" y="38568"/>
                    <a:pt x="18706" y="38568"/>
                    <a:pt x="18584" y="38568"/>
                  </a:cubicBezTo>
                  <a:close/>
                </a:path>
              </a:pathLst>
            </a:custGeom>
            <a:grpFill/>
            <a:ln w="2035" cap="flat">
              <a:noFill/>
              <a:prstDash val="solid"/>
              <a:miter/>
            </a:ln>
          </p:spPr>
          <p:txBody>
            <a:bodyPr rtlCol="0" anchor="ctr"/>
            <a:lstStyle/>
            <a:p>
              <a:endParaRPr lang="en-IN"/>
            </a:p>
          </p:txBody>
        </p:sp>
      </p:grpSp>
      <p:grpSp>
        <p:nvGrpSpPr>
          <p:cNvPr id="62" name="Graphic 7">
            <a:extLst>
              <a:ext uri="{FF2B5EF4-FFF2-40B4-BE49-F238E27FC236}">
                <a16:creationId xmlns:a16="http://schemas.microsoft.com/office/drawing/2014/main" id="{0DFE8909-990C-9C9F-41CB-324828DF38F7}"/>
              </a:ext>
            </a:extLst>
          </p:cNvPr>
          <p:cNvGrpSpPr/>
          <p:nvPr/>
        </p:nvGrpSpPr>
        <p:grpSpPr>
          <a:xfrm>
            <a:off x="4471456" y="2812083"/>
            <a:ext cx="1638787" cy="777968"/>
            <a:chOff x="4471456" y="2812083"/>
            <a:chExt cx="1638787" cy="777968"/>
          </a:xfrm>
          <a:solidFill>
            <a:srgbClr val="B898D0"/>
          </a:solidFill>
        </p:grpSpPr>
        <p:sp>
          <p:nvSpPr>
            <p:cNvPr id="63" name="Freeform: Shape 62">
              <a:extLst>
                <a:ext uri="{FF2B5EF4-FFF2-40B4-BE49-F238E27FC236}">
                  <a16:creationId xmlns:a16="http://schemas.microsoft.com/office/drawing/2014/main" id="{6D6E3250-AA21-F901-C209-73E4904EF0CB}"/>
                </a:ext>
              </a:extLst>
            </p:cNvPr>
            <p:cNvSpPr/>
            <p:nvPr/>
          </p:nvSpPr>
          <p:spPr>
            <a:xfrm>
              <a:off x="6072934" y="3551522"/>
              <a:ext cx="37309" cy="38529"/>
            </a:xfrm>
            <a:custGeom>
              <a:avLst/>
              <a:gdLst>
                <a:gd name="connsiteX0" fmla="*/ 18686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6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6" y="38530"/>
                  </a:moveTo>
                  <a:cubicBezTo>
                    <a:pt x="9009" y="38530"/>
                    <a:pt x="840" y="31033"/>
                    <a:pt x="148" y="21234"/>
                  </a:cubicBezTo>
                  <a:lnTo>
                    <a:pt x="46" y="19910"/>
                  </a:lnTo>
                  <a:cubicBezTo>
                    <a:pt x="-667" y="9663"/>
                    <a:pt x="7053" y="761"/>
                    <a:pt x="17300" y="48"/>
                  </a:cubicBezTo>
                  <a:cubicBezTo>
                    <a:pt x="27567" y="-685"/>
                    <a:pt x="36449" y="7056"/>
                    <a:pt x="37162" y="17303"/>
                  </a:cubicBezTo>
                  <a:lnTo>
                    <a:pt x="37264" y="18627"/>
                  </a:lnTo>
                  <a:cubicBezTo>
                    <a:pt x="37977" y="28874"/>
                    <a:pt x="30257" y="37776"/>
                    <a:pt x="20010" y="38489"/>
                  </a:cubicBezTo>
                  <a:cubicBezTo>
                    <a:pt x="19562" y="38530"/>
                    <a:pt x="19113" y="38530"/>
                    <a:pt x="18686" y="38530"/>
                  </a:cubicBezTo>
                  <a:close/>
                </a:path>
              </a:pathLst>
            </a:custGeom>
            <a:grpFill/>
            <a:ln w="2035"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A8F3CD32-26CF-EA90-62DA-DED4966901A6}"/>
                </a:ext>
              </a:extLst>
            </p:cNvPr>
            <p:cNvSpPr/>
            <p:nvPr/>
          </p:nvSpPr>
          <p:spPr>
            <a:xfrm>
              <a:off x="4471456" y="3505251"/>
              <a:ext cx="37405" cy="38557"/>
            </a:xfrm>
            <a:custGeom>
              <a:avLst/>
              <a:gdLst>
                <a:gd name="connsiteX0" fmla="*/ 18629 w 37405"/>
                <a:gd name="connsiteY0" fmla="*/ 38517 h 38557"/>
                <a:gd name="connsiteX1" fmla="*/ 16102 w 37405"/>
                <a:gd name="connsiteY1" fmla="*/ 38354 h 38557"/>
                <a:gd name="connsiteX2" fmla="*/ 172 w 37405"/>
                <a:gd name="connsiteY2" fmla="*/ 17412 h 38557"/>
                <a:gd name="connsiteX3" fmla="*/ 355 w 37405"/>
                <a:gd name="connsiteY3" fmla="*/ 16047 h 38557"/>
                <a:gd name="connsiteX4" fmla="*/ 21358 w 37405"/>
                <a:gd name="connsiteY4" fmla="*/ 178 h 38557"/>
                <a:gd name="connsiteX5" fmla="*/ 37228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2" y="38354"/>
                  </a:cubicBezTo>
                  <a:cubicBezTo>
                    <a:pt x="5917" y="36968"/>
                    <a:pt x="-1213" y="27598"/>
                    <a:pt x="172" y="17412"/>
                  </a:cubicBezTo>
                  <a:lnTo>
                    <a:pt x="355" y="16047"/>
                  </a:lnTo>
                  <a:cubicBezTo>
                    <a:pt x="1761" y="5861"/>
                    <a:pt x="11173" y="-1228"/>
                    <a:pt x="21358" y="178"/>
                  </a:cubicBezTo>
                  <a:cubicBezTo>
                    <a:pt x="31544" y="1583"/>
                    <a:pt x="38633" y="10995"/>
                    <a:pt x="37228"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A9A8A695-C156-1057-02CE-2DBEC1AEAF4C}"/>
                </a:ext>
              </a:extLst>
            </p:cNvPr>
            <p:cNvSpPr/>
            <p:nvPr/>
          </p:nvSpPr>
          <p:spPr>
            <a:xfrm>
              <a:off x="6062127" y="3451612"/>
              <a:ext cx="37499" cy="38537"/>
            </a:xfrm>
            <a:custGeom>
              <a:avLst/>
              <a:gdLst>
                <a:gd name="connsiteX0" fmla="*/ 18879 w 37499"/>
                <a:gd name="connsiteY0" fmla="*/ 38538 h 38537"/>
                <a:gd name="connsiteX1" fmla="*/ 667 w 37499"/>
                <a:gd name="connsiteY1" fmla="*/ 23687 h 38537"/>
                <a:gd name="connsiteX2" fmla="*/ 403 w 37499"/>
                <a:gd name="connsiteY2" fmla="*/ 22444 h 38537"/>
                <a:gd name="connsiteX3" fmla="*/ 14784 w 37499"/>
                <a:gd name="connsiteY3" fmla="*/ 402 h 38537"/>
                <a:gd name="connsiteX4" fmla="*/ 36826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7" y="23687"/>
                  </a:cubicBezTo>
                  <a:lnTo>
                    <a:pt x="403" y="22444"/>
                  </a:lnTo>
                  <a:cubicBezTo>
                    <a:pt x="-1716" y="12381"/>
                    <a:pt x="4741" y="2521"/>
                    <a:pt x="14784" y="402"/>
                  </a:cubicBezTo>
                  <a:cubicBezTo>
                    <a:pt x="24848" y="-1716"/>
                    <a:pt x="34708" y="4742"/>
                    <a:pt x="36826" y="14785"/>
                  </a:cubicBezTo>
                  <a:lnTo>
                    <a:pt x="37112" y="16150"/>
                  </a:lnTo>
                  <a:cubicBezTo>
                    <a:pt x="39190" y="26213"/>
                    <a:pt x="32711"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A9DBAC21-11B5-3A5A-7FBD-7DC6DED9A89D}"/>
                </a:ext>
              </a:extLst>
            </p:cNvPr>
            <p:cNvSpPr/>
            <p:nvPr/>
          </p:nvSpPr>
          <p:spPr>
            <a:xfrm>
              <a:off x="4493078" y="3399903"/>
              <a:ext cx="37568" cy="38503"/>
            </a:xfrm>
            <a:custGeom>
              <a:avLst/>
              <a:gdLst>
                <a:gd name="connsiteX0" fmla="*/ 18621 w 37568"/>
                <a:gd name="connsiteY0" fmla="*/ 38504 h 38503"/>
                <a:gd name="connsiteX1" fmla="*/ 13651 w 37568"/>
                <a:gd name="connsiteY1" fmla="*/ 37832 h 38503"/>
                <a:gd name="connsiteX2" fmla="*/ 674 w 37568"/>
                <a:gd name="connsiteY2" fmla="*/ 14934 h 38503"/>
                <a:gd name="connsiteX3" fmla="*/ 1021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2"/>
                  </a:cubicBezTo>
                  <a:cubicBezTo>
                    <a:pt x="3750" y="35102"/>
                    <a:pt x="-2056" y="24835"/>
                    <a:pt x="674" y="14934"/>
                  </a:cubicBezTo>
                  <a:lnTo>
                    <a:pt x="1021" y="13651"/>
                  </a:lnTo>
                  <a:cubicBezTo>
                    <a:pt x="3771" y="3750"/>
                    <a:pt x="14017" y="-2056"/>
                    <a:pt x="23918" y="674"/>
                  </a:cubicBezTo>
                  <a:cubicBezTo>
                    <a:pt x="33818" y="3424"/>
                    <a:pt x="39624" y="13671"/>
                    <a:pt x="36894" y="23572"/>
                  </a:cubicBezTo>
                  <a:lnTo>
                    <a:pt x="36548" y="24855"/>
                  </a:lnTo>
                  <a:cubicBezTo>
                    <a:pt x="34266" y="33105"/>
                    <a:pt x="26790" y="38504"/>
                    <a:pt x="18621" y="38504"/>
                  </a:cubicBezTo>
                  <a:close/>
                </a:path>
              </a:pathLst>
            </a:custGeom>
            <a:grpFill/>
            <a:ln w="2035"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839CC89-3436-FD08-8C90-7DAD6228A98B}"/>
                </a:ext>
              </a:extLst>
            </p:cNvPr>
            <p:cNvSpPr/>
            <p:nvPr/>
          </p:nvSpPr>
          <p:spPr>
            <a:xfrm>
              <a:off x="6033208" y="3347951"/>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5 w 37659"/>
                <a:gd name="connsiteY4" fmla="*/ 12413 h 38467"/>
                <a:gd name="connsiteX5" fmla="*/ 36593 w 37659"/>
                <a:gd name="connsiteY5" fmla="*/ 13676 h 38467"/>
                <a:gd name="connsiteX6" fmla="*/ 25227 w 37659"/>
                <a:gd name="connsiteY6" fmla="*/ 37408 h 38467"/>
                <a:gd name="connsiteX7" fmla="*/ 19034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6" y="15102"/>
                    <a:pt x="2737" y="4468"/>
                    <a:pt x="12413" y="1066"/>
                  </a:cubicBezTo>
                  <a:cubicBezTo>
                    <a:pt x="22110" y="-2356"/>
                    <a:pt x="32743" y="2736"/>
                    <a:pt x="36145" y="12413"/>
                  </a:cubicBezTo>
                  <a:lnTo>
                    <a:pt x="36593" y="13676"/>
                  </a:lnTo>
                  <a:cubicBezTo>
                    <a:pt x="40016" y="23373"/>
                    <a:pt x="34923" y="34006"/>
                    <a:pt x="25227" y="37408"/>
                  </a:cubicBezTo>
                  <a:cubicBezTo>
                    <a:pt x="23189" y="38121"/>
                    <a:pt x="21091" y="38468"/>
                    <a:pt x="19034" y="38468"/>
                  </a:cubicBezTo>
                  <a:close/>
                </a:path>
              </a:pathLst>
            </a:custGeom>
            <a:grpFill/>
            <a:ln w="2035"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6C643F04-C56E-2601-50D4-9D6DF7A8E8CB}"/>
                </a:ext>
              </a:extLst>
            </p:cNvPr>
            <p:cNvSpPr/>
            <p:nvPr/>
          </p:nvSpPr>
          <p:spPr>
            <a:xfrm>
              <a:off x="4528609" y="3298468"/>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7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8"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7" y="38448"/>
                  </a:cubicBezTo>
                  <a:close/>
                </a:path>
              </a:pathLst>
            </a:custGeom>
            <a:grpFill/>
            <a:ln w="2035"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053DABC1-AFEE-FD0D-9A24-E400FA1F2148}"/>
                </a:ext>
              </a:extLst>
            </p:cNvPr>
            <p:cNvSpPr/>
            <p:nvPr/>
          </p:nvSpPr>
          <p:spPr>
            <a:xfrm>
              <a:off x="5990709" y="3249044"/>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5 w 37830"/>
                <a:gd name="connsiteY6" fmla="*/ 36394 h 38431"/>
                <a:gd name="connsiteX7" fmla="*/ 19242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8"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69" y="20546"/>
                    <a:pt x="36802" y="31750"/>
                    <a:pt x="27655" y="36394"/>
                  </a:cubicBezTo>
                  <a:cubicBezTo>
                    <a:pt x="24946" y="37759"/>
                    <a:pt x="22074" y="38411"/>
                    <a:pt x="19242" y="38411"/>
                  </a:cubicBezTo>
                  <a:close/>
                </a:path>
              </a:pathLst>
            </a:custGeom>
            <a:grpFill/>
            <a:ln w="2035"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F9952AA3-1252-5FA6-CFDD-7D1DBA5CD2EF}"/>
                </a:ext>
              </a:extLst>
            </p:cNvPr>
            <p:cNvSpPr/>
            <p:nvPr/>
          </p:nvSpPr>
          <p:spPr>
            <a:xfrm>
              <a:off x="4577342" y="3202731"/>
              <a:ext cx="37904" cy="38358"/>
            </a:xfrm>
            <a:custGeom>
              <a:avLst/>
              <a:gdLst>
                <a:gd name="connsiteX0" fmla="*/ 18593 w 37904"/>
                <a:gd name="connsiteY0" fmla="*/ 38359 h 38358"/>
                <a:gd name="connsiteX1" fmla="*/ 9100 w 37904"/>
                <a:gd name="connsiteY1" fmla="*/ 35731 h 38358"/>
                <a:gd name="connsiteX2" fmla="*/ 2622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4" y="38359"/>
                    <a:pt x="12074" y="37524"/>
                    <a:pt x="9100" y="35731"/>
                  </a:cubicBezTo>
                  <a:cubicBezTo>
                    <a:pt x="259" y="30475"/>
                    <a:pt x="-2634" y="19047"/>
                    <a:pt x="2622" y="10226"/>
                  </a:cubicBezTo>
                  <a:lnTo>
                    <a:pt x="3335" y="9044"/>
                  </a:lnTo>
                  <a:cubicBezTo>
                    <a:pt x="8611" y="224"/>
                    <a:pt x="20039" y="-2628"/>
                    <a:pt x="28860" y="2648"/>
                  </a:cubicBezTo>
                  <a:cubicBezTo>
                    <a:pt x="37681" y="7924"/>
                    <a:pt x="40533" y="19352"/>
                    <a:pt x="35256" y="28173"/>
                  </a:cubicBezTo>
                  <a:lnTo>
                    <a:pt x="34605" y="29253"/>
                  </a:lnTo>
                  <a:cubicBezTo>
                    <a:pt x="31121" y="35099"/>
                    <a:pt x="24949" y="38359"/>
                    <a:pt x="18593" y="38359"/>
                  </a:cubicBezTo>
                  <a:close/>
                </a:path>
              </a:pathLst>
            </a:custGeom>
            <a:grpFill/>
            <a:ln w="2035"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A13CB48-92FE-0A62-426C-83EDBA3E6C5A}"/>
                </a:ext>
              </a:extLst>
            </p:cNvPr>
            <p:cNvSpPr/>
            <p:nvPr/>
          </p:nvSpPr>
          <p:spPr>
            <a:xfrm>
              <a:off x="5935359" y="3156801"/>
              <a:ext cx="37982" cy="38330"/>
            </a:xfrm>
            <a:custGeom>
              <a:avLst/>
              <a:gdLst>
                <a:gd name="connsiteX0" fmla="*/ 19386 w 37982"/>
                <a:gd name="connsiteY0" fmla="*/ 38311 h 38330"/>
                <a:gd name="connsiteX1" fmla="*/ 4046 w 37982"/>
                <a:gd name="connsiteY1" fmla="*/ 30264 h 38330"/>
                <a:gd name="connsiteX2" fmla="*/ 3333 w 37982"/>
                <a:gd name="connsiteY2" fmla="*/ 29225 h 38330"/>
                <a:gd name="connsiteX3" fmla="*/ 7998 w 37982"/>
                <a:gd name="connsiteY3" fmla="*/ 3333 h 38330"/>
                <a:gd name="connsiteX4" fmla="*/ 33890 w 37982"/>
                <a:gd name="connsiteY4" fmla="*/ 7998 h 38330"/>
                <a:gd name="connsiteX5" fmla="*/ 34684 w 37982"/>
                <a:gd name="connsiteY5" fmla="*/ 9139 h 38330"/>
                <a:gd name="connsiteX6" fmla="*/ 29938 w 37982"/>
                <a:gd name="connsiteY6" fmla="*/ 35031 h 38330"/>
                <a:gd name="connsiteX7" fmla="*/ 19386 w 37982"/>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9386" y="38311"/>
                  </a:moveTo>
                  <a:cubicBezTo>
                    <a:pt x="13478" y="38311"/>
                    <a:pt x="7672" y="35499"/>
                    <a:pt x="4046" y="30264"/>
                  </a:cubicBezTo>
                  <a:lnTo>
                    <a:pt x="3333" y="29225"/>
                  </a:lnTo>
                  <a:cubicBezTo>
                    <a:pt x="-2534" y="20791"/>
                    <a:pt x="-456" y="9180"/>
                    <a:pt x="7998" y="3333"/>
                  </a:cubicBezTo>
                  <a:cubicBezTo>
                    <a:pt x="16432" y="-2534"/>
                    <a:pt x="28043" y="-456"/>
                    <a:pt x="33890" y="7998"/>
                  </a:cubicBezTo>
                  <a:lnTo>
                    <a:pt x="34684"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539F9286-06A2-1AAE-B20B-BEA7B4D754C3}"/>
                </a:ext>
              </a:extLst>
            </p:cNvPr>
            <p:cNvSpPr/>
            <p:nvPr/>
          </p:nvSpPr>
          <p:spPr>
            <a:xfrm>
              <a:off x="4638422" y="3114345"/>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3" y="-1024"/>
                    <a:pt x="22986" y="-2348"/>
                    <a:pt x="31033" y="4049"/>
                  </a:cubicBezTo>
                  <a:cubicBezTo>
                    <a:pt x="39080" y="10445"/>
                    <a:pt x="40404"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6204961C-7956-FA0E-C32F-1635B53A35B8}"/>
                </a:ext>
              </a:extLst>
            </p:cNvPr>
            <p:cNvSpPr/>
            <p:nvPr/>
          </p:nvSpPr>
          <p:spPr>
            <a:xfrm>
              <a:off x="5868292" y="3072683"/>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7 w 38139"/>
                <a:gd name="connsiteY4" fmla="*/ 6067 h 38192"/>
                <a:gd name="connsiteX5" fmla="*/ 33283 w 38139"/>
                <a:gd name="connsiteY5" fmla="*/ 7065 h 38192"/>
                <a:gd name="connsiteX6" fmla="*/ 32061 w 38139"/>
                <a:gd name="connsiteY6" fmla="*/ 33344 h 38192"/>
                <a:gd name="connsiteX7" fmla="*/ 19533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9" y="36156"/>
                    <a:pt x="5741" y="32122"/>
                  </a:cubicBezTo>
                  <a:lnTo>
                    <a:pt x="4865" y="31144"/>
                  </a:lnTo>
                  <a:cubicBezTo>
                    <a:pt x="-2061" y="23546"/>
                    <a:pt x="-1531" y="11791"/>
                    <a:pt x="6067" y="4865"/>
                  </a:cubicBezTo>
                  <a:cubicBezTo>
                    <a:pt x="13665" y="-2061"/>
                    <a:pt x="25420" y="-1531"/>
                    <a:pt x="32367" y="6067"/>
                  </a:cubicBezTo>
                  <a:lnTo>
                    <a:pt x="33283" y="7065"/>
                  </a:lnTo>
                  <a:cubicBezTo>
                    <a:pt x="40209" y="14664"/>
                    <a:pt x="39659" y="26438"/>
                    <a:pt x="32061" y="33344"/>
                  </a:cubicBezTo>
                  <a:cubicBezTo>
                    <a:pt x="28496" y="36583"/>
                    <a:pt x="24014" y="38193"/>
                    <a:pt x="19533" y="38193"/>
                  </a:cubicBezTo>
                  <a:close/>
                </a:path>
              </a:pathLst>
            </a:custGeom>
            <a:grpFill/>
            <a:ln w="2035"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654C491C-8856-0C53-3666-4329CC6A57EA}"/>
                </a:ext>
              </a:extLst>
            </p:cNvPr>
            <p:cNvSpPr/>
            <p:nvPr/>
          </p:nvSpPr>
          <p:spPr>
            <a:xfrm>
              <a:off x="4710666" y="3034788"/>
              <a:ext cx="38177" cy="38136"/>
            </a:xfrm>
            <a:custGeom>
              <a:avLst/>
              <a:gdLst>
                <a:gd name="connsiteX0" fmla="*/ 18619 w 38177"/>
                <a:gd name="connsiteY0" fmla="*/ 38136 h 38136"/>
                <a:gd name="connsiteX1" fmla="*/ 5236 w 38177"/>
                <a:gd name="connsiteY1" fmla="*/ 32473 h 38136"/>
                <a:gd name="connsiteX2" fmla="*/ 5663 w 38177"/>
                <a:gd name="connsiteY2" fmla="*/ 6153 h 38136"/>
                <a:gd name="connsiteX3" fmla="*/ 6661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6" y="32473"/>
                  </a:cubicBezTo>
                  <a:cubicBezTo>
                    <a:pt x="-1915" y="25078"/>
                    <a:pt x="-1711" y="13304"/>
                    <a:pt x="5663" y="6153"/>
                  </a:cubicBezTo>
                  <a:lnTo>
                    <a:pt x="6661" y="5196"/>
                  </a:lnTo>
                  <a:cubicBezTo>
                    <a:pt x="14077" y="-1934"/>
                    <a:pt x="25851" y="-1690"/>
                    <a:pt x="32981" y="5705"/>
                  </a:cubicBezTo>
                  <a:cubicBezTo>
                    <a:pt x="40111" y="13120"/>
                    <a:pt x="39867" y="24895"/>
                    <a:pt x="32472" y="32025"/>
                  </a:cubicBezTo>
                  <a:lnTo>
                    <a:pt x="31555" y="32901"/>
                  </a:lnTo>
                  <a:cubicBezTo>
                    <a:pt x="27950" y="36405"/>
                    <a:pt x="23284" y="38136"/>
                    <a:pt x="18619" y="38136"/>
                  </a:cubicBezTo>
                  <a:close/>
                </a:path>
              </a:pathLst>
            </a:custGeom>
            <a:grpFill/>
            <a:ln w="2035"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37A82D64-FA90-A1EF-84DE-4C4EB06882C9}"/>
                </a:ext>
              </a:extLst>
            </p:cNvPr>
            <p:cNvSpPr/>
            <p:nvPr/>
          </p:nvSpPr>
          <p:spPr>
            <a:xfrm>
              <a:off x="5790724" y="2998191"/>
              <a:ext cx="38246" cy="38084"/>
            </a:xfrm>
            <a:custGeom>
              <a:avLst/>
              <a:gdLst>
                <a:gd name="connsiteX0" fmla="*/ 19608 w 38246"/>
                <a:gd name="connsiteY0" fmla="*/ 38065 h 38084"/>
                <a:gd name="connsiteX1" fmla="*/ 7630 w 38246"/>
                <a:gd name="connsiteY1" fmla="*/ 33685 h 38084"/>
                <a:gd name="connsiteX2" fmla="*/ 6631 w 38246"/>
                <a:gd name="connsiteY2" fmla="*/ 32850 h 38084"/>
                <a:gd name="connsiteX3" fmla="*/ 4370 w 38246"/>
                <a:gd name="connsiteY3" fmla="*/ 6632 h 38084"/>
                <a:gd name="connsiteX4" fmla="*/ 30588 w 38246"/>
                <a:gd name="connsiteY4" fmla="*/ 4370 h 38084"/>
                <a:gd name="connsiteX5" fmla="*/ 31627 w 38246"/>
                <a:gd name="connsiteY5" fmla="*/ 5246 h 38084"/>
                <a:gd name="connsiteX6" fmla="*/ 33868 w 38246"/>
                <a:gd name="connsiteY6" fmla="*/ 31464 h 38084"/>
                <a:gd name="connsiteX7" fmla="*/ 19629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1" y="32850"/>
                  </a:lnTo>
                  <a:cubicBezTo>
                    <a:pt x="-1232" y="26229"/>
                    <a:pt x="-2250" y="14495"/>
                    <a:pt x="4370" y="6632"/>
                  </a:cubicBezTo>
                  <a:cubicBezTo>
                    <a:pt x="10991" y="-1232"/>
                    <a:pt x="22725" y="-2250"/>
                    <a:pt x="30588" y="4370"/>
                  </a:cubicBezTo>
                  <a:lnTo>
                    <a:pt x="31627" y="5246"/>
                  </a:lnTo>
                  <a:cubicBezTo>
                    <a:pt x="39491" y="11867"/>
                    <a:pt x="40489" y="23601"/>
                    <a:pt x="33868" y="31464"/>
                  </a:cubicBezTo>
                  <a:cubicBezTo>
                    <a:pt x="30181" y="35824"/>
                    <a:pt x="24925" y="38085"/>
                    <a:pt x="19629" y="38085"/>
                  </a:cubicBezTo>
                  <a:close/>
                </a:path>
              </a:pathLst>
            </a:custGeom>
            <a:grpFill/>
            <a:ln w="2035"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DEBF9E7F-40F0-19CC-5B85-780D48D35D8D}"/>
                </a:ext>
              </a:extLst>
            </p:cNvPr>
            <p:cNvSpPr/>
            <p:nvPr/>
          </p:nvSpPr>
          <p:spPr>
            <a:xfrm>
              <a:off x="4792848" y="2965490"/>
              <a:ext cx="38290" cy="38009"/>
            </a:xfrm>
            <a:custGeom>
              <a:avLst/>
              <a:gdLst>
                <a:gd name="connsiteX0" fmla="*/ 18615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5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5" y="38009"/>
                  </a:moveTo>
                  <a:cubicBezTo>
                    <a:pt x="12891" y="38009"/>
                    <a:pt x="7269" y="35381"/>
                    <a:pt x="3622" y="30431"/>
                  </a:cubicBezTo>
                  <a:cubicBezTo>
                    <a:pt x="-2469" y="22160"/>
                    <a:pt x="-697" y="10508"/>
                    <a:pt x="7574" y="4417"/>
                  </a:cubicBezTo>
                  <a:lnTo>
                    <a:pt x="8654" y="3622"/>
                  </a:lnTo>
                  <a:cubicBezTo>
                    <a:pt x="16925" y="-2469"/>
                    <a:pt x="28577" y="-697"/>
                    <a:pt x="34668" y="7574"/>
                  </a:cubicBezTo>
                  <a:cubicBezTo>
                    <a:pt x="40759" y="15845"/>
                    <a:pt x="38987" y="27497"/>
                    <a:pt x="30716" y="33588"/>
                  </a:cubicBezTo>
                  <a:lnTo>
                    <a:pt x="29636" y="34383"/>
                  </a:lnTo>
                  <a:cubicBezTo>
                    <a:pt x="26316" y="36828"/>
                    <a:pt x="22445" y="38009"/>
                    <a:pt x="18615" y="38009"/>
                  </a:cubicBezTo>
                  <a:close/>
                </a:path>
              </a:pathLst>
            </a:custGeom>
            <a:grpFill/>
            <a:ln w="2035"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9CF4CEDA-A675-CFB5-E885-9AB9612D5CE4}"/>
                </a:ext>
              </a:extLst>
            </p:cNvPr>
            <p:cNvSpPr/>
            <p:nvPr/>
          </p:nvSpPr>
          <p:spPr>
            <a:xfrm>
              <a:off x="5703985" y="2934635"/>
              <a:ext cx="38330" cy="37940"/>
            </a:xfrm>
            <a:custGeom>
              <a:avLst/>
              <a:gdLst>
                <a:gd name="connsiteX0" fmla="*/ 19708 w 38330"/>
                <a:gd name="connsiteY0" fmla="*/ 37920 h 37940"/>
                <a:gd name="connsiteX1" fmla="*/ 9726 w 38330"/>
                <a:gd name="connsiteY1" fmla="*/ 35007 h 37940"/>
                <a:gd name="connsiteX2" fmla="*/ 8626 w 38330"/>
                <a:gd name="connsiteY2" fmla="*/ 34314 h 37940"/>
                <a:gd name="connsiteX3" fmla="*/ 2901 w 38330"/>
                <a:gd name="connsiteY3" fmla="*/ 8626 h 37940"/>
                <a:gd name="connsiteX4" fmla="*/ 28590 w 38330"/>
                <a:gd name="connsiteY4" fmla="*/ 2901 h 37940"/>
                <a:gd name="connsiteX5" fmla="*/ 29730 w 38330"/>
                <a:gd name="connsiteY5" fmla="*/ 3635 h 37940"/>
                <a:gd name="connsiteX6" fmla="*/ 35414 w 38330"/>
                <a:gd name="connsiteY6" fmla="*/ 29323 h 37940"/>
                <a:gd name="connsiteX7" fmla="*/ 19708 w 38330"/>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40"/>
                    <a:pt x="19708" y="37940"/>
                  </a:cubicBezTo>
                  <a:close/>
                </a:path>
              </a:pathLst>
            </a:custGeom>
            <a:grpFill/>
            <a:ln w="2035"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7A26A69E-AD5D-B706-431C-B95510F2CF03}"/>
                </a:ext>
              </a:extLst>
            </p:cNvPr>
            <p:cNvSpPr/>
            <p:nvPr/>
          </p:nvSpPr>
          <p:spPr>
            <a:xfrm>
              <a:off x="4883496" y="2907670"/>
              <a:ext cx="38402" cy="37871"/>
            </a:xfrm>
            <a:custGeom>
              <a:avLst/>
              <a:gdLst>
                <a:gd name="connsiteX0" fmla="*/ 18620 w 38402"/>
                <a:gd name="connsiteY0" fmla="*/ 37872 h 37871"/>
                <a:gd name="connsiteX1" fmla="*/ 2282 w 38402"/>
                <a:gd name="connsiteY1" fmla="*/ 28175 h 37871"/>
                <a:gd name="connsiteX2" fmla="*/ 9698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0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4" y="34368"/>
                    <a:pt x="2282" y="28175"/>
                  </a:cubicBezTo>
                  <a:cubicBezTo>
                    <a:pt x="-2648" y="19151"/>
                    <a:pt x="673" y="7844"/>
                    <a:pt x="9698"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0" y="37851"/>
                  </a:cubicBezTo>
                  <a:close/>
                </a:path>
              </a:pathLst>
            </a:custGeom>
            <a:grpFill/>
            <a:ln w="2035"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32B81713-7461-2684-BD37-EC18129BE6FD}"/>
                </a:ext>
              </a:extLst>
            </p:cNvPr>
            <p:cNvSpPr/>
            <p:nvPr/>
          </p:nvSpPr>
          <p:spPr>
            <a:xfrm>
              <a:off x="4981083" y="2862487"/>
              <a:ext cx="38454" cy="37708"/>
            </a:xfrm>
            <a:custGeom>
              <a:avLst/>
              <a:gdLst>
                <a:gd name="connsiteX0" fmla="*/ 18612 w 38454"/>
                <a:gd name="connsiteY0" fmla="*/ 37709 h 37708"/>
                <a:gd name="connsiteX1" fmla="*/ 1255 w 38454"/>
                <a:gd name="connsiteY1" fmla="*/ 25791 h 37708"/>
                <a:gd name="connsiteX2" fmla="*/ 11910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2" y="37709"/>
                  </a:moveTo>
                  <a:cubicBezTo>
                    <a:pt x="11135" y="37709"/>
                    <a:pt x="4087" y="33186"/>
                    <a:pt x="1255" y="25791"/>
                  </a:cubicBezTo>
                  <a:cubicBezTo>
                    <a:pt x="-2452" y="16196"/>
                    <a:pt x="2335" y="5440"/>
                    <a:pt x="11910"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6248DEF7-6EF3-52D5-77FB-9E7446626D9D}"/>
                </a:ext>
              </a:extLst>
            </p:cNvPr>
            <p:cNvSpPr/>
            <p:nvPr/>
          </p:nvSpPr>
          <p:spPr>
            <a:xfrm>
              <a:off x="5509153" y="2844716"/>
              <a:ext cx="38499" cy="37614"/>
            </a:xfrm>
            <a:custGeom>
              <a:avLst/>
              <a:gdLst>
                <a:gd name="connsiteX0" fmla="*/ 19891 w 38499"/>
                <a:gd name="connsiteY0" fmla="*/ 37594 h 37614"/>
                <a:gd name="connsiteX1" fmla="*/ 14370 w 38499"/>
                <a:gd name="connsiteY1" fmla="*/ 36759 h 37614"/>
                <a:gd name="connsiteX2" fmla="*/ 13148 w 38499"/>
                <a:gd name="connsiteY2" fmla="*/ 36392 h 37614"/>
                <a:gd name="connsiteX3" fmla="*/ 824 w 38499"/>
                <a:gd name="connsiteY3" fmla="*/ 13148 h 37614"/>
                <a:gd name="connsiteX4" fmla="*/ 24067 w 38499"/>
                <a:gd name="connsiteY4" fmla="*/ 824 h 37614"/>
                <a:gd name="connsiteX5" fmla="*/ 25391 w 38499"/>
                <a:gd name="connsiteY5" fmla="*/ 1231 h 37614"/>
                <a:gd name="connsiteX6" fmla="*/ 37655 w 38499"/>
                <a:gd name="connsiteY6" fmla="*/ 24516 h 37614"/>
                <a:gd name="connsiteX7" fmla="*/ 19891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1" y="37594"/>
                  </a:moveTo>
                  <a:cubicBezTo>
                    <a:pt x="18058" y="37594"/>
                    <a:pt x="16204" y="37329"/>
                    <a:pt x="14370" y="36759"/>
                  </a:cubicBezTo>
                  <a:lnTo>
                    <a:pt x="13148" y="36392"/>
                  </a:lnTo>
                  <a:cubicBezTo>
                    <a:pt x="3329" y="33377"/>
                    <a:pt x="-2191" y="22967"/>
                    <a:pt x="824" y="13148"/>
                  </a:cubicBezTo>
                  <a:cubicBezTo>
                    <a:pt x="3839" y="3329"/>
                    <a:pt x="14248" y="-2191"/>
                    <a:pt x="24067" y="824"/>
                  </a:cubicBezTo>
                  <a:lnTo>
                    <a:pt x="25391" y="1231"/>
                  </a:lnTo>
                  <a:cubicBezTo>
                    <a:pt x="35210" y="4266"/>
                    <a:pt x="40711" y="14697"/>
                    <a:pt x="37655" y="24516"/>
                  </a:cubicBezTo>
                  <a:cubicBezTo>
                    <a:pt x="35190" y="32501"/>
                    <a:pt x="27816" y="37614"/>
                    <a:pt x="19891" y="37614"/>
                  </a:cubicBezTo>
                  <a:close/>
                </a:path>
              </a:pathLst>
            </a:custGeom>
            <a:grpFill/>
            <a:ln w="2035"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7FF682CF-80EB-8107-2858-7DACAA6E52C9}"/>
                </a:ext>
              </a:extLst>
            </p:cNvPr>
            <p:cNvSpPr/>
            <p:nvPr/>
          </p:nvSpPr>
          <p:spPr>
            <a:xfrm>
              <a:off x="5110451" y="2814805"/>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1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3" y="37375"/>
                    <a:pt x="19987" y="37538"/>
                    <a:pt x="18561" y="37538"/>
                  </a:cubicBezTo>
                  <a:close/>
                </a:path>
              </a:pathLst>
            </a:custGeom>
            <a:grpFill/>
            <a:ln w="203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AC1BC915-5B39-7212-D9EB-29D983A2B79C}"/>
                </a:ext>
              </a:extLst>
            </p:cNvPr>
            <p:cNvSpPr/>
            <p:nvPr/>
          </p:nvSpPr>
          <p:spPr>
            <a:xfrm>
              <a:off x="5404482" y="2812083"/>
              <a:ext cx="38526" cy="37449"/>
            </a:xfrm>
            <a:custGeom>
              <a:avLst/>
              <a:gdLst>
                <a:gd name="connsiteX0" fmla="*/ 19935 w 38526"/>
                <a:gd name="connsiteY0" fmla="*/ 37429 h 37449"/>
                <a:gd name="connsiteX1" fmla="*/ 16838 w 38526"/>
                <a:gd name="connsiteY1" fmla="*/ 37164 h 37449"/>
                <a:gd name="connsiteX2" fmla="*/ 15575 w 38526"/>
                <a:gd name="connsiteY2" fmla="*/ 36960 h 37449"/>
                <a:gd name="connsiteX3" fmla="*/ 256 w 38526"/>
                <a:gd name="connsiteY3" fmla="*/ 15570 h 37449"/>
                <a:gd name="connsiteX4" fmla="*/ 21646 w 38526"/>
                <a:gd name="connsiteY4" fmla="*/ 251 h 37449"/>
                <a:gd name="connsiteX5" fmla="*/ 22990 w 38526"/>
                <a:gd name="connsiteY5" fmla="*/ 475 h 37449"/>
                <a:gd name="connsiteX6" fmla="*/ 38269 w 38526"/>
                <a:gd name="connsiteY6" fmla="*/ 21906 h 37449"/>
                <a:gd name="connsiteX7" fmla="*/ 19935 w 38526"/>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9935" y="37429"/>
                  </a:moveTo>
                  <a:cubicBezTo>
                    <a:pt x="18916" y="37429"/>
                    <a:pt x="17877" y="37347"/>
                    <a:pt x="16838" y="37164"/>
                  </a:cubicBezTo>
                  <a:lnTo>
                    <a:pt x="15575" y="36960"/>
                  </a:lnTo>
                  <a:cubicBezTo>
                    <a:pt x="5430" y="35290"/>
                    <a:pt x="-1435" y="25715"/>
                    <a:pt x="256" y="15570"/>
                  </a:cubicBezTo>
                  <a:cubicBezTo>
                    <a:pt x="1926" y="5425"/>
                    <a:pt x="11501" y="-1420"/>
                    <a:pt x="21646" y="251"/>
                  </a:cubicBezTo>
                  <a:lnTo>
                    <a:pt x="22990" y="475"/>
                  </a:lnTo>
                  <a:cubicBezTo>
                    <a:pt x="33135" y="2166"/>
                    <a:pt x="39959"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5A07F2A5-667F-B6EC-7D84-58FE78C1A59B}"/>
                </a:ext>
              </a:extLst>
            </p:cNvPr>
            <p:cNvSpPr/>
            <p:nvPr/>
          </p:nvSpPr>
          <p:spPr>
            <a:xfrm>
              <a:off x="5608036" y="2882179"/>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1 w 38331"/>
                <a:gd name="connsiteY3" fmla="*/ 8626 h 37940"/>
                <a:gd name="connsiteX4" fmla="*/ 28590 w 38331"/>
                <a:gd name="connsiteY4" fmla="*/ 2901 h 37940"/>
                <a:gd name="connsiteX5" fmla="*/ 29731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1" y="3635"/>
                  </a:lnTo>
                  <a:cubicBezTo>
                    <a:pt x="38388" y="9155"/>
                    <a:pt x="40935" y="20665"/>
                    <a:pt x="35414" y="29323"/>
                  </a:cubicBezTo>
                  <a:cubicBezTo>
                    <a:pt x="31870" y="34884"/>
                    <a:pt x="25860" y="37940"/>
                    <a:pt x="19708" y="37940"/>
                  </a:cubicBezTo>
                  <a:close/>
                </a:path>
              </a:pathLst>
            </a:custGeom>
            <a:grpFill/>
            <a:ln w="2035" cap="flat">
              <a:noFill/>
              <a:prstDash val="solid"/>
              <a:miter/>
            </a:ln>
          </p:spPr>
          <p:txBody>
            <a:bodyPr rtlCol="0" anchor="ctr"/>
            <a:lstStyle/>
            <a:p>
              <a:endParaRPr lang="en-IN"/>
            </a:p>
          </p:txBody>
        </p:sp>
      </p:grpSp>
      <p:grpSp>
        <p:nvGrpSpPr>
          <p:cNvPr id="92" name="Graphic 7">
            <a:extLst>
              <a:ext uri="{FF2B5EF4-FFF2-40B4-BE49-F238E27FC236}">
                <a16:creationId xmlns:a16="http://schemas.microsoft.com/office/drawing/2014/main" id="{9AF787C7-93CF-EB0A-8960-48D4E999DF24}"/>
              </a:ext>
            </a:extLst>
          </p:cNvPr>
          <p:cNvGrpSpPr/>
          <p:nvPr/>
        </p:nvGrpSpPr>
        <p:grpSpPr>
          <a:xfrm>
            <a:off x="1238444" y="2802772"/>
            <a:ext cx="1641785" cy="1695168"/>
            <a:chOff x="1238444" y="2802772"/>
            <a:chExt cx="1641785" cy="1695168"/>
          </a:xfrm>
          <a:solidFill>
            <a:srgbClr val="B898D0"/>
          </a:solidFill>
        </p:grpSpPr>
        <p:sp>
          <p:nvSpPr>
            <p:cNvPr id="101" name="Freeform: Shape 100">
              <a:extLst>
                <a:ext uri="{FF2B5EF4-FFF2-40B4-BE49-F238E27FC236}">
                  <a16:creationId xmlns:a16="http://schemas.microsoft.com/office/drawing/2014/main" id="{BD8BA6BD-4DB4-EC88-5833-A9868784577F}"/>
                </a:ext>
              </a:extLst>
            </p:cNvPr>
            <p:cNvSpPr/>
            <p:nvPr/>
          </p:nvSpPr>
          <p:spPr>
            <a:xfrm>
              <a:off x="1914500" y="4413707"/>
              <a:ext cx="38530" cy="37462"/>
            </a:xfrm>
            <a:custGeom>
              <a:avLst/>
              <a:gdLst>
                <a:gd name="connsiteX0" fmla="*/ 19958 w 38530"/>
                <a:gd name="connsiteY0" fmla="*/ 37462 h 37462"/>
                <a:gd name="connsiteX1" fmla="*/ 16984 w 38530"/>
                <a:gd name="connsiteY1" fmla="*/ 37218 h 37462"/>
                <a:gd name="connsiteX2" fmla="*/ 15639 w 38530"/>
                <a:gd name="connsiteY2" fmla="*/ 36994 h 37462"/>
                <a:gd name="connsiteX3" fmla="*/ 239 w 38530"/>
                <a:gd name="connsiteY3" fmla="*/ 15644 h 37462"/>
                <a:gd name="connsiteX4" fmla="*/ 21588 w 38530"/>
                <a:gd name="connsiteY4" fmla="*/ 244 h 37462"/>
                <a:gd name="connsiteX5" fmla="*/ 22871 w 38530"/>
                <a:gd name="connsiteY5" fmla="*/ 447 h 37462"/>
                <a:gd name="connsiteX6" fmla="*/ 38292 w 38530"/>
                <a:gd name="connsiteY6" fmla="*/ 21776 h 37462"/>
                <a:gd name="connsiteX7" fmla="*/ 19938 w 38530"/>
                <a:gd name="connsiteY7" fmla="*/ 37442 h 3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62">
                  <a:moveTo>
                    <a:pt x="19958" y="37462"/>
                  </a:moveTo>
                  <a:cubicBezTo>
                    <a:pt x="18980" y="37462"/>
                    <a:pt x="17982" y="37381"/>
                    <a:pt x="16984" y="37218"/>
                  </a:cubicBezTo>
                  <a:lnTo>
                    <a:pt x="15639" y="36994"/>
                  </a:lnTo>
                  <a:cubicBezTo>
                    <a:pt x="5495" y="35343"/>
                    <a:pt x="-1391" y="25789"/>
                    <a:pt x="239" y="15644"/>
                  </a:cubicBezTo>
                  <a:cubicBezTo>
                    <a:pt x="1889" y="5500"/>
                    <a:pt x="11423" y="-1406"/>
                    <a:pt x="21588" y="244"/>
                  </a:cubicBezTo>
                  <a:lnTo>
                    <a:pt x="22871" y="447"/>
                  </a:lnTo>
                  <a:cubicBezTo>
                    <a:pt x="33016" y="2077"/>
                    <a:pt x="39922" y="11611"/>
                    <a:pt x="38292" y="21776"/>
                  </a:cubicBezTo>
                  <a:cubicBezTo>
                    <a:pt x="36826" y="30923"/>
                    <a:pt x="28922" y="37442"/>
                    <a:pt x="19938" y="37442"/>
                  </a:cubicBezTo>
                  <a:close/>
                </a:path>
              </a:pathLst>
            </a:custGeom>
            <a:grpFill/>
            <a:ln w="2035"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7F323825-7498-809E-098C-601BF5EA140C}"/>
                </a:ext>
              </a:extLst>
            </p:cNvPr>
            <p:cNvSpPr/>
            <p:nvPr/>
          </p:nvSpPr>
          <p:spPr>
            <a:xfrm>
              <a:off x="1809729" y="4389448"/>
              <a:ext cx="38502" cy="37601"/>
            </a:xfrm>
            <a:custGeom>
              <a:avLst/>
              <a:gdLst>
                <a:gd name="connsiteX0" fmla="*/ 19899 w 38502"/>
                <a:gd name="connsiteY0" fmla="*/ 37601 h 37601"/>
                <a:gd name="connsiteX1" fmla="*/ 14521 w 38502"/>
                <a:gd name="connsiteY1" fmla="*/ 36807 h 37601"/>
                <a:gd name="connsiteX2" fmla="*/ 13217 w 38502"/>
                <a:gd name="connsiteY2" fmla="*/ 36420 h 37601"/>
                <a:gd name="connsiteX3" fmla="*/ 811 w 38502"/>
                <a:gd name="connsiteY3" fmla="*/ 13217 h 37601"/>
                <a:gd name="connsiteX4" fmla="*/ 24014 w 38502"/>
                <a:gd name="connsiteY4" fmla="*/ 811 h 37601"/>
                <a:gd name="connsiteX5" fmla="*/ 25256 w 38502"/>
                <a:gd name="connsiteY5" fmla="*/ 1177 h 37601"/>
                <a:gd name="connsiteX6" fmla="*/ 37703 w 38502"/>
                <a:gd name="connsiteY6" fmla="*/ 24360 h 37601"/>
                <a:gd name="connsiteX7" fmla="*/ 19899 w 38502"/>
                <a:gd name="connsiteY7" fmla="*/ 37601 h 3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2" h="37601">
                  <a:moveTo>
                    <a:pt x="19899" y="37601"/>
                  </a:moveTo>
                  <a:cubicBezTo>
                    <a:pt x="18126" y="37601"/>
                    <a:pt x="16313" y="37336"/>
                    <a:pt x="14521" y="36807"/>
                  </a:cubicBezTo>
                  <a:lnTo>
                    <a:pt x="13217" y="36420"/>
                  </a:lnTo>
                  <a:cubicBezTo>
                    <a:pt x="3377" y="33446"/>
                    <a:pt x="-2184" y="23056"/>
                    <a:pt x="811" y="13217"/>
                  </a:cubicBezTo>
                  <a:cubicBezTo>
                    <a:pt x="3785" y="3377"/>
                    <a:pt x="14174" y="-2184"/>
                    <a:pt x="24014" y="811"/>
                  </a:cubicBezTo>
                  <a:lnTo>
                    <a:pt x="25256" y="1177"/>
                  </a:lnTo>
                  <a:cubicBezTo>
                    <a:pt x="35096" y="4152"/>
                    <a:pt x="40677" y="14521"/>
                    <a:pt x="37703" y="24360"/>
                  </a:cubicBezTo>
                  <a:cubicBezTo>
                    <a:pt x="35279" y="32407"/>
                    <a:pt x="27884" y="37601"/>
                    <a:pt x="19899" y="37601"/>
                  </a:cubicBezTo>
                  <a:close/>
                </a:path>
              </a:pathLst>
            </a:custGeom>
            <a:grpFill/>
            <a:ln w="2035"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105910-3BBB-FFAC-6DB4-28938AA97069}"/>
                </a:ext>
              </a:extLst>
            </p:cNvPr>
            <p:cNvSpPr/>
            <p:nvPr/>
          </p:nvSpPr>
          <p:spPr>
            <a:xfrm>
              <a:off x="1709146" y="4351365"/>
              <a:ext cx="38430" cy="37773"/>
            </a:xfrm>
            <a:custGeom>
              <a:avLst/>
              <a:gdLst>
                <a:gd name="connsiteX0" fmla="*/ 19806 w 38430"/>
                <a:gd name="connsiteY0" fmla="*/ 37773 h 37773"/>
                <a:gd name="connsiteX1" fmla="*/ 12105 w 38430"/>
                <a:gd name="connsiteY1" fmla="*/ 36103 h 37773"/>
                <a:gd name="connsiteX2" fmla="*/ 10863 w 38430"/>
                <a:gd name="connsiteY2" fmla="*/ 35532 h 37773"/>
                <a:gd name="connsiteX3" fmla="*/ 1695 w 38430"/>
                <a:gd name="connsiteY3" fmla="*/ 10863 h 37773"/>
                <a:gd name="connsiteX4" fmla="*/ 26365 w 38430"/>
                <a:gd name="connsiteY4" fmla="*/ 1695 h 37773"/>
                <a:gd name="connsiteX5" fmla="*/ 27526 w 38430"/>
                <a:gd name="connsiteY5" fmla="*/ 2225 h 37773"/>
                <a:gd name="connsiteX6" fmla="*/ 36755 w 38430"/>
                <a:gd name="connsiteY6" fmla="*/ 26874 h 37773"/>
                <a:gd name="connsiteX7" fmla="*/ 19806 w 38430"/>
                <a:gd name="connsiteY7" fmla="*/ 37773 h 3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0" h="37773">
                  <a:moveTo>
                    <a:pt x="19806" y="37773"/>
                  </a:moveTo>
                  <a:cubicBezTo>
                    <a:pt x="17218" y="37773"/>
                    <a:pt x="14611" y="37243"/>
                    <a:pt x="12105" y="36103"/>
                  </a:cubicBezTo>
                  <a:lnTo>
                    <a:pt x="10863" y="35532"/>
                  </a:lnTo>
                  <a:cubicBezTo>
                    <a:pt x="1512" y="31254"/>
                    <a:pt x="-2583" y="20213"/>
                    <a:pt x="1695" y="10863"/>
                  </a:cubicBezTo>
                  <a:cubicBezTo>
                    <a:pt x="5973" y="1512"/>
                    <a:pt x="17015" y="-2583"/>
                    <a:pt x="26365" y="1695"/>
                  </a:cubicBezTo>
                  <a:lnTo>
                    <a:pt x="27526" y="2225"/>
                  </a:lnTo>
                  <a:cubicBezTo>
                    <a:pt x="36877" y="6483"/>
                    <a:pt x="41012" y="17524"/>
                    <a:pt x="36755" y="26874"/>
                  </a:cubicBezTo>
                  <a:cubicBezTo>
                    <a:pt x="33638" y="33719"/>
                    <a:pt x="26874" y="37773"/>
                    <a:pt x="19806" y="37773"/>
                  </a:cubicBezTo>
                  <a:close/>
                </a:path>
              </a:pathLst>
            </a:custGeom>
            <a:grpFill/>
            <a:ln w="2035"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F0CB5EB6-5257-FEF7-1AC0-96407A63F57B}"/>
                </a:ext>
              </a:extLst>
            </p:cNvPr>
            <p:cNvSpPr/>
            <p:nvPr/>
          </p:nvSpPr>
          <p:spPr>
            <a:xfrm>
              <a:off x="1614592" y="4300201"/>
              <a:ext cx="38349" cy="37947"/>
            </a:xfrm>
            <a:custGeom>
              <a:avLst/>
              <a:gdLst>
                <a:gd name="connsiteX0" fmla="*/ 19735 w 38349"/>
                <a:gd name="connsiteY0" fmla="*/ 37947 h 37947"/>
                <a:gd name="connsiteX1" fmla="*/ 9855 w 38349"/>
                <a:gd name="connsiteY1" fmla="*/ 35095 h 37947"/>
                <a:gd name="connsiteX2" fmla="*/ 8694 w 38349"/>
                <a:gd name="connsiteY2" fmla="*/ 34362 h 37947"/>
                <a:gd name="connsiteX3" fmla="*/ 2868 w 38349"/>
                <a:gd name="connsiteY3" fmla="*/ 8694 h 37947"/>
                <a:gd name="connsiteX4" fmla="*/ 28536 w 38349"/>
                <a:gd name="connsiteY4" fmla="*/ 2868 h 37947"/>
                <a:gd name="connsiteX5" fmla="*/ 29636 w 38349"/>
                <a:gd name="connsiteY5" fmla="*/ 3560 h 37947"/>
                <a:gd name="connsiteX6" fmla="*/ 35503 w 38349"/>
                <a:gd name="connsiteY6" fmla="*/ 29208 h 37947"/>
                <a:gd name="connsiteX7" fmla="*/ 19715 w 38349"/>
                <a:gd name="connsiteY7" fmla="*/ 37927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49" h="37947">
                  <a:moveTo>
                    <a:pt x="19735" y="37947"/>
                  </a:moveTo>
                  <a:cubicBezTo>
                    <a:pt x="16354" y="37947"/>
                    <a:pt x="12931" y="37031"/>
                    <a:pt x="9855" y="35095"/>
                  </a:cubicBezTo>
                  <a:lnTo>
                    <a:pt x="8694" y="34362"/>
                  </a:lnTo>
                  <a:cubicBezTo>
                    <a:pt x="-5" y="28882"/>
                    <a:pt x="-2612" y="17393"/>
                    <a:pt x="2868" y="8694"/>
                  </a:cubicBezTo>
                  <a:cubicBezTo>
                    <a:pt x="8348" y="-5"/>
                    <a:pt x="19837" y="-2612"/>
                    <a:pt x="28536" y="2868"/>
                  </a:cubicBezTo>
                  <a:lnTo>
                    <a:pt x="29636" y="3560"/>
                  </a:lnTo>
                  <a:cubicBezTo>
                    <a:pt x="38334" y="9020"/>
                    <a:pt x="40962" y="20509"/>
                    <a:pt x="35503" y="29208"/>
                  </a:cubicBezTo>
                  <a:cubicBezTo>
                    <a:pt x="31978" y="34851"/>
                    <a:pt x="25908" y="37927"/>
                    <a:pt x="19715" y="37927"/>
                  </a:cubicBezTo>
                  <a:close/>
                </a:path>
              </a:pathLst>
            </a:custGeom>
            <a:grpFill/>
            <a:ln w="2035"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5538994E-B753-83D9-96B2-7AB374215B88}"/>
                </a:ext>
              </a:extLst>
            </p:cNvPr>
            <p:cNvSpPr/>
            <p:nvPr/>
          </p:nvSpPr>
          <p:spPr>
            <a:xfrm>
              <a:off x="1527646" y="4236948"/>
              <a:ext cx="38240" cy="38069"/>
            </a:xfrm>
            <a:custGeom>
              <a:avLst/>
              <a:gdLst>
                <a:gd name="connsiteX0" fmla="*/ 19634 w 38240"/>
                <a:gd name="connsiteY0" fmla="*/ 38070 h 38069"/>
                <a:gd name="connsiteX1" fmla="*/ 7717 w 38240"/>
                <a:gd name="connsiteY1" fmla="*/ 33751 h 38069"/>
                <a:gd name="connsiteX2" fmla="*/ 6678 w 38240"/>
                <a:gd name="connsiteY2" fmla="*/ 32896 h 38069"/>
                <a:gd name="connsiteX3" fmla="*/ 4335 w 38240"/>
                <a:gd name="connsiteY3" fmla="*/ 6678 h 38069"/>
                <a:gd name="connsiteX4" fmla="*/ 30553 w 38240"/>
                <a:gd name="connsiteY4" fmla="*/ 4335 h 38069"/>
                <a:gd name="connsiteX5" fmla="*/ 31551 w 38240"/>
                <a:gd name="connsiteY5" fmla="*/ 5170 h 38069"/>
                <a:gd name="connsiteX6" fmla="*/ 33914 w 38240"/>
                <a:gd name="connsiteY6" fmla="*/ 31388 h 38069"/>
                <a:gd name="connsiteX7" fmla="*/ 19613 w 38240"/>
                <a:gd name="connsiteY7" fmla="*/ 38070 h 3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69">
                  <a:moveTo>
                    <a:pt x="19634" y="38070"/>
                  </a:moveTo>
                  <a:cubicBezTo>
                    <a:pt x="15437" y="38070"/>
                    <a:pt x="11200" y="36644"/>
                    <a:pt x="7717" y="33751"/>
                  </a:cubicBezTo>
                  <a:lnTo>
                    <a:pt x="6678" y="32896"/>
                  </a:lnTo>
                  <a:cubicBezTo>
                    <a:pt x="-1206" y="26316"/>
                    <a:pt x="-2265" y="14561"/>
                    <a:pt x="4335" y="6678"/>
                  </a:cubicBezTo>
                  <a:cubicBezTo>
                    <a:pt x="10915" y="-1206"/>
                    <a:pt x="22669" y="-2265"/>
                    <a:pt x="30553" y="4335"/>
                  </a:cubicBezTo>
                  <a:lnTo>
                    <a:pt x="31551" y="5170"/>
                  </a:lnTo>
                  <a:cubicBezTo>
                    <a:pt x="39435" y="11750"/>
                    <a:pt x="40514" y="23484"/>
                    <a:pt x="33914" y="31388"/>
                  </a:cubicBezTo>
                  <a:cubicBezTo>
                    <a:pt x="30227" y="35809"/>
                    <a:pt x="24951" y="38070"/>
                    <a:pt x="19613" y="38070"/>
                  </a:cubicBezTo>
                  <a:close/>
                </a:path>
              </a:pathLst>
            </a:custGeom>
            <a:grpFill/>
            <a:ln w="203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64708AAA-E9E8-CF2E-5387-774CA8DA8451}"/>
                </a:ext>
              </a:extLst>
            </p:cNvPr>
            <p:cNvSpPr/>
            <p:nvPr/>
          </p:nvSpPr>
          <p:spPr>
            <a:xfrm>
              <a:off x="1449830" y="4162696"/>
              <a:ext cx="38140" cy="38210"/>
            </a:xfrm>
            <a:custGeom>
              <a:avLst/>
              <a:gdLst>
                <a:gd name="connsiteX0" fmla="*/ 19510 w 38140"/>
                <a:gd name="connsiteY0" fmla="*/ 38210 h 38210"/>
                <a:gd name="connsiteX1" fmla="*/ 5820 w 38140"/>
                <a:gd name="connsiteY1" fmla="*/ 32201 h 38210"/>
                <a:gd name="connsiteX2" fmla="*/ 4903 w 38140"/>
                <a:gd name="connsiteY2" fmla="*/ 31203 h 38210"/>
                <a:gd name="connsiteX3" fmla="*/ 6024 w 38140"/>
                <a:gd name="connsiteY3" fmla="*/ 4903 h 38210"/>
                <a:gd name="connsiteX4" fmla="*/ 32323 w 38140"/>
                <a:gd name="connsiteY4" fmla="*/ 6024 h 38210"/>
                <a:gd name="connsiteX5" fmla="*/ 33219 w 38140"/>
                <a:gd name="connsiteY5" fmla="*/ 6981 h 38210"/>
                <a:gd name="connsiteX6" fmla="*/ 32119 w 38140"/>
                <a:gd name="connsiteY6" fmla="*/ 33281 h 38210"/>
                <a:gd name="connsiteX7" fmla="*/ 19530 w 38140"/>
                <a:gd name="connsiteY7" fmla="*/ 38190 h 3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0" h="38210">
                  <a:moveTo>
                    <a:pt x="19510" y="38210"/>
                  </a:moveTo>
                  <a:cubicBezTo>
                    <a:pt x="14478" y="38210"/>
                    <a:pt x="9487" y="36194"/>
                    <a:pt x="5820" y="32201"/>
                  </a:cubicBezTo>
                  <a:lnTo>
                    <a:pt x="4903" y="31203"/>
                  </a:lnTo>
                  <a:cubicBezTo>
                    <a:pt x="-2043" y="23625"/>
                    <a:pt x="-1554" y="11870"/>
                    <a:pt x="6024" y="4903"/>
                  </a:cubicBezTo>
                  <a:cubicBezTo>
                    <a:pt x="13602" y="-2043"/>
                    <a:pt x="25356" y="-1554"/>
                    <a:pt x="32323" y="6024"/>
                  </a:cubicBezTo>
                  <a:lnTo>
                    <a:pt x="33219" y="6981"/>
                  </a:lnTo>
                  <a:cubicBezTo>
                    <a:pt x="40186" y="14539"/>
                    <a:pt x="39698" y="26314"/>
                    <a:pt x="32119" y="33281"/>
                  </a:cubicBezTo>
                  <a:cubicBezTo>
                    <a:pt x="28534" y="36581"/>
                    <a:pt x="24032" y="38190"/>
                    <a:pt x="19530" y="38190"/>
                  </a:cubicBezTo>
                  <a:close/>
                </a:path>
              </a:pathLst>
            </a:custGeom>
            <a:grpFill/>
            <a:ln w="2035"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F2B05EB9-E3E9-2E95-38D6-5678CB214FFD}"/>
                </a:ext>
              </a:extLst>
            </p:cNvPr>
            <p:cNvSpPr/>
            <p:nvPr/>
          </p:nvSpPr>
          <p:spPr>
            <a:xfrm>
              <a:off x="1382454" y="4078839"/>
              <a:ext cx="37993" cy="38320"/>
            </a:xfrm>
            <a:custGeom>
              <a:avLst/>
              <a:gdLst>
                <a:gd name="connsiteX0" fmla="*/ 19396 w 37993"/>
                <a:gd name="connsiteY0" fmla="*/ 38300 h 38320"/>
                <a:gd name="connsiteX1" fmla="*/ 4137 w 37993"/>
                <a:gd name="connsiteY1" fmla="*/ 30376 h 38320"/>
                <a:gd name="connsiteX2" fmla="*/ 3363 w 37993"/>
                <a:gd name="connsiteY2" fmla="*/ 29276 h 38320"/>
                <a:gd name="connsiteX3" fmla="*/ 7947 w 37993"/>
                <a:gd name="connsiteY3" fmla="*/ 3363 h 38320"/>
                <a:gd name="connsiteX4" fmla="*/ 33859 w 37993"/>
                <a:gd name="connsiteY4" fmla="*/ 7947 h 38320"/>
                <a:gd name="connsiteX5" fmla="*/ 34613 w 37993"/>
                <a:gd name="connsiteY5" fmla="*/ 9026 h 38320"/>
                <a:gd name="connsiteX6" fmla="*/ 30070 w 37993"/>
                <a:gd name="connsiteY6" fmla="*/ 34939 h 38320"/>
                <a:gd name="connsiteX7" fmla="*/ 19396 w 37993"/>
                <a:gd name="connsiteY7" fmla="*/ 38320 h 3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93" h="38320">
                  <a:moveTo>
                    <a:pt x="19396" y="38300"/>
                  </a:moveTo>
                  <a:cubicBezTo>
                    <a:pt x="13529" y="38300"/>
                    <a:pt x="7763" y="35530"/>
                    <a:pt x="4137" y="30376"/>
                  </a:cubicBezTo>
                  <a:lnTo>
                    <a:pt x="3363" y="29276"/>
                  </a:lnTo>
                  <a:cubicBezTo>
                    <a:pt x="-2524" y="20862"/>
                    <a:pt x="-487" y="9251"/>
                    <a:pt x="7947" y="3363"/>
                  </a:cubicBezTo>
                  <a:cubicBezTo>
                    <a:pt x="16360" y="-2524"/>
                    <a:pt x="27972" y="-487"/>
                    <a:pt x="33859" y="7947"/>
                  </a:cubicBezTo>
                  <a:lnTo>
                    <a:pt x="34613" y="9026"/>
                  </a:lnTo>
                  <a:cubicBezTo>
                    <a:pt x="40521" y="17440"/>
                    <a:pt x="38483" y="29052"/>
                    <a:pt x="30070" y="34939"/>
                  </a:cubicBezTo>
                  <a:cubicBezTo>
                    <a:pt x="26811" y="37220"/>
                    <a:pt x="23083" y="38320"/>
                    <a:pt x="19396" y="38320"/>
                  </a:cubicBezTo>
                  <a:close/>
                </a:path>
              </a:pathLst>
            </a:custGeom>
            <a:grpFill/>
            <a:ln w="2035"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DB0447CB-9FC6-8CAD-14D0-70733E29998F}"/>
                </a:ext>
              </a:extLst>
            </p:cNvPr>
            <p:cNvSpPr/>
            <p:nvPr/>
          </p:nvSpPr>
          <p:spPr>
            <a:xfrm>
              <a:off x="1326815" y="3986716"/>
              <a:ext cx="37842" cy="38426"/>
            </a:xfrm>
            <a:custGeom>
              <a:avLst/>
              <a:gdLst>
                <a:gd name="connsiteX0" fmla="*/ 19237 w 37842"/>
                <a:gd name="connsiteY0" fmla="*/ 38427 h 38426"/>
                <a:gd name="connsiteX1" fmla="*/ 2695 w 37842"/>
                <a:gd name="connsiteY1" fmla="*/ 28363 h 38426"/>
                <a:gd name="connsiteX2" fmla="*/ 2084 w 37842"/>
                <a:gd name="connsiteY2" fmla="*/ 27161 h 38426"/>
                <a:gd name="connsiteX3" fmla="*/ 10070 w 37842"/>
                <a:gd name="connsiteY3" fmla="*/ 2084 h 38426"/>
                <a:gd name="connsiteX4" fmla="*/ 35147 w 37842"/>
                <a:gd name="connsiteY4" fmla="*/ 10070 h 38426"/>
                <a:gd name="connsiteX5" fmla="*/ 35758 w 37842"/>
                <a:gd name="connsiteY5" fmla="*/ 11251 h 38426"/>
                <a:gd name="connsiteX6" fmla="*/ 27773 w 37842"/>
                <a:gd name="connsiteY6" fmla="*/ 36328 h 38426"/>
                <a:gd name="connsiteX7" fmla="*/ 19237 w 37842"/>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42" h="38426">
                  <a:moveTo>
                    <a:pt x="19237" y="38427"/>
                  </a:moveTo>
                  <a:cubicBezTo>
                    <a:pt x="12494" y="38427"/>
                    <a:pt x="5996" y="34760"/>
                    <a:pt x="2695" y="28363"/>
                  </a:cubicBezTo>
                  <a:lnTo>
                    <a:pt x="2084" y="27161"/>
                  </a:lnTo>
                  <a:cubicBezTo>
                    <a:pt x="-2642" y="18035"/>
                    <a:pt x="943" y="6810"/>
                    <a:pt x="10070" y="2084"/>
                  </a:cubicBezTo>
                  <a:cubicBezTo>
                    <a:pt x="19196" y="-2642"/>
                    <a:pt x="30421" y="943"/>
                    <a:pt x="35147" y="10070"/>
                  </a:cubicBezTo>
                  <a:lnTo>
                    <a:pt x="35758" y="11251"/>
                  </a:lnTo>
                  <a:cubicBezTo>
                    <a:pt x="40484" y="20378"/>
                    <a:pt x="36899" y="31602"/>
                    <a:pt x="27773" y="36328"/>
                  </a:cubicBezTo>
                  <a:cubicBezTo>
                    <a:pt x="25043" y="37734"/>
                    <a:pt x="22109" y="38406"/>
                    <a:pt x="19237" y="38406"/>
                  </a:cubicBezTo>
                  <a:close/>
                </a:path>
              </a:pathLst>
            </a:custGeom>
            <a:grpFill/>
            <a:ln w="2035"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4FF3ED87-2A71-A4B1-A4AF-081E155C2F42}"/>
                </a:ext>
              </a:extLst>
            </p:cNvPr>
            <p:cNvSpPr/>
            <p:nvPr/>
          </p:nvSpPr>
          <p:spPr>
            <a:xfrm>
              <a:off x="1283938" y="3888022"/>
              <a:ext cx="37672" cy="38482"/>
            </a:xfrm>
            <a:custGeom>
              <a:avLst/>
              <a:gdLst>
                <a:gd name="connsiteX0" fmla="*/ 19069 w 37672"/>
                <a:gd name="connsiteY0" fmla="*/ 38483 h 38482"/>
                <a:gd name="connsiteX1" fmla="*/ 1550 w 37672"/>
                <a:gd name="connsiteY1" fmla="*/ 26158 h 38482"/>
                <a:gd name="connsiteX2" fmla="*/ 1081 w 37672"/>
                <a:gd name="connsiteY2" fmla="*/ 24855 h 38482"/>
                <a:gd name="connsiteX3" fmla="*/ 12367 w 37672"/>
                <a:gd name="connsiteY3" fmla="*/ 1081 h 38482"/>
                <a:gd name="connsiteX4" fmla="*/ 36140 w 37672"/>
                <a:gd name="connsiteY4" fmla="*/ 12367 h 38482"/>
                <a:gd name="connsiteX5" fmla="*/ 36568 w 37672"/>
                <a:gd name="connsiteY5" fmla="*/ 13569 h 38482"/>
                <a:gd name="connsiteX6" fmla="*/ 25364 w 37672"/>
                <a:gd name="connsiteY6" fmla="*/ 37383 h 38482"/>
                <a:gd name="connsiteX7" fmla="*/ 19069 w 37672"/>
                <a:gd name="connsiteY7" fmla="*/ 38483 h 38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2" h="38482">
                  <a:moveTo>
                    <a:pt x="19069" y="38483"/>
                  </a:moveTo>
                  <a:cubicBezTo>
                    <a:pt x="11450" y="38483"/>
                    <a:pt x="4279" y="33757"/>
                    <a:pt x="1550" y="26158"/>
                  </a:cubicBezTo>
                  <a:lnTo>
                    <a:pt x="1081" y="24855"/>
                  </a:lnTo>
                  <a:cubicBezTo>
                    <a:pt x="-2362" y="15178"/>
                    <a:pt x="2690" y="4524"/>
                    <a:pt x="12367" y="1081"/>
                  </a:cubicBezTo>
                  <a:cubicBezTo>
                    <a:pt x="22043" y="-2362"/>
                    <a:pt x="32697" y="2691"/>
                    <a:pt x="36140" y="12367"/>
                  </a:cubicBezTo>
                  <a:lnTo>
                    <a:pt x="36568" y="13569"/>
                  </a:lnTo>
                  <a:cubicBezTo>
                    <a:pt x="40052" y="23245"/>
                    <a:pt x="35020" y="33899"/>
                    <a:pt x="25364" y="37383"/>
                  </a:cubicBezTo>
                  <a:cubicBezTo>
                    <a:pt x="23286" y="38137"/>
                    <a:pt x="21147" y="38483"/>
                    <a:pt x="19069" y="38483"/>
                  </a:cubicBezTo>
                  <a:close/>
                </a:path>
              </a:pathLst>
            </a:custGeom>
            <a:grpFill/>
            <a:ln w="2035"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1BCE295B-06FA-8D67-42A4-9E99453442FC}"/>
                </a:ext>
              </a:extLst>
            </p:cNvPr>
            <p:cNvSpPr/>
            <p:nvPr/>
          </p:nvSpPr>
          <p:spPr>
            <a:xfrm>
              <a:off x="1254690" y="3784439"/>
              <a:ext cx="37490" cy="38538"/>
            </a:xfrm>
            <a:custGeom>
              <a:avLst/>
              <a:gdLst>
                <a:gd name="connsiteX0" fmla="*/ 18860 w 37490"/>
                <a:gd name="connsiteY0" fmla="*/ 38518 h 38538"/>
                <a:gd name="connsiteX1" fmla="*/ 689 w 37490"/>
                <a:gd name="connsiteY1" fmla="*/ 23810 h 38538"/>
                <a:gd name="connsiteX2" fmla="*/ 403 w 37490"/>
                <a:gd name="connsiteY2" fmla="*/ 22445 h 38538"/>
                <a:gd name="connsiteX3" fmla="*/ 14765 w 37490"/>
                <a:gd name="connsiteY3" fmla="*/ 403 h 38538"/>
                <a:gd name="connsiteX4" fmla="*/ 36807 w 37490"/>
                <a:gd name="connsiteY4" fmla="*/ 14765 h 38538"/>
                <a:gd name="connsiteX5" fmla="*/ 37072 w 37490"/>
                <a:gd name="connsiteY5" fmla="*/ 16008 h 38538"/>
                <a:gd name="connsiteX6" fmla="*/ 22771 w 37490"/>
                <a:gd name="connsiteY6" fmla="*/ 38111 h 38538"/>
                <a:gd name="connsiteX7" fmla="*/ 18860 w 37490"/>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0" h="38538">
                  <a:moveTo>
                    <a:pt x="18860" y="38518"/>
                  </a:moveTo>
                  <a:cubicBezTo>
                    <a:pt x="10263" y="38518"/>
                    <a:pt x="2563" y="32549"/>
                    <a:pt x="689" y="23810"/>
                  </a:cubicBezTo>
                  <a:lnTo>
                    <a:pt x="403" y="22445"/>
                  </a:lnTo>
                  <a:cubicBezTo>
                    <a:pt x="-1715" y="12382"/>
                    <a:pt x="4722" y="2522"/>
                    <a:pt x="14765" y="403"/>
                  </a:cubicBezTo>
                  <a:cubicBezTo>
                    <a:pt x="24829" y="-1715"/>
                    <a:pt x="34688" y="4722"/>
                    <a:pt x="36807" y="14765"/>
                  </a:cubicBezTo>
                  <a:lnTo>
                    <a:pt x="37072" y="16008"/>
                  </a:lnTo>
                  <a:cubicBezTo>
                    <a:pt x="39231" y="26051"/>
                    <a:pt x="32835" y="35951"/>
                    <a:pt x="22771" y="38111"/>
                  </a:cubicBezTo>
                  <a:cubicBezTo>
                    <a:pt x="21447" y="38396"/>
                    <a:pt x="20143" y="38539"/>
                    <a:pt x="18860" y="38539"/>
                  </a:cubicBezTo>
                  <a:close/>
                </a:path>
              </a:pathLst>
            </a:custGeom>
            <a:grpFill/>
            <a:ln w="2035"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72609CA2-96CE-6FDE-B4E5-F3D1EA27A450}"/>
                </a:ext>
              </a:extLst>
            </p:cNvPr>
            <p:cNvSpPr/>
            <p:nvPr/>
          </p:nvSpPr>
          <p:spPr>
            <a:xfrm>
              <a:off x="1239517" y="3677981"/>
              <a:ext cx="37325" cy="38555"/>
            </a:xfrm>
            <a:custGeom>
              <a:avLst/>
              <a:gdLst>
                <a:gd name="connsiteX0" fmla="*/ 18693 w 37325"/>
                <a:gd name="connsiteY0" fmla="*/ 38535 h 38555"/>
                <a:gd name="connsiteX1" fmla="*/ 155 w 37325"/>
                <a:gd name="connsiteY1" fmla="*/ 21342 h 38555"/>
                <a:gd name="connsiteX2" fmla="*/ 54 w 37325"/>
                <a:gd name="connsiteY2" fmla="*/ 19997 h 38555"/>
                <a:gd name="connsiteX3" fmla="*/ 17227 w 37325"/>
                <a:gd name="connsiteY3" fmla="*/ 54 h 38555"/>
                <a:gd name="connsiteX4" fmla="*/ 37170 w 37325"/>
                <a:gd name="connsiteY4" fmla="*/ 17227 h 38555"/>
                <a:gd name="connsiteX5" fmla="*/ 37272 w 37325"/>
                <a:gd name="connsiteY5" fmla="*/ 18530 h 38555"/>
                <a:gd name="connsiteX6" fmla="*/ 20140 w 37325"/>
                <a:gd name="connsiteY6" fmla="*/ 38494 h 38555"/>
                <a:gd name="connsiteX7" fmla="*/ 18693 w 37325"/>
                <a:gd name="connsiteY7" fmla="*/ 38555 h 38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25" h="38555">
                  <a:moveTo>
                    <a:pt x="18693" y="38535"/>
                  </a:moveTo>
                  <a:cubicBezTo>
                    <a:pt x="9058" y="38535"/>
                    <a:pt x="909" y="31100"/>
                    <a:pt x="155" y="21342"/>
                  </a:cubicBezTo>
                  <a:lnTo>
                    <a:pt x="54" y="19997"/>
                  </a:lnTo>
                  <a:cubicBezTo>
                    <a:pt x="-720" y="9750"/>
                    <a:pt x="6980" y="807"/>
                    <a:pt x="17227" y="54"/>
                  </a:cubicBezTo>
                  <a:cubicBezTo>
                    <a:pt x="27494" y="-721"/>
                    <a:pt x="36396" y="6980"/>
                    <a:pt x="37170" y="17227"/>
                  </a:cubicBezTo>
                  <a:lnTo>
                    <a:pt x="37272" y="18530"/>
                  </a:lnTo>
                  <a:cubicBezTo>
                    <a:pt x="38046" y="28777"/>
                    <a:pt x="30387" y="37720"/>
                    <a:pt x="20140" y="38494"/>
                  </a:cubicBezTo>
                  <a:cubicBezTo>
                    <a:pt x="19651" y="38535"/>
                    <a:pt x="19182" y="38555"/>
                    <a:pt x="18693" y="38555"/>
                  </a:cubicBezTo>
                  <a:close/>
                </a:path>
              </a:pathLst>
            </a:custGeom>
            <a:grpFill/>
            <a:ln w="2035"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ADE39940-DF4E-2DF6-0D9A-CEC3505FD1E1}"/>
                </a:ext>
              </a:extLst>
            </p:cNvPr>
            <p:cNvSpPr/>
            <p:nvPr/>
          </p:nvSpPr>
          <p:spPr>
            <a:xfrm>
              <a:off x="1238444" y="3570425"/>
              <a:ext cx="37295" cy="38551"/>
            </a:xfrm>
            <a:custGeom>
              <a:avLst/>
              <a:gdLst>
                <a:gd name="connsiteX0" fmla="*/ 18626 w 37295"/>
                <a:gd name="connsiteY0" fmla="*/ 38531 h 38551"/>
                <a:gd name="connsiteX1" fmla="*/ 17608 w 37295"/>
                <a:gd name="connsiteY1" fmla="*/ 38511 h 38551"/>
                <a:gd name="connsiteX2" fmla="*/ 27 w 37295"/>
                <a:gd name="connsiteY2" fmla="*/ 18913 h 38551"/>
                <a:gd name="connsiteX3" fmla="*/ 109 w 37295"/>
                <a:gd name="connsiteY3" fmla="*/ 17569 h 38551"/>
                <a:gd name="connsiteX4" fmla="*/ 19726 w 37295"/>
                <a:gd name="connsiteY4" fmla="*/ 29 h 38551"/>
                <a:gd name="connsiteX5" fmla="*/ 37266 w 37295"/>
                <a:gd name="connsiteY5" fmla="*/ 19647 h 38551"/>
                <a:gd name="connsiteX6" fmla="*/ 37185 w 37295"/>
                <a:gd name="connsiteY6" fmla="*/ 20951 h 38551"/>
                <a:gd name="connsiteX7" fmla="*/ 18626 w 37295"/>
                <a:gd name="connsiteY7" fmla="*/ 38551 h 38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95" h="38551">
                  <a:moveTo>
                    <a:pt x="18626" y="38531"/>
                  </a:moveTo>
                  <a:cubicBezTo>
                    <a:pt x="18280" y="38531"/>
                    <a:pt x="17954" y="38531"/>
                    <a:pt x="17608" y="38511"/>
                  </a:cubicBezTo>
                  <a:cubicBezTo>
                    <a:pt x="7340" y="37961"/>
                    <a:pt x="-523" y="29181"/>
                    <a:pt x="27" y="18913"/>
                  </a:cubicBezTo>
                  <a:lnTo>
                    <a:pt x="109" y="17569"/>
                  </a:lnTo>
                  <a:cubicBezTo>
                    <a:pt x="679" y="7302"/>
                    <a:pt x="9459" y="-541"/>
                    <a:pt x="19726" y="29"/>
                  </a:cubicBezTo>
                  <a:cubicBezTo>
                    <a:pt x="29993" y="600"/>
                    <a:pt x="37836" y="9380"/>
                    <a:pt x="37266" y="19647"/>
                  </a:cubicBezTo>
                  <a:lnTo>
                    <a:pt x="37185" y="20951"/>
                  </a:lnTo>
                  <a:cubicBezTo>
                    <a:pt x="36655" y="30871"/>
                    <a:pt x="28425" y="38551"/>
                    <a:pt x="18626" y="38551"/>
                  </a:cubicBezTo>
                  <a:close/>
                </a:path>
              </a:pathLst>
            </a:custGeom>
            <a:grpFill/>
            <a:ln w="2035"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99D53B36-E4F4-C174-72E9-EC012E784FAE}"/>
                </a:ext>
              </a:extLst>
            </p:cNvPr>
            <p:cNvSpPr/>
            <p:nvPr/>
          </p:nvSpPr>
          <p:spPr>
            <a:xfrm>
              <a:off x="2842820" y="3493026"/>
              <a:ext cx="37409" cy="38559"/>
            </a:xfrm>
            <a:custGeom>
              <a:avLst/>
              <a:gdLst>
                <a:gd name="connsiteX0" fmla="*/ 18799 w 37409"/>
                <a:gd name="connsiteY0" fmla="*/ 38539 h 38559"/>
                <a:gd name="connsiteX1" fmla="*/ 424 w 37409"/>
                <a:gd name="connsiteY1" fmla="*/ 22731 h 38559"/>
                <a:gd name="connsiteX2" fmla="*/ 221 w 37409"/>
                <a:gd name="connsiteY2" fmla="*/ 21447 h 38559"/>
                <a:gd name="connsiteX3" fmla="*/ 15764 w 37409"/>
                <a:gd name="connsiteY3" fmla="*/ 221 h 38559"/>
                <a:gd name="connsiteX4" fmla="*/ 36991 w 37409"/>
                <a:gd name="connsiteY4" fmla="*/ 15784 h 38559"/>
                <a:gd name="connsiteX5" fmla="*/ 37195 w 37409"/>
                <a:gd name="connsiteY5" fmla="*/ 17129 h 38559"/>
                <a:gd name="connsiteX6" fmla="*/ 21610 w 37409"/>
                <a:gd name="connsiteY6" fmla="*/ 38335 h 38559"/>
                <a:gd name="connsiteX7" fmla="*/ 18779 w 37409"/>
                <a:gd name="connsiteY7" fmla="*/ 38559 h 3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9">
                  <a:moveTo>
                    <a:pt x="18799" y="38539"/>
                  </a:moveTo>
                  <a:cubicBezTo>
                    <a:pt x="9754" y="38539"/>
                    <a:pt x="1830" y="31939"/>
                    <a:pt x="424" y="22731"/>
                  </a:cubicBezTo>
                  <a:lnTo>
                    <a:pt x="221" y="21447"/>
                  </a:lnTo>
                  <a:cubicBezTo>
                    <a:pt x="-1348" y="11282"/>
                    <a:pt x="5619" y="1789"/>
                    <a:pt x="15764" y="221"/>
                  </a:cubicBezTo>
                  <a:cubicBezTo>
                    <a:pt x="25929" y="-1348"/>
                    <a:pt x="35422" y="5619"/>
                    <a:pt x="36991" y="15784"/>
                  </a:cubicBezTo>
                  <a:lnTo>
                    <a:pt x="37195" y="17129"/>
                  </a:lnTo>
                  <a:cubicBezTo>
                    <a:pt x="38743" y="27294"/>
                    <a:pt x="31755" y="36787"/>
                    <a:pt x="21610" y="38335"/>
                  </a:cubicBezTo>
                  <a:cubicBezTo>
                    <a:pt x="20653" y="38478"/>
                    <a:pt x="19716" y="38559"/>
                    <a:pt x="18779" y="38559"/>
                  </a:cubicBezTo>
                  <a:close/>
                </a:path>
              </a:pathLst>
            </a:custGeom>
            <a:grpFill/>
            <a:ln w="2035"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69F46A4A-2904-EB64-3EF1-004E78B10626}"/>
                </a:ext>
              </a:extLst>
            </p:cNvPr>
            <p:cNvSpPr/>
            <p:nvPr/>
          </p:nvSpPr>
          <p:spPr>
            <a:xfrm>
              <a:off x="1251424" y="3463692"/>
              <a:ext cx="37482" cy="38538"/>
            </a:xfrm>
            <a:custGeom>
              <a:avLst/>
              <a:gdLst>
                <a:gd name="connsiteX0" fmla="*/ 18643 w 37482"/>
                <a:gd name="connsiteY0" fmla="*/ 38518 h 38538"/>
                <a:gd name="connsiteX1" fmla="*/ 15159 w 37482"/>
                <a:gd name="connsiteY1" fmla="*/ 38192 h 38538"/>
                <a:gd name="connsiteX2" fmla="*/ 329 w 37482"/>
                <a:gd name="connsiteY2" fmla="*/ 16456 h 38538"/>
                <a:gd name="connsiteX3" fmla="*/ 594 w 37482"/>
                <a:gd name="connsiteY3" fmla="*/ 15091 h 38538"/>
                <a:gd name="connsiteX4" fmla="*/ 22391 w 37482"/>
                <a:gd name="connsiteY4" fmla="*/ 342 h 38538"/>
                <a:gd name="connsiteX5" fmla="*/ 37140 w 37482"/>
                <a:gd name="connsiteY5" fmla="*/ 22140 h 38538"/>
                <a:gd name="connsiteX6" fmla="*/ 36896 w 37482"/>
                <a:gd name="connsiteY6" fmla="*/ 23382 h 38538"/>
                <a:gd name="connsiteX7" fmla="*/ 18622 w 37482"/>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82" h="38538">
                  <a:moveTo>
                    <a:pt x="18643" y="38518"/>
                  </a:moveTo>
                  <a:cubicBezTo>
                    <a:pt x="17502" y="38518"/>
                    <a:pt x="16341" y="38417"/>
                    <a:pt x="15159" y="38192"/>
                  </a:cubicBezTo>
                  <a:cubicBezTo>
                    <a:pt x="5055" y="36278"/>
                    <a:pt x="-1586" y="26540"/>
                    <a:pt x="329" y="16456"/>
                  </a:cubicBezTo>
                  <a:lnTo>
                    <a:pt x="594" y="15091"/>
                  </a:lnTo>
                  <a:cubicBezTo>
                    <a:pt x="2529" y="5007"/>
                    <a:pt x="12287" y="-1613"/>
                    <a:pt x="22391" y="342"/>
                  </a:cubicBezTo>
                  <a:cubicBezTo>
                    <a:pt x="32475" y="2278"/>
                    <a:pt x="39096" y="12036"/>
                    <a:pt x="37140" y="22140"/>
                  </a:cubicBezTo>
                  <a:lnTo>
                    <a:pt x="36896" y="23382"/>
                  </a:lnTo>
                  <a:cubicBezTo>
                    <a:pt x="35205" y="32305"/>
                    <a:pt x="27402" y="38539"/>
                    <a:pt x="18622" y="38539"/>
                  </a:cubicBezTo>
                  <a:close/>
                </a:path>
              </a:pathLst>
            </a:custGeom>
            <a:grpFill/>
            <a:ln w="2035"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A5F13945-31CB-2FB7-8A5E-99B74282F4E7}"/>
                </a:ext>
              </a:extLst>
            </p:cNvPr>
            <p:cNvSpPr/>
            <p:nvPr/>
          </p:nvSpPr>
          <p:spPr>
            <a:xfrm>
              <a:off x="2819416" y="3388075"/>
              <a:ext cx="37581" cy="38496"/>
            </a:xfrm>
            <a:custGeom>
              <a:avLst/>
              <a:gdLst>
                <a:gd name="connsiteX0" fmla="*/ 18981 w 37581"/>
                <a:gd name="connsiteY0" fmla="*/ 38496 h 38496"/>
                <a:gd name="connsiteX1" fmla="*/ 1135 w 37581"/>
                <a:gd name="connsiteY1" fmla="*/ 25112 h 38496"/>
                <a:gd name="connsiteX2" fmla="*/ 769 w 37581"/>
                <a:gd name="connsiteY2" fmla="*/ 23890 h 38496"/>
                <a:gd name="connsiteX3" fmla="*/ 13317 w 37581"/>
                <a:gd name="connsiteY3" fmla="*/ 769 h 38496"/>
                <a:gd name="connsiteX4" fmla="*/ 36439 w 37581"/>
                <a:gd name="connsiteY4" fmla="*/ 13317 h 38496"/>
                <a:gd name="connsiteX5" fmla="*/ 36826 w 37581"/>
                <a:gd name="connsiteY5" fmla="*/ 14642 h 38496"/>
                <a:gd name="connsiteX6" fmla="*/ 24196 w 37581"/>
                <a:gd name="connsiteY6" fmla="*/ 37743 h 38496"/>
                <a:gd name="connsiteX7" fmla="*/ 18960 w 37581"/>
                <a:gd name="connsiteY7" fmla="*/ 38496 h 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81" h="38496">
                  <a:moveTo>
                    <a:pt x="18981" y="38496"/>
                  </a:moveTo>
                  <a:cubicBezTo>
                    <a:pt x="10934" y="38496"/>
                    <a:pt x="3519" y="33241"/>
                    <a:pt x="1135" y="25112"/>
                  </a:cubicBezTo>
                  <a:lnTo>
                    <a:pt x="769" y="23890"/>
                  </a:lnTo>
                  <a:cubicBezTo>
                    <a:pt x="-2144" y="14030"/>
                    <a:pt x="3478" y="3682"/>
                    <a:pt x="13317" y="769"/>
                  </a:cubicBezTo>
                  <a:cubicBezTo>
                    <a:pt x="23177" y="-2144"/>
                    <a:pt x="33526" y="3478"/>
                    <a:pt x="36439" y="13317"/>
                  </a:cubicBezTo>
                  <a:lnTo>
                    <a:pt x="36826" y="14642"/>
                  </a:lnTo>
                  <a:cubicBezTo>
                    <a:pt x="39719" y="24501"/>
                    <a:pt x="34055" y="34850"/>
                    <a:pt x="24196" y="37743"/>
                  </a:cubicBezTo>
                  <a:cubicBezTo>
                    <a:pt x="22444" y="38252"/>
                    <a:pt x="20692" y="38496"/>
                    <a:pt x="18960" y="38496"/>
                  </a:cubicBezTo>
                  <a:close/>
                </a:path>
              </a:pathLst>
            </a:custGeom>
            <a:grpFill/>
            <a:ln w="2035"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88677450-4E63-AE1B-3D98-211FB858A539}"/>
                </a:ext>
              </a:extLst>
            </p:cNvPr>
            <p:cNvSpPr/>
            <p:nvPr/>
          </p:nvSpPr>
          <p:spPr>
            <a:xfrm>
              <a:off x="1278565" y="3359622"/>
              <a:ext cx="37671" cy="38510"/>
            </a:xfrm>
            <a:custGeom>
              <a:avLst/>
              <a:gdLst>
                <a:gd name="connsiteX0" fmla="*/ 18616 w 37671"/>
                <a:gd name="connsiteY0" fmla="*/ 38511 h 38510"/>
                <a:gd name="connsiteX1" fmla="*/ 12749 w 37671"/>
                <a:gd name="connsiteY1" fmla="*/ 37553 h 38510"/>
                <a:gd name="connsiteX2" fmla="*/ 954 w 37671"/>
                <a:gd name="connsiteY2" fmla="*/ 14024 h 38510"/>
                <a:gd name="connsiteX3" fmla="*/ 1402 w 37671"/>
                <a:gd name="connsiteY3" fmla="*/ 12700 h 38510"/>
                <a:gd name="connsiteX4" fmla="*/ 24972 w 37671"/>
                <a:gd name="connsiteY4" fmla="*/ 966 h 38510"/>
                <a:gd name="connsiteX5" fmla="*/ 36706 w 37671"/>
                <a:gd name="connsiteY5" fmla="*/ 24536 h 38510"/>
                <a:gd name="connsiteX6" fmla="*/ 36298 w 37671"/>
                <a:gd name="connsiteY6" fmla="*/ 25738 h 38510"/>
                <a:gd name="connsiteX7" fmla="*/ 18636 w 37671"/>
                <a:gd name="connsiteY7" fmla="*/ 38490 h 38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1" h="38510">
                  <a:moveTo>
                    <a:pt x="18616" y="38511"/>
                  </a:moveTo>
                  <a:cubicBezTo>
                    <a:pt x="16681" y="38511"/>
                    <a:pt x="14705" y="38205"/>
                    <a:pt x="12749" y="37553"/>
                  </a:cubicBezTo>
                  <a:cubicBezTo>
                    <a:pt x="2991" y="34314"/>
                    <a:pt x="-2285" y="23782"/>
                    <a:pt x="954" y="14024"/>
                  </a:cubicBezTo>
                  <a:lnTo>
                    <a:pt x="1402" y="12700"/>
                  </a:lnTo>
                  <a:cubicBezTo>
                    <a:pt x="4661" y="2962"/>
                    <a:pt x="15214" y="-2293"/>
                    <a:pt x="24972" y="966"/>
                  </a:cubicBezTo>
                  <a:cubicBezTo>
                    <a:pt x="34709" y="4225"/>
                    <a:pt x="39965" y="14778"/>
                    <a:pt x="36706" y="24536"/>
                  </a:cubicBezTo>
                  <a:lnTo>
                    <a:pt x="36298" y="25738"/>
                  </a:lnTo>
                  <a:cubicBezTo>
                    <a:pt x="33711" y="33540"/>
                    <a:pt x="26438" y="38490"/>
                    <a:pt x="18636" y="38490"/>
                  </a:cubicBezTo>
                  <a:close/>
                </a:path>
              </a:pathLst>
            </a:custGeom>
            <a:grpFill/>
            <a:ln w="2035"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913CAF05-B0E9-7DAC-0D97-722033F90667}"/>
                </a:ext>
              </a:extLst>
            </p:cNvPr>
            <p:cNvSpPr/>
            <p:nvPr/>
          </p:nvSpPr>
          <p:spPr>
            <a:xfrm>
              <a:off x="2782132" y="3287090"/>
              <a:ext cx="37749" cy="38439"/>
            </a:xfrm>
            <a:custGeom>
              <a:avLst/>
              <a:gdLst>
                <a:gd name="connsiteX0" fmla="*/ 19168 w 37749"/>
                <a:gd name="connsiteY0" fmla="*/ 38439 h 38439"/>
                <a:gd name="connsiteX1" fmla="*/ 2158 w 37749"/>
                <a:gd name="connsiteY1" fmla="*/ 27398 h 38439"/>
                <a:gd name="connsiteX2" fmla="*/ 1628 w 37749"/>
                <a:gd name="connsiteY2" fmla="*/ 26216 h 38439"/>
                <a:gd name="connsiteX3" fmla="*/ 10999 w 37749"/>
                <a:gd name="connsiteY3" fmla="*/ 1628 h 38439"/>
                <a:gd name="connsiteX4" fmla="*/ 35587 w 37749"/>
                <a:gd name="connsiteY4" fmla="*/ 10999 h 38439"/>
                <a:gd name="connsiteX5" fmla="*/ 36137 w 37749"/>
                <a:gd name="connsiteY5" fmla="*/ 12241 h 38439"/>
                <a:gd name="connsiteX6" fmla="*/ 26726 w 37749"/>
                <a:gd name="connsiteY6" fmla="*/ 36809 h 38439"/>
                <a:gd name="connsiteX7" fmla="*/ 19168 w 37749"/>
                <a:gd name="connsiteY7" fmla="*/ 38419 h 3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49" h="38439">
                  <a:moveTo>
                    <a:pt x="19168" y="38439"/>
                  </a:moveTo>
                  <a:cubicBezTo>
                    <a:pt x="12038" y="38439"/>
                    <a:pt x="5254" y="34324"/>
                    <a:pt x="2158" y="27398"/>
                  </a:cubicBezTo>
                  <a:lnTo>
                    <a:pt x="1628" y="26216"/>
                  </a:lnTo>
                  <a:cubicBezTo>
                    <a:pt x="-2569" y="16845"/>
                    <a:pt x="1628" y="5825"/>
                    <a:pt x="10999" y="1628"/>
                  </a:cubicBezTo>
                  <a:cubicBezTo>
                    <a:pt x="20370" y="-2569"/>
                    <a:pt x="31391" y="1628"/>
                    <a:pt x="35587" y="10999"/>
                  </a:cubicBezTo>
                  <a:lnTo>
                    <a:pt x="36137" y="12241"/>
                  </a:lnTo>
                  <a:cubicBezTo>
                    <a:pt x="40313" y="21633"/>
                    <a:pt x="36096" y="32633"/>
                    <a:pt x="26726" y="36809"/>
                  </a:cubicBezTo>
                  <a:cubicBezTo>
                    <a:pt x="24261" y="37909"/>
                    <a:pt x="21694" y="38419"/>
                    <a:pt x="19168" y="38419"/>
                  </a:cubicBezTo>
                  <a:close/>
                </a:path>
              </a:pathLst>
            </a:custGeom>
            <a:grpFill/>
            <a:ln w="2035"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E5D89CD5-C823-E28F-E6CF-EB5A19B77F94}"/>
                </a:ext>
              </a:extLst>
            </p:cNvPr>
            <p:cNvSpPr/>
            <p:nvPr/>
          </p:nvSpPr>
          <p:spPr>
            <a:xfrm>
              <a:off x="1319364" y="3260171"/>
              <a:ext cx="37817" cy="38426"/>
            </a:xfrm>
            <a:custGeom>
              <a:avLst/>
              <a:gdLst>
                <a:gd name="connsiteX0" fmla="*/ 18601 w 37817"/>
                <a:gd name="connsiteY0" fmla="*/ 38427 h 38426"/>
                <a:gd name="connsiteX1" fmla="*/ 10412 w 37817"/>
                <a:gd name="connsiteY1" fmla="*/ 36512 h 38426"/>
                <a:gd name="connsiteX2" fmla="*/ 1917 w 37817"/>
                <a:gd name="connsiteY2" fmla="*/ 11598 h 38426"/>
                <a:gd name="connsiteX3" fmla="*/ 2528 w 37817"/>
                <a:gd name="connsiteY3" fmla="*/ 10375 h 38426"/>
                <a:gd name="connsiteX4" fmla="*/ 27442 w 37817"/>
                <a:gd name="connsiteY4" fmla="*/ 1921 h 38426"/>
                <a:gd name="connsiteX5" fmla="*/ 35896 w 37817"/>
                <a:gd name="connsiteY5" fmla="*/ 26836 h 38426"/>
                <a:gd name="connsiteX6" fmla="*/ 35326 w 37817"/>
                <a:gd name="connsiteY6" fmla="*/ 27997 h 38426"/>
                <a:gd name="connsiteX7" fmla="*/ 18601 w 37817"/>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17" h="38426">
                  <a:moveTo>
                    <a:pt x="18601" y="38427"/>
                  </a:moveTo>
                  <a:cubicBezTo>
                    <a:pt x="15851" y="38427"/>
                    <a:pt x="13060" y="37816"/>
                    <a:pt x="10412" y="36512"/>
                  </a:cubicBezTo>
                  <a:cubicBezTo>
                    <a:pt x="1183" y="31989"/>
                    <a:pt x="-2626" y="20826"/>
                    <a:pt x="1917" y="11598"/>
                  </a:cubicBezTo>
                  <a:lnTo>
                    <a:pt x="2528" y="10375"/>
                  </a:lnTo>
                  <a:cubicBezTo>
                    <a:pt x="7071" y="1168"/>
                    <a:pt x="18234" y="-2621"/>
                    <a:pt x="27442" y="1921"/>
                  </a:cubicBezTo>
                  <a:cubicBezTo>
                    <a:pt x="36650" y="6464"/>
                    <a:pt x="40439" y="17628"/>
                    <a:pt x="35896" y="26836"/>
                  </a:cubicBezTo>
                  <a:lnTo>
                    <a:pt x="35326" y="27997"/>
                  </a:lnTo>
                  <a:cubicBezTo>
                    <a:pt x="32087" y="34577"/>
                    <a:pt x="25486" y="38406"/>
                    <a:pt x="18601" y="38406"/>
                  </a:cubicBezTo>
                  <a:close/>
                </a:path>
              </a:pathLst>
            </a:custGeom>
            <a:grpFill/>
            <a:ln w="2035"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4807E6DB-03CD-37D7-40F2-3F6B7CA74D38}"/>
                </a:ext>
              </a:extLst>
            </p:cNvPr>
            <p:cNvSpPr/>
            <p:nvPr/>
          </p:nvSpPr>
          <p:spPr>
            <a:xfrm>
              <a:off x="2731704" y="3192049"/>
              <a:ext cx="37920" cy="38346"/>
            </a:xfrm>
            <a:custGeom>
              <a:avLst/>
              <a:gdLst>
                <a:gd name="connsiteX0" fmla="*/ 19319 w 37920"/>
                <a:gd name="connsiteY0" fmla="*/ 38346 h 38346"/>
                <a:gd name="connsiteX1" fmla="*/ 3470 w 37920"/>
                <a:gd name="connsiteY1" fmla="*/ 29505 h 38346"/>
                <a:gd name="connsiteX2" fmla="*/ 2778 w 37920"/>
                <a:gd name="connsiteY2" fmla="*/ 28385 h 38346"/>
                <a:gd name="connsiteX3" fmla="*/ 8828 w 37920"/>
                <a:gd name="connsiteY3" fmla="*/ 2778 h 38346"/>
                <a:gd name="connsiteX4" fmla="*/ 34435 w 37920"/>
                <a:gd name="connsiteY4" fmla="*/ 8828 h 38346"/>
                <a:gd name="connsiteX5" fmla="*/ 35148 w 37920"/>
                <a:gd name="connsiteY5" fmla="*/ 9969 h 38346"/>
                <a:gd name="connsiteX6" fmla="*/ 29077 w 37920"/>
                <a:gd name="connsiteY6" fmla="*/ 35576 h 38346"/>
                <a:gd name="connsiteX7" fmla="*/ 19319 w 37920"/>
                <a:gd name="connsiteY7" fmla="*/ 38346 h 3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20" h="38346">
                  <a:moveTo>
                    <a:pt x="19319" y="38346"/>
                  </a:moveTo>
                  <a:cubicBezTo>
                    <a:pt x="13086" y="38346"/>
                    <a:pt x="6974" y="35209"/>
                    <a:pt x="3470" y="29505"/>
                  </a:cubicBezTo>
                  <a:lnTo>
                    <a:pt x="2778" y="28385"/>
                  </a:lnTo>
                  <a:cubicBezTo>
                    <a:pt x="-2621" y="19645"/>
                    <a:pt x="89" y="8176"/>
                    <a:pt x="8828" y="2778"/>
                  </a:cubicBezTo>
                  <a:cubicBezTo>
                    <a:pt x="17568" y="-2621"/>
                    <a:pt x="29037" y="89"/>
                    <a:pt x="34435" y="8828"/>
                  </a:cubicBezTo>
                  <a:lnTo>
                    <a:pt x="35148" y="9969"/>
                  </a:lnTo>
                  <a:cubicBezTo>
                    <a:pt x="40546" y="18708"/>
                    <a:pt x="37817" y="30177"/>
                    <a:pt x="29077" y="35576"/>
                  </a:cubicBezTo>
                  <a:cubicBezTo>
                    <a:pt x="26042" y="37450"/>
                    <a:pt x="22660" y="38346"/>
                    <a:pt x="19319" y="38346"/>
                  </a:cubicBezTo>
                  <a:close/>
                </a:path>
              </a:pathLst>
            </a:custGeom>
            <a:grpFill/>
            <a:ln w="2035"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C21A77AD-3674-DBB4-96C8-1509E17DFD86}"/>
                </a:ext>
              </a:extLst>
            </p:cNvPr>
            <p:cNvSpPr/>
            <p:nvPr/>
          </p:nvSpPr>
          <p:spPr>
            <a:xfrm>
              <a:off x="1373082" y="3167123"/>
              <a:ext cx="37952" cy="38337"/>
            </a:xfrm>
            <a:custGeom>
              <a:avLst/>
              <a:gdLst>
                <a:gd name="connsiteX0" fmla="*/ 18581 w 37952"/>
                <a:gd name="connsiteY0" fmla="*/ 38338 h 38337"/>
                <a:gd name="connsiteX1" fmla="*/ 8253 w 37952"/>
                <a:gd name="connsiteY1" fmla="*/ 35180 h 38337"/>
                <a:gd name="connsiteX2" fmla="*/ 3140 w 37952"/>
                <a:gd name="connsiteY2" fmla="*/ 9370 h 38337"/>
                <a:gd name="connsiteX3" fmla="*/ 3893 w 37952"/>
                <a:gd name="connsiteY3" fmla="*/ 8229 h 38337"/>
                <a:gd name="connsiteX4" fmla="*/ 29724 w 37952"/>
                <a:gd name="connsiteY4" fmla="*/ 3177 h 38337"/>
                <a:gd name="connsiteX5" fmla="*/ 34776 w 37952"/>
                <a:gd name="connsiteY5" fmla="*/ 29008 h 38337"/>
                <a:gd name="connsiteX6" fmla="*/ 34063 w 37952"/>
                <a:gd name="connsiteY6" fmla="*/ 30087 h 38337"/>
                <a:gd name="connsiteX7" fmla="*/ 18581 w 37952"/>
                <a:gd name="connsiteY7" fmla="*/ 38338 h 3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2" h="38337">
                  <a:moveTo>
                    <a:pt x="18581" y="38338"/>
                  </a:moveTo>
                  <a:cubicBezTo>
                    <a:pt x="15016" y="38338"/>
                    <a:pt x="11431" y="37319"/>
                    <a:pt x="8253" y="35180"/>
                  </a:cubicBezTo>
                  <a:cubicBezTo>
                    <a:pt x="-283" y="29456"/>
                    <a:pt x="-2564" y="17905"/>
                    <a:pt x="3140" y="9370"/>
                  </a:cubicBezTo>
                  <a:lnTo>
                    <a:pt x="3893" y="8229"/>
                  </a:lnTo>
                  <a:cubicBezTo>
                    <a:pt x="9638" y="-307"/>
                    <a:pt x="21189" y="-2568"/>
                    <a:pt x="29724" y="3177"/>
                  </a:cubicBezTo>
                  <a:cubicBezTo>
                    <a:pt x="38260" y="8921"/>
                    <a:pt x="40521" y="20472"/>
                    <a:pt x="34776" y="29008"/>
                  </a:cubicBezTo>
                  <a:lnTo>
                    <a:pt x="34063" y="30087"/>
                  </a:lnTo>
                  <a:cubicBezTo>
                    <a:pt x="30478" y="35445"/>
                    <a:pt x="24591" y="38338"/>
                    <a:pt x="18581" y="38338"/>
                  </a:cubicBezTo>
                  <a:close/>
                </a:path>
              </a:pathLst>
            </a:custGeom>
            <a:grpFill/>
            <a:ln w="2035"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B0DC1A2A-2FA9-3768-B03C-DFC614B9FB6E}"/>
                </a:ext>
              </a:extLst>
            </p:cNvPr>
            <p:cNvSpPr/>
            <p:nvPr/>
          </p:nvSpPr>
          <p:spPr>
            <a:xfrm>
              <a:off x="2669106" y="3104536"/>
              <a:ext cx="38074" cy="38261"/>
            </a:xfrm>
            <a:custGeom>
              <a:avLst/>
              <a:gdLst>
                <a:gd name="connsiteX0" fmla="*/ 19459 w 38074"/>
                <a:gd name="connsiteY0" fmla="*/ 38262 h 38261"/>
                <a:gd name="connsiteX1" fmla="*/ 5056 w 38074"/>
                <a:gd name="connsiteY1" fmla="*/ 31437 h 38261"/>
                <a:gd name="connsiteX2" fmla="*/ 4221 w 38074"/>
                <a:gd name="connsiteY2" fmla="*/ 30419 h 38261"/>
                <a:gd name="connsiteX3" fmla="*/ 6808 w 38074"/>
                <a:gd name="connsiteY3" fmla="*/ 4221 h 38261"/>
                <a:gd name="connsiteX4" fmla="*/ 33006 w 38074"/>
                <a:gd name="connsiteY4" fmla="*/ 6808 h 38261"/>
                <a:gd name="connsiteX5" fmla="*/ 33861 w 38074"/>
                <a:gd name="connsiteY5" fmla="*/ 7847 h 38261"/>
                <a:gd name="connsiteX6" fmla="*/ 31254 w 38074"/>
                <a:gd name="connsiteY6" fmla="*/ 34024 h 38261"/>
                <a:gd name="connsiteX7" fmla="*/ 19479 w 38074"/>
                <a:gd name="connsiteY7" fmla="*/ 38241 h 3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61">
                  <a:moveTo>
                    <a:pt x="19459" y="38262"/>
                  </a:moveTo>
                  <a:cubicBezTo>
                    <a:pt x="14081" y="38262"/>
                    <a:pt x="8723" y="35939"/>
                    <a:pt x="5056" y="31437"/>
                  </a:cubicBezTo>
                  <a:lnTo>
                    <a:pt x="4221" y="30419"/>
                  </a:lnTo>
                  <a:cubicBezTo>
                    <a:pt x="-2298" y="22474"/>
                    <a:pt x="-1137" y="10740"/>
                    <a:pt x="6808" y="4221"/>
                  </a:cubicBezTo>
                  <a:cubicBezTo>
                    <a:pt x="14753" y="-2298"/>
                    <a:pt x="26487" y="-1137"/>
                    <a:pt x="33006" y="6808"/>
                  </a:cubicBezTo>
                  <a:lnTo>
                    <a:pt x="33861" y="7847"/>
                  </a:lnTo>
                  <a:cubicBezTo>
                    <a:pt x="40380" y="15792"/>
                    <a:pt x="39199" y="27526"/>
                    <a:pt x="31254" y="34024"/>
                  </a:cubicBezTo>
                  <a:cubicBezTo>
                    <a:pt x="27791" y="36856"/>
                    <a:pt x="23615" y="38241"/>
                    <a:pt x="19479" y="38241"/>
                  </a:cubicBezTo>
                  <a:close/>
                </a:path>
              </a:pathLst>
            </a:custGeom>
            <a:grpFill/>
            <a:ln w="2035"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42529E77-9B70-D077-F8DC-E89FAFFFD49F}"/>
                </a:ext>
              </a:extLst>
            </p:cNvPr>
            <p:cNvSpPr/>
            <p:nvPr/>
          </p:nvSpPr>
          <p:spPr>
            <a:xfrm>
              <a:off x="1438664" y="3082046"/>
              <a:ext cx="38074" cy="38200"/>
            </a:xfrm>
            <a:custGeom>
              <a:avLst/>
              <a:gdLst>
                <a:gd name="connsiteX0" fmla="*/ 18596 w 38074"/>
                <a:gd name="connsiteY0" fmla="*/ 38201 h 38200"/>
                <a:gd name="connsiteX1" fmla="*/ 6312 w 38074"/>
                <a:gd name="connsiteY1" fmla="*/ 33556 h 38200"/>
                <a:gd name="connsiteX2" fmla="*/ 4641 w 38074"/>
                <a:gd name="connsiteY2" fmla="*/ 7297 h 38200"/>
                <a:gd name="connsiteX3" fmla="*/ 5538 w 38074"/>
                <a:gd name="connsiteY3" fmla="*/ 6279 h 38200"/>
                <a:gd name="connsiteX4" fmla="*/ 31796 w 38074"/>
                <a:gd name="connsiteY4" fmla="*/ 4669 h 38200"/>
                <a:gd name="connsiteX5" fmla="*/ 33406 w 38074"/>
                <a:gd name="connsiteY5" fmla="*/ 30928 h 38200"/>
                <a:gd name="connsiteX6" fmla="*/ 32550 w 38074"/>
                <a:gd name="connsiteY6" fmla="*/ 31885 h 38200"/>
                <a:gd name="connsiteX7" fmla="*/ 18575 w 38074"/>
                <a:gd name="connsiteY7" fmla="*/ 38201 h 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00">
                  <a:moveTo>
                    <a:pt x="18596" y="38201"/>
                  </a:moveTo>
                  <a:cubicBezTo>
                    <a:pt x="14216" y="38201"/>
                    <a:pt x="9836" y="36673"/>
                    <a:pt x="6312" y="33556"/>
                  </a:cubicBezTo>
                  <a:cubicBezTo>
                    <a:pt x="-1409" y="26772"/>
                    <a:pt x="-2142" y="14998"/>
                    <a:pt x="4641" y="7297"/>
                  </a:cubicBezTo>
                  <a:lnTo>
                    <a:pt x="5538" y="6279"/>
                  </a:lnTo>
                  <a:cubicBezTo>
                    <a:pt x="12342" y="-1422"/>
                    <a:pt x="24116" y="-2135"/>
                    <a:pt x="31796" y="4669"/>
                  </a:cubicBezTo>
                  <a:cubicBezTo>
                    <a:pt x="39497" y="11473"/>
                    <a:pt x="40210" y="23248"/>
                    <a:pt x="33406" y="30928"/>
                  </a:cubicBezTo>
                  <a:lnTo>
                    <a:pt x="32550" y="31885"/>
                  </a:lnTo>
                  <a:cubicBezTo>
                    <a:pt x="28863" y="36062"/>
                    <a:pt x="23729" y="38201"/>
                    <a:pt x="18575" y="38201"/>
                  </a:cubicBezTo>
                  <a:close/>
                </a:path>
              </a:pathLst>
            </a:custGeom>
            <a:grpFill/>
            <a:ln w="2035"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676183A6-52BC-0B30-6BB2-512A37C2C13A}"/>
                </a:ext>
              </a:extLst>
            </p:cNvPr>
            <p:cNvSpPr/>
            <p:nvPr/>
          </p:nvSpPr>
          <p:spPr>
            <a:xfrm>
              <a:off x="2595462" y="3026133"/>
              <a:ext cx="38189" cy="38112"/>
            </a:xfrm>
            <a:custGeom>
              <a:avLst/>
              <a:gdLst>
                <a:gd name="connsiteX0" fmla="*/ 19583 w 38189"/>
                <a:gd name="connsiteY0" fmla="*/ 38113 h 38112"/>
                <a:gd name="connsiteX1" fmla="*/ 6871 w 38189"/>
                <a:gd name="connsiteY1" fmla="*/ 33101 h 38112"/>
                <a:gd name="connsiteX2" fmla="*/ 5914 w 38189"/>
                <a:gd name="connsiteY2" fmla="*/ 32205 h 38112"/>
                <a:gd name="connsiteX3" fmla="*/ 5017 w 38189"/>
                <a:gd name="connsiteY3" fmla="*/ 5906 h 38112"/>
                <a:gd name="connsiteX4" fmla="*/ 31317 w 38189"/>
                <a:gd name="connsiteY4" fmla="*/ 5009 h 38112"/>
                <a:gd name="connsiteX5" fmla="*/ 32294 w 38189"/>
                <a:gd name="connsiteY5" fmla="*/ 5926 h 38112"/>
                <a:gd name="connsiteX6" fmla="*/ 33170 w 38189"/>
                <a:gd name="connsiteY6" fmla="*/ 32225 h 38112"/>
                <a:gd name="connsiteX7" fmla="*/ 19583 w 38189"/>
                <a:gd name="connsiteY7" fmla="*/ 38113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89" h="38112">
                  <a:moveTo>
                    <a:pt x="19583" y="38113"/>
                  </a:moveTo>
                  <a:cubicBezTo>
                    <a:pt x="15020" y="38113"/>
                    <a:pt x="10456" y="36442"/>
                    <a:pt x="6871" y="33101"/>
                  </a:cubicBezTo>
                  <a:lnTo>
                    <a:pt x="5914" y="32205"/>
                  </a:lnTo>
                  <a:cubicBezTo>
                    <a:pt x="-1604" y="25197"/>
                    <a:pt x="-2011" y="13423"/>
                    <a:pt x="5017" y="5906"/>
                  </a:cubicBezTo>
                  <a:cubicBezTo>
                    <a:pt x="12025" y="-1611"/>
                    <a:pt x="23800" y="-1998"/>
                    <a:pt x="31317" y="5009"/>
                  </a:cubicBezTo>
                  <a:lnTo>
                    <a:pt x="32294" y="5926"/>
                  </a:lnTo>
                  <a:cubicBezTo>
                    <a:pt x="39791" y="12954"/>
                    <a:pt x="40199" y="24729"/>
                    <a:pt x="33170" y="32225"/>
                  </a:cubicBezTo>
                  <a:cubicBezTo>
                    <a:pt x="29504" y="36137"/>
                    <a:pt x="24553" y="38113"/>
                    <a:pt x="19583" y="38113"/>
                  </a:cubicBezTo>
                  <a:close/>
                </a:path>
              </a:pathLst>
            </a:custGeom>
            <a:grpFill/>
            <a:ln w="2035"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6EAA2A2B-671D-5362-1E30-91A19976C7AA}"/>
                </a:ext>
              </a:extLst>
            </p:cNvPr>
            <p:cNvSpPr/>
            <p:nvPr/>
          </p:nvSpPr>
          <p:spPr>
            <a:xfrm>
              <a:off x="1514946" y="3006352"/>
              <a:ext cx="38240" cy="38093"/>
            </a:xfrm>
            <a:custGeom>
              <a:avLst/>
              <a:gdLst>
                <a:gd name="connsiteX0" fmla="*/ 18624 w 38240"/>
                <a:gd name="connsiteY0" fmla="*/ 38093 h 38093"/>
                <a:gd name="connsiteX1" fmla="*/ 4568 w 38240"/>
                <a:gd name="connsiteY1" fmla="*/ 31697 h 38093"/>
                <a:gd name="connsiteX2" fmla="*/ 6401 w 38240"/>
                <a:gd name="connsiteY2" fmla="*/ 5438 h 38093"/>
                <a:gd name="connsiteX3" fmla="*/ 7440 w 38240"/>
                <a:gd name="connsiteY3" fmla="*/ 4542 h 38093"/>
                <a:gd name="connsiteX4" fmla="*/ 33699 w 38240"/>
                <a:gd name="connsiteY4" fmla="*/ 6416 h 38093"/>
                <a:gd name="connsiteX5" fmla="*/ 31825 w 38240"/>
                <a:gd name="connsiteY5" fmla="*/ 32675 h 38093"/>
                <a:gd name="connsiteX6" fmla="*/ 30847 w 38240"/>
                <a:gd name="connsiteY6" fmla="*/ 33530 h 38093"/>
                <a:gd name="connsiteX7" fmla="*/ 18644 w 38240"/>
                <a:gd name="connsiteY7" fmla="*/ 38093 h 3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93">
                  <a:moveTo>
                    <a:pt x="18624" y="38093"/>
                  </a:moveTo>
                  <a:cubicBezTo>
                    <a:pt x="13429" y="38093"/>
                    <a:pt x="8255" y="35934"/>
                    <a:pt x="4568" y="31697"/>
                  </a:cubicBezTo>
                  <a:cubicBezTo>
                    <a:pt x="-2175" y="23935"/>
                    <a:pt x="-1360" y="12181"/>
                    <a:pt x="6401" y="5438"/>
                  </a:cubicBezTo>
                  <a:lnTo>
                    <a:pt x="7440" y="4542"/>
                  </a:lnTo>
                  <a:cubicBezTo>
                    <a:pt x="15202" y="-2181"/>
                    <a:pt x="26956" y="-1345"/>
                    <a:pt x="33699" y="6416"/>
                  </a:cubicBezTo>
                  <a:cubicBezTo>
                    <a:pt x="40421" y="14178"/>
                    <a:pt x="39586" y="25932"/>
                    <a:pt x="31825" y="32675"/>
                  </a:cubicBezTo>
                  <a:lnTo>
                    <a:pt x="30847" y="33530"/>
                  </a:lnTo>
                  <a:cubicBezTo>
                    <a:pt x="27323" y="36586"/>
                    <a:pt x="22963" y="38093"/>
                    <a:pt x="18644" y="38093"/>
                  </a:cubicBezTo>
                  <a:close/>
                </a:path>
              </a:pathLst>
            </a:custGeom>
            <a:grpFill/>
            <a:ln w="2035"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D3FB0A49-F5C9-1E99-E9AC-996302B3B5BC}"/>
                </a:ext>
              </a:extLst>
            </p:cNvPr>
            <p:cNvSpPr/>
            <p:nvPr/>
          </p:nvSpPr>
          <p:spPr>
            <a:xfrm>
              <a:off x="2512150" y="2958133"/>
              <a:ext cx="38297" cy="37991"/>
            </a:xfrm>
            <a:custGeom>
              <a:avLst/>
              <a:gdLst>
                <a:gd name="connsiteX0" fmla="*/ 19677 w 38297"/>
                <a:gd name="connsiteY0" fmla="*/ 37991 h 37991"/>
                <a:gd name="connsiteX1" fmla="*/ 8880 w 38297"/>
                <a:gd name="connsiteY1" fmla="*/ 34528 h 37991"/>
                <a:gd name="connsiteX2" fmla="*/ 7821 w 38297"/>
                <a:gd name="connsiteY2" fmla="*/ 33774 h 37991"/>
                <a:gd name="connsiteX3" fmla="*/ 3441 w 38297"/>
                <a:gd name="connsiteY3" fmla="*/ 7821 h 37991"/>
                <a:gd name="connsiteX4" fmla="*/ 29394 w 38297"/>
                <a:gd name="connsiteY4" fmla="*/ 3441 h 37991"/>
                <a:gd name="connsiteX5" fmla="*/ 30494 w 38297"/>
                <a:gd name="connsiteY5" fmla="*/ 4215 h 37991"/>
                <a:gd name="connsiteX6" fmla="*/ 34834 w 38297"/>
                <a:gd name="connsiteY6" fmla="*/ 30168 h 37991"/>
                <a:gd name="connsiteX7" fmla="*/ 19677 w 38297"/>
                <a:gd name="connsiteY7" fmla="*/ 37971 h 3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7" h="37991">
                  <a:moveTo>
                    <a:pt x="19677" y="37991"/>
                  </a:moveTo>
                  <a:cubicBezTo>
                    <a:pt x="15929" y="37991"/>
                    <a:pt x="12160" y="36871"/>
                    <a:pt x="8880" y="34528"/>
                  </a:cubicBezTo>
                  <a:lnTo>
                    <a:pt x="7821" y="33774"/>
                  </a:lnTo>
                  <a:cubicBezTo>
                    <a:pt x="-552" y="27805"/>
                    <a:pt x="-2507" y="16194"/>
                    <a:pt x="3441" y="7821"/>
                  </a:cubicBezTo>
                  <a:cubicBezTo>
                    <a:pt x="9390" y="-552"/>
                    <a:pt x="21022" y="-2507"/>
                    <a:pt x="29394" y="3441"/>
                  </a:cubicBezTo>
                  <a:lnTo>
                    <a:pt x="30494" y="4215"/>
                  </a:lnTo>
                  <a:cubicBezTo>
                    <a:pt x="38867" y="10184"/>
                    <a:pt x="40802" y="21816"/>
                    <a:pt x="34834" y="30168"/>
                  </a:cubicBezTo>
                  <a:cubicBezTo>
                    <a:pt x="31207" y="35261"/>
                    <a:pt x="25483" y="37971"/>
                    <a:pt x="19677" y="37971"/>
                  </a:cubicBezTo>
                  <a:close/>
                </a:path>
              </a:pathLst>
            </a:custGeom>
            <a:grpFill/>
            <a:ln w="2035"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28485135-58AB-9DA5-58FC-5BCEACDE940C}"/>
                </a:ext>
              </a:extLst>
            </p:cNvPr>
            <p:cNvSpPr/>
            <p:nvPr/>
          </p:nvSpPr>
          <p:spPr>
            <a:xfrm>
              <a:off x="1600623" y="2941408"/>
              <a:ext cx="38338" cy="37970"/>
            </a:xfrm>
            <a:custGeom>
              <a:avLst/>
              <a:gdLst>
                <a:gd name="connsiteX0" fmla="*/ 18629 w 38338"/>
                <a:gd name="connsiteY0" fmla="*/ 37950 h 37970"/>
                <a:gd name="connsiteX1" fmla="*/ 3065 w 38338"/>
                <a:gd name="connsiteY1" fmla="*/ 29578 h 37970"/>
                <a:gd name="connsiteX2" fmla="*/ 8382 w 38338"/>
                <a:gd name="connsiteY2" fmla="*/ 3808 h 37970"/>
                <a:gd name="connsiteX3" fmla="*/ 9503 w 38338"/>
                <a:gd name="connsiteY3" fmla="*/ 3074 h 37970"/>
                <a:gd name="connsiteX4" fmla="*/ 35273 w 38338"/>
                <a:gd name="connsiteY4" fmla="*/ 8391 h 37970"/>
                <a:gd name="connsiteX5" fmla="*/ 29956 w 38338"/>
                <a:gd name="connsiteY5" fmla="*/ 34161 h 37970"/>
                <a:gd name="connsiteX6" fmla="*/ 28835 w 38338"/>
                <a:gd name="connsiteY6" fmla="*/ 34895 h 37970"/>
                <a:gd name="connsiteX7" fmla="*/ 18609 w 38338"/>
                <a:gd name="connsiteY7" fmla="*/ 37971 h 3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8" h="37970">
                  <a:moveTo>
                    <a:pt x="18629" y="37950"/>
                  </a:moveTo>
                  <a:cubicBezTo>
                    <a:pt x="12579" y="37950"/>
                    <a:pt x="6651" y="34996"/>
                    <a:pt x="3065" y="29578"/>
                  </a:cubicBezTo>
                  <a:cubicBezTo>
                    <a:pt x="-2577" y="21001"/>
                    <a:pt x="-214" y="9451"/>
                    <a:pt x="8382" y="3808"/>
                  </a:cubicBezTo>
                  <a:lnTo>
                    <a:pt x="9503" y="3074"/>
                  </a:lnTo>
                  <a:cubicBezTo>
                    <a:pt x="18079" y="-2589"/>
                    <a:pt x="29630" y="-205"/>
                    <a:pt x="35273" y="8391"/>
                  </a:cubicBezTo>
                  <a:cubicBezTo>
                    <a:pt x="40915" y="16968"/>
                    <a:pt x="38552" y="28518"/>
                    <a:pt x="29956" y="34161"/>
                  </a:cubicBezTo>
                  <a:lnTo>
                    <a:pt x="28835" y="34895"/>
                  </a:lnTo>
                  <a:cubicBezTo>
                    <a:pt x="25678" y="36972"/>
                    <a:pt x="22133" y="37971"/>
                    <a:pt x="18609" y="37971"/>
                  </a:cubicBezTo>
                  <a:close/>
                </a:path>
              </a:pathLst>
            </a:custGeom>
            <a:grpFill/>
            <a:ln w="2035"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C3107FFB-7B74-D235-B3B8-8609F1E248E6}"/>
                </a:ext>
              </a:extLst>
            </p:cNvPr>
            <p:cNvSpPr/>
            <p:nvPr/>
          </p:nvSpPr>
          <p:spPr>
            <a:xfrm>
              <a:off x="2419272" y="2895139"/>
              <a:ext cx="38390" cy="37854"/>
            </a:xfrm>
            <a:custGeom>
              <a:avLst/>
              <a:gdLst>
                <a:gd name="connsiteX0" fmla="*/ 19765 w 38390"/>
                <a:gd name="connsiteY0" fmla="*/ 37854 h 37854"/>
                <a:gd name="connsiteX1" fmla="*/ 11086 w 38390"/>
                <a:gd name="connsiteY1" fmla="*/ 35695 h 37854"/>
                <a:gd name="connsiteX2" fmla="*/ 9946 w 38390"/>
                <a:gd name="connsiteY2" fmla="*/ 35084 h 37854"/>
                <a:gd name="connsiteX3" fmla="*/ 2143 w 38390"/>
                <a:gd name="connsiteY3" fmla="*/ 9946 h 37854"/>
                <a:gd name="connsiteX4" fmla="*/ 27282 w 38390"/>
                <a:gd name="connsiteY4" fmla="*/ 2143 h 37854"/>
                <a:gd name="connsiteX5" fmla="*/ 28484 w 38390"/>
                <a:gd name="connsiteY5" fmla="*/ 2775 h 37854"/>
                <a:gd name="connsiteX6" fmla="*/ 36225 w 38390"/>
                <a:gd name="connsiteY6" fmla="*/ 27934 h 37854"/>
                <a:gd name="connsiteX7" fmla="*/ 19765 w 38390"/>
                <a:gd name="connsiteY7" fmla="*/ 37834 h 37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90" h="37854">
                  <a:moveTo>
                    <a:pt x="19765" y="37854"/>
                  </a:moveTo>
                  <a:cubicBezTo>
                    <a:pt x="16831" y="37854"/>
                    <a:pt x="13857" y="37162"/>
                    <a:pt x="11086" y="35695"/>
                  </a:cubicBezTo>
                  <a:lnTo>
                    <a:pt x="9946" y="35084"/>
                  </a:lnTo>
                  <a:cubicBezTo>
                    <a:pt x="860" y="30297"/>
                    <a:pt x="-2644" y="19031"/>
                    <a:pt x="2143" y="9946"/>
                  </a:cubicBezTo>
                  <a:cubicBezTo>
                    <a:pt x="6931" y="860"/>
                    <a:pt x="18176" y="-2644"/>
                    <a:pt x="27282" y="2143"/>
                  </a:cubicBezTo>
                  <a:lnTo>
                    <a:pt x="28484" y="2775"/>
                  </a:lnTo>
                  <a:cubicBezTo>
                    <a:pt x="37569" y="7583"/>
                    <a:pt x="41032" y="18848"/>
                    <a:pt x="36225" y="27934"/>
                  </a:cubicBezTo>
                  <a:cubicBezTo>
                    <a:pt x="32884" y="34249"/>
                    <a:pt x="26426" y="37834"/>
                    <a:pt x="19765" y="37834"/>
                  </a:cubicBezTo>
                  <a:close/>
                </a:path>
              </a:pathLst>
            </a:custGeom>
            <a:grpFill/>
            <a:ln w="2035"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E203DC49-147E-A2A4-8199-6EF39EA52EC0}"/>
                </a:ext>
              </a:extLst>
            </p:cNvPr>
            <p:cNvSpPr/>
            <p:nvPr/>
          </p:nvSpPr>
          <p:spPr>
            <a:xfrm>
              <a:off x="1694183" y="2888406"/>
              <a:ext cx="38410" cy="37824"/>
            </a:xfrm>
            <a:custGeom>
              <a:avLst/>
              <a:gdLst>
                <a:gd name="connsiteX0" fmla="*/ 18635 w 38410"/>
                <a:gd name="connsiteY0" fmla="*/ 37824 h 37824"/>
                <a:gd name="connsiteX1" fmla="*/ 1849 w 38410"/>
                <a:gd name="connsiteY1" fmla="*/ 27292 h 37824"/>
                <a:gd name="connsiteX2" fmla="*/ 10527 w 38410"/>
                <a:gd name="connsiteY2" fmla="*/ 2439 h 37824"/>
                <a:gd name="connsiteX3" fmla="*/ 11729 w 38410"/>
                <a:gd name="connsiteY3" fmla="*/ 1848 h 37824"/>
                <a:gd name="connsiteX4" fmla="*/ 36562 w 38410"/>
                <a:gd name="connsiteY4" fmla="*/ 10547 h 37824"/>
                <a:gd name="connsiteX5" fmla="*/ 27863 w 38410"/>
                <a:gd name="connsiteY5" fmla="*/ 35380 h 37824"/>
                <a:gd name="connsiteX6" fmla="*/ 26682 w 38410"/>
                <a:gd name="connsiteY6" fmla="*/ 35950 h 37824"/>
                <a:gd name="connsiteX7" fmla="*/ 18614 w 38410"/>
                <a:gd name="connsiteY7" fmla="*/ 37804 h 3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0" h="37824">
                  <a:moveTo>
                    <a:pt x="18635" y="37824"/>
                  </a:moveTo>
                  <a:cubicBezTo>
                    <a:pt x="11709" y="37824"/>
                    <a:pt x="5068" y="33954"/>
                    <a:pt x="1849" y="27292"/>
                  </a:cubicBezTo>
                  <a:cubicBezTo>
                    <a:pt x="-2612" y="18044"/>
                    <a:pt x="1278" y="6921"/>
                    <a:pt x="10527" y="2439"/>
                  </a:cubicBezTo>
                  <a:lnTo>
                    <a:pt x="11729" y="1848"/>
                  </a:lnTo>
                  <a:cubicBezTo>
                    <a:pt x="20998" y="-2613"/>
                    <a:pt x="32121" y="1278"/>
                    <a:pt x="36562" y="10547"/>
                  </a:cubicBezTo>
                  <a:cubicBezTo>
                    <a:pt x="41023" y="19816"/>
                    <a:pt x="37132" y="30918"/>
                    <a:pt x="27863" y="35380"/>
                  </a:cubicBezTo>
                  <a:lnTo>
                    <a:pt x="26682" y="35950"/>
                  </a:lnTo>
                  <a:cubicBezTo>
                    <a:pt x="24074" y="37213"/>
                    <a:pt x="21324" y="37804"/>
                    <a:pt x="18614" y="37804"/>
                  </a:cubicBezTo>
                  <a:close/>
                </a:path>
              </a:pathLst>
            </a:custGeom>
            <a:grpFill/>
            <a:ln w="2035"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9A14AAB6-5162-9394-9DC8-0B21CF579064}"/>
                </a:ext>
              </a:extLst>
            </p:cNvPr>
            <p:cNvSpPr/>
            <p:nvPr/>
          </p:nvSpPr>
          <p:spPr>
            <a:xfrm>
              <a:off x="2308973" y="2831531"/>
              <a:ext cx="38479" cy="37699"/>
            </a:xfrm>
            <a:custGeom>
              <a:avLst/>
              <a:gdLst>
                <a:gd name="connsiteX0" fmla="*/ 19875 w 38479"/>
                <a:gd name="connsiteY0" fmla="*/ 37700 h 37699"/>
                <a:gd name="connsiteX1" fmla="*/ 13437 w 38479"/>
                <a:gd name="connsiteY1" fmla="*/ 36539 h 37699"/>
                <a:gd name="connsiteX2" fmla="*/ 12236 w 38479"/>
                <a:gd name="connsiteY2" fmla="*/ 36090 h 37699"/>
                <a:gd name="connsiteX3" fmla="*/ 1133 w 38479"/>
                <a:gd name="connsiteY3" fmla="*/ 12236 h 37699"/>
                <a:gd name="connsiteX4" fmla="*/ 24988 w 38479"/>
                <a:gd name="connsiteY4" fmla="*/ 1133 h 37699"/>
                <a:gd name="connsiteX5" fmla="*/ 26292 w 38479"/>
                <a:gd name="connsiteY5" fmla="*/ 1602 h 37699"/>
                <a:gd name="connsiteX6" fmla="*/ 37333 w 38479"/>
                <a:gd name="connsiteY6" fmla="*/ 25497 h 37699"/>
                <a:gd name="connsiteX7" fmla="*/ 19875 w 38479"/>
                <a:gd name="connsiteY7" fmla="*/ 37679 h 37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79" h="37699">
                  <a:moveTo>
                    <a:pt x="19875" y="37700"/>
                  </a:moveTo>
                  <a:cubicBezTo>
                    <a:pt x="17736" y="37700"/>
                    <a:pt x="15577" y="37333"/>
                    <a:pt x="13437" y="36539"/>
                  </a:cubicBezTo>
                  <a:lnTo>
                    <a:pt x="12236" y="36090"/>
                  </a:lnTo>
                  <a:cubicBezTo>
                    <a:pt x="2580" y="32566"/>
                    <a:pt x="-2391" y="21892"/>
                    <a:pt x="1133" y="12236"/>
                  </a:cubicBezTo>
                  <a:cubicBezTo>
                    <a:pt x="4657" y="2580"/>
                    <a:pt x="15352" y="-2391"/>
                    <a:pt x="24988" y="1133"/>
                  </a:cubicBezTo>
                  <a:lnTo>
                    <a:pt x="26292" y="1602"/>
                  </a:lnTo>
                  <a:cubicBezTo>
                    <a:pt x="35927" y="5146"/>
                    <a:pt x="40878" y="15841"/>
                    <a:pt x="37333" y="25497"/>
                  </a:cubicBezTo>
                  <a:cubicBezTo>
                    <a:pt x="34563" y="33014"/>
                    <a:pt x="27453" y="37679"/>
                    <a:pt x="19875" y="37679"/>
                  </a:cubicBezTo>
                  <a:close/>
                </a:path>
              </a:pathLst>
            </a:custGeom>
            <a:grpFill/>
            <a:ln w="2035"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3757F194-FAC4-0B1C-6987-9161C84E7CA3}"/>
                </a:ext>
              </a:extLst>
            </p:cNvPr>
            <p:cNvSpPr/>
            <p:nvPr/>
          </p:nvSpPr>
          <p:spPr>
            <a:xfrm>
              <a:off x="1808654" y="2840425"/>
              <a:ext cx="38514" cy="37647"/>
            </a:xfrm>
            <a:custGeom>
              <a:avLst/>
              <a:gdLst>
                <a:gd name="connsiteX0" fmla="*/ 18610 w 38514"/>
                <a:gd name="connsiteY0" fmla="*/ 37647 h 37647"/>
                <a:gd name="connsiteX1" fmla="*/ 928 w 38514"/>
                <a:gd name="connsiteY1" fmla="*/ 24814 h 37647"/>
                <a:gd name="connsiteX2" fmla="*/ 12845 w 38514"/>
                <a:gd name="connsiteY2" fmla="*/ 1346 h 37647"/>
                <a:gd name="connsiteX3" fmla="*/ 14149 w 38514"/>
                <a:gd name="connsiteY3" fmla="*/ 918 h 37647"/>
                <a:gd name="connsiteX4" fmla="*/ 37596 w 38514"/>
                <a:gd name="connsiteY4" fmla="*/ 12856 h 37647"/>
                <a:gd name="connsiteX5" fmla="*/ 25659 w 38514"/>
                <a:gd name="connsiteY5" fmla="*/ 36303 h 37647"/>
                <a:gd name="connsiteX6" fmla="*/ 24416 w 38514"/>
                <a:gd name="connsiteY6" fmla="*/ 36710 h 37647"/>
                <a:gd name="connsiteX7" fmla="*/ 18630 w 38514"/>
                <a:gd name="connsiteY7" fmla="*/ 37627 h 3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4" h="37647">
                  <a:moveTo>
                    <a:pt x="18610" y="37647"/>
                  </a:moveTo>
                  <a:cubicBezTo>
                    <a:pt x="10767" y="37647"/>
                    <a:pt x="3495" y="32657"/>
                    <a:pt x="928" y="24814"/>
                  </a:cubicBezTo>
                  <a:cubicBezTo>
                    <a:pt x="-2271" y="15035"/>
                    <a:pt x="3067" y="4544"/>
                    <a:pt x="12845" y="1346"/>
                  </a:cubicBezTo>
                  <a:lnTo>
                    <a:pt x="14149" y="918"/>
                  </a:lnTo>
                  <a:cubicBezTo>
                    <a:pt x="23927" y="-2260"/>
                    <a:pt x="34418" y="3077"/>
                    <a:pt x="37596" y="12856"/>
                  </a:cubicBezTo>
                  <a:cubicBezTo>
                    <a:pt x="40774" y="22634"/>
                    <a:pt x="35437" y="33125"/>
                    <a:pt x="25659" y="36303"/>
                  </a:cubicBezTo>
                  <a:lnTo>
                    <a:pt x="24416" y="36710"/>
                  </a:lnTo>
                  <a:cubicBezTo>
                    <a:pt x="22501" y="37342"/>
                    <a:pt x="20545" y="37627"/>
                    <a:pt x="18630" y="37627"/>
                  </a:cubicBezTo>
                  <a:close/>
                </a:path>
              </a:pathLst>
            </a:custGeom>
            <a:grpFill/>
            <a:ln w="2035"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E019C13E-C8F7-CB8E-547C-76C3F3C0342E}"/>
                </a:ext>
              </a:extLst>
            </p:cNvPr>
            <p:cNvSpPr/>
            <p:nvPr/>
          </p:nvSpPr>
          <p:spPr>
            <a:xfrm>
              <a:off x="2164525" y="2802772"/>
              <a:ext cx="38546" cy="37531"/>
            </a:xfrm>
            <a:custGeom>
              <a:avLst/>
              <a:gdLst>
                <a:gd name="connsiteX0" fmla="*/ 19931 w 38546"/>
                <a:gd name="connsiteY0" fmla="*/ 37511 h 37531"/>
                <a:gd name="connsiteX1" fmla="*/ 15877 w 38546"/>
                <a:gd name="connsiteY1" fmla="*/ 37063 h 37531"/>
                <a:gd name="connsiteX2" fmla="*/ 14634 w 38546"/>
                <a:gd name="connsiteY2" fmla="*/ 36798 h 37531"/>
                <a:gd name="connsiteX3" fmla="*/ 435 w 38546"/>
                <a:gd name="connsiteY3" fmla="*/ 14634 h 37531"/>
                <a:gd name="connsiteX4" fmla="*/ 22599 w 38546"/>
                <a:gd name="connsiteY4" fmla="*/ 435 h 37531"/>
                <a:gd name="connsiteX5" fmla="*/ 23964 w 38546"/>
                <a:gd name="connsiteY5" fmla="*/ 741 h 37531"/>
                <a:gd name="connsiteX6" fmla="*/ 38102 w 38546"/>
                <a:gd name="connsiteY6" fmla="*/ 22946 h 37531"/>
                <a:gd name="connsiteX7" fmla="*/ 19951 w 38546"/>
                <a:gd name="connsiteY7" fmla="*/ 37532 h 37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6" h="37531">
                  <a:moveTo>
                    <a:pt x="19931" y="37511"/>
                  </a:moveTo>
                  <a:cubicBezTo>
                    <a:pt x="18586" y="37511"/>
                    <a:pt x="17242" y="37369"/>
                    <a:pt x="15877" y="37063"/>
                  </a:cubicBezTo>
                  <a:lnTo>
                    <a:pt x="14634" y="36798"/>
                  </a:lnTo>
                  <a:cubicBezTo>
                    <a:pt x="4591" y="34598"/>
                    <a:pt x="-1765" y="24677"/>
                    <a:pt x="435" y="14634"/>
                  </a:cubicBezTo>
                  <a:cubicBezTo>
                    <a:pt x="2635" y="4591"/>
                    <a:pt x="12556" y="-1765"/>
                    <a:pt x="22599" y="435"/>
                  </a:cubicBezTo>
                  <a:lnTo>
                    <a:pt x="23964" y="741"/>
                  </a:lnTo>
                  <a:cubicBezTo>
                    <a:pt x="34007" y="2961"/>
                    <a:pt x="40322" y="12903"/>
                    <a:pt x="38102" y="22946"/>
                  </a:cubicBezTo>
                  <a:cubicBezTo>
                    <a:pt x="36167" y="31624"/>
                    <a:pt x="28487" y="37532"/>
                    <a:pt x="19951" y="37532"/>
                  </a:cubicBezTo>
                  <a:close/>
                </a:path>
              </a:pathLst>
            </a:custGeom>
            <a:grpFill/>
            <a:ln w="2035"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2908E5A-DDFC-3CA9-AAF2-4DBA9FCD69CC}"/>
                </a:ext>
              </a:extLst>
            </p:cNvPr>
            <p:cNvSpPr/>
            <p:nvPr/>
          </p:nvSpPr>
          <p:spPr>
            <a:xfrm>
              <a:off x="1926219" y="2804882"/>
              <a:ext cx="38528" cy="37459"/>
            </a:xfrm>
            <a:custGeom>
              <a:avLst/>
              <a:gdLst>
                <a:gd name="connsiteX0" fmla="*/ 18588 w 38528"/>
                <a:gd name="connsiteY0" fmla="*/ 37459 h 37459"/>
                <a:gd name="connsiteX1" fmla="*/ 315 w 38528"/>
                <a:gd name="connsiteY1" fmla="*/ 22222 h 37459"/>
                <a:gd name="connsiteX2" fmla="*/ 15227 w 38528"/>
                <a:gd name="connsiteY2" fmla="*/ 546 h 37459"/>
                <a:gd name="connsiteX3" fmla="*/ 16592 w 38528"/>
                <a:gd name="connsiteY3" fmla="*/ 302 h 37459"/>
                <a:gd name="connsiteX4" fmla="*/ 38226 w 38528"/>
                <a:gd name="connsiteY4" fmla="*/ 15295 h 37459"/>
                <a:gd name="connsiteX5" fmla="*/ 23233 w 38528"/>
                <a:gd name="connsiteY5" fmla="*/ 36930 h 37459"/>
                <a:gd name="connsiteX6" fmla="*/ 21990 w 38528"/>
                <a:gd name="connsiteY6" fmla="*/ 37154 h 37459"/>
                <a:gd name="connsiteX7" fmla="*/ 18588 w 38528"/>
                <a:gd name="connsiteY7" fmla="*/ 37459 h 3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8" h="37459">
                  <a:moveTo>
                    <a:pt x="18588" y="37459"/>
                  </a:moveTo>
                  <a:cubicBezTo>
                    <a:pt x="9788" y="37459"/>
                    <a:pt x="1965" y="31185"/>
                    <a:pt x="315" y="22222"/>
                  </a:cubicBezTo>
                  <a:cubicBezTo>
                    <a:pt x="-1559" y="12117"/>
                    <a:pt x="5123" y="2400"/>
                    <a:pt x="15227" y="546"/>
                  </a:cubicBezTo>
                  <a:lnTo>
                    <a:pt x="16592" y="302"/>
                  </a:lnTo>
                  <a:cubicBezTo>
                    <a:pt x="26696" y="-1531"/>
                    <a:pt x="36393" y="5171"/>
                    <a:pt x="38226" y="15295"/>
                  </a:cubicBezTo>
                  <a:cubicBezTo>
                    <a:pt x="40060" y="25400"/>
                    <a:pt x="33357" y="35096"/>
                    <a:pt x="23233" y="36930"/>
                  </a:cubicBezTo>
                  <a:lnTo>
                    <a:pt x="21990" y="37154"/>
                  </a:lnTo>
                  <a:cubicBezTo>
                    <a:pt x="20849" y="37358"/>
                    <a:pt x="19709" y="37459"/>
                    <a:pt x="18588" y="37459"/>
                  </a:cubicBezTo>
                  <a:close/>
                </a:path>
              </a:pathLst>
            </a:custGeom>
            <a:grpFill/>
            <a:ln w="2035"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A8CF63A6-2128-5CB3-098B-7F7DD62E2390}"/>
                </a:ext>
              </a:extLst>
            </p:cNvPr>
            <p:cNvSpPr/>
            <p:nvPr/>
          </p:nvSpPr>
          <p:spPr>
            <a:xfrm>
              <a:off x="2007510" y="4392947"/>
              <a:ext cx="86394" cy="104993"/>
            </a:xfrm>
            <a:custGeom>
              <a:avLst/>
              <a:gdLst>
                <a:gd name="connsiteX0" fmla="*/ 0 w 86394"/>
                <a:gd name="connsiteY0" fmla="*/ 52497 h 104993"/>
                <a:gd name="connsiteX1" fmla="*/ 86395 w 86394"/>
                <a:gd name="connsiteY1" fmla="*/ 0 h 104993"/>
                <a:gd name="connsiteX2" fmla="*/ 86395 w 86394"/>
                <a:gd name="connsiteY2" fmla="*/ 104994 h 104993"/>
                <a:gd name="connsiteX3" fmla="*/ 0 w 86394"/>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394" h="104993">
                  <a:moveTo>
                    <a:pt x="0" y="52497"/>
                  </a:moveTo>
                  <a:lnTo>
                    <a:pt x="86395" y="0"/>
                  </a:lnTo>
                  <a:lnTo>
                    <a:pt x="86395" y="104994"/>
                  </a:lnTo>
                  <a:lnTo>
                    <a:pt x="0" y="52497"/>
                  </a:lnTo>
                  <a:close/>
                </a:path>
              </a:pathLst>
            </a:custGeom>
            <a:grpFill/>
            <a:ln w="2035" cap="flat">
              <a:noFill/>
              <a:prstDash val="solid"/>
              <a:miter/>
            </a:ln>
          </p:spPr>
          <p:txBody>
            <a:bodyPr rtlCol="0" anchor="ctr"/>
            <a:lstStyle/>
            <a:p>
              <a:endParaRPr lang="en-IN"/>
            </a:p>
          </p:txBody>
        </p:sp>
      </p:grpSp>
      <p:grpSp>
        <p:nvGrpSpPr>
          <p:cNvPr id="147" name="Graphic 7">
            <a:extLst>
              <a:ext uri="{FF2B5EF4-FFF2-40B4-BE49-F238E27FC236}">
                <a16:creationId xmlns:a16="http://schemas.microsoft.com/office/drawing/2014/main" id="{D20E8AB6-FAC3-C688-AFCB-9ED765AE0FE8}"/>
              </a:ext>
            </a:extLst>
          </p:cNvPr>
          <p:cNvGrpSpPr/>
          <p:nvPr/>
        </p:nvGrpSpPr>
        <p:grpSpPr>
          <a:xfrm>
            <a:off x="7695468" y="2813529"/>
            <a:ext cx="1638787" cy="777947"/>
            <a:chOff x="7695468" y="2813529"/>
            <a:chExt cx="1638787" cy="777947"/>
          </a:xfrm>
          <a:solidFill>
            <a:srgbClr val="B898D0"/>
          </a:solidFill>
        </p:grpSpPr>
        <p:sp>
          <p:nvSpPr>
            <p:cNvPr id="148" name="Freeform: Shape 147">
              <a:extLst>
                <a:ext uri="{FF2B5EF4-FFF2-40B4-BE49-F238E27FC236}">
                  <a16:creationId xmlns:a16="http://schemas.microsoft.com/office/drawing/2014/main" id="{695FD9CE-9618-78F9-439A-1CBA6487B03D}"/>
                </a:ext>
              </a:extLst>
            </p:cNvPr>
            <p:cNvSpPr/>
            <p:nvPr/>
          </p:nvSpPr>
          <p:spPr>
            <a:xfrm>
              <a:off x="9296945" y="3552948"/>
              <a:ext cx="37309" cy="38529"/>
            </a:xfrm>
            <a:custGeom>
              <a:avLst/>
              <a:gdLst>
                <a:gd name="connsiteX0" fmla="*/ 18685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5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5" y="38530"/>
                  </a:moveTo>
                  <a:cubicBezTo>
                    <a:pt x="9009" y="38530"/>
                    <a:pt x="840" y="31033"/>
                    <a:pt x="148" y="21234"/>
                  </a:cubicBezTo>
                  <a:lnTo>
                    <a:pt x="46" y="19910"/>
                  </a:lnTo>
                  <a:cubicBezTo>
                    <a:pt x="-668" y="9663"/>
                    <a:pt x="7053" y="761"/>
                    <a:pt x="17300" y="48"/>
                  </a:cubicBezTo>
                  <a:cubicBezTo>
                    <a:pt x="27567" y="-685"/>
                    <a:pt x="36449" y="7056"/>
                    <a:pt x="37162" y="17303"/>
                  </a:cubicBezTo>
                  <a:lnTo>
                    <a:pt x="37264" y="18627"/>
                  </a:lnTo>
                  <a:cubicBezTo>
                    <a:pt x="37977" y="28874"/>
                    <a:pt x="30256" y="37776"/>
                    <a:pt x="20010" y="38489"/>
                  </a:cubicBezTo>
                  <a:cubicBezTo>
                    <a:pt x="19561" y="38530"/>
                    <a:pt x="19113" y="38530"/>
                    <a:pt x="18685" y="38530"/>
                  </a:cubicBezTo>
                  <a:close/>
                </a:path>
              </a:pathLst>
            </a:custGeom>
            <a:grpFill/>
            <a:ln w="2035"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BCAB8560-9A92-31C9-937E-FE20BFBD5A5A}"/>
                </a:ext>
              </a:extLst>
            </p:cNvPr>
            <p:cNvSpPr/>
            <p:nvPr/>
          </p:nvSpPr>
          <p:spPr>
            <a:xfrm>
              <a:off x="7695468" y="3506677"/>
              <a:ext cx="37405" cy="38557"/>
            </a:xfrm>
            <a:custGeom>
              <a:avLst/>
              <a:gdLst>
                <a:gd name="connsiteX0" fmla="*/ 18629 w 37405"/>
                <a:gd name="connsiteY0" fmla="*/ 38517 h 38557"/>
                <a:gd name="connsiteX1" fmla="*/ 16103 w 37405"/>
                <a:gd name="connsiteY1" fmla="*/ 38354 h 38557"/>
                <a:gd name="connsiteX2" fmla="*/ 172 w 37405"/>
                <a:gd name="connsiteY2" fmla="*/ 17412 h 38557"/>
                <a:gd name="connsiteX3" fmla="*/ 356 w 37405"/>
                <a:gd name="connsiteY3" fmla="*/ 16047 h 38557"/>
                <a:gd name="connsiteX4" fmla="*/ 21358 w 37405"/>
                <a:gd name="connsiteY4" fmla="*/ 178 h 38557"/>
                <a:gd name="connsiteX5" fmla="*/ 37227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3" y="38354"/>
                  </a:cubicBezTo>
                  <a:cubicBezTo>
                    <a:pt x="5917" y="36968"/>
                    <a:pt x="-1213" y="27597"/>
                    <a:pt x="172" y="17412"/>
                  </a:cubicBezTo>
                  <a:lnTo>
                    <a:pt x="356" y="16047"/>
                  </a:lnTo>
                  <a:cubicBezTo>
                    <a:pt x="1761" y="5861"/>
                    <a:pt x="11172" y="-1228"/>
                    <a:pt x="21358" y="178"/>
                  </a:cubicBezTo>
                  <a:cubicBezTo>
                    <a:pt x="31544" y="1583"/>
                    <a:pt x="38633" y="10995"/>
                    <a:pt x="37227"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D8D6FFAD-35A0-F1D2-620E-6CA0ACE8F714}"/>
                </a:ext>
              </a:extLst>
            </p:cNvPr>
            <p:cNvSpPr/>
            <p:nvPr/>
          </p:nvSpPr>
          <p:spPr>
            <a:xfrm>
              <a:off x="9286117" y="3453038"/>
              <a:ext cx="37499" cy="38537"/>
            </a:xfrm>
            <a:custGeom>
              <a:avLst/>
              <a:gdLst>
                <a:gd name="connsiteX0" fmla="*/ 18879 w 37499"/>
                <a:gd name="connsiteY0" fmla="*/ 38538 h 38537"/>
                <a:gd name="connsiteX1" fmla="*/ 668 w 37499"/>
                <a:gd name="connsiteY1" fmla="*/ 23687 h 38537"/>
                <a:gd name="connsiteX2" fmla="*/ 402 w 37499"/>
                <a:gd name="connsiteY2" fmla="*/ 22444 h 38537"/>
                <a:gd name="connsiteX3" fmla="*/ 14785 w 37499"/>
                <a:gd name="connsiteY3" fmla="*/ 402 h 38537"/>
                <a:gd name="connsiteX4" fmla="*/ 36827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8" y="23687"/>
                  </a:cubicBezTo>
                  <a:lnTo>
                    <a:pt x="402" y="22444"/>
                  </a:lnTo>
                  <a:cubicBezTo>
                    <a:pt x="-1716" y="12381"/>
                    <a:pt x="4742" y="2521"/>
                    <a:pt x="14785" y="402"/>
                  </a:cubicBezTo>
                  <a:cubicBezTo>
                    <a:pt x="24848" y="-1716"/>
                    <a:pt x="34708" y="4742"/>
                    <a:pt x="36827" y="14785"/>
                  </a:cubicBezTo>
                  <a:lnTo>
                    <a:pt x="37112" y="16150"/>
                  </a:lnTo>
                  <a:cubicBezTo>
                    <a:pt x="39190" y="26213"/>
                    <a:pt x="32712"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6CED5FB1-12B5-DA5B-CBF8-3DB75F743CDB}"/>
                </a:ext>
              </a:extLst>
            </p:cNvPr>
            <p:cNvSpPr/>
            <p:nvPr/>
          </p:nvSpPr>
          <p:spPr>
            <a:xfrm>
              <a:off x="7717089" y="3401349"/>
              <a:ext cx="37568" cy="38503"/>
            </a:xfrm>
            <a:custGeom>
              <a:avLst/>
              <a:gdLst>
                <a:gd name="connsiteX0" fmla="*/ 18621 w 37568"/>
                <a:gd name="connsiteY0" fmla="*/ 38504 h 38503"/>
                <a:gd name="connsiteX1" fmla="*/ 13651 w 37568"/>
                <a:gd name="connsiteY1" fmla="*/ 37831 h 38503"/>
                <a:gd name="connsiteX2" fmla="*/ 674 w 37568"/>
                <a:gd name="connsiteY2" fmla="*/ 14934 h 38503"/>
                <a:gd name="connsiteX3" fmla="*/ 1020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1"/>
                  </a:cubicBezTo>
                  <a:cubicBezTo>
                    <a:pt x="3750" y="35102"/>
                    <a:pt x="-2056" y="24835"/>
                    <a:pt x="674" y="14934"/>
                  </a:cubicBezTo>
                  <a:lnTo>
                    <a:pt x="1020" y="13651"/>
                  </a:lnTo>
                  <a:cubicBezTo>
                    <a:pt x="3771" y="3750"/>
                    <a:pt x="14017" y="-2056"/>
                    <a:pt x="23918" y="674"/>
                  </a:cubicBezTo>
                  <a:cubicBezTo>
                    <a:pt x="33818" y="3424"/>
                    <a:pt x="39624" y="13671"/>
                    <a:pt x="36894" y="23572"/>
                  </a:cubicBezTo>
                  <a:lnTo>
                    <a:pt x="36548" y="24855"/>
                  </a:lnTo>
                  <a:cubicBezTo>
                    <a:pt x="34267" y="33105"/>
                    <a:pt x="26790" y="38504"/>
                    <a:pt x="18621" y="38504"/>
                  </a:cubicBezTo>
                  <a:close/>
                </a:path>
              </a:pathLst>
            </a:custGeom>
            <a:grpFill/>
            <a:ln w="2035"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C2ED4B97-0858-5F1C-B7D6-10A3819E6533}"/>
                </a:ext>
              </a:extLst>
            </p:cNvPr>
            <p:cNvSpPr/>
            <p:nvPr/>
          </p:nvSpPr>
          <p:spPr>
            <a:xfrm>
              <a:off x="9257219" y="3349377"/>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6 w 37659"/>
                <a:gd name="connsiteY4" fmla="*/ 12413 h 38467"/>
                <a:gd name="connsiteX5" fmla="*/ 36594 w 37659"/>
                <a:gd name="connsiteY5" fmla="*/ 13676 h 38467"/>
                <a:gd name="connsiteX6" fmla="*/ 25226 w 37659"/>
                <a:gd name="connsiteY6" fmla="*/ 37408 h 38467"/>
                <a:gd name="connsiteX7" fmla="*/ 19033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7" y="15102"/>
                    <a:pt x="2736" y="4468"/>
                    <a:pt x="12413" y="1066"/>
                  </a:cubicBezTo>
                  <a:cubicBezTo>
                    <a:pt x="22109" y="-2356"/>
                    <a:pt x="32744" y="2736"/>
                    <a:pt x="36146" y="12413"/>
                  </a:cubicBezTo>
                  <a:lnTo>
                    <a:pt x="36594" y="13676"/>
                  </a:lnTo>
                  <a:cubicBezTo>
                    <a:pt x="40016" y="23373"/>
                    <a:pt x="34923" y="34006"/>
                    <a:pt x="25226" y="37408"/>
                  </a:cubicBezTo>
                  <a:cubicBezTo>
                    <a:pt x="23189" y="38121"/>
                    <a:pt x="21091" y="38468"/>
                    <a:pt x="19033" y="38468"/>
                  </a:cubicBezTo>
                  <a:close/>
                </a:path>
              </a:pathLst>
            </a:custGeom>
            <a:grpFill/>
            <a:ln w="2035"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73CED328-8A6F-3ABA-AA3F-9D76C67F179F}"/>
                </a:ext>
              </a:extLst>
            </p:cNvPr>
            <p:cNvSpPr/>
            <p:nvPr/>
          </p:nvSpPr>
          <p:spPr>
            <a:xfrm>
              <a:off x="7752620" y="3299894"/>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8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7"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8" y="38448"/>
                  </a:cubicBezTo>
                  <a:close/>
                </a:path>
              </a:pathLst>
            </a:custGeom>
            <a:grpFill/>
            <a:ln w="2035"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F560B6DB-F055-2A71-D903-9745CA370D2F}"/>
                </a:ext>
              </a:extLst>
            </p:cNvPr>
            <p:cNvSpPr/>
            <p:nvPr/>
          </p:nvSpPr>
          <p:spPr>
            <a:xfrm>
              <a:off x="9214699" y="3250490"/>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6 w 37830"/>
                <a:gd name="connsiteY6" fmla="*/ 36394 h 38431"/>
                <a:gd name="connsiteX7" fmla="*/ 19243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9"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70" y="20546"/>
                    <a:pt x="36803" y="31750"/>
                    <a:pt x="27656" y="36394"/>
                  </a:cubicBezTo>
                  <a:cubicBezTo>
                    <a:pt x="24946" y="37759"/>
                    <a:pt x="22074" y="38411"/>
                    <a:pt x="19243" y="38411"/>
                  </a:cubicBezTo>
                  <a:close/>
                </a:path>
              </a:pathLst>
            </a:custGeom>
            <a:grpFill/>
            <a:ln w="2035"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EF484A9B-7045-CE53-157C-C317FB13937C}"/>
                </a:ext>
              </a:extLst>
            </p:cNvPr>
            <p:cNvSpPr/>
            <p:nvPr/>
          </p:nvSpPr>
          <p:spPr>
            <a:xfrm>
              <a:off x="7801353" y="3204178"/>
              <a:ext cx="37904" cy="38358"/>
            </a:xfrm>
            <a:custGeom>
              <a:avLst/>
              <a:gdLst>
                <a:gd name="connsiteX0" fmla="*/ 18593 w 37904"/>
                <a:gd name="connsiteY0" fmla="*/ 38359 h 38358"/>
                <a:gd name="connsiteX1" fmla="*/ 9100 w 37904"/>
                <a:gd name="connsiteY1" fmla="*/ 35731 h 38358"/>
                <a:gd name="connsiteX2" fmla="*/ 2621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3" y="38359"/>
                    <a:pt x="12074" y="37523"/>
                    <a:pt x="9100" y="35731"/>
                  </a:cubicBezTo>
                  <a:cubicBezTo>
                    <a:pt x="258" y="30475"/>
                    <a:pt x="-2634" y="19047"/>
                    <a:pt x="2621" y="10226"/>
                  </a:cubicBezTo>
                  <a:lnTo>
                    <a:pt x="3335" y="9044"/>
                  </a:lnTo>
                  <a:cubicBezTo>
                    <a:pt x="8611" y="224"/>
                    <a:pt x="20039" y="-2628"/>
                    <a:pt x="28860" y="2648"/>
                  </a:cubicBezTo>
                  <a:cubicBezTo>
                    <a:pt x="37680" y="7924"/>
                    <a:pt x="40533" y="19352"/>
                    <a:pt x="35256" y="28173"/>
                  </a:cubicBezTo>
                  <a:lnTo>
                    <a:pt x="34605" y="29253"/>
                  </a:lnTo>
                  <a:cubicBezTo>
                    <a:pt x="31121" y="35099"/>
                    <a:pt x="24948" y="38359"/>
                    <a:pt x="18593" y="38359"/>
                  </a:cubicBezTo>
                  <a:close/>
                </a:path>
              </a:pathLst>
            </a:custGeom>
            <a:grpFill/>
            <a:ln w="2035" cap="flat">
              <a:noFill/>
              <a:prstDash val="solid"/>
              <a:miter/>
            </a:ln>
          </p:spPr>
          <p:txBody>
            <a:bodyPr rtlCol="0" anchor="ctr"/>
            <a:lstStyle/>
            <a:p>
              <a:endParaRPr lang="en-IN"/>
            </a:p>
          </p:txBody>
        </p:sp>
        <p:sp>
          <p:nvSpPr>
            <p:cNvPr id="156" name="Freeform: Shape 155">
              <a:extLst>
                <a:ext uri="{FF2B5EF4-FFF2-40B4-BE49-F238E27FC236}">
                  <a16:creationId xmlns:a16="http://schemas.microsoft.com/office/drawing/2014/main" id="{6D3B0B45-E6AC-4B4F-38CC-6618A7E454D5}"/>
                </a:ext>
              </a:extLst>
            </p:cNvPr>
            <p:cNvSpPr/>
            <p:nvPr/>
          </p:nvSpPr>
          <p:spPr>
            <a:xfrm>
              <a:off x="9159370" y="3158227"/>
              <a:ext cx="37981" cy="38330"/>
            </a:xfrm>
            <a:custGeom>
              <a:avLst/>
              <a:gdLst>
                <a:gd name="connsiteX0" fmla="*/ 19386 w 37981"/>
                <a:gd name="connsiteY0" fmla="*/ 38311 h 38330"/>
                <a:gd name="connsiteX1" fmla="*/ 4046 w 37981"/>
                <a:gd name="connsiteY1" fmla="*/ 30264 h 38330"/>
                <a:gd name="connsiteX2" fmla="*/ 3333 w 37981"/>
                <a:gd name="connsiteY2" fmla="*/ 29225 h 38330"/>
                <a:gd name="connsiteX3" fmla="*/ 7998 w 37981"/>
                <a:gd name="connsiteY3" fmla="*/ 3333 h 38330"/>
                <a:gd name="connsiteX4" fmla="*/ 33890 w 37981"/>
                <a:gd name="connsiteY4" fmla="*/ 7998 h 38330"/>
                <a:gd name="connsiteX5" fmla="*/ 34685 w 37981"/>
                <a:gd name="connsiteY5" fmla="*/ 9139 h 38330"/>
                <a:gd name="connsiteX6" fmla="*/ 29938 w 37981"/>
                <a:gd name="connsiteY6" fmla="*/ 35031 h 38330"/>
                <a:gd name="connsiteX7" fmla="*/ 19386 w 37981"/>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1" h="38330">
                  <a:moveTo>
                    <a:pt x="19386" y="38311"/>
                  </a:moveTo>
                  <a:cubicBezTo>
                    <a:pt x="13478" y="38311"/>
                    <a:pt x="7672" y="35499"/>
                    <a:pt x="4046" y="30264"/>
                  </a:cubicBezTo>
                  <a:lnTo>
                    <a:pt x="3333" y="29225"/>
                  </a:lnTo>
                  <a:cubicBezTo>
                    <a:pt x="-2534" y="20791"/>
                    <a:pt x="-456" y="9200"/>
                    <a:pt x="7998" y="3333"/>
                  </a:cubicBezTo>
                  <a:cubicBezTo>
                    <a:pt x="16432" y="-2534"/>
                    <a:pt x="28044" y="-456"/>
                    <a:pt x="33890" y="7998"/>
                  </a:cubicBezTo>
                  <a:lnTo>
                    <a:pt x="34685"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157" name="Freeform: Shape 156">
              <a:extLst>
                <a:ext uri="{FF2B5EF4-FFF2-40B4-BE49-F238E27FC236}">
                  <a16:creationId xmlns:a16="http://schemas.microsoft.com/office/drawing/2014/main" id="{61CC6A30-5329-70BF-0E0E-81CF3A8F154D}"/>
                </a:ext>
              </a:extLst>
            </p:cNvPr>
            <p:cNvSpPr/>
            <p:nvPr/>
          </p:nvSpPr>
          <p:spPr>
            <a:xfrm>
              <a:off x="7862433" y="3115771"/>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2" y="-1024"/>
                    <a:pt x="22986" y="-2348"/>
                    <a:pt x="31033" y="4049"/>
                  </a:cubicBezTo>
                  <a:cubicBezTo>
                    <a:pt x="39079" y="10445"/>
                    <a:pt x="40403"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B95C2E27-6189-0347-56EC-9173085B430B}"/>
                </a:ext>
              </a:extLst>
            </p:cNvPr>
            <p:cNvSpPr/>
            <p:nvPr/>
          </p:nvSpPr>
          <p:spPr>
            <a:xfrm>
              <a:off x="9092303" y="3074109"/>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6 w 38139"/>
                <a:gd name="connsiteY4" fmla="*/ 6067 h 38192"/>
                <a:gd name="connsiteX5" fmla="*/ 33283 w 38139"/>
                <a:gd name="connsiteY5" fmla="*/ 7065 h 38192"/>
                <a:gd name="connsiteX6" fmla="*/ 32061 w 38139"/>
                <a:gd name="connsiteY6" fmla="*/ 33344 h 38192"/>
                <a:gd name="connsiteX7" fmla="*/ 19532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8" y="36156"/>
                    <a:pt x="5741" y="32122"/>
                  </a:cubicBezTo>
                  <a:lnTo>
                    <a:pt x="4865" y="31144"/>
                  </a:lnTo>
                  <a:cubicBezTo>
                    <a:pt x="-2061" y="23546"/>
                    <a:pt x="-1531" y="11791"/>
                    <a:pt x="6067" y="4865"/>
                  </a:cubicBezTo>
                  <a:cubicBezTo>
                    <a:pt x="13666" y="-2061"/>
                    <a:pt x="25420" y="-1531"/>
                    <a:pt x="32366" y="6067"/>
                  </a:cubicBezTo>
                  <a:lnTo>
                    <a:pt x="33283" y="7065"/>
                  </a:lnTo>
                  <a:cubicBezTo>
                    <a:pt x="40210" y="14664"/>
                    <a:pt x="39659" y="26438"/>
                    <a:pt x="32061" y="33344"/>
                  </a:cubicBezTo>
                  <a:cubicBezTo>
                    <a:pt x="28496" y="36583"/>
                    <a:pt x="24014" y="38193"/>
                    <a:pt x="19532" y="38193"/>
                  </a:cubicBezTo>
                  <a:close/>
                </a:path>
              </a:pathLst>
            </a:custGeom>
            <a:grpFill/>
            <a:ln w="2035"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32D5B2F9-43DA-87AE-6A40-98DF2B890A15}"/>
                </a:ext>
              </a:extLst>
            </p:cNvPr>
            <p:cNvSpPr/>
            <p:nvPr/>
          </p:nvSpPr>
          <p:spPr>
            <a:xfrm>
              <a:off x="7934657" y="3036214"/>
              <a:ext cx="38177" cy="38136"/>
            </a:xfrm>
            <a:custGeom>
              <a:avLst/>
              <a:gdLst>
                <a:gd name="connsiteX0" fmla="*/ 18619 w 38177"/>
                <a:gd name="connsiteY0" fmla="*/ 38136 h 38136"/>
                <a:gd name="connsiteX1" fmla="*/ 5235 w 38177"/>
                <a:gd name="connsiteY1" fmla="*/ 32473 h 38136"/>
                <a:gd name="connsiteX2" fmla="*/ 5664 w 38177"/>
                <a:gd name="connsiteY2" fmla="*/ 6153 h 38136"/>
                <a:gd name="connsiteX3" fmla="*/ 6662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5" y="32473"/>
                  </a:cubicBezTo>
                  <a:cubicBezTo>
                    <a:pt x="-1915" y="25078"/>
                    <a:pt x="-1711" y="13304"/>
                    <a:pt x="5664" y="6153"/>
                  </a:cubicBezTo>
                  <a:lnTo>
                    <a:pt x="6662" y="5196"/>
                  </a:lnTo>
                  <a:cubicBezTo>
                    <a:pt x="14077" y="-1934"/>
                    <a:pt x="25851" y="-1690"/>
                    <a:pt x="32981" y="5705"/>
                  </a:cubicBezTo>
                  <a:cubicBezTo>
                    <a:pt x="40111" y="13120"/>
                    <a:pt x="39867" y="24895"/>
                    <a:pt x="32472" y="32025"/>
                  </a:cubicBezTo>
                  <a:lnTo>
                    <a:pt x="31555" y="32901"/>
                  </a:lnTo>
                  <a:cubicBezTo>
                    <a:pt x="27950" y="36405"/>
                    <a:pt x="23285" y="38136"/>
                    <a:pt x="18619" y="38136"/>
                  </a:cubicBezTo>
                  <a:close/>
                </a:path>
              </a:pathLst>
            </a:custGeom>
            <a:grpFill/>
            <a:ln w="2035" cap="flat">
              <a:noFill/>
              <a:prstDash val="solid"/>
              <a:miter/>
            </a:ln>
          </p:spPr>
          <p:txBody>
            <a:bodyPr rtlCol="0" anchor="ctr"/>
            <a:lstStyle/>
            <a:p>
              <a:endParaRPr lang="en-IN"/>
            </a:p>
          </p:txBody>
        </p:sp>
        <p:sp>
          <p:nvSpPr>
            <p:cNvPr id="160" name="Freeform: Shape 159">
              <a:extLst>
                <a:ext uri="{FF2B5EF4-FFF2-40B4-BE49-F238E27FC236}">
                  <a16:creationId xmlns:a16="http://schemas.microsoft.com/office/drawing/2014/main" id="{6D01C472-B5AA-5AE0-F82C-3B8BC4C0229B}"/>
                </a:ext>
              </a:extLst>
            </p:cNvPr>
            <p:cNvSpPr/>
            <p:nvPr/>
          </p:nvSpPr>
          <p:spPr>
            <a:xfrm>
              <a:off x="9014735" y="2999617"/>
              <a:ext cx="38246" cy="38084"/>
            </a:xfrm>
            <a:custGeom>
              <a:avLst/>
              <a:gdLst>
                <a:gd name="connsiteX0" fmla="*/ 19608 w 38246"/>
                <a:gd name="connsiteY0" fmla="*/ 38065 h 38084"/>
                <a:gd name="connsiteX1" fmla="*/ 7630 w 38246"/>
                <a:gd name="connsiteY1" fmla="*/ 33685 h 38084"/>
                <a:gd name="connsiteX2" fmla="*/ 6632 w 38246"/>
                <a:gd name="connsiteY2" fmla="*/ 32850 h 38084"/>
                <a:gd name="connsiteX3" fmla="*/ 4370 w 38246"/>
                <a:gd name="connsiteY3" fmla="*/ 6632 h 38084"/>
                <a:gd name="connsiteX4" fmla="*/ 30589 w 38246"/>
                <a:gd name="connsiteY4" fmla="*/ 4370 h 38084"/>
                <a:gd name="connsiteX5" fmla="*/ 31627 w 38246"/>
                <a:gd name="connsiteY5" fmla="*/ 5246 h 38084"/>
                <a:gd name="connsiteX6" fmla="*/ 33868 w 38246"/>
                <a:gd name="connsiteY6" fmla="*/ 31464 h 38084"/>
                <a:gd name="connsiteX7" fmla="*/ 19628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2" y="32850"/>
                  </a:lnTo>
                  <a:cubicBezTo>
                    <a:pt x="-1232" y="26229"/>
                    <a:pt x="-2250" y="14495"/>
                    <a:pt x="4370" y="6632"/>
                  </a:cubicBezTo>
                  <a:cubicBezTo>
                    <a:pt x="10991" y="-1232"/>
                    <a:pt x="22725" y="-2250"/>
                    <a:pt x="30589" y="4370"/>
                  </a:cubicBezTo>
                  <a:lnTo>
                    <a:pt x="31627" y="5246"/>
                  </a:lnTo>
                  <a:cubicBezTo>
                    <a:pt x="39491" y="11867"/>
                    <a:pt x="40489" y="23601"/>
                    <a:pt x="33868" y="31464"/>
                  </a:cubicBezTo>
                  <a:cubicBezTo>
                    <a:pt x="30181" y="35824"/>
                    <a:pt x="24925" y="38085"/>
                    <a:pt x="19628" y="38085"/>
                  </a:cubicBezTo>
                  <a:close/>
                </a:path>
              </a:pathLst>
            </a:custGeom>
            <a:grpFill/>
            <a:ln w="2035"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E74EF296-AC74-AF83-E019-377F17D41DFC}"/>
                </a:ext>
              </a:extLst>
            </p:cNvPr>
            <p:cNvSpPr/>
            <p:nvPr/>
          </p:nvSpPr>
          <p:spPr>
            <a:xfrm>
              <a:off x="8016859" y="2966916"/>
              <a:ext cx="38290" cy="38009"/>
            </a:xfrm>
            <a:custGeom>
              <a:avLst/>
              <a:gdLst>
                <a:gd name="connsiteX0" fmla="*/ 18616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6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6" y="38009"/>
                  </a:moveTo>
                  <a:cubicBezTo>
                    <a:pt x="12891" y="38009"/>
                    <a:pt x="7269" y="35381"/>
                    <a:pt x="3622" y="30431"/>
                  </a:cubicBezTo>
                  <a:cubicBezTo>
                    <a:pt x="-2469" y="22160"/>
                    <a:pt x="-696" y="10508"/>
                    <a:pt x="7574" y="4417"/>
                  </a:cubicBezTo>
                  <a:lnTo>
                    <a:pt x="8654" y="3622"/>
                  </a:lnTo>
                  <a:cubicBezTo>
                    <a:pt x="16925" y="-2469"/>
                    <a:pt x="28577" y="-696"/>
                    <a:pt x="34668" y="7574"/>
                  </a:cubicBezTo>
                  <a:cubicBezTo>
                    <a:pt x="40759" y="15845"/>
                    <a:pt x="38987" y="27497"/>
                    <a:pt x="30716" y="33588"/>
                  </a:cubicBezTo>
                  <a:lnTo>
                    <a:pt x="29636" y="34383"/>
                  </a:lnTo>
                  <a:cubicBezTo>
                    <a:pt x="26316" y="36828"/>
                    <a:pt x="22445" y="38009"/>
                    <a:pt x="18616" y="38009"/>
                  </a:cubicBezTo>
                  <a:close/>
                </a:path>
              </a:pathLst>
            </a:custGeom>
            <a:grpFill/>
            <a:ln w="2035"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D1AE1AD7-4958-D068-5527-B6892BC53DDA}"/>
                </a:ext>
              </a:extLst>
            </p:cNvPr>
            <p:cNvSpPr/>
            <p:nvPr/>
          </p:nvSpPr>
          <p:spPr>
            <a:xfrm>
              <a:off x="8927996" y="2936061"/>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2 w 38331"/>
                <a:gd name="connsiteY3" fmla="*/ 8626 h 37940"/>
                <a:gd name="connsiteX4" fmla="*/ 28590 w 38331"/>
                <a:gd name="connsiteY4" fmla="*/ 2901 h 37940"/>
                <a:gd name="connsiteX5" fmla="*/ 29730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2" y="8626"/>
                  </a:cubicBezTo>
                  <a:cubicBezTo>
                    <a:pt x="8422" y="-53"/>
                    <a:pt x="19911" y="-2599"/>
                    <a:pt x="28590" y="2901"/>
                  </a:cubicBezTo>
                  <a:lnTo>
                    <a:pt x="29730" y="3635"/>
                  </a:lnTo>
                  <a:cubicBezTo>
                    <a:pt x="38388" y="9155"/>
                    <a:pt x="40935" y="20665"/>
                    <a:pt x="35414" y="29323"/>
                  </a:cubicBezTo>
                  <a:cubicBezTo>
                    <a:pt x="31870" y="34884"/>
                    <a:pt x="25840" y="37940"/>
                    <a:pt x="19708" y="37940"/>
                  </a:cubicBezTo>
                  <a:close/>
                </a:path>
              </a:pathLst>
            </a:custGeom>
            <a:grpFill/>
            <a:ln w="2035"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FCDE0296-7006-5668-DFDA-46C8B29E6D25}"/>
                </a:ext>
              </a:extLst>
            </p:cNvPr>
            <p:cNvSpPr/>
            <p:nvPr/>
          </p:nvSpPr>
          <p:spPr>
            <a:xfrm>
              <a:off x="8107507" y="2909117"/>
              <a:ext cx="38402" cy="37871"/>
            </a:xfrm>
            <a:custGeom>
              <a:avLst/>
              <a:gdLst>
                <a:gd name="connsiteX0" fmla="*/ 18620 w 38402"/>
                <a:gd name="connsiteY0" fmla="*/ 37872 h 37871"/>
                <a:gd name="connsiteX1" fmla="*/ 2282 w 38402"/>
                <a:gd name="connsiteY1" fmla="*/ 28175 h 37871"/>
                <a:gd name="connsiteX2" fmla="*/ 9697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1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3" y="34368"/>
                    <a:pt x="2282" y="28175"/>
                  </a:cubicBezTo>
                  <a:cubicBezTo>
                    <a:pt x="-2647" y="19151"/>
                    <a:pt x="673" y="7844"/>
                    <a:pt x="9697"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1" y="37851"/>
                  </a:cubicBezTo>
                  <a:close/>
                </a:path>
              </a:pathLst>
            </a:custGeom>
            <a:grpFill/>
            <a:ln w="2035" cap="flat">
              <a:noFill/>
              <a:prstDash val="solid"/>
              <a:miter/>
            </a:ln>
          </p:spPr>
          <p:txBody>
            <a:bodyPr rtlCol="0" anchor="ctr"/>
            <a:lstStyle/>
            <a:p>
              <a:endParaRPr lang="en-IN"/>
            </a:p>
          </p:txBody>
        </p:sp>
        <p:sp>
          <p:nvSpPr>
            <p:cNvPr id="164" name="Freeform: Shape 163">
              <a:extLst>
                <a:ext uri="{FF2B5EF4-FFF2-40B4-BE49-F238E27FC236}">
                  <a16:creationId xmlns:a16="http://schemas.microsoft.com/office/drawing/2014/main" id="{54B236E5-CC21-D5D9-4B1A-652047619DDD}"/>
                </a:ext>
              </a:extLst>
            </p:cNvPr>
            <p:cNvSpPr/>
            <p:nvPr/>
          </p:nvSpPr>
          <p:spPr>
            <a:xfrm>
              <a:off x="8205094" y="2863913"/>
              <a:ext cx="38454" cy="37708"/>
            </a:xfrm>
            <a:custGeom>
              <a:avLst/>
              <a:gdLst>
                <a:gd name="connsiteX0" fmla="*/ 18611 w 38454"/>
                <a:gd name="connsiteY0" fmla="*/ 37709 h 37708"/>
                <a:gd name="connsiteX1" fmla="*/ 1255 w 38454"/>
                <a:gd name="connsiteY1" fmla="*/ 25791 h 37708"/>
                <a:gd name="connsiteX2" fmla="*/ 11909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1" y="37709"/>
                  </a:moveTo>
                  <a:cubicBezTo>
                    <a:pt x="11135" y="37709"/>
                    <a:pt x="4087" y="33186"/>
                    <a:pt x="1255" y="25791"/>
                  </a:cubicBezTo>
                  <a:cubicBezTo>
                    <a:pt x="-2452" y="16196"/>
                    <a:pt x="2335" y="5440"/>
                    <a:pt x="11909"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9A08322C-9087-33B1-C7BE-F86BDC5C99C1}"/>
                </a:ext>
              </a:extLst>
            </p:cNvPr>
            <p:cNvSpPr/>
            <p:nvPr/>
          </p:nvSpPr>
          <p:spPr>
            <a:xfrm>
              <a:off x="8733164" y="2846162"/>
              <a:ext cx="38499" cy="37614"/>
            </a:xfrm>
            <a:custGeom>
              <a:avLst/>
              <a:gdLst>
                <a:gd name="connsiteX0" fmla="*/ 19892 w 38499"/>
                <a:gd name="connsiteY0" fmla="*/ 37594 h 37614"/>
                <a:gd name="connsiteX1" fmla="*/ 14371 w 38499"/>
                <a:gd name="connsiteY1" fmla="*/ 36759 h 37614"/>
                <a:gd name="connsiteX2" fmla="*/ 13148 w 38499"/>
                <a:gd name="connsiteY2" fmla="*/ 36392 h 37614"/>
                <a:gd name="connsiteX3" fmla="*/ 824 w 38499"/>
                <a:gd name="connsiteY3" fmla="*/ 13148 h 37614"/>
                <a:gd name="connsiteX4" fmla="*/ 24068 w 38499"/>
                <a:gd name="connsiteY4" fmla="*/ 824 h 37614"/>
                <a:gd name="connsiteX5" fmla="*/ 25392 w 38499"/>
                <a:gd name="connsiteY5" fmla="*/ 1231 h 37614"/>
                <a:gd name="connsiteX6" fmla="*/ 37655 w 38499"/>
                <a:gd name="connsiteY6" fmla="*/ 24516 h 37614"/>
                <a:gd name="connsiteX7" fmla="*/ 19892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2" y="37594"/>
                  </a:moveTo>
                  <a:cubicBezTo>
                    <a:pt x="18058" y="37594"/>
                    <a:pt x="16204" y="37329"/>
                    <a:pt x="14371" y="36759"/>
                  </a:cubicBezTo>
                  <a:lnTo>
                    <a:pt x="13148" y="36392"/>
                  </a:lnTo>
                  <a:cubicBezTo>
                    <a:pt x="3329" y="33377"/>
                    <a:pt x="-2191" y="22967"/>
                    <a:pt x="824" y="13148"/>
                  </a:cubicBezTo>
                  <a:cubicBezTo>
                    <a:pt x="3839" y="3329"/>
                    <a:pt x="14249" y="-2191"/>
                    <a:pt x="24068" y="824"/>
                  </a:cubicBezTo>
                  <a:lnTo>
                    <a:pt x="25392" y="1231"/>
                  </a:lnTo>
                  <a:cubicBezTo>
                    <a:pt x="35211" y="4267"/>
                    <a:pt x="40711" y="14697"/>
                    <a:pt x="37655" y="24516"/>
                  </a:cubicBezTo>
                  <a:cubicBezTo>
                    <a:pt x="35190" y="32501"/>
                    <a:pt x="27816" y="37614"/>
                    <a:pt x="19892" y="37614"/>
                  </a:cubicBezTo>
                  <a:close/>
                </a:path>
              </a:pathLst>
            </a:custGeom>
            <a:grpFill/>
            <a:ln w="2035" cap="flat">
              <a:noFill/>
              <a:prstDash val="solid"/>
              <a:miter/>
            </a:ln>
          </p:spPr>
          <p:txBody>
            <a:bodyPr rtlCol="0" anchor="ctr"/>
            <a:lstStyle/>
            <a:p>
              <a:endParaRPr lang="en-IN"/>
            </a:p>
          </p:txBody>
        </p:sp>
        <p:sp>
          <p:nvSpPr>
            <p:cNvPr id="166" name="Freeform: Shape 165">
              <a:extLst>
                <a:ext uri="{FF2B5EF4-FFF2-40B4-BE49-F238E27FC236}">
                  <a16:creationId xmlns:a16="http://schemas.microsoft.com/office/drawing/2014/main" id="{C98B8C2F-793F-A893-247E-35559A9E2695}"/>
                </a:ext>
              </a:extLst>
            </p:cNvPr>
            <p:cNvSpPr/>
            <p:nvPr/>
          </p:nvSpPr>
          <p:spPr>
            <a:xfrm>
              <a:off x="8334463" y="2816231"/>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0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4" y="37375"/>
                    <a:pt x="19986" y="37538"/>
                    <a:pt x="18560" y="37538"/>
                  </a:cubicBezTo>
                  <a:close/>
                </a:path>
              </a:pathLst>
            </a:custGeom>
            <a:grpFill/>
            <a:ln w="2035"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192BB0FB-BD2B-C4E5-8FA1-2DB39836C7CB}"/>
                </a:ext>
              </a:extLst>
            </p:cNvPr>
            <p:cNvSpPr/>
            <p:nvPr/>
          </p:nvSpPr>
          <p:spPr>
            <a:xfrm>
              <a:off x="8628493" y="2813529"/>
              <a:ext cx="38525" cy="37449"/>
            </a:xfrm>
            <a:custGeom>
              <a:avLst/>
              <a:gdLst>
                <a:gd name="connsiteX0" fmla="*/ 19935 w 38525"/>
                <a:gd name="connsiteY0" fmla="*/ 37429 h 37449"/>
                <a:gd name="connsiteX1" fmla="*/ 16838 w 38525"/>
                <a:gd name="connsiteY1" fmla="*/ 37164 h 37449"/>
                <a:gd name="connsiteX2" fmla="*/ 15575 w 38525"/>
                <a:gd name="connsiteY2" fmla="*/ 36960 h 37449"/>
                <a:gd name="connsiteX3" fmla="*/ 256 w 38525"/>
                <a:gd name="connsiteY3" fmla="*/ 15570 h 37449"/>
                <a:gd name="connsiteX4" fmla="*/ 21646 w 38525"/>
                <a:gd name="connsiteY4" fmla="*/ 251 h 37449"/>
                <a:gd name="connsiteX5" fmla="*/ 22990 w 38525"/>
                <a:gd name="connsiteY5" fmla="*/ 475 h 37449"/>
                <a:gd name="connsiteX6" fmla="*/ 38269 w 38525"/>
                <a:gd name="connsiteY6" fmla="*/ 21906 h 37449"/>
                <a:gd name="connsiteX7" fmla="*/ 19935 w 38525"/>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5" h="37449">
                  <a:moveTo>
                    <a:pt x="19935" y="37429"/>
                  </a:moveTo>
                  <a:cubicBezTo>
                    <a:pt x="18916" y="37429"/>
                    <a:pt x="17877" y="37347"/>
                    <a:pt x="16838" y="37164"/>
                  </a:cubicBezTo>
                  <a:lnTo>
                    <a:pt x="15575" y="36960"/>
                  </a:lnTo>
                  <a:cubicBezTo>
                    <a:pt x="5430" y="35290"/>
                    <a:pt x="-1435" y="25715"/>
                    <a:pt x="256" y="15570"/>
                  </a:cubicBezTo>
                  <a:cubicBezTo>
                    <a:pt x="1927" y="5425"/>
                    <a:pt x="11501" y="-1420"/>
                    <a:pt x="21646" y="251"/>
                  </a:cubicBezTo>
                  <a:lnTo>
                    <a:pt x="22990" y="475"/>
                  </a:lnTo>
                  <a:cubicBezTo>
                    <a:pt x="33135" y="2166"/>
                    <a:pt x="39960"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168" name="Freeform: Shape 167">
              <a:extLst>
                <a:ext uri="{FF2B5EF4-FFF2-40B4-BE49-F238E27FC236}">
                  <a16:creationId xmlns:a16="http://schemas.microsoft.com/office/drawing/2014/main" id="{5A835A9F-EE78-8086-7AA2-FAC0C583BE6E}"/>
                </a:ext>
              </a:extLst>
            </p:cNvPr>
            <p:cNvSpPr/>
            <p:nvPr/>
          </p:nvSpPr>
          <p:spPr>
            <a:xfrm>
              <a:off x="8832047" y="2883605"/>
              <a:ext cx="38330" cy="37919"/>
            </a:xfrm>
            <a:custGeom>
              <a:avLst/>
              <a:gdLst>
                <a:gd name="connsiteX0" fmla="*/ 19708 w 38330"/>
                <a:gd name="connsiteY0" fmla="*/ 37920 h 37919"/>
                <a:gd name="connsiteX1" fmla="*/ 9726 w 38330"/>
                <a:gd name="connsiteY1" fmla="*/ 35007 h 37919"/>
                <a:gd name="connsiteX2" fmla="*/ 8626 w 38330"/>
                <a:gd name="connsiteY2" fmla="*/ 34314 h 37919"/>
                <a:gd name="connsiteX3" fmla="*/ 2901 w 38330"/>
                <a:gd name="connsiteY3" fmla="*/ 8626 h 37919"/>
                <a:gd name="connsiteX4" fmla="*/ 28590 w 38330"/>
                <a:gd name="connsiteY4" fmla="*/ 2901 h 37919"/>
                <a:gd name="connsiteX5" fmla="*/ 29730 w 38330"/>
                <a:gd name="connsiteY5" fmla="*/ 3635 h 37919"/>
                <a:gd name="connsiteX6" fmla="*/ 35414 w 38330"/>
                <a:gd name="connsiteY6" fmla="*/ 29323 h 37919"/>
                <a:gd name="connsiteX7" fmla="*/ 19708 w 38330"/>
                <a:gd name="connsiteY7" fmla="*/ 3792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20"/>
                    <a:pt x="19708" y="37920"/>
                  </a:cubicBezTo>
                  <a:close/>
                </a:path>
              </a:pathLst>
            </a:custGeom>
            <a:grpFill/>
            <a:ln w="2035" cap="flat">
              <a:noFill/>
              <a:prstDash val="solid"/>
              <a:miter/>
            </a:ln>
          </p:spPr>
          <p:txBody>
            <a:bodyPr rtlCol="0" anchor="ctr"/>
            <a:lstStyle/>
            <a:p>
              <a:endParaRPr lang="en-IN"/>
            </a:p>
          </p:txBody>
        </p:sp>
      </p:grpSp>
      <p:grpSp>
        <p:nvGrpSpPr>
          <p:cNvPr id="169" name="Graphic 7">
            <a:extLst>
              <a:ext uri="{FF2B5EF4-FFF2-40B4-BE49-F238E27FC236}">
                <a16:creationId xmlns:a16="http://schemas.microsoft.com/office/drawing/2014/main" id="{FDA1D72C-22D5-B473-302B-5ED6335B8E30}"/>
              </a:ext>
            </a:extLst>
          </p:cNvPr>
          <p:cNvGrpSpPr/>
          <p:nvPr/>
        </p:nvGrpSpPr>
        <p:grpSpPr>
          <a:xfrm>
            <a:off x="9302921" y="2767436"/>
            <a:ext cx="1651063" cy="1679638"/>
            <a:chOff x="9302921" y="2767436"/>
            <a:chExt cx="1651063" cy="1679638"/>
          </a:xfrm>
          <a:solidFill>
            <a:srgbClr val="60A6D8"/>
          </a:solidFill>
        </p:grpSpPr>
        <p:sp>
          <p:nvSpPr>
            <p:cNvPr id="170" name="Freeform: Shape 169">
              <a:extLst>
                <a:ext uri="{FF2B5EF4-FFF2-40B4-BE49-F238E27FC236}">
                  <a16:creationId xmlns:a16="http://schemas.microsoft.com/office/drawing/2014/main" id="{1D5C3F38-96CF-2B4C-DD70-9DFBF6DBE182}"/>
                </a:ext>
              </a:extLst>
            </p:cNvPr>
            <p:cNvSpPr/>
            <p:nvPr/>
          </p:nvSpPr>
          <p:spPr>
            <a:xfrm>
              <a:off x="9966050" y="4409594"/>
              <a:ext cx="38529" cy="37480"/>
            </a:xfrm>
            <a:custGeom>
              <a:avLst/>
              <a:gdLst>
                <a:gd name="connsiteX0" fmla="*/ 19920 w 38529"/>
                <a:gd name="connsiteY0" fmla="*/ 37460 h 37480"/>
                <a:gd name="connsiteX1" fmla="*/ 16416 w 38529"/>
                <a:gd name="connsiteY1" fmla="*/ 37134 h 37480"/>
                <a:gd name="connsiteX2" fmla="*/ 15072 w 38529"/>
                <a:gd name="connsiteY2" fmla="*/ 36869 h 37480"/>
                <a:gd name="connsiteX3" fmla="*/ 343 w 38529"/>
                <a:gd name="connsiteY3" fmla="*/ 15072 h 37480"/>
                <a:gd name="connsiteX4" fmla="*/ 22141 w 38529"/>
                <a:gd name="connsiteY4" fmla="*/ 343 h 37480"/>
                <a:gd name="connsiteX5" fmla="*/ 23404 w 38529"/>
                <a:gd name="connsiteY5" fmla="*/ 588 h 37480"/>
                <a:gd name="connsiteX6" fmla="*/ 38193 w 38529"/>
                <a:gd name="connsiteY6" fmla="*/ 22365 h 37480"/>
                <a:gd name="connsiteX7" fmla="*/ 19941 w 38529"/>
                <a:gd name="connsiteY7" fmla="*/ 37480 h 3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9" h="37480">
                  <a:moveTo>
                    <a:pt x="19920" y="37460"/>
                  </a:moveTo>
                  <a:cubicBezTo>
                    <a:pt x="18759" y="37460"/>
                    <a:pt x="17577" y="37358"/>
                    <a:pt x="16416" y="37134"/>
                  </a:cubicBezTo>
                  <a:lnTo>
                    <a:pt x="15072" y="36869"/>
                  </a:lnTo>
                  <a:cubicBezTo>
                    <a:pt x="4988" y="34913"/>
                    <a:pt x="-1612" y="25156"/>
                    <a:pt x="343" y="15072"/>
                  </a:cubicBezTo>
                  <a:cubicBezTo>
                    <a:pt x="2299" y="4988"/>
                    <a:pt x="12057" y="-1612"/>
                    <a:pt x="22141" y="343"/>
                  </a:cubicBezTo>
                  <a:lnTo>
                    <a:pt x="23404" y="588"/>
                  </a:lnTo>
                  <a:cubicBezTo>
                    <a:pt x="33508" y="2523"/>
                    <a:pt x="40129" y="12260"/>
                    <a:pt x="38193" y="22365"/>
                  </a:cubicBezTo>
                  <a:cubicBezTo>
                    <a:pt x="36482" y="31287"/>
                    <a:pt x="28680" y="37480"/>
                    <a:pt x="19941" y="37480"/>
                  </a:cubicBezTo>
                  <a:close/>
                </a:path>
              </a:pathLst>
            </a:custGeom>
            <a:grpFill/>
            <a:ln w="2035"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9BF2C4E7-3AF1-E5A2-4377-978620B5FFD9}"/>
                </a:ext>
              </a:extLst>
            </p:cNvPr>
            <p:cNvSpPr/>
            <p:nvPr/>
          </p:nvSpPr>
          <p:spPr>
            <a:xfrm>
              <a:off x="10253573" y="4406803"/>
              <a:ext cx="38534" cy="37500"/>
            </a:xfrm>
            <a:custGeom>
              <a:avLst/>
              <a:gdLst>
                <a:gd name="connsiteX0" fmla="*/ 18594 w 38534"/>
                <a:gd name="connsiteY0" fmla="*/ 37480 h 37500"/>
                <a:gd name="connsiteX1" fmla="*/ 402 w 38534"/>
                <a:gd name="connsiteY1" fmla="*/ 22691 h 37500"/>
                <a:gd name="connsiteX2" fmla="*/ 14806 w 38534"/>
                <a:gd name="connsiteY2" fmla="*/ 669 h 37500"/>
                <a:gd name="connsiteX3" fmla="*/ 16089 w 38534"/>
                <a:gd name="connsiteY3" fmla="*/ 404 h 37500"/>
                <a:gd name="connsiteX4" fmla="*/ 38130 w 38534"/>
                <a:gd name="connsiteY4" fmla="*/ 14766 h 37500"/>
                <a:gd name="connsiteX5" fmla="*/ 23769 w 38534"/>
                <a:gd name="connsiteY5" fmla="*/ 36808 h 37500"/>
                <a:gd name="connsiteX6" fmla="*/ 22445 w 38534"/>
                <a:gd name="connsiteY6" fmla="*/ 37093 h 37500"/>
                <a:gd name="connsiteX7" fmla="*/ 18614 w 38534"/>
                <a:gd name="connsiteY7" fmla="*/ 37501 h 3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4" h="37500">
                  <a:moveTo>
                    <a:pt x="18594" y="37480"/>
                  </a:moveTo>
                  <a:cubicBezTo>
                    <a:pt x="9977" y="37480"/>
                    <a:pt x="2237" y="31450"/>
                    <a:pt x="402" y="22691"/>
                  </a:cubicBezTo>
                  <a:cubicBezTo>
                    <a:pt x="-1716" y="12627"/>
                    <a:pt x="4742" y="2767"/>
                    <a:pt x="14806" y="669"/>
                  </a:cubicBezTo>
                  <a:lnTo>
                    <a:pt x="16089" y="404"/>
                  </a:lnTo>
                  <a:cubicBezTo>
                    <a:pt x="26132" y="-1714"/>
                    <a:pt x="36012" y="4703"/>
                    <a:pt x="38130" y="14766"/>
                  </a:cubicBezTo>
                  <a:cubicBezTo>
                    <a:pt x="40249" y="24830"/>
                    <a:pt x="33832" y="34689"/>
                    <a:pt x="23769" y="36808"/>
                  </a:cubicBezTo>
                  <a:lnTo>
                    <a:pt x="22445" y="37093"/>
                  </a:lnTo>
                  <a:cubicBezTo>
                    <a:pt x="21161" y="37358"/>
                    <a:pt x="19878" y="37501"/>
                    <a:pt x="18614" y="37501"/>
                  </a:cubicBezTo>
                  <a:close/>
                </a:path>
              </a:pathLst>
            </a:custGeom>
            <a:grpFill/>
            <a:ln w="2035"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DD7F6E11-47E4-4491-01EC-AE2A4D77A7A1}"/>
                </a:ext>
              </a:extLst>
            </p:cNvPr>
            <p:cNvSpPr/>
            <p:nvPr/>
          </p:nvSpPr>
          <p:spPr>
            <a:xfrm>
              <a:off x="9851417" y="4371496"/>
              <a:ext cx="38490" cy="37667"/>
            </a:xfrm>
            <a:custGeom>
              <a:avLst/>
              <a:gdLst>
                <a:gd name="connsiteX0" fmla="*/ 19862 w 38490"/>
                <a:gd name="connsiteY0" fmla="*/ 37647 h 37667"/>
                <a:gd name="connsiteX1" fmla="*/ 13955 w 38490"/>
                <a:gd name="connsiteY1" fmla="*/ 36669 h 37667"/>
                <a:gd name="connsiteX2" fmla="*/ 12672 w 38490"/>
                <a:gd name="connsiteY2" fmla="*/ 36241 h 37667"/>
                <a:gd name="connsiteX3" fmla="*/ 978 w 38490"/>
                <a:gd name="connsiteY3" fmla="*/ 12671 h 37667"/>
                <a:gd name="connsiteX4" fmla="*/ 24547 w 38490"/>
                <a:gd name="connsiteY4" fmla="*/ 978 h 37667"/>
                <a:gd name="connsiteX5" fmla="*/ 25791 w 38490"/>
                <a:gd name="connsiteY5" fmla="*/ 1406 h 37667"/>
                <a:gd name="connsiteX6" fmla="*/ 37524 w 38490"/>
                <a:gd name="connsiteY6" fmla="*/ 24976 h 37667"/>
                <a:gd name="connsiteX7" fmla="*/ 19883 w 38490"/>
                <a:gd name="connsiteY7" fmla="*/ 37667 h 3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0" h="37667">
                  <a:moveTo>
                    <a:pt x="19862" y="37647"/>
                  </a:moveTo>
                  <a:cubicBezTo>
                    <a:pt x="17907" y="37647"/>
                    <a:pt x="15911" y="37341"/>
                    <a:pt x="13955" y="36669"/>
                  </a:cubicBezTo>
                  <a:lnTo>
                    <a:pt x="12672" y="36241"/>
                  </a:lnTo>
                  <a:cubicBezTo>
                    <a:pt x="2934" y="32961"/>
                    <a:pt x="-2301" y="22409"/>
                    <a:pt x="978" y="12671"/>
                  </a:cubicBezTo>
                  <a:cubicBezTo>
                    <a:pt x="4258" y="2934"/>
                    <a:pt x="14810" y="-2301"/>
                    <a:pt x="24547" y="978"/>
                  </a:cubicBezTo>
                  <a:lnTo>
                    <a:pt x="25791" y="1406"/>
                  </a:lnTo>
                  <a:cubicBezTo>
                    <a:pt x="35528" y="4665"/>
                    <a:pt x="40784" y="15218"/>
                    <a:pt x="37524" y="24976"/>
                  </a:cubicBezTo>
                  <a:cubicBezTo>
                    <a:pt x="34917" y="32758"/>
                    <a:pt x="27665" y="37667"/>
                    <a:pt x="19883" y="37667"/>
                  </a:cubicBezTo>
                  <a:close/>
                </a:path>
              </a:pathLst>
            </a:custGeom>
            <a:grpFill/>
            <a:ln w="2035"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F140C562-9DE2-208A-01B9-79B89F7FD789}"/>
                </a:ext>
              </a:extLst>
            </p:cNvPr>
            <p:cNvSpPr/>
            <p:nvPr/>
          </p:nvSpPr>
          <p:spPr>
            <a:xfrm>
              <a:off x="10379709" y="4366901"/>
              <a:ext cx="38464" cy="37678"/>
            </a:xfrm>
            <a:custGeom>
              <a:avLst/>
              <a:gdLst>
                <a:gd name="connsiteX0" fmla="*/ 18619 w 38464"/>
                <a:gd name="connsiteY0" fmla="*/ 37679 h 37678"/>
                <a:gd name="connsiteX1" fmla="*/ 1079 w 38464"/>
                <a:gd name="connsiteY1" fmla="*/ 25293 h 37678"/>
                <a:gd name="connsiteX2" fmla="*/ 12385 w 38464"/>
                <a:gd name="connsiteY2" fmla="*/ 1519 h 37678"/>
                <a:gd name="connsiteX3" fmla="*/ 13608 w 38464"/>
                <a:gd name="connsiteY3" fmla="*/ 1092 h 37678"/>
                <a:gd name="connsiteX4" fmla="*/ 37381 w 38464"/>
                <a:gd name="connsiteY4" fmla="*/ 12357 h 37678"/>
                <a:gd name="connsiteX5" fmla="*/ 26095 w 38464"/>
                <a:gd name="connsiteY5" fmla="*/ 36130 h 37678"/>
                <a:gd name="connsiteX6" fmla="*/ 24812 w 38464"/>
                <a:gd name="connsiteY6" fmla="*/ 36578 h 37678"/>
                <a:gd name="connsiteX7" fmla="*/ 18578 w 38464"/>
                <a:gd name="connsiteY7" fmla="*/ 37658 h 3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64" h="37678">
                  <a:moveTo>
                    <a:pt x="18619" y="37679"/>
                  </a:moveTo>
                  <a:cubicBezTo>
                    <a:pt x="10959" y="37679"/>
                    <a:pt x="3788" y="32912"/>
                    <a:pt x="1079" y="25293"/>
                  </a:cubicBezTo>
                  <a:cubicBezTo>
                    <a:pt x="-2364" y="15616"/>
                    <a:pt x="2709" y="4962"/>
                    <a:pt x="12385" y="1519"/>
                  </a:cubicBezTo>
                  <a:lnTo>
                    <a:pt x="13608" y="1092"/>
                  </a:lnTo>
                  <a:cubicBezTo>
                    <a:pt x="23284" y="-2372"/>
                    <a:pt x="33938" y="2680"/>
                    <a:pt x="37381" y="12357"/>
                  </a:cubicBezTo>
                  <a:cubicBezTo>
                    <a:pt x="40824" y="22033"/>
                    <a:pt x="35791" y="32688"/>
                    <a:pt x="26095" y="36130"/>
                  </a:cubicBezTo>
                  <a:lnTo>
                    <a:pt x="24812" y="36578"/>
                  </a:lnTo>
                  <a:cubicBezTo>
                    <a:pt x="22754" y="37312"/>
                    <a:pt x="20656" y="37658"/>
                    <a:pt x="18578" y="37658"/>
                  </a:cubicBezTo>
                  <a:close/>
                </a:path>
              </a:pathLst>
            </a:custGeom>
            <a:grpFill/>
            <a:ln w="2035"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69A33F5-902A-E16E-C1B3-938F359D0B58}"/>
                </a:ext>
              </a:extLst>
            </p:cNvPr>
            <p:cNvSpPr/>
            <p:nvPr/>
          </p:nvSpPr>
          <p:spPr>
            <a:xfrm>
              <a:off x="9751938" y="4330340"/>
              <a:ext cx="38413" cy="37795"/>
            </a:xfrm>
            <a:custGeom>
              <a:avLst/>
              <a:gdLst>
                <a:gd name="connsiteX0" fmla="*/ 19808 w 38413"/>
                <a:gd name="connsiteY0" fmla="*/ 37795 h 37795"/>
                <a:gd name="connsiteX1" fmla="*/ 11578 w 38413"/>
                <a:gd name="connsiteY1" fmla="*/ 35880 h 37795"/>
                <a:gd name="connsiteX2" fmla="*/ 10376 w 38413"/>
                <a:gd name="connsiteY2" fmla="*/ 35290 h 37795"/>
                <a:gd name="connsiteX3" fmla="*/ 1921 w 38413"/>
                <a:gd name="connsiteY3" fmla="*/ 10375 h 37795"/>
                <a:gd name="connsiteX4" fmla="*/ 26835 w 38413"/>
                <a:gd name="connsiteY4" fmla="*/ 1921 h 37795"/>
                <a:gd name="connsiteX5" fmla="*/ 28038 w 38413"/>
                <a:gd name="connsiteY5" fmla="*/ 2512 h 37795"/>
                <a:gd name="connsiteX6" fmla="*/ 36492 w 38413"/>
                <a:gd name="connsiteY6" fmla="*/ 27426 h 37795"/>
                <a:gd name="connsiteX7" fmla="*/ 19787 w 38413"/>
                <a:gd name="connsiteY7" fmla="*/ 37795 h 37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3" h="37795">
                  <a:moveTo>
                    <a:pt x="19808" y="37795"/>
                  </a:moveTo>
                  <a:cubicBezTo>
                    <a:pt x="17037" y="37795"/>
                    <a:pt x="14226" y="37184"/>
                    <a:pt x="11578" y="35880"/>
                  </a:cubicBezTo>
                  <a:lnTo>
                    <a:pt x="10376" y="35290"/>
                  </a:lnTo>
                  <a:cubicBezTo>
                    <a:pt x="1168" y="30747"/>
                    <a:pt x="-2622" y="19583"/>
                    <a:pt x="1921" y="10375"/>
                  </a:cubicBezTo>
                  <a:cubicBezTo>
                    <a:pt x="6464" y="1168"/>
                    <a:pt x="17627" y="-2621"/>
                    <a:pt x="26835" y="1921"/>
                  </a:cubicBezTo>
                  <a:lnTo>
                    <a:pt x="28038" y="2512"/>
                  </a:lnTo>
                  <a:cubicBezTo>
                    <a:pt x="37246" y="7055"/>
                    <a:pt x="41035" y="18218"/>
                    <a:pt x="36492" y="27426"/>
                  </a:cubicBezTo>
                  <a:cubicBezTo>
                    <a:pt x="33253" y="33986"/>
                    <a:pt x="26652" y="37795"/>
                    <a:pt x="19787" y="37795"/>
                  </a:cubicBezTo>
                  <a:close/>
                </a:path>
              </a:pathLst>
            </a:custGeom>
            <a:grpFill/>
            <a:ln w="2035" cap="flat">
              <a:noFill/>
              <a:prstDash val="solid"/>
              <a:miter/>
            </a:ln>
          </p:spPr>
          <p:txBody>
            <a:bodyPr rtlCol="0" anchor="ctr"/>
            <a:lstStyle/>
            <a:p>
              <a:endParaRPr lang="en-IN"/>
            </a:p>
          </p:txBody>
        </p:sp>
        <p:sp>
          <p:nvSpPr>
            <p:cNvPr id="175" name="Freeform: Shape 174">
              <a:extLst>
                <a:ext uri="{FF2B5EF4-FFF2-40B4-BE49-F238E27FC236}">
                  <a16:creationId xmlns:a16="http://schemas.microsoft.com/office/drawing/2014/main" id="{287C7E75-C744-24D2-862B-9A59C71DA68F}"/>
                </a:ext>
              </a:extLst>
            </p:cNvPr>
            <p:cNvSpPr/>
            <p:nvPr/>
          </p:nvSpPr>
          <p:spPr>
            <a:xfrm>
              <a:off x="10478435" y="4324065"/>
              <a:ext cx="38409" cy="37835"/>
            </a:xfrm>
            <a:custGeom>
              <a:avLst/>
              <a:gdLst>
                <a:gd name="connsiteX0" fmla="*/ 18632 w 38409"/>
                <a:gd name="connsiteY0" fmla="*/ 37816 h 37835"/>
                <a:gd name="connsiteX1" fmla="*/ 2070 w 38409"/>
                <a:gd name="connsiteY1" fmla="*/ 27732 h 37835"/>
                <a:gd name="connsiteX2" fmla="*/ 10097 w 38409"/>
                <a:gd name="connsiteY2" fmla="*/ 2675 h 37835"/>
                <a:gd name="connsiteX3" fmla="*/ 11257 w 38409"/>
                <a:gd name="connsiteY3" fmla="*/ 2084 h 37835"/>
                <a:gd name="connsiteX4" fmla="*/ 36335 w 38409"/>
                <a:gd name="connsiteY4" fmla="*/ 10070 h 37835"/>
                <a:gd name="connsiteX5" fmla="*/ 28349 w 38409"/>
                <a:gd name="connsiteY5" fmla="*/ 35147 h 37835"/>
                <a:gd name="connsiteX6" fmla="*/ 27148 w 38409"/>
                <a:gd name="connsiteY6" fmla="*/ 35758 h 37835"/>
                <a:gd name="connsiteX7" fmla="*/ 18653 w 38409"/>
                <a:gd name="connsiteY7" fmla="*/ 37836 h 37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9" h="37835">
                  <a:moveTo>
                    <a:pt x="18632" y="37816"/>
                  </a:moveTo>
                  <a:cubicBezTo>
                    <a:pt x="11889" y="37816"/>
                    <a:pt x="5371" y="34128"/>
                    <a:pt x="2070" y="27732"/>
                  </a:cubicBezTo>
                  <a:cubicBezTo>
                    <a:pt x="-2636" y="18585"/>
                    <a:pt x="950" y="7381"/>
                    <a:pt x="10097" y="2675"/>
                  </a:cubicBezTo>
                  <a:lnTo>
                    <a:pt x="11257" y="2084"/>
                  </a:lnTo>
                  <a:cubicBezTo>
                    <a:pt x="20384" y="-2642"/>
                    <a:pt x="31609" y="943"/>
                    <a:pt x="36335" y="10070"/>
                  </a:cubicBezTo>
                  <a:cubicBezTo>
                    <a:pt x="41040" y="19196"/>
                    <a:pt x="37476" y="30421"/>
                    <a:pt x="28349" y="35147"/>
                  </a:cubicBezTo>
                  <a:lnTo>
                    <a:pt x="27148" y="35758"/>
                  </a:lnTo>
                  <a:cubicBezTo>
                    <a:pt x="24417" y="37164"/>
                    <a:pt x="21505" y="37836"/>
                    <a:pt x="18653" y="37836"/>
                  </a:cubicBezTo>
                  <a:close/>
                </a:path>
              </a:pathLst>
            </a:custGeom>
            <a:grpFill/>
            <a:ln w="2035" cap="flat">
              <a:noFill/>
              <a:prstDash val="solid"/>
              <a:miter/>
            </a:ln>
          </p:spPr>
          <p:txBody>
            <a:bodyPr rtlCol="0" anchor="ctr"/>
            <a:lstStyle/>
            <a:p>
              <a:endParaRPr lang="en-IN"/>
            </a:p>
          </p:txBody>
        </p:sp>
        <p:sp>
          <p:nvSpPr>
            <p:cNvPr id="176" name="Freeform: Shape 175">
              <a:extLst>
                <a:ext uri="{FF2B5EF4-FFF2-40B4-BE49-F238E27FC236}">
                  <a16:creationId xmlns:a16="http://schemas.microsoft.com/office/drawing/2014/main" id="{99532386-9A41-5446-8C18-D8F53850B9AF}"/>
                </a:ext>
              </a:extLst>
            </p:cNvPr>
            <p:cNvSpPr/>
            <p:nvPr/>
          </p:nvSpPr>
          <p:spPr>
            <a:xfrm>
              <a:off x="9658919" y="4276291"/>
              <a:ext cx="38325" cy="37961"/>
            </a:xfrm>
            <a:custGeom>
              <a:avLst/>
              <a:gdLst>
                <a:gd name="connsiteX0" fmla="*/ 19689 w 38325"/>
                <a:gd name="connsiteY0" fmla="*/ 37962 h 37961"/>
                <a:gd name="connsiteX1" fmla="*/ 9340 w 38325"/>
                <a:gd name="connsiteY1" fmla="*/ 34804 h 37961"/>
                <a:gd name="connsiteX2" fmla="*/ 8220 w 38325"/>
                <a:gd name="connsiteY2" fmla="*/ 34051 h 37961"/>
                <a:gd name="connsiteX3" fmla="*/ 3168 w 38325"/>
                <a:gd name="connsiteY3" fmla="*/ 8220 h 37961"/>
                <a:gd name="connsiteX4" fmla="*/ 28999 w 38325"/>
                <a:gd name="connsiteY4" fmla="*/ 3168 h 37961"/>
                <a:gd name="connsiteX5" fmla="*/ 30078 w 38325"/>
                <a:gd name="connsiteY5" fmla="*/ 3901 h 37961"/>
                <a:gd name="connsiteX6" fmla="*/ 35171 w 38325"/>
                <a:gd name="connsiteY6" fmla="*/ 29712 h 37961"/>
                <a:gd name="connsiteX7" fmla="*/ 19709 w 38325"/>
                <a:gd name="connsiteY7" fmla="*/ 37962 h 3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5" h="37961">
                  <a:moveTo>
                    <a:pt x="19689" y="37962"/>
                  </a:moveTo>
                  <a:cubicBezTo>
                    <a:pt x="16124" y="37962"/>
                    <a:pt x="12518" y="36943"/>
                    <a:pt x="9340" y="34804"/>
                  </a:cubicBezTo>
                  <a:lnTo>
                    <a:pt x="8220" y="34051"/>
                  </a:lnTo>
                  <a:cubicBezTo>
                    <a:pt x="-316" y="28306"/>
                    <a:pt x="-2557" y="16755"/>
                    <a:pt x="3168" y="8220"/>
                  </a:cubicBezTo>
                  <a:cubicBezTo>
                    <a:pt x="8912" y="-316"/>
                    <a:pt x="20462" y="-2557"/>
                    <a:pt x="28999" y="3168"/>
                  </a:cubicBezTo>
                  <a:lnTo>
                    <a:pt x="30078" y="3901"/>
                  </a:lnTo>
                  <a:cubicBezTo>
                    <a:pt x="38614" y="9625"/>
                    <a:pt x="40896" y="21176"/>
                    <a:pt x="35171" y="29712"/>
                  </a:cubicBezTo>
                  <a:cubicBezTo>
                    <a:pt x="31586" y="35069"/>
                    <a:pt x="25699" y="37962"/>
                    <a:pt x="19709" y="37962"/>
                  </a:cubicBezTo>
                  <a:close/>
                </a:path>
              </a:pathLst>
            </a:custGeom>
            <a:grpFill/>
            <a:ln w="2035" cap="flat">
              <a:noFill/>
              <a:prstDash val="solid"/>
              <a:miter/>
            </a:ln>
          </p:spPr>
          <p:txBody>
            <a:bodyPr rtlCol="0" anchor="ctr"/>
            <a:lstStyle/>
            <a:p>
              <a:endParaRPr lang="en-IN"/>
            </a:p>
          </p:txBody>
        </p:sp>
        <p:sp>
          <p:nvSpPr>
            <p:cNvPr id="177" name="Freeform: Shape 176">
              <a:extLst>
                <a:ext uri="{FF2B5EF4-FFF2-40B4-BE49-F238E27FC236}">
                  <a16:creationId xmlns:a16="http://schemas.microsoft.com/office/drawing/2014/main" id="{B242EE5D-ABB8-B643-D05D-552373AF6892}"/>
                </a:ext>
              </a:extLst>
            </p:cNvPr>
            <p:cNvSpPr/>
            <p:nvPr/>
          </p:nvSpPr>
          <p:spPr>
            <a:xfrm>
              <a:off x="10570561" y="4268441"/>
              <a:ext cx="38320" cy="37988"/>
            </a:xfrm>
            <a:custGeom>
              <a:avLst/>
              <a:gdLst>
                <a:gd name="connsiteX0" fmla="*/ 18626 w 38320"/>
                <a:gd name="connsiteY0" fmla="*/ 37989 h 37988"/>
                <a:gd name="connsiteX1" fmla="*/ 3326 w 38320"/>
                <a:gd name="connsiteY1" fmla="*/ 29983 h 37988"/>
                <a:gd name="connsiteX2" fmla="*/ 8012 w 38320"/>
                <a:gd name="connsiteY2" fmla="*/ 4091 h 37988"/>
                <a:gd name="connsiteX3" fmla="*/ 9051 w 38320"/>
                <a:gd name="connsiteY3" fmla="*/ 3358 h 37988"/>
                <a:gd name="connsiteX4" fmla="*/ 34964 w 38320"/>
                <a:gd name="connsiteY4" fmla="*/ 7941 h 37988"/>
                <a:gd name="connsiteX5" fmla="*/ 30380 w 38320"/>
                <a:gd name="connsiteY5" fmla="*/ 33854 h 37988"/>
                <a:gd name="connsiteX6" fmla="*/ 29239 w 38320"/>
                <a:gd name="connsiteY6" fmla="*/ 34648 h 37988"/>
                <a:gd name="connsiteX7" fmla="*/ 18646 w 38320"/>
                <a:gd name="connsiteY7" fmla="*/ 37969 h 3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0" h="37988">
                  <a:moveTo>
                    <a:pt x="18626" y="37989"/>
                  </a:moveTo>
                  <a:cubicBezTo>
                    <a:pt x="12738" y="37989"/>
                    <a:pt x="6932" y="35198"/>
                    <a:pt x="3326" y="29983"/>
                  </a:cubicBezTo>
                  <a:cubicBezTo>
                    <a:pt x="-2540" y="21529"/>
                    <a:pt x="-443" y="9938"/>
                    <a:pt x="8012" y="4091"/>
                  </a:cubicBezTo>
                  <a:lnTo>
                    <a:pt x="9051" y="3358"/>
                  </a:lnTo>
                  <a:cubicBezTo>
                    <a:pt x="17464" y="-2530"/>
                    <a:pt x="29076" y="-472"/>
                    <a:pt x="34964" y="7941"/>
                  </a:cubicBezTo>
                  <a:cubicBezTo>
                    <a:pt x="40850" y="16375"/>
                    <a:pt x="38793" y="27966"/>
                    <a:pt x="30380" y="33854"/>
                  </a:cubicBezTo>
                  <a:lnTo>
                    <a:pt x="29239" y="34648"/>
                  </a:lnTo>
                  <a:cubicBezTo>
                    <a:pt x="25999" y="36889"/>
                    <a:pt x="22313" y="37969"/>
                    <a:pt x="18646" y="37969"/>
                  </a:cubicBezTo>
                  <a:close/>
                </a:path>
              </a:pathLst>
            </a:custGeom>
            <a:grpFill/>
            <a:ln w="2035" cap="flat">
              <a:noFill/>
              <a:prstDash val="solid"/>
              <a:miter/>
            </a:ln>
          </p:spPr>
          <p:txBody>
            <a:bodyPr rtlCol="0" anchor="ctr"/>
            <a:lstStyle/>
            <a:p>
              <a:endParaRPr lang="en-IN"/>
            </a:p>
          </p:txBody>
        </p:sp>
        <p:sp>
          <p:nvSpPr>
            <p:cNvPr id="178" name="Freeform: Shape 177">
              <a:extLst>
                <a:ext uri="{FF2B5EF4-FFF2-40B4-BE49-F238E27FC236}">
                  <a16:creationId xmlns:a16="http://schemas.microsoft.com/office/drawing/2014/main" id="{2717F921-2ECF-2A47-D25E-A36879D96426}"/>
                </a:ext>
              </a:extLst>
            </p:cNvPr>
            <p:cNvSpPr/>
            <p:nvPr/>
          </p:nvSpPr>
          <p:spPr>
            <a:xfrm>
              <a:off x="9573881" y="4210361"/>
              <a:ext cx="38209" cy="38112"/>
            </a:xfrm>
            <a:custGeom>
              <a:avLst/>
              <a:gdLst>
                <a:gd name="connsiteX0" fmla="*/ 19594 w 38209"/>
                <a:gd name="connsiteY0" fmla="*/ 38112 h 38112"/>
                <a:gd name="connsiteX1" fmla="*/ 7291 w 38209"/>
                <a:gd name="connsiteY1" fmla="*/ 33447 h 38112"/>
                <a:gd name="connsiteX2" fmla="*/ 6231 w 38209"/>
                <a:gd name="connsiteY2" fmla="*/ 32510 h 38112"/>
                <a:gd name="connsiteX3" fmla="*/ 4724 w 38209"/>
                <a:gd name="connsiteY3" fmla="*/ 6231 h 38112"/>
                <a:gd name="connsiteX4" fmla="*/ 31003 w 38209"/>
                <a:gd name="connsiteY4" fmla="*/ 4724 h 38112"/>
                <a:gd name="connsiteX5" fmla="*/ 31920 w 38209"/>
                <a:gd name="connsiteY5" fmla="*/ 5539 h 38112"/>
                <a:gd name="connsiteX6" fmla="*/ 33549 w 38209"/>
                <a:gd name="connsiteY6" fmla="*/ 31797 h 38112"/>
                <a:gd name="connsiteX7" fmla="*/ 19594 w 38209"/>
                <a:gd name="connsiteY7" fmla="*/ 38092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09" h="38112">
                  <a:moveTo>
                    <a:pt x="19594" y="38112"/>
                  </a:moveTo>
                  <a:cubicBezTo>
                    <a:pt x="15215" y="38112"/>
                    <a:pt x="10814" y="36585"/>
                    <a:pt x="7291" y="33447"/>
                  </a:cubicBezTo>
                  <a:lnTo>
                    <a:pt x="6231" y="32510"/>
                  </a:lnTo>
                  <a:cubicBezTo>
                    <a:pt x="-1449" y="25665"/>
                    <a:pt x="-2121" y="13911"/>
                    <a:pt x="4724" y="6231"/>
                  </a:cubicBezTo>
                  <a:cubicBezTo>
                    <a:pt x="11568" y="-1449"/>
                    <a:pt x="23323" y="-2121"/>
                    <a:pt x="31003" y="4724"/>
                  </a:cubicBezTo>
                  <a:lnTo>
                    <a:pt x="31920" y="5539"/>
                  </a:lnTo>
                  <a:cubicBezTo>
                    <a:pt x="39620" y="12343"/>
                    <a:pt x="40353" y="24097"/>
                    <a:pt x="33549" y="31797"/>
                  </a:cubicBezTo>
                  <a:cubicBezTo>
                    <a:pt x="29862" y="35953"/>
                    <a:pt x="24749" y="38092"/>
                    <a:pt x="19594" y="38092"/>
                  </a:cubicBezTo>
                  <a:close/>
                </a:path>
              </a:pathLst>
            </a:custGeom>
            <a:grpFill/>
            <a:ln w="2035" cap="flat">
              <a:noFill/>
              <a:prstDash val="solid"/>
              <a:miter/>
            </a:ln>
          </p:spPr>
          <p:txBody>
            <a:bodyPr rtlCol="0" anchor="ctr"/>
            <a:lstStyle/>
            <a:p>
              <a:endParaRPr lang="en-IN"/>
            </a:p>
          </p:txBody>
        </p:sp>
        <p:sp>
          <p:nvSpPr>
            <p:cNvPr id="179" name="Freeform: Shape 178">
              <a:extLst>
                <a:ext uri="{FF2B5EF4-FFF2-40B4-BE49-F238E27FC236}">
                  <a16:creationId xmlns:a16="http://schemas.microsoft.com/office/drawing/2014/main" id="{931A8FEE-C1A2-7060-ED5B-0784DBAB6E6E}"/>
                </a:ext>
              </a:extLst>
            </p:cNvPr>
            <p:cNvSpPr/>
            <p:nvPr/>
          </p:nvSpPr>
          <p:spPr>
            <a:xfrm>
              <a:off x="10654510" y="4201157"/>
              <a:ext cx="38197" cy="38108"/>
            </a:xfrm>
            <a:custGeom>
              <a:avLst/>
              <a:gdLst>
                <a:gd name="connsiteX0" fmla="*/ 18627 w 38197"/>
                <a:gd name="connsiteY0" fmla="*/ 38109 h 38108"/>
                <a:gd name="connsiteX1" fmla="*/ 4856 w 38197"/>
                <a:gd name="connsiteY1" fmla="*/ 32038 h 38108"/>
                <a:gd name="connsiteX2" fmla="*/ 6078 w 38197"/>
                <a:gd name="connsiteY2" fmla="*/ 5759 h 38108"/>
                <a:gd name="connsiteX3" fmla="*/ 6995 w 38197"/>
                <a:gd name="connsiteY3" fmla="*/ 4903 h 38108"/>
                <a:gd name="connsiteX4" fmla="*/ 33294 w 38197"/>
                <a:gd name="connsiteY4" fmla="*/ 6024 h 38108"/>
                <a:gd name="connsiteX5" fmla="*/ 32174 w 38197"/>
                <a:gd name="connsiteY5" fmla="*/ 32323 h 38108"/>
                <a:gd name="connsiteX6" fmla="*/ 31136 w 38197"/>
                <a:gd name="connsiteY6" fmla="*/ 33260 h 38108"/>
                <a:gd name="connsiteX7" fmla="*/ 18606 w 38197"/>
                <a:gd name="connsiteY7" fmla="*/ 38109 h 38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97" h="38108">
                  <a:moveTo>
                    <a:pt x="18627" y="38109"/>
                  </a:moveTo>
                  <a:cubicBezTo>
                    <a:pt x="13575" y="38109"/>
                    <a:pt x="8543" y="36071"/>
                    <a:pt x="4856" y="32038"/>
                  </a:cubicBezTo>
                  <a:cubicBezTo>
                    <a:pt x="-2070" y="24439"/>
                    <a:pt x="-1520" y="12665"/>
                    <a:pt x="6078" y="5759"/>
                  </a:cubicBezTo>
                  <a:lnTo>
                    <a:pt x="6995" y="4903"/>
                  </a:lnTo>
                  <a:cubicBezTo>
                    <a:pt x="14573" y="-2043"/>
                    <a:pt x="26348" y="-1554"/>
                    <a:pt x="33294" y="6024"/>
                  </a:cubicBezTo>
                  <a:cubicBezTo>
                    <a:pt x="40241" y="13602"/>
                    <a:pt x="39753" y="25356"/>
                    <a:pt x="32174" y="32323"/>
                  </a:cubicBezTo>
                  <a:lnTo>
                    <a:pt x="31136" y="33260"/>
                  </a:lnTo>
                  <a:cubicBezTo>
                    <a:pt x="27571" y="36520"/>
                    <a:pt x="23088" y="38109"/>
                    <a:pt x="18606" y="38109"/>
                  </a:cubicBezTo>
                  <a:close/>
                </a:path>
              </a:pathLst>
            </a:custGeom>
            <a:grpFill/>
            <a:ln w="2035" cap="flat">
              <a:noFill/>
              <a:prstDash val="solid"/>
              <a:miter/>
            </a:ln>
          </p:spPr>
          <p:txBody>
            <a:bodyPr rtlCol="0" anchor="ctr"/>
            <a:lstStyle/>
            <a:p>
              <a:endParaRPr lang="en-IN"/>
            </a:p>
          </p:txBody>
        </p:sp>
        <p:sp>
          <p:nvSpPr>
            <p:cNvPr id="180" name="Freeform: Shape 179">
              <a:extLst>
                <a:ext uri="{FF2B5EF4-FFF2-40B4-BE49-F238E27FC236}">
                  <a16:creationId xmlns:a16="http://schemas.microsoft.com/office/drawing/2014/main" id="{C115FCFE-A75A-30EA-7D6C-8F637880D705}"/>
                </a:ext>
              </a:extLst>
            </p:cNvPr>
            <p:cNvSpPr/>
            <p:nvPr/>
          </p:nvSpPr>
          <p:spPr>
            <a:xfrm>
              <a:off x="9498333" y="4133835"/>
              <a:ext cx="38079" cy="38245"/>
            </a:xfrm>
            <a:custGeom>
              <a:avLst/>
              <a:gdLst>
                <a:gd name="connsiteX0" fmla="*/ 19484 w 38079"/>
                <a:gd name="connsiteY0" fmla="*/ 38205 h 38245"/>
                <a:gd name="connsiteX1" fmla="*/ 5407 w 38079"/>
                <a:gd name="connsiteY1" fmla="*/ 31788 h 38245"/>
                <a:gd name="connsiteX2" fmla="*/ 4531 w 38079"/>
                <a:gd name="connsiteY2" fmla="*/ 30770 h 38245"/>
                <a:gd name="connsiteX3" fmla="*/ 6446 w 38079"/>
                <a:gd name="connsiteY3" fmla="*/ 4531 h 38245"/>
                <a:gd name="connsiteX4" fmla="*/ 32684 w 38079"/>
                <a:gd name="connsiteY4" fmla="*/ 6446 h 38245"/>
                <a:gd name="connsiteX5" fmla="*/ 33540 w 38079"/>
                <a:gd name="connsiteY5" fmla="*/ 7444 h 38245"/>
                <a:gd name="connsiteX6" fmla="*/ 31645 w 38079"/>
                <a:gd name="connsiteY6" fmla="*/ 33703 h 38245"/>
                <a:gd name="connsiteX7" fmla="*/ 19463 w 38079"/>
                <a:gd name="connsiteY7" fmla="*/ 38246 h 3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9" h="38245">
                  <a:moveTo>
                    <a:pt x="19484" y="38205"/>
                  </a:moveTo>
                  <a:cubicBezTo>
                    <a:pt x="14269" y="38205"/>
                    <a:pt x="9095" y="36025"/>
                    <a:pt x="5407" y="31788"/>
                  </a:cubicBezTo>
                  <a:lnTo>
                    <a:pt x="4531" y="30770"/>
                  </a:lnTo>
                  <a:cubicBezTo>
                    <a:pt x="-2191" y="22988"/>
                    <a:pt x="-1336" y="11233"/>
                    <a:pt x="6446" y="4531"/>
                  </a:cubicBezTo>
                  <a:cubicBezTo>
                    <a:pt x="14228" y="-2191"/>
                    <a:pt x="25982" y="-1336"/>
                    <a:pt x="32684" y="6446"/>
                  </a:cubicBezTo>
                  <a:lnTo>
                    <a:pt x="33540" y="7444"/>
                  </a:lnTo>
                  <a:cubicBezTo>
                    <a:pt x="40262" y="15206"/>
                    <a:pt x="39427" y="26960"/>
                    <a:pt x="31645" y="33703"/>
                  </a:cubicBezTo>
                  <a:cubicBezTo>
                    <a:pt x="28121" y="36759"/>
                    <a:pt x="23782" y="38246"/>
                    <a:pt x="19463" y="38246"/>
                  </a:cubicBezTo>
                  <a:close/>
                </a:path>
              </a:pathLst>
            </a:custGeom>
            <a:grpFill/>
            <a:ln w="2035" cap="flat">
              <a:noFill/>
              <a:prstDash val="solid"/>
              <a:miter/>
            </a:ln>
          </p:spPr>
          <p:txBody>
            <a:bodyPr rtlCol="0" anchor="ctr"/>
            <a:lstStyle/>
            <a:p>
              <a:endParaRPr lang="en-IN"/>
            </a:p>
          </p:txBody>
        </p:sp>
        <p:sp>
          <p:nvSpPr>
            <p:cNvPr id="181" name="Freeform: Shape 180">
              <a:extLst>
                <a:ext uri="{FF2B5EF4-FFF2-40B4-BE49-F238E27FC236}">
                  <a16:creationId xmlns:a16="http://schemas.microsoft.com/office/drawing/2014/main" id="{9D470379-6221-E6CA-D1EB-EB88E1F99019}"/>
                </a:ext>
              </a:extLst>
            </p:cNvPr>
            <p:cNvSpPr/>
            <p:nvPr/>
          </p:nvSpPr>
          <p:spPr>
            <a:xfrm>
              <a:off x="10728918" y="4123296"/>
              <a:ext cx="38085" cy="38253"/>
            </a:xfrm>
            <a:custGeom>
              <a:avLst/>
              <a:gdLst>
                <a:gd name="connsiteX0" fmla="*/ 18594 w 38085"/>
                <a:gd name="connsiteY0" fmla="*/ 38253 h 38253"/>
                <a:gd name="connsiteX1" fmla="*/ 6677 w 38085"/>
                <a:gd name="connsiteY1" fmla="*/ 33914 h 38253"/>
                <a:gd name="connsiteX2" fmla="*/ 4335 w 38085"/>
                <a:gd name="connsiteY2" fmla="*/ 7696 h 38253"/>
                <a:gd name="connsiteX3" fmla="*/ 5190 w 38085"/>
                <a:gd name="connsiteY3" fmla="*/ 6678 h 38253"/>
                <a:gd name="connsiteX4" fmla="*/ 31408 w 38085"/>
                <a:gd name="connsiteY4" fmla="*/ 4335 h 38253"/>
                <a:gd name="connsiteX5" fmla="*/ 33751 w 38085"/>
                <a:gd name="connsiteY5" fmla="*/ 30553 h 38253"/>
                <a:gd name="connsiteX6" fmla="*/ 32895 w 38085"/>
                <a:gd name="connsiteY6" fmla="*/ 31571 h 38253"/>
                <a:gd name="connsiteX7" fmla="*/ 18615 w 38085"/>
                <a:gd name="connsiteY7" fmla="*/ 38253 h 38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85" h="38253">
                  <a:moveTo>
                    <a:pt x="18594" y="38253"/>
                  </a:moveTo>
                  <a:cubicBezTo>
                    <a:pt x="14378" y="38253"/>
                    <a:pt x="10161" y="36827"/>
                    <a:pt x="6677" y="33914"/>
                  </a:cubicBezTo>
                  <a:cubicBezTo>
                    <a:pt x="-1206" y="27314"/>
                    <a:pt x="-2265" y="15580"/>
                    <a:pt x="4335" y="7696"/>
                  </a:cubicBezTo>
                  <a:lnTo>
                    <a:pt x="5190" y="6678"/>
                  </a:lnTo>
                  <a:cubicBezTo>
                    <a:pt x="11791" y="-1206"/>
                    <a:pt x="23524" y="-2265"/>
                    <a:pt x="31408" y="4335"/>
                  </a:cubicBezTo>
                  <a:cubicBezTo>
                    <a:pt x="39292" y="10935"/>
                    <a:pt x="40351" y="22669"/>
                    <a:pt x="33751" y="30553"/>
                  </a:cubicBezTo>
                  <a:lnTo>
                    <a:pt x="32895" y="31571"/>
                  </a:lnTo>
                  <a:cubicBezTo>
                    <a:pt x="29208" y="35972"/>
                    <a:pt x="23932" y="38253"/>
                    <a:pt x="18615" y="38253"/>
                  </a:cubicBezTo>
                  <a:close/>
                </a:path>
              </a:pathLst>
            </a:custGeom>
            <a:grpFill/>
            <a:ln w="2035" cap="flat">
              <a:noFill/>
              <a:prstDash val="solid"/>
              <a:miter/>
            </a:ln>
          </p:spPr>
          <p:txBody>
            <a:bodyPr rtlCol="0" anchor="ctr"/>
            <a:lstStyle/>
            <a:p>
              <a:endParaRPr lang="en-IN"/>
            </a:p>
          </p:txBody>
        </p:sp>
        <p:sp>
          <p:nvSpPr>
            <p:cNvPr id="182" name="Freeform: Shape 181">
              <a:extLst>
                <a:ext uri="{FF2B5EF4-FFF2-40B4-BE49-F238E27FC236}">
                  <a16:creationId xmlns:a16="http://schemas.microsoft.com/office/drawing/2014/main" id="{3F7A2319-C736-1330-93AD-BFABD7061813}"/>
                </a:ext>
              </a:extLst>
            </p:cNvPr>
            <p:cNvSpPr/>
            <p:nvPr/>
          </p:nvSpPr>
          <p:spPr>
            <a:xfrm>
              <a:off x="9433586" y="4047983"/>
              <a:ext cx="37950" cy="38334"/>
            </a:xfrm>
            <a:custGeom>
              <a:avLst/>
              <a:gdLst>
                <a:gd name="connsiteX0" fmla="*/ 19348 w 37950"/>
                <a:gd name="connsiteY0" fmla="*/ 38334 h 38334"/>
                <a:gd name="connsiteX1" fmla="*/ 3784 w 37950"/>
                <a:gd name="connsiteY1" fmla="*/ 29941 h 38334"/>
                <a:gd name="connsiteX2" fmla="*/ 3031 w 37950"/>
                <a:gd name="connsiteY2" fmla="*/ 28780 h 38334"/>
                <a:gd name="connsiteX3" fmla="*/ 8449 w 37950"/>
                <a:gd name="connsiteY3" fmla="*/ 3031 h 38334"/>
                <a:gd name="connsiteX4" fmla="*/ 34199 w 37950"/>
                <a:gd name="connsiteY4" fmla="*/ 8449 h 38334"/>
                <a:gd name="connsiteX5" fmla="*/ 34891 w 37950"/>
                <a:gd name="connsiteY5" fmla="*/ 9509 h 38334"/>
                <a:gd name="connsiteX6" fmla="*/ 29554 w 37950"/>
                <a:gd name="connsiteY6" fmla="*/ 35279 h 38334"/>
                <a:gd name="connsiteX7" fmla="*/ 19348 w 37950"/>
                <a:gd name="connsiteY7" fmla="*/ 38334 h 3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0" h="38334">
                  <a:moveTo>
                    <a:pt x="19348" y="38334"/>
                  </a:moveTo>
                  <a:cubicBezTo>
                    <a:pt x="13298" y="38334"/>
                    <a:pt x="7349" y="35380"/>
                    <a:pt x="3784" y="29941"/>
                  </a:cubicBezTo>
                  <a:lnTo>
                    <a:pt x="3031" y="28780"/>
                  </a:lnTo>
                  <a:cubicBezTo>
                    <a:pt x="-2592" y="20163"/>
                    <a:pt x="-168" y="8653"/>
                    <a:pt x="8449" y="3031"/>
                  </a:cubicBezTo>
                  <a:cubicBezTo>
                    <a:pt x="17066" y="-2592"/>
                    <a:pt x="28596" y="-168"/>
                    <a:pt x="34199" y="8449"/>
                  </a:cubicBezTo>
                  <a:lnTo>
                    <a:pt x="34891" y="9509"/>
                  </a:lnTo>
                  <a:cubicBezTo>
                    <a:pt x="40534" y="18105"/>
                    <a:pt x="38151" y="29636"/>
                    <a:pt x="29554" y="35279"/>
                  </a:cubicBezTo>
                  <a:cubicBezTo>
                    <a:pt x="26397" y="37356"/>
                    <a:pt x="22852" y="38334"/>
                    <a:pt x="19348" y="38334"/>
                  </a:cubicBezTo>
                  <a:close/>
                </a:path>
              </a:pathLst>
            </a:custGeom>
            <a:grpFill/>
            <a:ln w="2035" cap="flat">
              <a:noFill/>
              <a:prstDash val="solid"/>
              <a:miter/>
            </a:ln>
          </p:spPr>
          <p:txBody>
            <a:bodyPr rtlCol="0" anchor="ctr"/>
            <a:lstStyle/>
            <a:p>
              <a:endParaRPr lang="en-IN"/>
            </a:p>
          </p:txBody>
        </p:sp>
        <p:sp>
          <p:nvSpPr>
            <p:cNvPr id="183" name="Freeform: Shape 182">
              <a:extLst>
                <a:ext uri="{FF2B5EF4-FFF2-40B4-BE49-F238E27FC236}">
                  <a16:creationId xmlns:a16="http://schemas.microsoft.com/office/drawing/2014/main" id="{3843539D-5A68-D216-58A3-99B3BA5920B9}"/>
                </a:ext>
              </a:extLst>
            </p:cNvPr>
            <p:cNvSpPr/>
            <p:nvPr/>
          </p:nvSpPr>
          <p:spPr>
            <a:xfrm>
              <a:off x="10792353" y="4036351"/>
              <a:ext cx="37943" cy="38354"/>
            </a:xfrm>
            <a:custGeom>
              <a:avLst/>
              <a:gdLst>
                <a:gd name="connsiteX0" fmla="*/ 18596 w 37943"/>
                <a:gd name="connsiteY0" fmla="*/ 38334 h 38354"/>
                <a:gd name="connsiteX1" fmla="*/ 8655 w 37943"/>
                <a:gd name="connsiteY1" fmla="*/ 35442 h 38354"/>
                <a:gd name="connsiteX2" fmla="*/ 2890 w 37943"/>
                <a:gd name="connsiteY2" fmla="*/ 9774 h 38354"/>
                <a:gd name="connsiteX3" fmla="*/ 3582 w 37943"/>
                <a:gd name="connsiteY3" fmla="*/ 8694 h 38354"/>
                <a:gd name="connsiteX4" fmla="*/ 29250 w 37943"/>
                <a:gd name="connsiteY4" fmla="*/ 2868 h 38354"/>
                <a:gd name="connsiteX5" fmla="*/ 35076 w 37943"/>
                <a:gd name="connsiteY5" fmla="*/ 28536 h 38354"/>
                <a:gd name="connsiteX6" fmla="*/ 34343 w 37943"/>
                <a:gd name="connsiteY6" fmla="*/ 29697 h 38354"/>
                <a:gd name="connsiteX7" fmla="*/ 18596 w 37943"/>
                <a:gd name="connsiteY7" fmla="*/ 38355 h 3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43" h="38354">
                  <a:moveTo>
                    <a:pt x="18596" y="38334"/>
                  </a:moveTo>
                  <a:cubicBezTo>
                    <a:pt x="15194" y="38334"/>
                    <a:pt x="11751" y="37397"/>
                    <a:pt x="8655" y="35442"/>
                  </a:cubicBezTo>
                  <a:cubicBezTo>
                    <a:pt x="-24" y="29941"/>
                    <a:pt x="-2611" y="18452"/>
                    <a:pt x="2890" y="9774"/>
                  </a:cubicBezTo>
                  <a:lnTo>
                    <a:pt x="3582" y="8694"/>
                  </a:lnTo>
                  <a:cubicBezTo>
                    <a:pt x="9062" y="-5"/>
                    <a:pt x="20552" y="-2612"/>
                    <a:pt x="29250" y="2868"/>
                  </a:cubicBezTo>
                  <a:cubicBezTo>
                    <a:pt x="37949" y="8348"/>
                    <a:pt x="40556" y="19837"/>
                    <a:pt x="35076" y="28536"/>
                  </a:cubicBezTo>
                  <a:lnTo>
                    <a:pt x="34343" y="29697"/>
                  </a:lnTo>
                  <a:cubicBezTo>
                    <a:pt x="30799" y="35299"/>
                    <a:pt x="24768" y="38355"/>
                    <a:pt x="18596" y="38355"/>
                  </a:cubicBezTo>
                  <a:close/>
                </a:path>
              </a:pathLst>
            </a:custGeom>
            <a:grpFill/>
            <a:ln w="2035" cap="flat">
              <a:noFill/>
              <a:prstDash val="solid"/>
              <a:miter/>
            </a:ln>
          </p:spPr>
          <p:txBody>
            <a:bodyPr rtlCol="0" anchor="ctr"/>
            <a:lstStyle/>
            <a:p>
              <a:endParaRPr lang="en-IN"/>
            </a:p>
          </p:txBody>
        </p:sp>
        <p:sp>
          <p:nvSpPr>
            <p:cNvPr id="184" name="Freeform: Shape 183">
              <a:extLst>
                <a:ext uri="{FF2B5EF4-FFF2-40B4-BE49-F238E27FC236}">
                  <a16:creationId xmlns:a16="http://schemas.microsoft.com/office/drawing/2014/main" id="{FB5381BF-5B10-8F5F-8515-860B77D542F2}"/>
                </a:ext>
              </a:extLst>
            </p:cNvPr>
            <p:cNvSpPr/>
            <p:nvPr/>
          </p:nvSpPr>
          <p:spPr>
            <a:xfrm>
              <a:off x="9380800" y="3954313"/>
              <a:ext cx="37805" cy="38438"/>
            </a:xfrm>
            <a:custGeom>
              <a:avLst/>
              <a:gdLst>
                <a:gd name="connsiteX0" fmla="*/ 19188 w 37805"/>
                <a:gd name="connsiteY0" fmla="*/ 38439 h 38438"/>
                <a:gd name="connsiteX1" fmla="*/ 2402 w 37805"/>
                <a:gd name="connsiteY1" fmla="*/ 27866 h 38438"/>
                <a:gd name="connsiteX2" fmla="*/ 1832 w 37805"/>
                <a:gd name="connsiteY2" fmla="*/ 26664 h 38438"/>
                <a:gd name="connsiteX3" fmla="*/ 10571 w 37805"/>
                <a:gd name="connsiteY3" fmla="*/ 1832 h 38438"/>
                <a:gd name="connsiteX4" fmla="*/ 35404 w 37805"/>
                <a:gd name="connsiteY4" fmla="*/ 10571 h 38438"/>
                <a:gd name="connsiteX5" fmla="*/ 35974 w 37805"/>
                <a:gd name="connsiteY5" fmla="*/ 11773 h 38438"/>
                <a:gd name="connsiteX6" fmla="*/ 27235 w 37805"/>
                <a:gd name="connsiteY6" fmla="*/ 36606 h 38438"/>
                <a:gd name="connsiteX7" fmla="*/ 19208 w 37805"/>
                <a:gd name="connsiteY7" fmla="*/ 38439 h 3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05" h="38438">
                  <a:moveTo>
                    <a:pt x="19188" y="38439"/>
                  </a:moveTo>
                  <a:cubicBezTo>
                    <a:pt x="12262" y="38439"/>
                    <a:pt x="5600" y="34548"/>
                    <a:pt x="2402" y="27866"/>
                  </a:cubicBezTo>
                  <a:lnTo>
                    <a:pt x="1832" y="26664"/>
                  </a:lnTo>
                  <a:cubicBezTo>
                    <a:pt x="-2609" y="17395"/>
                    <a:pt x="1302" y="6273"/>
                    <a:pt x="10571" y="1832"/>
                  </a:cubicBezTo>
                  <a:cubicBezTo>
                    <a:pt x="19840" y="-2609"/>
                    <a:pt x="30962" y="1302"/>
                    <a:pt x="35404" y="10571"/>
                  </a:cubicBezTo>
                  <a:lnTo>
                    <a:pt x="35974" y="11773"/>
                  </a:lnTo>
                  <a:cubicBezTo>
                    <a:pt x="40415" y="21042"/>
                    <a:pt x="36503" y="32165"/>
                    <a:pt x="27235" y="36606"/>
                  </a:cubicBezTo>
                  <a:cubicBezTo>
                    <a:pt x="24648" y="37848"/>
                    <a:pt x="21897" y="38439"/>
                    <a:pt x="19208" y="38439"/>
                  </a:cubicBezTo>
                  <a:close/>
                </a:path>
              </a:pathLst>
            </a:custGeom>
            <a:grpFill/>
            <a:ln w="2035" cap="flat">
              <a:noFill/>
              <a:prstDash val="solid"/>
              <a:miter/>
            </a:ln>
          </p:spPr>
          <p:txBody>
            <a:bodyPr rtlCol="0" anchor="ctr"/>
            <a:lstStyle/>
            <a:p>
              <a:endParaRPr lang="en-IN"/>
            </a:p>
          </p:txBody>
        </p:sp>
        <p:sp>
          <p:nvSpPr>
            <p:cNvPr id="185" name="Freeform: Shape 184">
              <a:extLst>
                <a:ext uri="{FF2B5EF4-FFF2-40B4-BE49-F238E27FC236}">
                  <a16:creationId xmlns:a16="http://schemas.microsoft.com/office/drawing/2014/main" id="{2D182689-ABFB-8CE8-1715-F1FDA9C560F3}"/>
                </a:ext>
              </a:extLst>
            </p:cNvPr>
            <p:cNvSpPr/>
            <p:nvPr/>
          </p:nvSpPr>
          <p:spPr>
            <a:xfrm>
              <a:off x="10843729" y="3941672"/>
              <a:ext cx="37783" cy="38449"/>
            </a:xfrm>
            <a:custGeom>
              <a:avLst/>
              <a:gdLst>
                <a:gd name="connsiteX0" fmla="*/ 18597 w 37783"/>
                <a:gd name="connsiteY0" fmla="*/ 38450 h 38449"/>
                <a:gd name="connsiteX1" fmla="*/ 10835 w 37783"/>
                <a:gd name="connsiteY1" fmla="*/ 36739 h 38449"/>
                <a:gd name="connsiteX2" fmla="*/ 1709 w 37783"/>
                <a:gd name="connsiteY2" fmla="*/ 12048 h 38449"/>
                <a:gd name="connsiteX3" fmla="*/ 2238 w 37783"/>
                <a:gd name="connsiteY3" fmla="*/ 10887 h 38449"/>
                <a:gd name="connsiteX4" fmla="*/ 26887 w 37783"/>
                <a:gd name="connsiteY4" fmla="*/ 1679 h 38449"/>
                <a:gd name="connsiteX5" fmla="*/ 36095 w 37783"/>
                <a:gd name="connsiteY5" fmla="*/ 26329 h 38449"/>
                <a:gd name="connsiteX6" fmla="*/ 35524 w 37783"/>
                <a:gd name="connsiteY6" fmla="*/ 27592 h 38449"/>
                <a:gd name="connsiteX7" fmla="*/ 18597 w 37783"/>
                <a:gd name="connsiteY7" fmla="*/ 38429 h 3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83" h="38449">
                  <a:moveTo>
                    <a:pt x="18597" y="38450"/>
                  </a:moveTo>
                  <a:cubicBezTo>
                    <a:pt x="15988" y="38450"/>
                    <a:pt x="13360" y="37900"/>
                    <a:pt x="10835" y="36739"/>
                  </a:cubicBezTo>
                  <a:cubicBezTo>
                    <a:pt x="1505" y="32440"/>
                    <a:pt x="-2590" y="21399"/>
                    <a:pt x="1709" y="12048"/>
                  </a:cubicBezTo>
                  <a:lnTo>
                    <a:pt x="2238" y="10887"/>
                  </a:lnTo>
                  <a:cubicBezTo>
                    <a:pt x="6495" y="1537"/>
                    <a:pt x="17537" y="-2578"/>
                    <a:pt x="26887" y="1679"/>
                  </a:cubicBezTo>
                  <a:cubicBezTo>
                    <a:pt x="36237" y="5937"/>
                    <a:pt x="40373" y="16978"/>
                    <a:pt x="36095" y="26329"/>
                  </a:cubicBezTo>
                  <a:lnTo>
                    <a:pt x="35524" y="27592"/>
                  </a:lnTo>
                  <a:cubicBezTo>
                    <a:pt x="32388" y="34416"/>
                    <a:pt x="25645" y="38429"/>
                    <a:pt x="18597" y="38429"/>
                  </a:cubicBezTo>
                  <a:close/>
                </a:path>
              </a:pathLst>
            </a:custGeom>
            <a:grpFill/>
            <a:ln w="2035" cap="flat">
              <a:noFill/>
              <a:prstDash val="solid"/>
              <a:miter/>
            </a:ln>
          </p:spPr>
          <p:txBody>
            <a:bodyPr rtlCol="0" anchor="ctr"/>
            <a:lstStyle/>
            <a:p>
              <a:endParaRPr lang="en-IN"/>
            </a:p>
          </p:txBody>
        </p:sp>
        <p:sp>
          <p:nvSpPr>
            <p:cNvPr id="186" name="Freeform: Shape 185">
              <a:extLst>
                <a:ext uri="{FF2B5EF4-FFF2-40B4-BE49-F238E27FC236}">
                  <a16:creationId xmlns:a16="http://schemas.microsoft.com/office/drawing/2014/main" id="{BA117FFA-8785-5F63-C434-0C56032A8099}"/>
                </a:ext>
              </a:extLst>
            </p:cNvPr>
            <p:cNvSpPr/>
            <p:nvPr/>
          </p:nvSpPr>
          <p:spPr>
            <a:xfrm>
              <a:off x="9340963" y="3854441"/>
              <a:ext cx="37624" cy="38491"/>
            </a:xfrm>
            <a:custGeom>
              <a:avLst/>
              <a:gdLst>
                <a:gd name="connsiteX0" fmla="*/ 19016 w 37624"/>
                <a:gd name="connsiteY0" fmla="*/ 38471 h 38491"/>
                <a:gd name="connsiteX1" fmla="*/ 1314 w 37624"/>
                <a:gd name="connsiteY1" fmla="*/ 25596 h 38491"/>
                <a:gd name="connsiteX2" fmla="*/ 906 w 37624"/>
                <a:gd name="connsiteY2" fmla="*/ 24333 h 38491"/>
                <a:gd name="connsiteX3" fmla="*/ 12884 w 37624"/>
                <a:gd name="connsiteY3" fmla="*/ 906 h 38491"/>
                <a:gd name="connsiteX4" fmla="*/ 36311 w 37624"/>
                <a:gd name="connsiteY4" fmla="*/ 12885 h 38491"/>
                <a:gd name="connsiteX5" fmla="*/ 36719 w 37624"/>
                <a:gd name="connsiteY5" fmla="*/ 14148 h 38491"/>
                <a:gd name="connsiteX6" fmla="*/ 24741 w 37624"/>
                <a:gd name="connsiteY6" fmla="*/ 37575 h 38491"/>
                <a:gd name="connsiteX7" fmla="*/ 19016 w 37624"/>
                <a:gd name="connsiteY7" fmla="*/ 38491 h 3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24" h="38491">
                  <a:moveTo>
                    <a:pt x="19016" y="38471"/>
                  </a:moveTo>
                  <a:cubicBezTo>
                    <a:pt x="11153" y="38471"/>
                    <a:pt x="3860" y="33460"/>
                    <a:pt x="1314" y="25596"/>
                  </a:cubicBezTo>
                  <a:lnTo>
                    <a:pt x="906" y="24333"/>
                  </a:lnTo>
                  <a:cubicBezTo>
                    <a:pt x="-2251" y="14555"/>
                    <a:pt x="3106" y="4064"/>
                    <a:pt x="12884" y="906"/>
                  </a:cubicBezTo>
                  <a:cubicBezTo>
                    <a:pt x="22663" y="-2251"/>
                    <a:pt x="33154" y="3106"/>
                    <a:pt x="36311" y="12885"/>
                  </a:cubicBezTo>
                  <a:lnTo>
                    <a:pt x="36719" y="14148"/>
                  </a:lnTo>
                  <a:cubicBezTo>
                    <a:pt x="39876" y="23926"/>
                    <a:pt x="34519" y="34417"/>
                    <a:pt x="24741" y="37575"/>
                  </a:cubicBezTo>
                  <a:cubicBezTo>
                    <a:pt x="22846" y="38186"/>
                    <a:pt x="20911" y="38491"/>
                    <a:pt x="19016" y="38491"/>
                  </a:cubicBezTo>
                  <a:close/>
                </a:path>
              </a:pathLst>
            </a:custGeom>
            <a:grpFill/>
            <a:ln w="2035" cap="flat">
              <a:noFill/>
              <a:prstDash val="solid"/>
              <a:miter/>
            </a:ln>
          </p:spPr>
          <p:txBody>
            <a:bodyPr rtlCol="0" anchor="ctr"/>
            <a:lstStyle/>
            <a:p>
              <a:endParaRPr lang="en-IN"/>
            </a:p>
          </p:txBody>
        </p:sp>
        <p:sp>
          <p:nvSpPr>
            <p:cNvPr id="187" name="Freeform: Shape 186">
              <a:extLst>
                <a:ext uri="{FF2B5EF4-FFF2-40B4-BE49-F238E27FC236}">
                  <a16:creationId xmlns:a16="http://schemas.microsoft.com/office/drawing/2014/main" id="{7559350D-7205-29E0-5E5C-19F0D8EAED5D}"/>
                </a:ext>
              </a:extLst>
            </p:cNvPr>
            <p:cNvSpPr/>
            <p:nvPr/>
          </p:nvSpPr>
          <p:spPr>
            <a:xfrm>
              <a:off x="10881997" y="3841019"/>
              <a:ext cx="37619" cy="38508"/>
            </a:xfrm>
            <a:custGeom>
              <a:avLst/>
              <a:gdLst>
                <a:gd name="connsiteX0" fmla="*/ 18627 w 37619"/>
                <a:gd name="connsiteY0" fmla="*/ 38509 h 38508"/>
                <a:gd name="connsiteX1" fmla="*/ 13188 w 37619"/>
                <a:gd name="connsiteY1" fmla="*/ 37694 h 38508"/>
                <a:gd name="connsiteX2" fmla="*/ 822 w 37619"/>
                <a:gd name="connsiteY2" fmla="*/ 14471 h 38508"/>
                <a:gd name="connsiteX3" fmla="*/ 1210 w 37619"/>
                <a:gd name="connsiteY3" fmla="*/ 13187 h 38508"/>
                <a:gd name="connsiteX4" fmla="*/ 24433 w 37619"/>
                <a:gd name="connsiteY4" fmla="*/ 822 h 38508"/>
                <a:gd name="connsiteX5" fmla="*/ 36798 w 37619"/>
                <a:gd name="connsiteY5" fmla="*/ 24045 h 38508"/>
                <a:gd name="connsiteX6" fmla="*/ 36411 w 37619"/>
                <a:gd name="connsiteY6" fmla="*/ 25329 h 38508"/>
                <a:gd name="connsiteX7" fmla="*/ 18627 w 37619"/>
                <a:gd name="connsiteY7" fmla="*/ 38509 h 3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19" h="38508">
                  <a:moveTo>
                    <a:pt x="18627" y="38509"/>
                  </a:moveTo>
                  <a:cubicBezTo>
                    <a:pt x="16834" y="38509"/>
                    <a:pt x="15001" y="38244"/>
                    <a:pt x="13188" y="37694"/>
                  </a:cubicBezTo>
                  <a:cubicBezTo>
                    <a:pt x="3348" y="34699"/>
                    <a:pt x="-2193" y="24290"/>
                    <a:pt x="822" y="14471"/>
                  </a:cubicBezTo>
                  <a:lnTo>
                    <a:pt x="1210" y="13187"/>
                  </a:lnTo>
                  <a:cubicBezTo>
                    <a:pt x="4204" y="3348"/>
                    <a:pt x="14613" y="-2193"/>
                    <a:pt x="24433" y="822"/>
                  </a:cubicBezTo>
                  <a:cubicBezTo>
                    <a:pt x="34272" y="3816"/>
                    <a:pt x="39813" y="14226"/>
                    <a:pt x="36798" y="24045"/>
                  </a:cubicBezTo>
                  <a:lnTo>
                    <a:pt x="36411" y="25329"/>
                  </a:lnTo>
                  <a:cubicBezTo>
                    <a:pt x="33966" y="33355"/>
                    <a:pt x="26592" y="38509"/>
                    <a:pt x="18627" y="38509"/>
                  </a:cubicBezTo>
                  <a:close/>
                </a:path>
              </a:pathLst>
            </a:custGeom>
            <a:grpFill/>
            <a:ln w="2035" cap="flat">
              <a:noFill/>
              <a:prstDash val="solid"/>
              <a:miter/>
            </a:ln>
          </p:spPr>
          <p:txBody>
            <a:bodyPr rtlCol="0" anchor="ctr"/>
            <a:lstStyle/>
            <a:p>
              <a:endParaRPr lang="en-IN"/>
            </a:p>
          </p:txBody>
        </p:sp>
        <p:sp>
          <p:nvSpPr>
            <p:cNvPr id="188" name="Freeform: Shape 187">
              <a:extLst>
                <a:ext uri="{FF2B5EF4-FFF2-40B4-BE49-F238E27FC236}">
                  <a16:creationId xmlns:a16="http://schemas.microsoft.com/office/drawing/2014/main" id="{8ED6DE4C-61AC-8E73-7E54-6C31DAB2C5EF}"/>
                </a:ext>
              </a:extLst>
            </p:cNvPr>
            <p:cNvSpPr/>
            <p:nvPr/>
          </p:nvSpPr>
          <p:spPr>
            <a:xfrm>
              <a:off x="9314868" y="3750084"/>
              <a:ext cx="37468" cy="38546"/>
            </a:xfrm>
            <a:custGeom>
              <a:avLst/>
              <a:gdLst>
                <a:gd name="connsiteX0" fmla="*/ 18833 w 37468"/>
                <a:gd name="connsiteY0" fmla="*/ 38526 h 38546"/>
                <a:gd name="connsiteX1" fmla="*/ 539 w 37468"/>
                <a:gd name="connsiteY1" fmla="*/ 23248 h 38546"/>
                <a:gd name="connsiteX2" fmla="*/ 295 w 37468"/>
                <a:gd name="connsiteY2" fmla="*/ 21883 h 38546"/>
                <a:gd name="connsiteX3" fmla="*/ 15349 w 37468"/>
                <a:gd name="connsiteY3" fmla="*/ 289 h 38546"/>
                <a:gd name="connsiteX4" fmla="*/ 36943 w 37468"/>
                <a:gd name="connsiteY4" fmla="*/ 15344 h 38546"/>
                <a:gd name="connsiteX5" fmla="*/ 37167 w 37468"/>
                <a:gd name="connsiteY5" fmla="*/ 16607 h 38546"/>
                <a:gd name="connsiteX6" fmla="*/ 22173 w 37468"/>
                <a:gd name="connsiteY6" fmla="*/ 38241 h 38546"/>
                <a:gd name="connsiteX7" fmla="*/ 18833 w 37468"/>
                <a:gd name="connsiteY7" fmla="*/ 38547 h 3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8" h="38546">
                  <a:moveTo>
                    <a:pt x="18833" y="38526"/>
                  </a:moveTo>
                  <a:cubicBezTo>
                    <a:pt x="10012" y="38526"/>
                    <a:pt x="2169" y="32232"/>
                    <a:pt x="539" y="23248"/>
                  </a:cubicBezTo>
                  <a:lnTo>
                    <a:pt x="295" y="21883"/>
                  </a:lnTo>
                  <a:cubicBezTo>
                    <a:pt x="-1518" y="11758"/>
                    <a:pt x="5224" y="2102"/>
                    <a:pt x="15349" y="289"/>
                  </a:cubicBezTo>
                  <a:cubicBezTo>
                    <a:pt x="25474" y="-1503"/>
                    <a:pt x="35130" y="5219"/>
                    <a:pt x="36943" y="15344"/>
                  </a:cubicBezTo>
                  <a:lnTo>
                    <a:pt x="37167" y="16607"/>
                  </a:lnTo>
                  <a:cubicBezTo>
                    <a:pt x="39000" y="26711"/>
                    <a:pt x="32298" y="36408"/>
                    <a:pt x="22173" y="38241"/>
                  </a:cubicBezTo>
                  <a:cubicBezTo>
                    <a:pt x="21053" y="38445"/>
                    <a:pt x="19932" y="38547"/>
                    <a:pt x="18833" y="38547"/>
                  </a:cubicBezTo>
                  <a:close/>
                </a:path>
              </a:pathLst>
            </a:custGeom>
            <a:grpFill/>
            <a:ln w="2035" cap="flat">
              <a:noFill/>
              <a:prstDash val="solid"/>
              <a:miter/>
            </a:ln>
          </p:spPr>
          <p:txBody>
            <a:bodyPr rtlCol="0" anchor="ctr"/>
            <a:lstStyle/>
            <a:p>
              <a:endParaRPr lang="en-IN"/>
            </a:p>
          </p:txBody>
        </p:sp>
        <p:sp>
          <p:nvSpPr>
            <p:cNvPr id="189" name="Freeform: Shape 188">
              <a:extLst>
                <a:ext uri="{FF2B5EF4-FFF2-40B4-BE49-F238E27FC236}">
                  <a16:creationId xmlns:a16="http://schemas.microsoft.com/office/drawing/2014/main" id="{AF40B721-3740-68A4-029E-BDD372205D80}"/>
                </a:ext>
              </a:extLst>
            </p:cNvPr>
            <p:cNvSpPr/>
            <p:nvPr/>
          </p:nvSpPr>
          <p:spPr>
            <a:xfrm>
              <a:off x="10906445" y="3736251"/>
              <a:ext cx="37432" cy="38547"/>
            </a:xfrm>
            <a:custGeom>
              <a:avLst/>
              <a:gdLst>
                <a:gd name="connsiteX0" fmla="*/ 18625 w 37432"/>
                <a:gd name="connsiteY0" fmla="*/ 38528 h 38547"/>
                <a:gd name="connsiteX1" fmla="*/ 15610 w 37432"/>
                <a:gd name="connsiteY1" fmla="*/ 38283 h 38547"/>
                <a:gd name="connsiteX2" fmla="*/ 250 w 37432"/>
                <a:gd name="connsiteY2" fmla="*/ 16914 h 38547"/>
                <a:gd name="connsiteX3" fmla="*/ 454 w 37432"/>
                <a:gd name="connsiteY3" fmla="*/ 15610 h 38547"/>
                <a:gd name="connsiteX4" fmla="*/ 21823 w 37432"/>
                <a:gd name="connsiteY4" fmla="*/ 250 h 38547"/>
                <a:gd name="connsiteX5" fmla="*/ 37183 w 37432"/>
                <a:gd name="connsiteY5" fmla="*/ 21619 h 38547"/>
                <a:gd name="connsiteX6" fmla="*/ 36959 w 37432"/>
                <a:gd name="connsiteY6" fmla="*/ 22943 h 38547"/>
                <a:gd name="connsiteX7" fmla="*/ 18625 w 37432"/>
                <a:gd name="connsiteY7" fmla="*/ 38548 h 3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32" h="38547">
                  <a:moveTo>
                    <a:pt x="18625" y="38528"/>
                  </a:moveTo>
                  <a:cubicBezTo>
                    <a:pt x="17626" y="38528"/>
                    <a:pt x="16607" y="38446"/>
                    <a:pt x="15610" y="38283"/>
                  </a:cubicBezTo>
                  <a:cubicBezTo>
                    <a:pt x="5465" y="36633"/>
                    <a:pt x="-1420" y="27058"/>
                    <a:pt x="250" y="16914"/>
                  </a:cubicBezTo>
                  <a:lnTo>
                    <a:pt x="454" y="15610"/>
                  </a:lnTo>
                  <a:cubicBezTo>
                    <a:pt x="2104" y="5465"/>
                    <a:pt x="11678" y="-1421"/>
                    <a:pt x="21823" y="250"/>
                  </a:cubicBezTo>
                  <a:cubicBezTo>
                    <a:pt x="31968" y="1900"/>
                    <a:pt x="38854" y="11474"/>
                    <a:pt x="37183" y="21619"/>
                  </a:cubicBezTo>
                  <a:lnTo>
                    <a:pt x="36959" y="22943"/>
                  </a:lnTo>
                  <a:cubicBezTo>
                    <a:pt x="35472" y="32070"/>
                    <a:pt x="27568" y="38548"/>
                    <a:pt x="18625" y="38548"/>
                  </a:cubicBezTo>
                  <a:close/>
                </a:path>
              </a:pathLst>
            </a:custGeom>
            <a:grpFill/>
            <a:ln w="2035" cap="flat">
              <a:noFill/>
              <a:prstDash val="solid"/>
              <a:miter/>
            </a:ln>
          </p:spPr>
          <p:txBody>
            <a:bodyPr rtlCol="0" anchor="ctr"/>
            <a:lstStyle/>
            <a:p>
              <a:endParaRPr lang="en-IN"/>
            </a:p>
          </p:txBody>
        </p:sp>
        <p:sp>
          <p:nvSpPr>
            <p:cNvPr id="190" name="Freeform: Shape 189">
              <a:extLst>
                <a:ext uri="{FF2B5EF4-FFF2-40B4-BE49-F238E27FC236}">
                  <a16:creationId xmlns:a16="http://schemas.microsoft.com/office/drawing/2014/main" id="{9A8B2FA5-647B-19C3-4584-B92393D428C7}"/>
                </a:ext>
              </a:extLst>
            </p:cNvPr>
            <p:cNvSpPr/>
            <p:nvPr/>
          </p:nvSpPr>
          <p:spPr>
            <a:xfrm>
              <a:off x="9302921" y="3643182"/>
              <a:ext cx="37278" cy="38560"/>
            </a:xfrm>
            <a:custGeom>
              <a:avLst/>
              <a:gdLst>
                <a:gd name="connsiteX0" fmla="*/ 18658 w 37278"/>
                <a:gd name="connsiteY0" fmla="*/ 38561 h 38560"/>
                <a:gd name="connsiteX1" fmla="*/ 79 w 37278"/>
                <a:gd name="connsiteY1" fmla="*/ 20817 h 38560"/>
                <a:gd name="connsiteX2" fmla="*/ 18 w 37278"/>
                <a:gd name="connsiteY2" fmla="*/ 19432 h 38560"/>
                <a:gd name="connsiteX3" fmla="*/ 17782 w 37278"/>
                <a:gd name="connsiteY3" fmla="*/ 18 h 38560"/>
                <a:gd name="connsiteX4" fmla="*/ 37196 w 37278"/>
                <a:gd name="connsiteY4" fmla="*/ 17782 h 38560"/>
                <a:gd name="connsiteX5" fmla="*/ 37257 w 37278"/>
                <a:gd name="connsiteY5" fmla="*/ 19065 h 38560"/>
                <a:gd name="connsiteX6" fmla="*/ 19534 w 37278"/>
                <a:gd name="connsiteY6" fmla="*/ 38520 h 38560"/>
                <a:gd name="connsiteX7" fmla="*/ 18658 w 37278"/>
                <a:gd name="connsiteY7" fmla="*/ 38540 h 3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8" h="38560">
                  <a:moveTo>
                    <a:pt x="18658" y="38561"/>
                  </a:moveTo>
                  <a:cubicBezTo>
                    <a:pt x="8778" y="38561"/>
                    <a:pt x="548" y="30799"/>
                    <a:pt x="79" y="20817"/>
                  </a:cubicBezTo>
                  <a:lnTo>
                    <a:pt x="18" y="19432"/>
                  </a:lnTo>
                  <a:cubicBezTo>
                    <a:pt x="-430" y="9165"/>
                    <a:pt x="7515" y="466"/>
                    <a:pt x="17782" y="18"/>
                  </a:cubicBezTo>
                  <a:cubicBezTo>
                    <a:pt x="28069" y="-430"/>
                    <a:pt x="36748" y="7515"/>
                    <a:pt x="37196" y="17782"/>
                  </a:cubicBezTo>
                  <a:lnTo>
                    <a:pt x="37257" y="19065"/>
                  </a:lnTo>
                  <a:cubicBezTo>
                    <a:pt x="37746" y="29332"/>
                    <a:pt x="29801" y="38051"/>
                    <a:pt x="19534" y="38520"/>
                  </a:cubicBezTo>
                  <a:cubicBezTo>
                    <a:pt x="19228" y="38520"/>
                    <a:pt x="18943" y="38540"/>
                    <a:pt x="18658" y="38540"/>
                  </a:cubicBezTo>
                  <a:close/>
                </a:path>
              </a:pathLst>
            </a:custGeom>
            <a:grpFill/>
            <a:ln w="2035" cap="flat">
              <a:noFill/>
              <a:prstDash val="solid"/>
              <a:miter/>
            </a:ln>
          </p:spPr>
          <p:txBody>
            <a:bodyPr rtlCol="0" anchor="ctr"/>
            <a:lstStyle/>
            <a:p>
              <a:endParaRPr lang="en-IN"/>
            </a:p>
          </p:txBody>
        </p:sp>
        <p:sp>
          <p:nvSpPr>
            <p:cNvPr id="191" name="Freeform: Shape 190">
              <a:extLst>
                <a:ext uri="{FF2B5EF4-FFF2-40B4-BE49-F238E27FC236}">
                  <a16:creationId xmlns:a16="http://schemas.microsoft.com/office/drawing/2014/main" id="{1ED96AAA-E84C-B9A0-A21C-2D0BDDF611DF}"/>
                </a:ext>
              </a:extLst>
            </p:cNvPr>
            <p:cNvSpPr/>
            <p:nvPr/>
          </p:nvSpPr>
          <p:spPr>
            <a:xfrm>
              <a:off x="10916729" y="3629195"/>
              <a:ext cx="37255" cy="38552"/>
            </a:xfrm>
            <a:custGeom>
              <a:avLst/>
              <a:gdLst>
                <a:gd name="connsiteX0" fmla="*/ 18607 w 37255"/>
                <a:gd name="connsiteY0" fmla="*/ 38532 h 38552"/>
                <a:gd name="connsiteX1" fmla="*/ 18057 w 37255"/>
                <a:gd name="connsiteY1" fmla="*/ 38532 h 38552"/>
                <a:gd name="connsiteX2" fmla="*/ 8 w 37255"/>
                <a:gd name="connsiteY2" fmla="*/ 19383 h 38552"/>
                <a:gd name="connsiteX3" fmla="*/ 49 w 37255"/>
                <a:gd name="connsiteY3" fmla="*/ 18059 h 38552"/>
                <a:gd name="connsiteX4" fmla="*/ 19198 w 37255"/>
                <a:gd name="connsiteY4" fmla="*/ 9 h 38552"/>
                <a:gd name="connsiteX5" fmla="*/ 37247 w 37255"/>
                <a:gd name="connsiteY5" fmla="*/ 19159 h 38552"/>
                <a:gd name="connsiteX6" fmla="*/ 37206 w 37255"/>
                <a:gd name="connsiteY6" fmla="*/ 20483 h 38552"/>
                <a:gd name="connsiteX7" fmla="*/ 18607 w 37255"/>
                <a:gd name="connsiteY7" fmla="*/ 38552 h 3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55" h="38552">
                  <a:moveTo>
                    <a:pt x="18607" y="38532"/>
                  </a:moveTo>
                  <a:cubicBezTo>
                    <a:pt x="18424" y="38532"/>
                    <a:pt x="18240" y="38532"/>
                    <a:pt x="18057" y="38532"/>
                  </a:cubicBezTo>
                  <a:cubicBezTo>
                    <a:pt x="7790" y="38226"/>
                    <a:pt x="-298" y="29650"/>
                    <a:pt x="8" y="19383"/>
                  </a:cubicBezTo>
                  <a:lnTo>
                    <a:pt x="49" y="18059"/>
                  </a:lnTo>
                  <a:cubicBezTo>
                    <a:pt x="355" y="7791"/>
                    <a:pt x="8890" y="-316"/>
                    <a:pt x="19198" y="9"/>
                  </a:cubicBezTo>
                  <a:cubicBezTo>
                    <a:pt x="29465" y="315"/>
                    <a:pt x="37552" y="8891"/>
                    <a:pt x="37247" y="19159"/>
                  </a:cubicBezTo>
                  <a:lnTo>
                    <a:pt x="37206" y="20483"/>
                  </a:lnTo>
                  <a:cubicBezTo>
                    <a:pt x="36901" y="30567"/>
                    <a:pt x="28651" y="38552"/>
                    <a:pt x="18607" y="38552"/>
                  </a:cubicBezTo>
                  <a:close/>
                </a:path>
              </a:pathLst>
            </a:custGeom>
            <a:grpFill/>
            <a:ln w="2035"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7B2163C6-294A-D9B4-2ECC-0E45F00DF326}"/>
                </a:ext>
              </a:extLst>
            </p:cNvPr>
            <p:cNvSpPr/>
            <p:nvPr/>
          </p:nvSpPr>
          <p:spPr>
            <a:xfrm>
              <a:off x="10912705" y="3521707"/>
              <a:ext cx="37358" cy="38541"/>
            </a:xfrm>
            <a:custGeom>
              <a:avLst/>
              <a:gdLst>
                <a:gd name="connsiteX0" fmla="*/ 18740 w 37358"/>
                <a:gd name="connsiteY0" fmla="*/ 38541 h 38541"/>
                <a:gd name="connsiteX1" fmla="*/ 243 w 37358"/>
                <a:gd name="connsiteY1" fmla="*/ 21837 h 38541"/>
                <a:gd name="connsiteX2" fmla="*/ 101 w 37358"/>
                <a:gd name="connsiteY2" fmla="*/ 20513 h 38541"/>
                <a:gd name="connsiteX3" fmla="*/ 16703 w 37358"/>
                <a:gd name="connsiteY3" fmla="*/ 100 h 38541"/>
                <a:gd name="connsiteX4" fmla="*/ 37115 w 37358"/>
                <a:gd name="connsiteY4" fmla="*/ 16703 h 38541"/>
                <a:gd name="connsiteX5" fmla="*/ 37258 w 37358"/>
                <a:gd name="connsiteY5" fmla="*/ 18027 h 38541"/>
                <a:gd name="connsiteX6" fmla="*/ 20655 w 37358"/>
                <a:gd name="connsiteY6" fmla="*/ 38439 h 38541"/>
                <a:gd name="connsiteX7" fmla="*/ 18720 w 37358"/>
                <a:gd name="connsiteY7" fmla="*/ 38541 h 3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58" h="38541">
                  <a:moveTo>
                    <a:pt x="18740" y="38541"/>
                  </a:moveTo>
                  <a:cubicBezTo>
                    <a:pt x="9328" y="38541"/>
                    <a:pt x="1241" y="31411"/>
                    <a:pt x="243" y="21837"/>
                  </a:cubicBezTo>
                  <a:lnTo>
                    <a:pt x="101" y="20513"/>
                  </a:lnTo>
                  <a:cubicBezTo>
                    <a:pt x="-959" y="10286"/>
                    <a:pt x="6477" y="1139"/>
                    <a:pt x="16703" y="100"/>
                  </a:cubicBezTo>
                  <a:cubicBezTo>
                    <a:pt x="26929" y="-959"/>
                    <a:pt x="36077" y="6477"/>
                    <a:pt x="37115" y="16703"/>
                  </a:cubicBezTo>
                  <a:lnTo>
                    <a:pt x="37258" y="18027"/>
                  </a:lnTo>
                  <a:cubicBezTo>
                    <a:pt x="38317" y="28254"/>
                    <a:pt x="30881" y="37400"/>
                    <a:pt x="20655" y="38439"/>
                  </a:cubicBezTo>
                  <a:cubicBezTo>
                    <a:pt x="20003" y="38501"/>
                    <a:pt x="19372" y="38541"/>
                    <a:pt x="18720" y="38541"/>
                  </a:cubicBezTo>
                  <a:close/>
                </a:path>
              </a:pathLst>
            </a:custGeom>
            <a:grpFill/>
            <a:ln w="2035"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33B0BE41-B9F5-ADBB-C860-D327734080B4}"/>
                </a:ext>
              </a:extLst>
            </p:cNvPr>
            <p:cNvSpPr/>
            <p:nvPr/>
          </p:nvSpPr>
          <p:spPr>
            <a:xfrm>
              <a:off x="10894520" y="3415721"/>
              <a:ext cx="37527" cy="38534"/>
            </a:xfrm>
            <a:custGeom>
              <a:avLst/>
              <a:gdLst>
                <a:gd name="connsiteX0" fmla="*/ 18896 w 37527"/>
                <a:gd name="connsiteY0" fmla="*/ 38514 h 38534"/>
                <a:gd name="connsiteX1" fmla="*/ 828 w 37527"/>
                <a:gd name="connsiteY1" fmla="*/ 24254 h 38534"/>
                <a:gd name="connsiteX2" fmla="*/ 521 w 37527"/>
                <a:gd name="connsiteY2" fmla="*/ 22971 h 38534"/>
                <a:gd name="connsiteX3" fmla="*/ 14252 w 37527"/>
                <a:gd name="connsiteY3" fmla="*/ 522 h 38534"/>
                <a:gd name="connsiteX4" fmla="*/ 36701 w 37527"/>
                <a:gd name="connsiteY4" fmla="*/ 14252 h 38534"/>
                <a:gd name="connsiteX5" fmla="*/ 37007 w 37527"/>
                <a:gd name="connsiteY5" fmla="*/ 15556 h 38534"/>
                <a:gd name="connsiteX6" fmla="*/ 23277 w 37527"/>
                <a:gd name="connsiteY6" fmla="*/ 38005 h 38534"/>
                <a:gd name="connsiteX7" fmla="*/ 18896 w 37527"/>
                <a:gd name="connsiteY7" fmla="*/ 38535 h 3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7" h="38534">
                  <a:moveTo>
                    <a:pt x="18896" y="38514"/>
                  </a:moveTo>
                  <a:cubicBezTo>
                    <a:pt x="10504" y="38514"/>
                    <a:pt x="2885" y="32790"/>
                    <a:pt x="828" y="24254"/>
                  </a:cubicBezTo>
                  <a:lnTo>
                    <a:pt x="521" y="22971"/>
                  </a:lnTo>
                  <a:cubicBezTo>
                    <a:pt x="-1882" y="12989"/>
                    <a:pt x="4249" y="2925"/>
                    <a:pt x="14252" y="522"/>
                  </a:cubicBezTo>
                  <a:cubicBezTo>
                    <a:pt x="24234" y="-1882"/>
                    <a:pt x="34297" y="4250"/>
                    <a:pt x="36701" y="14252"/>
                  </a:cubicBezTo>
                  <a:lnTo>
                    <a:pt x="37007" y="15556"/>
                  </a:lnTo>
                  <a:cubicBezTo>
                    <a:pt x="39411" y="25538"/>
                    <a:pt x="33259" y="35601"/>
                    <a:pt x="23277" y="38005"/>
                  </a:cubicBezTo>
                  <a:cubicBezTo>
                    <a:pt x="21810" y="38351"/>
                    <a:pt x="20343" y="38535"/>
                    <a:pt x="18896" y="38535"/>
                  </a:cubicBezTo>
                  <a:close/>
                </a:path>
              </a:pathLst>
            </a:custGeom>
            <a:grpFill/>
            <a:ln w="2035"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D86E4AEA-E59A-2EDD-005B-40A2EA128804}"/>
                </a:ext>
              </a:extLst>
            </p:cNvPr>
            <p:cNvSpPr/>
            <p:nvPr/>
          </p:nvSpPr>
          <p:spPr>
            <a:xfrm>
              <a:off x="10862273" y="3313091"/>
              <a:ext cx="37713" cy="38472"/>
            </a:xfrm>
            <a:custGeom>
              <a:avLst/>
              <a:gdLst>
                <a:gd name="connsiteX0" fmla="*/ 19099 w 37713"/>
                <a:gd name="connsiteY0" fmla="*/ 38473 h 38472"/>
                <a:gd name="connsiteX1" fmla="*/ 1743 w 37713"/>
                <a:gd name="connsiteY1" fmla="*/ 26555 h 38472"/>
                <a:gd name="connsiteX2" fmla="*/ 1274 w 37713"/>
                <a:gd name="connsiteY2" fmla="*/ 25374 h 38472"/>
                <a:gd name="connsiteX3" fmla="*/ 11847 w 37713"/>
                <a:gd name="connsiteY3" fmla="*/ 1275 h 38472"/>
                <a:gd name="connsiteX4" fmla="*/ 35946 w 37713"/>
                <a:gd name="connsiteY4" fmla="*/ 11847 h 38472"/>
                <a:gd name="connsiteX5" fmla="*/ 36456 w 37713"/>
                <a:gd name="connsiteY5" fmla="*/ 13151 h 38472"/>
                <a:gd name="connsiteX6" fmla="*/ 25801 w 37713"/>
                <a:gd name="connsiteY6" fmla="*/ 37210 h 38472"/>
                <a:gd name="connsiteX7" fmla="*/ 19099 w 37713"/>
                <a:gd name="connsiteY7" fmla="*/ 38473 h 3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13" h="38472">
                  <a:moveTo>
                    <a:pt x="19099" y="38473"/>
                  </a:moveTo>
                  <a:cubicBezTo>
                    <a:pt x="11623" y="38473"/>
                    <a:pt x="4595" y="33950"/>
                    <a:pt x="1743" y="26555"/>
                  </a:cubicBezTo>
                  <a:lnTo>
                    <a:pt x="1274" y="25374"/>
                  </a:lnTo>
                  <a:cubicBezTo>
                    <a:pt x="-2453" y="15799"/>
                    <a:pt x="2273" y="5003"/>
                    <a:pt x="11847" y="1275"/>
                  </a:cubicBezTo>
                  <a:cubicBezTo>
                    <a:pt x="21422" y="-2453"/>
                    <a:pt x="32218" y="2273"/>
                    <a:pt x="35946" y="11847"/>
                  </a:cubicBezTo>
                  <a:lnTo>
                    <a:pt x="36456" y="13151"/>
                  </a:lnTo>
                  <a:cubicBezTo>
                    <a:pt x="40164" y="22746"/>
                    <a:pt x="35396" y="33502"/>
                    <a:pt x="25801" y="37210"/>
                  </a:cubicBezTo>
                  <a:cubicBezTo>
                    <a:pt x="23601" y="38065"/>
                    <a:pt x="21320" y="38473"/>
                    <a:pt x="19099" y="38473"/>
                  </a:cubicBezTo>
                  <a:close/>
                </a:path>
              </a:pathLst>
            </a:custGeom>
            <a:grpFill/>
            <a:ln w="203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3F38921D-A9D6-F2BF-8110-AFC89A934332}"/>
                </a:ext>
              </a:extLst>
            </p:cNvPr>
            <p:cNvSpPr/>
            <p:nvPr/>
          </p:nvSpPr>
          <p:spPr>
            <a:xfrm>
              <a:off x="10816636" y="3215792"/>
              <a:ext cx="37871" cy="38396"/>
            </a:xfrm>
            <a:custGeom>
              <a:avLst/>
              <a:gdLst>
                <a:gd name="connsiteX0" fmla="*/ 19268 w 37871"/>
                <a:gd name="connsiteY0" fmla="*/ 38377 h 38396"/>
                <a:gd name="connsiteX1" fmla="*/ 2951 w 37871"/>
                <a:gd name="connsiteY1" fmla="*/ 28741 h 38396"/>
                <a:gd name="connsiteX2" fmla="*/ 2339 w 37871"/>
                <a:gd name="connsiteY2" fmla="*/ 27641 h 38396"/>
                <a:gd name="connsiteX3" fmla="*/ 9592 w 37871"/>
                <a:gd name="connsiteY3" fmla="*/ 2340 h 38396"/>
                <a:gd name="connsiteX4" fmla="*/ 34893 w 37871"/>
                <a:gd name="connsiteY4" fmla="*/ 9592 h 38396"/>
                <a:gd name="connsiteX5" fmla="*/ 35565 w 37871"/>
                <a:gd name="connsiteY5" fmla="*/ 10814 h 38396"/>
                <a:gd name="connsiteX6" fmla="*/ 28231 w 37871"/>
                <a:gd name="connsiteY6" fmla="*/ 36095 h 38396"/>
                <a:gd name="connsiteX7" fmla="*/ 19268 w 37871"/>
                <a:gd name="connsiteY7" fmla="*/ 38397 h 3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71" h="38396">
                  <a:moveTo>
                    <a:pt x="19268" y="38377"/>
                  </a:moveTo>
                  <a:cubicBezTo>
                    <a:pt x="12708" y="38377"/>
                    <a:pt x="6332" y="34893"/>
                    <a:pt x="2951" y="28741"/>
                  </a:cubicBezTo>
                  <a:lnTo>
                    <a:pt x="2339" y="27641"/>
                  </a:lnTo>
                  <a:cubicBezTo>
                    <a:pt x="-2651" y="18657"/>
                    <a:pt x="608" y="7331"/>
                    <a:pt x="9592" y="2340"/>
                  </a:cubicBezTo>
                  <a:cubicBezTo>
                    <a:pt x="18576" y="-2651"/>
                    <a:pt x="29902" y="608"/>
                    <a:pt x="34893" y="9592"/>
                  </a:cubicBezTo>
                  <a:lnTo>
                    <a:pt x="35565" y="10814"/>
                  </a:lnTo>
                  <a:cubicBezTo>
                    <a:pt x="40516" y="19818"/>
                    <a:pt x="37235" y="31145"/>
                    <a:pt x="28231" y="36095"/>
                  </a:cubicBezTo>
                  <a:cubicBezTo>
                    <a:pt x="25380" y="37664"/>
                    <a:pt x="22304" y="38397"/>
                    <a:pt x="19268" y="38397"/>
                  </a:cubicBezTo>
                  <a:close/>
                </a:path>
              </a:pathLst>
            </a:custGeom>
            <a:grpFill/>
            <a:ln w="203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09381BB1-60F6-BC59-80C8-69CF9F0022D0}"/>
                </a:ext>
              </a:extLst>
            </p:cNvPr>
            <p:cNvSpPr/>
            <p:nvPr/>
          </p:nvSpPr>
          <p:spPr>
            <a:xfrm>
              <a:off x="10758449" y="3125398"/>
              <a:ext cx="38019" cy="38281"/>
            </a:xfrm>
            <a:custGeom>
              <a:avLst/>
              <a:gdLst>
                <a:gd name="connsiteX0" fmla="*/ 19417 w 38019"/>
                <a:gd name="connsiteY0" fmla="*/ 38281 h 38281"/>
                <a:gd name="connsiteX1" fmla="*/ 4424 w 38019"/>
                <a:gd name="connsiteY1" fmla="*/ 30723 h 38281"/>
                <a:gd name="connsiteX2" fmla="*/ 3670 w 38019"/>
                <a:gd name="connsiteY2" fmla="*/ 29705 h 38281"/>
                <a:gd name="connsiteX3" fmla="*/ 7520 w 38019"/>
                <a:gd name="connsiteY3" fmla="*/ 3670 h 38281"/>
                <a:gd name="connsiteX4" fmla="*/ 33555 w 38019"/>
                <a:gd name="connsiteY4" fmla="*/ 7520 h 38281"/>
                <a:gd name="connsiteX5" fmla="*/ 34390 w 38019"/>
                <a:gd name="connsiteY5" fmla="*/ 8641 h 38281"/>
                <a:gd name="connsiteX6" fmla="*/ 30459 w 38019"/>
                <a:gd name="connsiteY6" fmla="*/ 34655 h 38281"/>
                <a:gd name="connsiteX7" fmla="*/ 19438 w 38019"/>
                <a:gd name="connsiteY7" fmla="*/ 38281 h 3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9" h="38281">
                  <a:moveTo>
                    <a:pt x="19417" y="38281"/>
                  </a:moveTo>
                  <a:cubicBezTo>
                    <a:pt x="13713" y="38281"/>
                    <a:pt x="8070" y="35653"/>
                    <a:pt x="4424" y="30723"/>
                  </a:cubicBezTo>
                  <a:lnTo>
                    <a:pt x="3670" y="29705"/>
                  </a:lnTo>
                  <a:cubicBezTo>
                    <a:pt x="-2462" y="21454"/>
                    <a:pt x="-730" y="9802"/>
                    <a:pt x="7520" y="3670"/>
                  </a:cubicBezTo>
                  <a:cubicBezTo>
                    <a:pt x="15771" y="-2462"/>
                    <a:pt x="27423" y="-730"/>
                    <a:pt x="33555" y="7520"/>
                  </a:cubicBezTo>
                  <a:lnTo>
                    <a:pt x="34390" y="8641"/>
                  </a:lnTo>
                  <a:cubicBezTo>
                    <a:pt x="40481" y="16911"/>
                    <a:pt x="38730" y="28564"/>
                    <a:pt x="30459" y="34655"/>
                  </a:cubicBezTo>
                  <a:cubicBezTo>
                    <a:pt x="27138" y="37099"/>
                    <a:pt x="23267" y="38281"/>
                    <a:pt x="19438" y="38281"/>
                  </a:cubicBezTo>
                  <a:close/>
                </a:path>
              </a:pathLst>
            </a:custGeom>
            <a:grpFill/>
            <a:ln w="203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BB8234F5-CF89-8BF3-99D6-90556F0AD11E}"/>
                </a:ext>
              </a:extLst>
            </p:cNvPr>
            <p:cNvSpPr/>
            <p:nvPr/>
          </p:nvSpPr>
          <p:spPr>
            <a:xfrm>
              <a:off x="10688783" y="3043448"/>
              <a:ext cx="38145" cy="38175"/>
            </a:xfrm>
            <a:custGeom>
              <a:avLst/>
              <a:gdLst>
                <a:gd name="connsiteX0" fmla="*/ 19535 w 38145"/>
                <a:gd name="connsiteY0" fmla="*/ 38175 h 38175"/>
                <a:gd name="connsiteX1" fmla="*/ 6131 w 38145"/>
                <a:gd name="connsiteY1" fmla="*/ 32471 h 38175"/>
                <a:gd name="connsiteX2" fmla="*/ 5275 w 38145"/>
                <a:gd name="connsiteY2" fmla="*/ 31595 h 38175"/>
                <a:gd name="connsiteX3" fmla="*/ 5621 w 38145"/>
                <a:gd name="connsiteY3" fmla="*/ 5275 h 38175"/>
                <a:gd name="connsiteX4" fmla="*/ 31941 w 38145"/>
                <a:gd name="connsiteY4" fmla="*/ 5622 h 38175"/>
                <a:gd name="connsiteX5" fmla="*/ 32940 w 38145"/>
                <a:gd name="connsiteY5" fmla="*/ 6640 h 38175"/>
                <a:gd name="connsiteX6" fmla="*/ 32450 w 38145"/>
                <a:gd name="connsiteY6" fmla="*/ 32960 h 38175"/>
                <a:gd name="connsiteX7" fmla="*/ 19535 w 38145"/>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5" h="38175">
                  <a:moveTo>
                    <a:pt x="19535" y="38175"/>
                  </a:moveTo>
                  <a:cubicBezTo>
                    <a:pt x="14646" y="38175"/>
                    <a:pt x="9777" y="36260"/>
                    <a:pt x="6131" y="32471"/>
                  </a:cubicBezTo>
                  <a:lnTo>
                    <a:pt x="5275" y="31595"/>
                  </a:lnTo>
                  <a:cubicBezTo>
                    <a:pt x="-1895" y="24221"/>
                    <a:pt x="-1732" y="12446"/>
                    <a:pt x="5621" y="5275"/>
                  </a:cubicBezTo>
                  <a:cubicBezTo>
                    <a:pt x="12975" y="-1895"/>
                    <a:pt x="24770" y="-1732"/>
                    <a:pt x="31941" y="5622"/>
                  </a:cubicBezTo>
                  <a:lnTo>
                    <a:pt x="32940" y="6640"/>
                  </a:lnTo>
                  <a:cubicBezTo>
                    <a:pt x="40070" y="14035"/>
                    <a:pt x="39845" y="25830"/>
                    <a:pt x="32450" y="32960"/>
                  </a:cubicBezTo>
                  <a:cubicBezTo>
                    <a:pt x="28845" y="36443"/>
                    <a:pt x="24179" y="38175"/>
                    <a:pt x="19535" y="38175"/>
                  </a:cubicBezTo>
                  <a:close/>
                </a:path>
              </a:pathLst>
            </a:custGeom>
            <a:grpFill/>
            <a:ln w="203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CD4B97DB-D7F7-ECDB-AB41-9124A39DC107}"/>
                </a:ext>
              </a:extLst>
            </p:cNvPr>
            <p:cNvSpPr/>
            <p:nvPr/>
          </p:nvSpPr>
          <p:spPr>
            <a:xfrm>
              <a:off x="10608871" y="2971461"/>
              <a:ext cx="38265" cy="38047"/>
            </a:xfrm>
            <a:custGeom>
              <a:avLst/>
              <a:gdLst>
                <a:gd name="connsiteX0" fmla="*/ 19632 w 38265"/>
                <a:gd name="connsiteY0" fmla="*/ 38027 h 38047"/>
                <a:gd name="connsiteX1" fmla="*/ 8122 w 38265"/>
                <a:gd name="connsiteY1" fmla="*/ 34034 h 38047"/>
                <a:gd name="connsiteX2" fmla="*/ 7083 w 38265"/>
                <a:gd name="connsiteY2" fmla="*/ 33219 h 38047"/>
                <a:gd name="connsiteX3" fmla="*/ 4007 w 38265"/>
                <a:gd name="connsiteY3" fmla="*/ 7083 h 38047"/>
                <a:gd name="connsiteX4" fmla="*/ 30144 w 38265"/>
                <a:gd name="connsiteY4" fmla="*/ 4007 h 38047"/>
                <a:gd name="connsiteX5" fmla="*/ 31182 w 38265"/>
                <a:gd name="connsiteY5" fmla="*/ 4822 h 38047"/>
                <a:gd name="connsiteX6" fmla="*/ 34259 w 38265"/>
                <a:gd name="connsiteY6" fmla="*/ 30958 h 38047"/>
                <a:gd name="connsiteX7" fmla="*/ 19632 w 38265"/>
                <a:gd name="connsiteY7" fmla="*/ 38047 h 3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47">
                  <a:moveTo>
                    <a:pt x="19632" y="38027"/>
                  </a:moveTo>
                  <a:cubicBezTo>
                    <a:pt x="15598" y="38027"/>
                    <a:pt x="11524" y="36723"/>
                    <a:pt x="8122" y="34034"/>
                  </a:cubicBezTo>
                  <a:lnTo>
                    <a:pt x="7083" y="33219"/>
                  </a:lnTo>
                  <a:cubicBezTo>
                    <a:pt x="-984" y="26843"/>
                    <a:pt x="-2369" y="15150"/>
                    <a:pt x="4007" y="7083"/>
                  </a:cubicBezTo>
                  <a:cubicBezTo>
                    <a:pt x="10383" y="-984"/>
                    <a:pt x="22077" y="-2369"/>
                    <a:pt x="30144" y="4007"/>
                  </a:cubicBezTo>
                  <a:lnTo>
                    <a:pt x="31182" y="4822"/>
                  </a:lnTo>
                  <a:cubicBezTo>
                    <a:pt x="39249" y="11198"/>
                    <a:pt x="40635" y="22891"/>
                    <a:pt x="34259" y="30958"/>
                  </a:cubicBezTo>
                  <a:cubicBezTo>
                    <a:pt x="30591" y="35603"/>
                    <a:pt x="25132" y="38047"/>
                    <a:pt x="19632" y="38047"/>
                  </a:cubicBezTo>
                  <a:close/>
                </a:path>
              </a:pathLst>
            </a:custGeom>
            <a:grpFill/>
            <a:ln w="2035"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5428F386-BAA8-8E83-8737-07E3DA1AEB9F}"/>
                </a:ext>
              </a:extLst>
            </p:cNvPr>
            <p:cNvSpPr/>
            <p:nvPr/>
          </p:nvSpPr>
          <p:spPr>
            <a:xfrm>
              <a:off x="10520118" y="2910657"/>
              <a:ext cx="38357" cy="37899"/>
            </a:xfrm>
            <a:custGeom>
              <a:avLst/>
              <a:gdLst>
                <a:gd name="connsiteX0" fmla="*/ 19729 w 38357"/>
                <a:gd name="connsiteY0" fmla="*/ 37880 h 37899"/>
                <a:gd name="connsiteX1" fmla="*/ 10276 w 38357"/>
                <a:gd name="connsiteY1" fmla="*/ 35292 h 37899"/>
                <a:gd name="connsiteX2" fmla="*/ 9136 w 38357"/>
                <a:gd name="connsiteY2" fmla="*/ 34620 h 37899"/>
                <a:gd name="connsiteX3" fmla="*/ 2596 w 38357"/>
                <a:gd name="connsiteY3" fmla="*/ 9136 h 37899"/>
                <a:gd name="connsiteX4" fmla="*/ 28081 w 38357"/>
                <a:gd name="connsiteY4" fmla="*/ 2596 h 37899"/>
                <a:gd name="connsiteX5" fmla="*/ 29222 w 38357"/>
                <a:gd name="connsiteY5" fmla="*/ 3269 h 37899"/>
                <a:gd name="connsiteX6" fmla="*/ 35761 w 38357"/>
                <a:gd name="connsiteY6" fmla="*/ 28753 h 37899"/>
                <a:gd name="connsiteX7" fmla="*/ 19729 w 38357"/>
                <a:gd name="connsiteY7" fmla="*/ 37900 h 3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7" h="37899">
                  <a:moveTo>
                    <a:pt x="19729" y="37880"/>
                  </a:moveTo>
                  <a:cubicBezTo>
                    <a:pt x="16510" y="37880"/>
                    <a:pt x="13251" y="37044"/>
                    <a:pt x="10276" y="35292"/>
                  </a:cubicBezTo>
                  <a:lnTo>
                    <a:pt x="9136" y="34620"/>
                  </a:lnTo>
                  <a:cubicBezTo>
                    <a:pt x="294" y="29385"/>
                    <a:pt x="-2639" y="17977"/>
                    <a:pt x="2596" y="9136"/>
                  </a:cubicBezTo>
                  <a:cubicBezTo>
                    <a:pt x="7832" y="294"/>
                    <a:pt x="19240" y="-2639"/>
                    <a:pt x="28081" y="2596"/>
                  </a:cubicBezTo>
                  <a:lnTo>
                    <a:pt x="29222" y="3269"/>
                  </a:lnTo>
                  <a:cubicBezTo>
                    <a:pt x="38063" y="8504"/>
                    <a:pt x="40996" y="19912"/>
                    <a:pt x="35761" y="28753"/>
                  </a:cubicBezTo>
                  <a:cubicBezTo>
                    <a:pt x="32278" y="34620"/>
                    <a:pt x="26085" y="37900"/>
                    <a:pt x="19729" y="37900"/>
                  </a:cubicBezTo>
                  <a:close/>
                </a:path>
              </a:pathLst>
            </a:custGeom>
            <a:grpFill/>
            <a:ln w="203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947A96DF-B16F-0B3F-2A7A-477940D53054}"/>
                </a:ext>
              </a:extLst>
            </p:cNvPr>
            <p:cNvSpPr/>
            <p:nvPr/>
          </p:nvSpPr>
          <p:spPr>
            <a:xfrm>
              <a:off x="10424050" y="2862130"/>
              <a:ext cx="38444" cy="37759"/>
            </a:xfrm>
            <a:custGeom>
              <a:avLst/>
              <a:gdLst>
                <a:gd name="connsiteX0" fmla="*/ 19828 w 38444"/>
                <a:gd name="connsiteY0" fmla="*/ 37760 h 37759"/>
                <a:gd name="connsiteX1" fmla="*/ 12556 w 38444"/>
                <a:gd name="connsiteY1" fmla="*/ 36273 h 37759"/>
                <a:gd name="connsiteX2" fmla="*/ 11353 w 38444"/>
                <a:gd name="connsiteY2" fmla="*/ 35764 h 37759"/>
                <a:gd name="connsiteX3" fmla="*/ 1473 w 38444"/>
                <a:gd name="connsiteY3" fmla="*/ 11359 h 37759"/>
                <a:gd name="connsiteX4" fmla="*/ 25858 w 38444"/>
                <a:gd name="connsiteY4" fmla="*/ 1479 h 37759"/>
                <a:gd name="connsiteX5" fmla="*/ 27121 w 38444"/>
                <a:gd name="connsiteY5" fmla="*/ 2008 h 37759"/>
                <a:gd name="connsiteX6" fmla="*/ 36960 w 38444"/>
                <a:gd name="connsiteY6" fmla="*/ 26413 h 37759"/>
                <a:gd name="connsiteX7" fmla="*/ 19828 w 38444"/>
                <a:gd name="connsiteY7" fmla="*/ 37740 h 37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44" h="37759">
                  <a:moveTo>
                    <a:pt x="19828" y="37760"/>
                  </a:moveTo>
                  <a:cubicBezTo>
                    <a:pt x="17404" y="37760"/>
                    <a:pt x="14918" y="37271"/>
                    <a:pt x="12556" y="36273"/>
                  </a:cubicBezTo>
                  <a:lnTo>
                    <a:pt x="11353" y="35764"/>
                  </a:lnTo>
                  <a:cubicBezTo>
                    <a:pt x="1881" y="31750"/>
                    <a:pt x="-2520" y="20831"/>
                    <a:pt x="1473" y="11359"/>
                  </a:cubicBezTo>
                  <a:cubicBezTo>
                    <a:pt x="5486" y="1906"/>
                    <a:pt x="16405" y="-2535"/>
                    <a:pt x="25858" y="1479"/>
                  </a:cubicBezTo>
                  <a:lnTo>
                    <a:pt x="27121" y="2008"/>
                  </a:lnTo>
                  <a:cubicBezTo>
                    <a:pt x="36572" y="6042"/>
                    <a:pt x="40973" y="16961"/>
                    <a:pt x="36960" y="26413"/>
                  </a:cubicBezTo>
                  <a:cubicBezTo>
                    <a:pt x="33946" y="33482"/>
                    <a:pt x="27059" y="37740"/>
                    <a:pt x="19828" y="37740"/>
                  </a:cubicBezTo>
                  <a:close/>
                </a:path>
              </a:pathLst>
            </a:custGeom>
            <a:grpFill/>
            <a:ln w="2035"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2E07DB3A-7B27-C161-F935-9D9FA882B7C8}"/>
                </a:ext>
              </a:extLst>
            </p:cNvPr>
            <p:cNvSpPr/>
            <p:nvPr/>
          </p:nvSpPr>
          <p:spPr>
            <a:xfrm>
              <a:off x="10322320" y="2826938"/>
              <a:ext cx="38504" cy="37587"/>
            </a:xfrm>
            <a:custGeom>
              <a:avLst/>
              <a:gdLst>
                <a:gd name="connsiteX0" fmla="*/ 19905 w 38504"/>
                <a:gd name="connsiteY0" fmla="*/ 37587 h 37587"/>
                <a:gd name="connsiteX1" fmla="*/ 14975 w 38504"/>
                <a:gd name="connsiteY1" fmla="*/ 36915 h 37587"/>
                <a:gd name="connsiteX2" fmla="*/ 13732 w 38504"/>
                <a:gd name="connsiteY2" fmla="*/ 36569 h 37587"/>
                <a:gd name="connsiteX3" fmla="*/ 654 w 38504"/>
                <a:gd name="connsiteY3" fmla="*/ 13732 h 37587"/>
                <a:gd name="connsiteX4" fmla="*/ 23490 w 38504"/>
                <a:gd name="connsiteY4" fmla="*/ 654 h 37587"/>
                <a:gd name="connsiteX5" fmla="*/ 24814 w 38504"/>
                <a:gd name="connsiteY5" fmla="*/ 1021 h 37587"/>
                <a:gd name="connsiteX6" fmla="*/ 37832 w 38504"/>
                <a:gd name="connsiteY6" fmla="*/ 23898 h 37587"/>
                <a:gd name="connsiteX7" fmla="*/ 19905 w 38504"/>
                <a:gd name="connsiteY7" fmla="*/ 37587 h 3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4" h="37587">
                  <a:moveTo>
                    <a:pt x="19905" y="37587"/>
                  </a:moveTo>
                  <a:cubicBezTo>
                    <a:pt x="18275" y="37587"/>
                    <a:pt x="16625" y="37363"/>
                    <a:pt x="14975" y="36915"/>
                  </a:cubicBezTo>
                  <a:lnTo>
                    <a:pt x="13732" y="36569"/>
                  </a:lnTo>
                  <a:cubicBezTo>
                    <a:pt x="3811" y="33880"/>
                    <a:pt x="-2035" y="23653"/>
                    <a:pt x="654" y="13732"/>
                  </a:cubicBezTo>
                  <a:cubicBezTo>
                    <a:pt x="3343" y="3812"/>
                    <a:pt x="13569" y="-2035"/>
                    <a:pt x="23490" y="654"/>
                  </a:cubicBezTo>
                  <a:lnTo>
                    <a:pt x="24814" y="1021"/>
                  </a:lnTo>
                  <a:cubicBezTo>
                    <a:pt x="34735" y="3730"/>
                    <a:pt x="40561" y="13977"/>
                    <a:pt x="37832" y="23898"/>
                  </a:cubicBezTo>
                  <a:cubicBezTo>
                    <a:pt x="35571" y="32168"/>
                    <a:pt x="28074" y="37587"/>
                    <a:pt x="19905" y="37587"/>
                  </a:cubicBezTo>
                  <a:close/>
                </a:path>
              </a:pathLst>
            </a:custGeom>
            <a:grpFill/>
            <a:ln w="2035"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3AA3C232-EE12-CC25-B582-6EA77D58A8CD}"/>
                </a:ext>
              </a:extLst>
            </p:cNvPr>
            <p:cNvSpPr/>
            <p:nvPr/>
          </p:nvSpPr>
          <p:spPr>
            <a:xfrm>
              <a:off x="10216897" y="2805710"/>
              <a:ext cx="38535" cy="37405"/>
            </a:xfrm>
            <a:custGeom>
              <a:avLst/>
              <a:gdLst>
                <a:gd name="connsiteX0" fmla="*/ 19947 w 38535"/>
                <a:gd name="connsiteY0" fmla="*/ 37385 h 37405"/>
                <a:gd name="connsiteX1" fmla="*/ 17421 w 38535"/>
                <a:gd name="connsiteY1" fmla="*/ 37222 h 37405"/>
                <a:gd name="connsiteX2" fmla="*/ 16158 w 38535"/>
                <a:gd name="connsiteY2" fmla="*/ 37059 h 37405"/>
                <a:gd name="connsiteX3" fmla="*/ 167 w 38535"/>
                <a:gd name="connsiteY3" fmla="*/ 16158 h 37405"/>
                <a:gd name="connsiteX4" fmla="*/ 21067 w 38535"/>
                <a:gd name="connsiteY4" fmla="*/ 167 h 37405"/>
                <a:gd name="connsiteX5" fmla="*/ 22432 w 38535"/>
                <a:gd name="connsiteY5" fmla="*/ 350 h 37405"/>
                <a:gd name="connsiteX6" fmla="*/ 38363 w 38535"/>
                <a:gd name="connsiteY6" fmla="*/ 21292 h 37405"/>
                <a:gd name="connsiteX7" fmla="*/ 19947 w 38535"/>
                <a:gd name="connsiteY7" fmla="*/ 37405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5" h="37405">
                  <a:moveTo>
                    <a:pt x="19947" y="37385"/>
                  </a:moveTo>
                  <a:cubicBezTo>
                    <a:pt x="19112" y="37385"/>
                    <a:pt x="18276" y="37324"/>
                    <a:pt x="17421" y="37222"/>
                  </a:cubicBezTo>
                  <a:lnTo>
                    <a:pt x="16158" y="37059"/>
                  </a:lnTo>
                  <a:cubicBezTo>
                    <a:pt x="5972" y="35694"/>
                    <a:pt x="-1199" y="26344"/>
                    <a:pt x="167" y="16158"/>
                  </a:cubicBezTo>
                  <a:cubicBezTo>
                    <a:pt x="1532" y="5972"/>
                    <a:pt x="10882" y="-1198"/>
                    <a:pt x="21067" y="167"/>
                  </a:cubicBezTo>
                  <a:lnTo>
                    <a:pt x="22432" y="350"/>
                  </a:lnTo>
                  <a:cubicBezTo>
                    <a:pt x="32618" y="1735"/>
                    <a:pt x="39748" y="11106"/>
                    <a:pt x="38363" y="21292"/>
                  </a:cubicBezTo>
                  <a:cubicBezTo>
                    <a:pt x="37100" y="30622"/>
                    <a:pt x="29114" y="37405"/>
                    <a:pt x="19947" y="37405"/>
                  </a:cubicBezTo>
                  <a:close/>
                </a:path>
              </a:pathLst>
            </a:custGeom>
            <a:grpFill/>
            <a:ln w="2035"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B7F4CE6A-4B5E-EE2A-8334-0F40B720B672}"/>
                </a:ext>
              </a:extLst>
            </p:cNvPr>
            <p:cNvSpPr/>
            <p:nvPr/>
          </p:nvSpPr>
          <p:spPr>
            <a:xfrm>
              <a:off x="10053685" y="2767436"/>
              <a:ext cx="86415" cy="104993"/>
            </a:xfrm>
            <a:custGeom>
              <a:avLst/>
              <a:gdLst>
                <a:gd name="connsiteX0" fmla="*/ 0 w 86415"/>
                <a:gd name="connsiteY0" fmla="*/ 52497 h 104993"/>
                <a:gd name="connsiteX1" fmla="*/ 86415 w 86415"/>
                <a:gd name="connsiteY1" fmla="*/ 0 h 104993"/>
                <a:gd name="connsiteX2" fmla="*/ 86415 w 86415"/>
                <a:gd name="connsiteY2" fmla="*/ 104994 h 104993"/>
                <a:gd name="connsiteX3" fmla="*/ 0 w 86415"/>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415" h="104993">
                  <a:moveTo>
                    <a:pt x="0" y="52497"/>
                  </a:moveTo>
                  <a:lnTo>
                    <a:pt x="86415" y="0"/>
                  </a:lnTo>
                  <a:lnTo>
                    <a:pt x="86415" y="104994"/>
                  </a:lnTo>
                  <a:lnTo>
                    <a:pt x="0" y="52497"/>
                  </a:lnTo>
                  <a:close/>
                </a:path>
              </a:pathLst>
            </a:custGeom>
            <a:grpFill/>
            <a:ln w="2035" cap="flat">
              <a:noFill/>
              <a:prstDash val="solid"/>
              <a:miter/>
            </a:ln>
          </p:spPr>
          <p:txBody>
            <a:bodyPr rtlCol="0" anchor="ctr"/>
            <a:lstStyle/>
            <a:p>
              <a:endParaRPr lang="en-IN"/>
            </a:p>
          </p:txBody>
        </p:sp>
      </p:grpSp>
      <p:grpSp>
        <p:nvGrpSpPr>
          <p:cNvPr id="204" name="Graphic 7">
            <a:extLst>
              <a:ext uri="{FF2B5EF4-FFF2-40B4-BE49-F238E27FC236}">
                <a16:creationId xmlns:a16="http://schemas.microsoft.com/office/drawing/2014/main" id="{C97D09A3-4A3B-19E8-3CEB-ED04FB02091F}"/>
              </a:ext>
            </a:extLst>
          </p:cNvPr>
          <p:cNvGrpSpPr/>
          <p:nvPr/>
        </p:nvGrpSpPr>
        <p:grpSpPr>
          <a:xfrm>
            <a:off x="6084790" y="3606349"/>
            <a:ext cx="1640805" cy="835149"/>
            <a:chOff x="6084790" y="3606349"/>
            <a:chExt cx="1640805" cy="835149"/>
          </a:xfrm>
          <a:solidFill>
            <a:srgbClr val="60A6D8"/>
          </a:solidFill>
        </p:grpSpPr>
        <p:grpSp>
          <p:nvGrpSpPr>
            <p:cNvPr id="205" name="Graphic 7">
              <a:extLst>
                <a:ext uri="{FF2B5EF4-FFF2-40B4-BE49-F238E27FC236}">
                  <a16:creationId xmlns:a16="http://schemas.microsoft.com/office/drawing/2014/main" id="{D546F960-EE24-647C-544B-BEDA8AC6B46D}"/>
                </a:ext>
              </a:extLst>
            </p:cNvPr>
            <p:cNvGrpSpPr/>
            <p:nvPr/>
          </p:nvGrpSpPr>
          <p:grpSpPr>
            <a:xfrm>
              <a:off x="6084790" y="3663531"/>
              <a:ext cx="1638787" cy="777968"/>
              <a:chOff x="6084790" y="3663531"/>
              <a:chExt cx="1638787" cy="777968"/>
            </a:xfrm>
            <a:grpFill/>
          </p:grpSpPr>
          <p:sp>
            <p:nvSpPr>
              <p:cNvPr id="206" name="Freeform: Shape 205">
                <a:extLst>
                  <a:ext uri="{FF2B5EF4-FFF2-40B4-BE49-F238E27FC236}">
                    <a16:creationId xmlns:a16="http://schemas.microsoft.com/office/drawing/2014/main" id="{EBDDD175-EFA4-6FEE-B98E-10C657396D7B}"/>
                  </a:ext>
                </a:extLst>
              </p:cNvPr>
              <p:cNvSpPr/>
              <p:nvPr/>
            </p:nvSpPr>
            <p:spPr>
              <a:xfrm>
                <a:off x="6084790" y="3663531"/>
                <a:ext cx="37309" cy="38529"/>
              </a:xfrm>
              <a:custGeom>
                <a:avLst/>
                <a:gdLst>
                  <a:gd name="connsiteX0" fmla="*/ 18624 w 37309"/>
                  <a:gd name="connsiteY0" fmla="*/ 0 h 38529"/>
                  <a:gd name="connsiteX1" fmla="*/ 37162 w 37309"/>
                  <a:gd name="connsiteY1" fmla="*/ 17295 h 38529"/>
                  <a:gd name="connsiteX2" fmla="*/ 37264 w 37309"/>
                  <a:gd name="connsiteY2" fmla="*/ 18619 h 38529"/>
                  <a:gd name="connsiteX3" fmla="*/ 20010 w 37309"/>
                  <a:gd name="connsiteY3" fmla="*/ 38481 h 38529"/>
                  <a:gd name="connsiteX4" fmla="*/ 148 w 37309"/>
                  <a:gd name="connsiteY4" fmla="*/ 21227 h 38529"/>
                  <a:gd name="connsiteX5" fmla="*/ 46 w 37309"/>
                  <a:gd name="connsiteY5" fmla="*/ 19903 h 38529"/>
                  <a:gd name="connsiteX6" fmla="*/ 17300 w 37309"/>
                  <a:gd name="connsiteY6" fmla="*/ 41 h 38529"/>
                  <a:gd name="connsiteX7" fmla="*/ 18624 w 37309"/>
                  <a:gd name="connsiteY7" fmla="*/ 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24" y="0"/>
                    </a:moveTo>
                    <a:cubicBezTo>
                      <a:pt x="28300" y="0"/>
                      <a:pt x="36469" y="7497"/>
                      <a:pt x="37162" y="17295"/>
                    </a:cubicBezTo>
                    <a:lnTo>
                      <a:pt x="37264" y="18619"/>
                    </a:lnTo>
                    <a:cubicBezTo>
                      <a:pt x="37977" y="28866"/>
                      <a:pt x="30257" y="37769"/>
                      <a:pt x="20010" y="38481"/>
                    </a:cubicBezTo>
                    <a:cubicBezTo>
                      <a:pt x="9742" y="39215"/>
                      <a:pt x="860" y="31474"/>
                      <a:pt x="148" y="21227"/>
                    </a:cubicBezTo>
                    <a:lnTo>
                      <a:pt x="46" y="19903"/>
                    </a:lnTo>
                    <a:cubicBezTo>
                      <a:pt x="-668" y="9656"/>
                      <a:pt x="7053" y="754"/>
                      <a:pt x="17300" y="41"/>
                    </a:cubicBezTo>
                    <a:cubicBezTo>
                      <a:pt x="17748" y="0"/>
                      <a:pt x="18196" y="0"/>
                      <a:pt x="18624" y="0"/>
                    </a:cubicBezTo>
                    <a:close/>
                  </a:path>
                </a:pathLst>
              </a:custGeom>
              <a:grpFill/>
              <a:ln w="2035"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F3AD388E-0019-595B-E979-79A1B853C65D}"/>
                  </a:ext>
                </a:extLst>
              </p:cNvPr>
              <p:cNvSpPr/>
              <p:nvPr/>
            </p:nvSpPr>
            <p:spPr>
              <a:xfrm>
                <a:off x="7686168" y="3709774"/>
                <a:ext cx="37409" cy="38557"/>
              </a:xfrm>
              <a:custGeom>
                <a:avLst/>
                <a:gdLst>
                  <a:gd name="connsiteX0" fmla="*/ 18781 w 37409"/>
                  <a:gd name="connsiteY0" fmla="*/ 41 h 38557"/>
                  <a:gd name="connsiteX1" fmla="*/ 21307 w 37409"/>
                  <a:gd name="connsiteY1" fmla="*/ 204 h 38557"/>
                  <a:gd name="connsiteX2" fmla="*/ 37238 w 37409"/>
                  <a:gd name="connsiteY2" fmla="*/ 21145 h 38557"/>
                  <a:gd name="connsiteX3" fmla="*/ 37054 w 37409"/>
                  <a:gd name="connsiteY3" fmla="*/ 22510 h 38557"/>
                  <a:gd name="connsiteX4" fmla="*/ 16051 w 37409"/>
                  <a:gd name="connsiteY4" fmla="*/ 38380 h 38557"/>
                  <a:gd name="connsiteX5" fmla="*/ 182 w 37409"/>
                  <a:gd name="connsiteY5" fmla="*/ 17377 h 38557"/>
                  <a:gd name="connsiteX6" fmla="*/ 345 w 37409"/>
                  <a:gd name="connsiteY6" fmla="*/ 16114 h 38557"/>
                  <a:gd name="connsiteX7" fmla="*/ 18761 w 37409"/>
                  <a:gd name="connsiteY7" fmla="*/ 0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7">
                    <a:moveTo>
                      <a:pt x="18781" y="41"/>
                    </a:moveTo>
                    <a:cubicBezTo>
                      <a:pt x="19616" y="41"/>
                      <a:pt x="20451" y="102"/>
                      <a:pt x="21307" y="204"/>
                    </a:cubicBezTo>
                    <a:cubicBezTo>
                      <a:pt x="31493" y="1589"/>
                      <a:pt x="38623" y="10960"/>
                      <a:pt x="37238" y="21145"/>
                    </a:cubicBezTo>
                    <a:lnTo>
                      <a:pt x="37054" y="22510"/>
                    </a:lnTo>
                    <a:cubicBezTo>
                      <a:pt x="35649" y="32696"/>
                      <a:pt x="26237" y="39785"/>
                      <a:pt x="16051" y="38380"/>
                    </a:cubicBezTo>
                    <a:cubicBezTo>
                      <a:pt x="5866" y="36974"/>
                      <a:pt x="-1244" y="27562"/>
                      <a:pt x="182" y="17377"/>
                    </a:cubicBezTo>
                    <a:lnTo>
                      <a:pt x="345" y="16114"/>
                    </a:lnTo>
                    <a:cubicBezTo>
                      <a:pt x="1608" y="6784"/>
                      <a:pt x="9594" y="0"/>
                      <a:pt x="18761" y="0"/>
                    </a:cubicBezTo>
                    <a:close/>
                  </a:path>
                </a:pathLst>
              </a:custGeom>
              <a:grpFill/>
              <a:ln w="2035"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7BBA892A-A2F9-E345-83F1-B4AF403467B6}"/>
                  </a:ext>
                </a:extLst>
              </p:cNvPr>
              <p:cNvSpPr/>
              <p:nvPr/>
            </p:nvSpPr>
            <p:spPr>
              <a:xfrm>
                <a:off x="6095428" y="3763452"/>
                <a:ext cx="37499" cy="38537"/>
              </a:xfrm>
              <a:custGeom>
                <a:avLst/>
                <a:gdLst>
                  <a:gd name="connsiteX0" fmla="*/ 18621 w 37499"/>
                  <a:gd name="connsiteY0" fmla="*/ 0 h 38537"/>
                  <a:gd name="connsiteX1" fmla="*/ 36833 w 37499"/>
                  <a:gd name="connsiteY1" fmla="*/ 14851 h 38537"/>
                  <a:gd name="connsiteX2" fmla="*/ 37097 w 37499"/>
                  <a:gd name="connsiteY2" fmla="*/ 16093 h 38537"/>
                  <a:gd name="connsiteX3" fmla="*/ 22715 w 37499"/>
                  <a:gd name="connsiteY3" fmla="*/ 38135 h 38537"/>
                  <a:gd name="connsiteX4" fmla="*/ 673 w 37499"/>
                  <a:gd name="connsiteY4" fmla="*/ 23753 h 38537"/>
                  <a:gd name="connsiteX5" fmla="*/ 388 w 37499"/>
                  <a:gd name="connsiteY5" fmla="*/ 22388 h 38537"/>
                  <a:gd name="connsiteX6" fmla="*/ 14852 w 37499"/>
                  <a:gd name="connsiteY6" fmla="*/ 407 h 38537"/>
                  <a:gd name="connsiteX7" fmla="*/ 18641 w 37499"/>
                  <a:gd name="connsiteY7" fmla="*/ 2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621" y="0"/>
                    </a:moveTo>
                    <a:cubicBezTo>
                      <a:pt x="27258" y="0"/>
                      <a:pt x="35019" y="6050"/>
                      <a:pt x="36833" y="14851"/>
                    </a:cubicBezTo>
                    <a:lnTo>
                      <a:pt x="37097" y="16093"/>
                    </a:lnTo>
                    <a:cubicBezTo>
                      <a:pt x="39216" y="26157"/>
                      <a:pt x="32758" y="36017"/>
                      <a:pt x="22715" y="38135"/>
                    </a:cubicBezTo>
                    <a:cubicBezTo>
                      <a:pt x="12651" y="40254"/>
                      <a:pt x="2792" y="33796"/>
                      <a:pt x="673" y="23753"/>
                    </a:cubicBezTo>
                    <a:lnTo>
                      <a:pt x="388" y="22388"/>
                    </a:lnTo>
                    <a:cubicBezTo>
                      <a:pt x="-1690" y="12325"/>
                      <a:pt x="4788" y="2485"/>
                      <a:pt x="14852" y="407"/>
                    </a:cubicBezTo>
                    <a:cubicBezTo>
                      <a:pt x="16115" y="143"/>
                      <a:pt x="17378" y="20"/>
                      <a:pt x="18641" y="20"/>
                    </a:cubicBezTo>
                    <a:close/>
                  </a:path>
                </a:pathLst>
              </a:custGeom>
              <a:grpFill/>
              <a:ln w="2035"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DC976A44-B966-1D37-A5E6-76251E1DA7EE}"/>
                  </a:ext>
                </a:extLst>
              </p:cNvPr>
              <p:cNvSpPr/>
              <p:nvPr/>
            </p:nvSpPr>
            <p:spPr>
              <a:xfrm>
                <a:off x="7664388" y="3815175"/>
                <a:ext cx="37568" cy="38503"/>
              </a:xfrm>
              <a:custGeom>
                <a:avLst/>
                <a:gdLst>
                  <a:gd name="connsiteX0" fmla="*/ 18947 w 37568"/>
                  <a:gd name="connsiteY0" fmla="*/ 0 h 38503"/>
                  <a:gd name="connsiteX1" fmla="*/ 23918 w 37568"/>
                  <a:gd name="connsiteY1" fmla="*/ 672 h 38503"/>
                  <a:gd name="connsiteX2" fmla="*/ 36895 w 37568"/>
                  <a:gd name="connsiteY2" fmla="*/ 23570 h 38503"/>
                  <a:gd name="connsiteX3" fmla="*/ 36548 w 37568"/>
                  <a:gd name="connsiteY3" fmla="*/ 24853 h 38503"/>
                  <a:gd name="connsiteX4" fmla="*/ 13651 w 37568"/>
                  <a:gd name="connsiteY4" fmla="*/ 37830 h 38503"/>
                  <a:gd name="connsiteX5" fmla="*/ 674 w 37568"/>
                  <a:gd name="connsiteY5" fmla="*/ 14932 h 38503"/>
                  <a:gd name="connsiteX6" fmla="*/ 1020 w 37568"/>
                  <a:gd name="connsiteY6" fmla="*/ 13649 h 38503"/>
                  <a:gd name="connsiteX7" fmla="*/ 18947 w 37568"/>
                  <a:gd name="connsiteY7" fmla="*/ 0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947" y="0"/>
                    </a:moveTo>
                    <a:cubicBezTo>
                      <a:pt x="20597" y="0"/>
                      <a:pt x="22268" y="224"/>
                      <a:pt x="23918" y="672"/>
                    </a:cubicBezTo>
                    <a:cubicBezTo>
                      <a:pt x="33818" y="3402"/>
                      <a:pt x="39624" y="13669"/>
                      <a:pt x="36895" y="23570"/>
                    </a:cubicBezTo>
                    <a:lnTo>
                      <a:pt x="36548" y="24853"/>
                    </a:lnTo>
                    <a:cubicBezTo>
                      <a:pt x="33798" y="34754"/>
                      <a:pt x="23551" y="40559"/>
                      <a:pt x="13651" y="37830"/>
                    </a:cubicBezTo>
                    <a:cubicBezTo>
                      <a:pt x="3750" y="35079"/>
                      <a:pt x="-2056" y="24833"/>
                      <a:pt x="674" y="14932"/>
                    </a:cubicBezTo>
                    <a:lnTo>
                      <a:pt x="1020" y="13649"/>
                    </a:lnTo>
                    <a:cubicBezTo>
                      <a:pt x="3302" y="5398"/>
                      <a:pt x="10778" y="0"/>
                      <a:pt x="18947" y="0"/>
                    </a:cubicBezTo>
                    <a:close/>
                  </a:path>
                </a:pathLst>
              </a:custGeom>
              <a:grpFill/>
              <a:ln w="2035"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D85A5C2E-0C93-4F0B-24B8-319712AC46A7}"/>
                  </a:ext>
                </a:extLst>
              </p:cNvPr>
              <p:cNvSpPr/>
              <p:nvPr/>
            </p:nvSpPr>
            <p:spPr>
              <a:xfrm>
                <a:off x="6124187" y="3867183"/>
                <a:ext cx="37659" cy="38467"/>
              </a:xfrm>
              <a:custGeom>
                <a:avLst/>
                <a:gdLst>
                  <a:gd name="connsiteX0" fmla="*/ 18585 w 37659"/>
                  <a:gd name="connsiteY0" fmla="*/ 0 h 38467"/>
                  <a:gd name="connsiteX1" fmla="*/ 36145 w 37659"/>
                  <a:gd name="connsiteY1" fmla="*/ 12427 h 38467"/>
                  <a:gd name="connsiteX2" fmla="*/ 36593 w 37659"/>
                  <a:gd name="connsiteY2" fmla="*/ 13669 h 38467"/>
                  <a:gd name="connsiteX3" fmla="*/ 25247 w 37659"/>
                  <a:gd name="connsiteY3" fmla="*/ 37402 h 38467"/>
                  <a:gd name="connsiteX4" fmla="*/ 1514 w 37659"/>
                  <a:gd name="connsiteY4" fmla="*/ 26055 h 38467"/>
                  <a:gd name="connsiteX5" fmla="*/ 1066 w 37659"/>
                  <a:gd name="connsiteY5" fmla="*/ 24792 h 38467"/>
                  <a:gd name="connsiteX6" fmla="*/ 12433 w 37659"/>
                  <a:gd name="connsiteY6" fmla="*/ 1059 h 38467"/>
                  <a:gd name="connsiteX7" fmla="*/ 18626 w 37659"/>
                  <a:gd name="connsiteY7" fmla="*/ 0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8585" y="0"/>
                    </a:moveTo>
                    <a:cubicBezTo>
                      <a:pt x="26265" y="0"/>
                      <a:pt x="33436" y="4787"/>
                      <a:pt x="36145" y="12427"/>
                    </a:cubicBezTo>
                    <a:lnTo>
                      <a:pt x="36593" y="13669"/>
                    </a:lnTo>
                    <a:cubicBezTo>
                      <a:pt x="40016" y="23366"/>
                      <a:pt x="34923" y="34000"/>
                      <a:pt x="25247" y="37402"/>
                    </a:cubicBezTo>
                    <a:cubicBezTo>
                      <a:pt x="15550" y="40824"/>
                      <a:pt x="4916" y="35731"/>
                      <a:pt x="1514" y="26055"/>
                    </a:cubicBezTo>
                    <a:lnTo>
                      <a:pt x="1066" y="24792"/>
                    </a:lnTo>
                    <a:cubicBezTo>
                      <a:pt x="-2357" y="15095"/>
                      <a:pt x="2736" y="4461"/>
                      <a:pt x="12433" y="1059"/>
                    </a:cubicBezTo>
                    <a:cubicBezTo>
                      <a:pt x="14470" y="346"/>
                      <a:pt x="16568" y="0"/>
                      <a:pt x="18626" y="0"/>
                    </a:cubicBezTo>
                    <a:close/>
                  </a:path>
                </a:pathLst>
              </a:custGeom>
              <a:grpFill/>
              <a:ln w="2035"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B9297582-C370-FD2F-CBC7-E0D16139ECE0}"/>
                  </a:ext>
                </a:extLst>
              </p:cNvPr>
              <p:cNvSpPr/>
              <p:nvPr/>
            </p:nvSpPr>
            <p:spPr>
              <a:xfrm>
                <a:off x="7628672" y="3916686"/>
                <a:ext cx="37753" cy="38448"/>
              </a:xfrm>
              <a:custGeom>
                <a:avLst/>
                <a:gdLst>
                  <a:gd name="connsiteX0" fmla="*/ 19157 w 37753"/>
                  <a:gd name="connsiteY0" fmla="*/ 20 h 38448"/>
                  <a:gd name="connsiteX1" fmla="*/ 26429 w 37753"/>
                  <a:gd name="connsiteY1" fmla="*/ 1507 h 38448"/>
                  <a:gd name="connsiteX2" fmla="*/ 36268 w 37753"/>
                  <a:gd name="connsiteY2" fmla="*/ 25912 h 38448"/>
                  <a:gd name="connsiteX3" fmla="*/ 35718 w 37753"/>
                  <a:gd name="connsiteY3" fmla="*/ 27175 h 38448"/>
                  <a:gd name="connsiteX4" fmla="*/ 11273 w 37753"/>
                  <a:gd name="connsiteY4" fmla="*/ 36933 h 38448"/>
                  <a:gd name="connsiteX5" fmla="*/ 1515 w 37753"/>
                  <a:gd name="connsiteY5" fmla="*/ 12488 h 38448"/>
                  <a:gd name="connsiteX6" fmla="*/ 2004 w 37753"/>
                  <a:gd name="connsiteY6" fmla="*/ 11326 h 38448"/>
                  <a:gd name="connsiteX7" fmla="*/ 19136 w 37753"/>
                  <a:gd name="connsiteY7" fmla="*/ 0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9157" y="20"/>
                    </a:moveTo>
                    <a:cubicBezTo>
                      <a:pt x="21581" y="20"/>
                      <a:pt x="24066" y="489"/>
                      <a:pt x="26429" y="1507"/>
                    </a:cubicBezTo>
                    <a:cubicBezTo>
                      <a:pt x="35881" y="5541"/>
                      <a:pt x="40281" y="16460"/>
                      <a:pt x="36268" y="25912"/>
                    </a:cubicBezTo>
                    <a:lnTo>
                      <a:pt x="35718" y="27175"/>
                    </a:lnTo>
                    <a:cubicBezTo>
                      <a:pt x="31664" y="36628"/>
                      <a:pt x="20725" y="40987"/>
                      <a:pt x="11273" y="36933"/>
                    </a:cubicBezTo>
                    <a:cubicBezTo>
                      <a:pt x="1820" y="32879"/>
                      <a:pt x="-2539" y="21940"/>
                      <a:pt x="1515" y="12488"/>
                    </a:cubicBezTo>
                    <a:lnTo>
                      <a:pt x="2004" y="11326"/>
                    </a:lnTo>
                    <a:cubicBezTo>
                      <a:pt x="5019" y="4237"/>
                      <a:pt x="11904" y="0"/>
                      <a:pt x="19136" y="0"/>
                    </a:cubicBezTo>
                    <a:close/>
                  </a:path>
                </a:pathLst>
              </a:custGeom>
              <a:grpFill/>
              <a:ln w="2035"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72074FB4-1E8B-B698-35A8-BC8C58041F04}"/>
                  </a:ext>
                </a:extLst>
              </p:cNvPr>
              <p:cNvSpPr/>
              <p:nvPr/>
            </p:nvSpPr>
            <p:spPr>
              <a:xfrm>
                <a:off x="6166516" y="3966106"/>
                <a:ext cx="37830" cy="38431"/>
              </a:xfrm>
              <a:custGeom>
                <a:avLst/>
                <a:gdLst>
                  <a:gd name="connsiteX0" fmla="*/ 18609 w 37830"/>
                  <a:gd name="connsiteY0" fmla="*/ 0 h 38431"/>
                  <a:gd name="connsiteX1" fmla="*/ 35211 w 37830"/>
                  <a:gd name="connsiteY1" fmla="*/ 10186 h 38431"/>
                  <a:gd name="connsiteX2" fmla="*/ 35782 w 37830"/>
                  <a:gd name="connsiteY2" fmla="*/ 11326 h 38431"/>
                  <a:gd name="connsiteX3" fmla="*/ 27715 w 37830"/>
                  <a:gd name="connsiteY3" fmla="*/ 36383 h 38431"/>
                  <a:gd name="connsiteX4" fmla="*/ 2658 w 37830"/>
                  <a:gd name="connsiteY4" fmla="*/ 28296 h 38431"/>
                  <a:gd name="connsiteX5" fmla="*/ 2027 w 37830"/>
                  <a:gd name="connsiteY5" fmla="*/ 27053 h 38431"/>
                  <a:gd name="connsiteX6" fmla="*/ 10175 w 37830"/>
                  <a:gd name="connsiteY6" fmla="*/ 2037 h 38431"/>
                  <a:gd name="connsiteX7" fmla="*/ 18588 w 37830"/>
                  <a:gd name="connsiteY7" fmla="*/ 20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8609" y="0"/>
                    </a:moveTo>
                    <a:cubicBezTo>
                      <a:pt x="25392" y="0"/>
                      <a:pt x="31932" y="3728"/>
                      <a:pt x="35211" y="10186"/>
                    </a:cubicBezTo>
                    <a:lnTo>
                      <a:pt x="35782" y="11326"/>
                    </a:lnTo>
                    <a:cubicBezTo>
                      <a:pt x="40467" y="20473"/>
                      <a:pt x="36841" y="31678"/>
                      <a:pt x="27715" y="36383"/>
                    </a:cubicBezTo>
                    <a:cubicBezTo>
                      <a:pt x="18568" y="41069"/>
                      <a:pt x="7343" y="37443"/>
                      <a:pt x="2658" y="28296"/>
                    </a:cubicBezTo>
                    <a:lnTo>
                      <a:pt x="2027" y="27053"/>
                    </a:lnTo>
                    <a:cubicBezTo>
                      <a:pt x="-2639" y="17886"/>
                      <a:pt x="1028" y="6682"/>
                      <a:pt x="10175" y="2037"/>
                    </a:cubicBezTo>
                    <a:cubicBezTo>
                      <a:pt x="12884" y="672"/>
                      <a:pt x="15757" y="20"/>
                      <a:pt x="18588" y="20"/>
                    </a:cubicBezTo>
                    <a:close/>
                  </a:path>
                </a:pathLst>
              </a:custGeom>
              <a:grpFill/>
              <a:ln w="2035"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73DDE8CB-E1CE-76D7-7A6E-F8082E9ACAE7}"/>
                  </a:ext>
                </a:extLst>
              </p:cNvPr>
              <p:cNvSpPr/>
              <p:nvPr/>
            </p:nvSpPr>
            <p:spPr>
              <a:xfrm>
                <a:off x="7579788" y="4012492"/>
                <a:ext cx="37904" cy="38358"/>
              </a:xfrm>
              <a:custGeom>
                <a:avLst/>
                <a:gdLst>
                  <a:gd name="connsiteX0" fmla="*/ 19312 w 37904"/>
                  <a:gd name="connsiteY0" fmla="*/ 0 h 38358"/>
                  <a:gd name="connsiteX1" fmla="*/ 28805 w 37904"/>
                  <a:gd name="connsiteY1" fmla="*/ 2628 h 38358"/>
                  <a:gd name="connsiteX2" fmla="*/ 35282 w 37904"/>
                  <a:gd name="connsiteY2" fmla="*/ 28133 h 38358"/>
                  <a:gd name="connsiteX3" fmla="*/ 34570 w 37904"/>
                  <a:gd name="connsiteY3" fmla="*/ 29314 h 38358"/>
                  <a:gd name="connsiteX4" fmla="*/ 9044 w 37904"/>
                  <a:gd name="connsiteY4" fmla="*/ 35711 h 38358"/>
                  <a:gd name="connsiteX5" fmla="*/ 2648 w 37904"/>
                  <a:gd name="connsiteY5" fmla="*/ 10186 h 38358"/>
                  <a:gd name="connsiteX6" fmla="*/ 3300 w 37904"/>
                  <a:gd name="connsiteY6" fmla="*/ 9106 h 38358"/>
                  <a:gd name="connsiteX7" fmla="*/ 19312 w 37904"/>
                  <a:gd name="connsiteY7" fmla="*/ 0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9312" y="0"/>
                    </a:moveTo>
                    <a:cubicBezTo>
                      <a:pt x="22550" y="0"/>
                      <a:pt x="25830" y="835"/>
                      <a:pt x="28805" y="2628"/>
                    </a:cubicBezTo>
                    <a:cubicBezTo>
                      <a:pt x="37646" y="7884"/>
                      <a:pt x="40538" y="19312"/>
                      <a:pt x="35282" y="28133"/>
                    </a:cubicBezTo>
                    <a:lnTo>
                      <a:pt x="34570" y="29314"/>
                    </a:lnTo>
                    <a:cubicBezTo>
                      <a:pt x="29293" y="38135"/>
                      <a:pt x="17865" y="40987"/>
                      <a:pt x="9044" y="35711"/>
                    </a:cubicBezTo>
                    <a:cubicBezTo>
                      <a:pt x="223" y="30435"/>
                      <a:pt x="-2628" y="19007"/>
                      <a:pt x="2648" y="10186"/>
                    </a:cubicBezTo>
                    <a:lnTo>
                      <a:pt x="3300" y="9106"/>
                    </a:lnTo>
                    <a:cubicBezTo>
                      <a:pt x="6783" y="3259"/>
                      <a:pt x="12956" y="0"/>
                      <a:pt x="19312" y="0"/>
                    </a:cubicBezTo>
                    <a:close/>
                  </a:path>
                </a:pathLst>
              </a:custGeom>
              <a:grpFill/>
              <a:ln w="2035" cap="flat">
                <a:noFill/>
                <a:prstDash val="solid"/>
                <a:miter/>
              </a:ln>
            </p:spPr>
            <p:txBody>
              <a:bodyPr rtlCol="0" anchor="ctr"/>
              <a:lstStyle/>
              <a:p>
                <a:endParaRPr lang="en-IN"/>
              </a:p>
            </p:txBody>
          </p:sp>
          <p:sp>
            <p:nvSpPr>
              <p:cNvPr id="214" name="Freeform: Shape 213">
                <a:extLst>
                  <a:ext uri="{FF2B5EF4-FFF2-40B4-BE49-F238E27FC236}">
                    <a16:creationId xmlns:a16="http://schemas.microsoft.com/office/drawing/2014/main" id="{33B75647-F665-499D-3983-B598BC626BDA}"/>
                  </a:ext>
                </a:extLst>
              </p:cNvPr>
              <p:cNvSpPr/>
              <p:nvPr/>
            </p:nvSpPr>
            <p:spPr>
              <a:xfrm>
                <a:off x="6221693" y="4058470"/>
                <a:ext cx="37982" cy="38330"/>
              </a:xfrm>
              <a:custGeom>
                <a:avLst/>
                <a:gdLst>
                  <a:gd name="connsiteX0" fmla="*/ 18597 w 37982"/>
                  <a:gd name="connsiteY0" fmla="*/ 20 h 38330"/>
                  <a:gd name="connsiteX1" fmla="*/ 33936 w 37982"/>
                  <a:gd name="connsiteY1" fmla="*/ 8067 h 38330"/>
                  <a:gd name="connsiteX2" fmla="*/ 34649 w 37982"/>
                  <a:gd name="connsiteY2" fmla="*/ 9106 h 38330"/>
                  <a:gd name="connsiteX3" fmla="*/ 29984 w 37982"/>
                  <a:gd name="connsiteY3" fmla="*/ 34998 h 38330"/>
                  <a:gd name="connsiteX4" fmla="*/ 4092 w 37982"/>
                  <a:gd name="connsiteY4" fmla="*/ 30333 h 38330"/>
                  <a:gd name="connsiteX5" fmla="*/ 3298 w 37982"/>
                  <a:gd name="connsiteY5" fmla="*/ 29192 h 38330"/>
                  <a:gd name="connsiteX6" fmla="*/ 8044 w 37982"/>
                  <a:gd name="connsiteY6" fmla="*/ 3300 h 38330"/>
                  <a:gd name="connsiteX7" fmla="*/ 18597 w 37982"/>
                  <a:gd name="connsiteY7" fmla="*/ 0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8597" y="20"/>
                    </a:moveTo>
                    <a:cubicBezTo>
                      <a:pt x="24504" y="20"/>
                      <a:pt x="30310" y="2832"/>
                      <a:pt x="33936" y="8067"/>
                    </a:cubicBezTo>
                    <a:lnTo>
                      <a:pt x="34649" y="9106"/>
                    </a:lnTo>
                    <a:cubicBezTo>
                      <a:pt x="40516" y="17540"/>
                      <a:pt x="38438" y="29131"/>
                      <a:pt x="29984" y="34998"/>
                    </a:cubicBezTo>
                    <a:cubicBezTo>
                      <a:pt x="21550" y="40865"/>
                      <a:pt x="9939" y="38787"/>
                      <a:pt x="4092" y="30333"/>
                    </a:cubicBezTo>
                    <a:lnTo>
                      <a:pt x="3298" y="29192"/>
                    </a:lnTo>
                    <a:cubicBezTo>
                      <a:pt x="-2549" y="20738"/>
                      <a:pt x="-410" y="9147"/>
                      <a:pt x="8044" y="3300"/>
                    </a:cubicBezTo>
                    <a:cubicBezTo>
                      <a:pt x="11263" y="1080"/>
                      <a:pt x="14950" y="0"/>
                      <a:pt x="18597" y="0"/>
                    </a:cubicBezTo>
                    <a:close/>
                  </a:path>
                </a:pathLst>
              </a:custGeom>
              <a:grpFill/>
              <a:ln w="2035"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81904649-8716-4BE2-2617-4505D76B357D}"/>
                  </a:ext>
                </a:extLst>
              </p:cNvPr>
              <p:cNvSpPr/>
              <p:nvPr/>
            </p:nvSpPr>
            <p:spPr>
              <a:xfrm>
                <a:off x="7518557" y="4100985"/>
                <a:ext cx="38055" cy="38272"/>
              </a:xfrm>
              <a:custGeom>
                <a:avLst/>
                <a:gdLst>
                  <a:gd name="connsiteX0" fmla="*/ 19470 w 38055"/>
                  <a:gd name="connsiteY0" fmla="*/ 20 h 38272"/>
                  <a:gd name="connsiteX1" fmla="*/ 31020 w 38055"/>
                  <a:gd name="connsiteY1" fmla="*/ 4054 h 38272"/>
                  <a:gd name="connsiteX2" fmla="*/ 34015 w 38055"/>
                  <a:gd name="connsiteY2" fmla="*/ 30190 h 38272"/>
                  <a:gd name="connsiteX3" fmla="*/ 33180 w 38055"/>
                  <a:gd name="connsiteY3" fmla="*/ 31250 h 38272"/>
                  <a:gd name="connsiteX4" fmla="*/ 7023 w 38055"/>
                  <a:gd name="connsiteY4" fmla="*/ 34224 h 38272"/>
                  <a:gd name="connsiteX5" fmla="*/ 4049 w 38055"/>
                  <a:gd name="connsiteY5" fmla="*/ 8067 h 38272"/>
                  <a:gd name="connsiteX6" fmla="*/ 4863 w 38055"/>
                  <a:gd name="connsiteY6" fmla="*/ 7049 h 38272"/>
                  <a:gd name="connsiteX7" fmla="*/ 19450 w 38055"/>
                  <a:gd name="connsiteY7" fmla="*/ 0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9470" y="20"/>
                    </a:moveTo>
                    <a:cubicBezTo>
                      <a:pt x="23524" y="20"/>
                      <a:pt x="27598" y="1345"/>
                      <a:pt x="31020" y="4054"/>
                    </a:cubicBezTo>
                    <a:cubicBezTo>
                      <a:pt x="39067" y="10451"/>
                      <a:pt x="40411" y="22144"/>
                      <a:pt x="34015" y="30190"/>
                    </a:cubicBezTo>
                    <a:lnTo>
                      <a:pt x="33180" y="31250"/>
                    </a:lnTo>
                    <a:cubicBezTo>
                      <a:pt x="26783" y="39296"/>
                      <a:pt x="15069" y="40620"/>
                      <a:pt x="7023" y="34224"/>
                    </a:cubicBezTo>
                    <a:cubicBezTo>
                      <a:pt x="-1024" y="27827"/>
                      <a:pt x="-2348" y="16114"/>
                      <a:pt x="4049" y="8067"/>
                    </a:cubicBezTo>
                    <a:lnTo>
                      <a:pt x="4863" y="7049"/>
                    </a:lnTo>
                    <a:cubicBezTo>
                      <a:pt x="8530" y="2424"/>
                      <a:pt x="13969" y="0"/>
                      <a:pt x="19450" y="0"/>
                    </a:cubicBezTo>
                    <a:close/>
                  </a:path>
                </a:pathLst>
              </a:custGeom>
              <a:grpFill/>
              <a:ln w="2035" cap="flat">
                <a:noFill/>
                <a:prstDash val="solid"/>
                <a:miter/>
              </a:ln>
            </p:spPr>
            <p:txBody>
              <a:bodyPr rtlCol="0" anchor="ctr"/>
              <a:lstStyle/>
              <a:p>
                <a:endParaRPr lang="en-IN"/>
              </a:p>
            </p:txBody>
          </p:sp>
          <p:sp>
            <p:nvSpPr>
              <p:cNvPr id="216" name="Freeform: Shape 215">
                <a:extLst>
                  <a:ext uri="{FF2B5EF4-FFF2-40B4-BE49-F238E27FC236}">
                    <a16:creationId xmlns:a16="http://schemas.microsoft.com/office/drawing/2014/main" id="{EE51EE81-9507-1E8A-1D52-3FD7EAC16058}"/>
                  </a:ext>
                </a:extLst>
              </p:cNvPr>
              <p:cNvSpPr/>
              <p:nvPr/>
            </p:nvSpPr>
            <p:spPr>
              <a:xfrm>
                <a:off x="6288603" y="4142706"/>
                <a:ext cx="38139" cy="38213"/>
              </a:xfrm>
              <a:custGeom>
                <a:avLst/>
                <a:gdLst>
                  <a:gd name="connsiteX0" fmla="*/ 18627 w 38139"/>
                  <a:gd name="connsiteY0" fmla="*/ 0 h 38213"/>
                  <a:gd name="connsiteX1" fmla="*/ 32398 w 38139"/>
                  <a:gd name="connsiteY1" fmla="*/ 6071 h 38213"/>
                  <a:gd name="connsiteX2" fmla="*/ 33274 w 38139"/>
                  <a:gd name="connsiteY2" fmla="*/ 7049 h 38213"/>
                  <a:gd name="connsiteX3" fmla="*/ 32072 w 38139"/>
                  <a:gd name="connsiteY3" fmla="*/ 33348 h 38213"/>
                  <a:gd name="connsiteX4" fmla="*/ 5772 w 38139"/>
                  <a:gd name="connsiteY4" fmla="*/ 32146 h 38213"/>
                  <a:gd name="connsiteX5" fmla="*/ 4856 w 38139"/>
                  <a:gd name="connsiteY5" fmla="*/ 31148 h 38213"/>
                  <a:gd name="connsiteX6" fmla="*/ 6078 w 38139"/>
                  <a:gd name="connsiteY6" fmla="*/ 4869 h 38213"/>
                  <a:gd name="connsiteX7" fmla="*/ 18606 w 38139"/>
                  <a:gd name="connsiteY7" fmla="*/ 20 h 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213">
                    <a:moveTo>
                      <a:pt x="18627" y="0"/>
                    </a:moveTo>
                    <a:cubicBezTo>
                      <a:pt x="23679" y="0"/>
                      <a:pt x="28711" y="2037"/>
                      <a:pt x="32398" y="6071"/>
                    </a:cubicBezTo>
                    <a:lnTo>
                      <a:pt x="33274" y="7049"/>
                    </a:lnTo>
                    <a:cubicBezTo>
                      <a:pt x="40200" y="14647"/>
                      <a:pt x="39671" y="26401"/>
                      <a:pt x="32072" y="33348"/>
                    </a:cubicBezTo>
                    <a:cubicBezTo>
                      <a:pt x="24474" y="40274"/>
                      <a:pt x="12719" y="39745"/>
                      <a:pt x="5772" y="32146"/>
                    </a:cubicBezTo>
                    <a:lnTo>
                      <a:pt x="4856" y="31148"/>
                    </a:lnTo>
                    <a:cubicBezTo>
                      <a:pt x="-2070" y="23549"/>
                      <a:pt x="-1520" y="11775"/>
                      <a:pt x="6078" y="4869"/>
                    </a:cubicBezTo>
                    <a:cubicBezTo>
                      <a:pt x="9643" y="1630"/>
                      <a:pt x="14125" y="20"/>
                      <a:pt x="18606" y="20"/>
                    </a:cubicBezTo>
                    <a:close/>
                  </a:path>
                </a:pathLst>
              </a:custGeom>
              <a:grpFill/>
              <a:ln w="2035" cap="flat">
                <a:noFill/>
                <a:prstDash val="solid"/>
                <a:miter/>
              </a:ln>
            </p:spPr>
            <p:txBody>
              <a:bodyPr rtlCol="0" anchor="ctr"/>
              <a:lstStyle/>
              <a:p>
                <a:endParaRPr lang="en-IN"/>
              </a:p>
            </p:txBody>
          </p:sp>
          <p:sp>
            <p:nvSpPr>
              <p:cNvPr id="217" name="Freeform: Shape 216">
                <a:extLst>
                  <a:ext uri="{FF2B5EF4-FFF2-40B4-BE49-F238E27FC236}">
                    <a16:creationId xmlns:a16="http://schemas.microsoft.com/office/drawing/2014/main" id="{D620338C-78FB-459A-2819-76386B396319}"/>
                  </a:ext>
                </a:extLst>
              </p:cNvPr>
              <p:cNvSpPr/>
              <p:nvPr/>
            </p:nvSpPr>
            <p:spPr>
              <a:xfrm>
                <a:off x="7446212" y="4180657"/>
                <a:ext cx="38176" cy="38136"/>
              </a:xfrm>
              <a:custGeom>
                <a:avLst/>
                <a:gdLst>
                  <a:gd name="connsiteX0" fmla="*/ 19557 w 38176"/>
                  <a:gd name="connsiteY0" fmla="*/ 0 h 38136"/>
                  <a:gd name="connsiteX1" fmla="*/ 32941 w 38176"/>
                  <a:gd name="connsiteY1" fmla="*/ 5663 h 38136"/>
                  <a:gd name="connsiteX2" fmla="*/ 32514 w 38176"/>
                  <a:gd name="connsiteY2" fmla="*/ 31983 h 38136"/>
                  <a:gd name="connsiteX3" fmla="*/ 31516 w 38176"/>
                  <a:gd name="connsiteY3" fmla="*/ 32941 h 38136"/>
                  <a:gd name="connsiteX4" fmla="*/ 5196 w 38176"/>
                  <a:gd name="connsiteY4" fmla="*/ 32431 h 38136"/>
                  <a:gd name="connsiteX5" fmla="*/ 5705 w 38176"/>
                  <a:gd name="connsiteY5" fmla="*/ 6111 h 38136"/>
                  <a:gd name="connsiteX6" fmla="*/ 6622 w 38176"/>
                  <a:gd name="connsiteY6" fmla="*/ 5235 h 38136"/>
                  <a:gd name="connsiteX7" fmla="*/ 19557 w 38176"/>
                  <a:gd name="connsiteY7" fmla="*/ 0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6" h="38136">
                    <a:moveTo>
                      <a:pt x="19557" y="0"/>
                    </a:moveTo>
                    <a:cubicBezTo>
                      <a:pt x="24426" y="0"/>
                      <a:pt x="29274" y="1895"/>
                      <a:pt x="32941" y="5663"/>
                    </a:cubicBezTo>
                    <a:cubicBezTo>
                      <a:pt x="40092" y="13058"/>
                      <a:pt x="39888" y="24833"/>
                      <a:pt x="32514" y="31983"/>
                    </a:cubicBezTo>
                    <a:lnTo>
                      <a:pt x="31516" y="32941"/>
                    </a:lnTo>
                    <a:cubicBezTo>
                      <a:pt x="24100" y="40071"/>
                      <a:pt x="12326" y="39826"/>
                      <a:pt x="5196" y="32431"/>
                    </a:cubicBezTo>
                    <a:cubicBezTo>
                      <a:pt x="-1934" y="25016"/>
                      <a:pt x="-1690" y="13241"/>
                      <a:pt x="5705" y="6111"/>
                    </a:cubicBezTo>
                    <a:lnTo>
                      <a:pt x="6622" y="5235"/>
                    </a:lnTo>
                    <a:cubicBezTo>
                      <a:pt x="10228" y="1732"/>
                      <a:pt x="14893" y="0"/>
                      <a:pt x="19557" y="0"/>
                    </a:cubicBezTo>
                    <a:close/>
                  </a:path>
                </a:pathLst>
              </a:custGeom>
              <a:grpFill/>
              <a:ln w="2035"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618916CE-E4C2-2610-96C5-0CC1100D4C21}"/>
                  </a:ext>
                </a:extLst>
              </p:cNvPr>
              <p:cNvSpPr/>
              <p:nvPr/>
            </p:nvSpPr>
            <p:spPr>
              <a:xfrm>
                <a:off x="6366063" y="4217305"/>
                <a:ext cx="38246" cy="38085"/>
              </a:xfrm>
              <a:custGeom>
                <a:avLst/>
                <a:gdLst>
                  <a:gd name="connsiteX0" fmla="*/ 18639 w 38246"/>
                  <a:gd name="connsiteY0" fmla="*/ 20 h 38085"/>
                  <a:gd name="connsiteX1" fmla="*/ 30617 w 38246"/>
                  <a:gd name="connsiteY1" fmla="*/ 4400 h 38085"/>
                  <a:gd name="connsiteX2" fmla="*/ 31616 w 38246"/>
                  <a:gd name="connsiteY2" fmla="*/ 5235 h 38085"/>
                  <a:gd name="connsiteX3" fmla="*/ 33877 w 38246"/>
                  <a:gd name="connsiteY3" fmla="*/ 31453 h 38085"/>
                  <a:gd name="connsiteX4" fmla="*/ 7659 w 38246"/>
                  <a:gd name="connsiteY4" fmla="*/ 33715 h 38085"/>
                  <a:gd name="connsiteX5" fmla="*/ 6620 w 38246"/>
                  <a:gd name="connsiteY5" fmla="*/ 32839 h 38085"/>
                  <a:gd name="connsiteX6" fmla="*/ 4379 w 38246"/>
                  <a:gd name="connsiteY6" fmla="*/ 6621 h 38085"/>
                  <a:gd name="connsiteX7" fmla="*/ 18618 w 38246"/>
                  <a:gd name="connsiteY7" fmla="*/ 0 h 38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5">
                    <a:moveTo>
                      <a:pt x="18639" y="20"/>
                    </a:moveTo>
                    <a:cubicBezTo>
                      <a:pt x="22876" y="20"/>
                      <a:pt x="27133" y="1467"/>
                      <a:pt x="30617" y="4400"/>
                    </a:cubicBezTo>
                    <a:lnTo>
                      <a:pt x="31616" y="5235"/>
                    </a:lnTo>
                    <a:cubicBezTo>
                      <a:pt x="39479" y="11856"/>
                      <a:pt x="40497" y="23590"/>
                      <a:pt x="33877" y="31453"/>
                    </a:cubicBezTo>
                    <a:cubicBezTo>
                      <a:pt x="27256" y="39317"/>
                      <a:pt x="15522" y="40335"/>
                      <a:pt x="7659" y="33715"/>
                    </a:cubicBezTo>
                    <a:lnTo>
                      <a:pt x="6620" y="32839"/>
                    </a:lnTo>
                    <a:cubicBezTo>
                      <a:pt x="-1244" y="26218"/>
                      <a:pt x="-2242" y="14484"/>
                      <a:pt x="4379" y="6621"/>
                    </a:cubicBezTo>
                    <a:cubicBezTo>
                      <a:pt x="8066" y="2261"/>
                      <a:pt x="13322" y="0"/>
                      <a:pt x="18618" y="0"/>
                    </a:cubicBezTo>
                    <a:close/>
                  </a:path>
                </a:pathLst>
              </a:custGeom>
              <a:grpFill/>
              <a:ln w="2035"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9AA341D4-E4AA-5E2F-2548-42D9A1507E1F}"/>
                  </a:ext>
                </a:extLst>
              </p:cNvPr>
              <p:cNvSpPr/>
              <p:nvPr/>
            </p:nvSpPr>
            <p:spPr>
              <a:xfrm>
                <a:off x="7363916" y="4250103"/>
                <a:ext cx="38290" cy="38009"/>
              </a:xfrm>
              <a:custGeom>
                <a:avLst/>
                <a:gdLst>
                  <a:gd name="connsiteX0" fmla="*/ 19675 w 38290"/>
                  <a:gd name="connsiteY0" fmla="*/ 0 h 38009"/>
                  <a:gd name="connsiteX1" fmla="*/ 34668 w 38290"/>
                  <a:gd name="connsiteY1" fmla="*/ 7578 h 38009"/>
                  <a:gd name="connsiteX2" fmla="*/ 30716 w 38290"/>
                  <a:gd name="connsiteY2" fmla="*/ 33592 h 38009"/>
                  <a:gd name="connsiteX3" fmla="*/ 29636 w 38290"/>
                  <a:gd name="connsiteY3" fmla="*/ 34387 h 38009"/>
                  <a:gd name="connsiteX4" fmla="*/ 3622 w 38290"/>
                  <a:gd name="connsiteY4" fmla="*/ 30435 h 38009"/>
                  <a:gd name="connsiteX5" fmla="*/ 7575 w 38290"/>
                  <a:gd name="connsiteY5" fmla="*/ 4421 h 38009"/>
                  <a:gd name="connsiteX6" fmla="*/ 8654 w 38290"/>
                  <a:gd name="connsiteY6" fmla="*/ 3626 h 38009"/>
                  <a:gd name="connsiteX7" fmla="*/ 19675 w 38290"/>
                  <a:gd name="connsiteY7" fmla="*/ 0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9675" y="0"/>
                    </a:moveTo>
                    <a:cubicBezTo>
                      <a:pt x="25399" y="0"/>
                      <a:pt x="31021" y="2628"/>
                      <a:pt x="34668" y="7578"/>
                    </a:cubicBezTo>
                    <a:cubicBezTo>
                      <a:pt x="40759" y="15849"/>
                      <a:pt x="38987" y="27501"/>
                      <a:pt x="30716" y="33592"/>
                    </a:cubicBezTo>
                    <a:lnTo>
                      <a:pt x="29636" y="34387"/>
                    </a:lnTo>
                    <a:cubicBezTo>
                      <a:pt x="21365" y="40478"/>
                      <a:pt x="9713" y="38706"/>
                      <a:pt x="3622" y="30435"/>
                    </a:cubicBezTo>
                    <a:cubicBezTo>
                      <a:pt x="-2469" y="22164"/>
                      <a:pt x="-696" y="10512"/>
                      <a:pt x="7575" y="4421"/>
                    </a:cubicBezTo>
                    <a:lnTo>
                      <a:pt x="8654" y="3626"/>
                    </a:lnTo>
                    <a:cubicBezTo>
                      <a:pt x="11975" y="1182"/>
                      <a:pt x="15845" y="0"/>
                      <a:pt x="19675" y="0"/>
                    </a:cubicBezTo>
                    <a:close/>
                  </a:path>
                </a:pathLst>
              </a:custGeom>
              <a:grpFill/>
              <a:ln w="2035"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162479FB-E0D2-A0C7-5FA7-D071DA5A4EF0}"/>
                  </a:ext>
                </a:extLst>
              </p:cNvPr>
              <p:cNvSpPr/>
              <p:nvPr/>
            </p:nvSpPr>
            <p:spPr>
              <a:xfrm>
                <a:off x="6452718" y="4281048"/>
                <a:ext cx="38330" cy="37919"/>
              </a:xfrm>
              <a:custGeom>
                <a:avLst/>
                <a:gdLst>
                  <a:gd name="connsiteX0" fmla="*/ 18623 w 38330"/>
                  <a:gd name="connsiteY0" fmla="*/ 0 h 37919"/>
                  <a:gd name="connsiteX1" fmla="*/ 28605 w 38330"/>
                  <a:gd name="connsiteY1" fmla="*/ 2913 h 37919"/>
                  <a:gd name="connsiteX2" fmla="*/ 29705 w 38330"/>
                  <a:gd name="connsiteY2" fmla="*/ 3606 h 37919"/>
                  <a:gd name="connsiteX3" fmla="*/ 35430 w 38330"/>
                  <a:gd name="connsiteY3" fmla="*/ 29294 h 37919"/>
                  <a:gd name="connsiteX4" fmla="*/ 9741 w 38330"/>
                  <a:gd name="connsiteY4" fmla="*/ 35018 h 37919"/>
                  <a:gd name="connsiteX5" fmla="*/ 8601 w 38330"/>
                  <a:gd name="connsiteY5" fmla="*/ 34285 h 37919"/>
                  <a:gd name="connsiteX6" fmla="*/ 2917 w 38330"/>
                  <a:gd name="connsiteY6" fmla="*/ 8597 h 37919"/>
                  <a:gd name="connsiteX7" fmla="*/ 18623 w 38330"/>
                  <a:gd name="connsiteY7" fmla="*/ 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8623" y="0"/>
                    </a:moveTo>
                    <a:cubicBezTo>
                      <a:pt x="22046" y="0"/>
                      <a:pt x="25509" y="937"/>
                      <a:pt x="28605" y="2913"/>
                    </a:cubicBezTo>
                    <a:lnTo>
                      <a:pt x="29705" y="3606"/>
                    </a:lnTo>
                    <a:cubicBezTo>
                      <a:pt x="38383" y="9126"/>
                      <a:pt x="40930" y="20616"/>
                      <a:pt x="35430" y="29294"/>
                    </a:cubicBezTo>
                    <a:cubicBezTo>
                      <a:pt x="29909" y="37972"/>
                      <a:pt x="18419" y="40519"/>
                      <a:pt x="9741" y="35018"/>
                    </a:cubicBezTo>
                    <a:lnTo>
                      <a:pt x="8601" y="34285"/>
                    </a:lnTo>
                    <a:cubicBezTo>
                      <a:pt x="-57" y="28764"/>
                      <a:pt x="-2603" y="17254"/>
                      <a:pt x="2917" y="8597"/>
                    </a:cubicBezTo>
                    <a:cubicBezTo>
                      <a:pt x="6462" y="3035"/>
                      <a:pt x="12471" y="0"/>
                      <a:pt x="18623" y="0"/>
                    </a:cubicBezTo>
                    <a:close/>
                  </a:path>
                </a:pathLst>
              </a:custGeom>
              <a:grpFill/>
              <a:ln w="2035"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654F216F-8D1F-97DF-E301-18822EC6A40C}"/>
                  </a:ext>
                </a:extLst>
              </p:cNvPr>
              <p:cNvSpPr/>
              <p:nvPr/>
            </p:nvSpPr>
            <p:spPr>
              <a:xfrm>
                <a:off x="7273136" y="4308040"/>
                <a:ext cx="38402" cy="37871"/>
              </a:xfrm>
              <a:custGeom>
                <a:avLst/>
                <a:gdLst>
                  <a:gd name="connsiteX0" fmla="*/ 19782 w 38402"/>
                  <a:gd name="connsiteY0" fmla="*/ 0 h 37871"/>
                  <a:gd name="connsiteX1" fmla="*/ 36120 w 38402"/>
                  <a:gd name="connsiteY1" fmla="*/ 9697 h 37871"/>
                  <a:gd name="connsiteX2" fmla="*/ 28705 w 38402"/>
                  <a:gd name="connsiteY2" fmla="*/ 34957 h 37871"/>
                  <a:gd name="connsiteX3" fmla="*/ 27544 w 38402"/>
                  <a:gd name="connsiteY3" fmla="*/ 35589 h 37871"/>
                  <a:gd name="connsiteX4" fmla="*/ 2283 w 38402"/>
                  <a:gd name="connsiteY4" fmla="*/ 28194 h 37871"/>
                  <a:gd name="connsiteX5" fmla="*/ 9678 w 38402"/>
                  <a:gd name="connsiteY5" fmla="*/ 2933 h 37871"/>
                  <a:gd name="connsiteX6" fmla="*/ 10859 w 38402"/>
                  <a:gd name="connsiteY6" fmla="*/ 2302 h 37871"/>
                  <a:gd name="connsiteX7" fmla="*/ 19762 w 38402"/>
                  <a:gd name="connsiteY7" fmla="*/ 20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9782" y="0"/>
                    </a:moveTo>
                    <a:cubicBezTo>
                      <a:pt x="26362" y="0"/>
                      <a:pt x="32758" y="3504"/>
                      <a:pt x="36120" y="9697"/>
                    </a:cubicBezTo>
                    <a:cubicBezTo>
                      <a:pt x="41050" y="18721"/>
                      <a:pt x="37729" y="30027"/>
                      <a:pt x="28705" y="34957"/>
                    </a:cubicBezTo>
                    <a:lnTo>
                      <a:pt x="27544" y="35589"/>
                    </a:lnTo>
                    <a:cubicBezTo>
                      <a:pt x="18519" y="40519"/>
                      <a:pt x="7213" y="37198"/>
                      <a:pt x="2283" y="28194"/>
                    </a:cubicBezTo>
                    <a:cubicBezTo>
                      <a:pt x="-2647" y="19169"/>
                      <a:pt x="674" y="7863"/>
                      <a:pt x="9678" y="2933"/>
                    </a:cubicBezTo>
                    <a:lnTo>
                      <a:pt x="10859" y="2302"/>
                    </a:lnTo>
                    <a:cubicBezTo>
                      <a:pt x="13691" y="754"/>
                      <a:pt x="16747" y="20"/>
                      <a:pt x="19762" y="20"/>
                    </a:cubicBezTo>
                    <a:close/>
                  </a:path>
                </a:pathLst>
              </a:custGeom>
              <a:grpFill/>
              <a:ln w="2035"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38F0A76F-4A3C-07FB-333E-CF6556597619}"/>
                  </a:ext>
                </a:extLst>
              </p:cNvPr>
              <p:cNvSpPr/>
              <p:nvPr/>
            </p:nvSpPr>
            <p:spPr>
              <a:xfrm>
                <a:off x="7175517" y="4353386"/>
                <a:ext cx="38454" cy="37708"/>
              </a:xfrm>
              <a:custGeom>
                <a:avLst/>
                <a:gdLst>
                  <a:gd name="connsiteX0" fmla="*/ 19843 w 38454"/>
                  <a:gd name="connsiteY0" fmla="*/ 0 h 37708"/>
                  <a:gd name="connsiteX1" fmla="*/ 37199 w 38454"/>
                  <a:gd name="connsiteY1" fmla="*/ 11917 h 37708"/>
                  <a:gd name="connsiteX2" fmla="*/ 26545 w 38454"/>
                  <a:gd name="connsiteY2" fmla="*/ 35976 h 37708"/>
                  <a:gd name="connsiteX3" fmla="*/ 25282 w 38454"/>
                  <a:gd name="connsiteY3" fmla="*/ 36465 h 37708"/>
                  <a:gd name="connsiteX4" fmla="*/ 1244 w 38454"/>
                  <a:gd name="connsiteY4" fmla="*/ 25770 h 37708"/>
                  <a:gd name="connsiteX5" fmla="*/ 11939 w 38454"/>
                  <a:gd name="connsiteY5" fmla="*/ 1732 h 37708"/>
                  <a:gd name="connsiteX6" fmla="*/ 13161 w 38454"/>
                  <a:gd name="connsiteY6" fmla="*/ 1263 h 37708"/>
                  <a:gd name="connsiteX7" fmla="*/ 19863 w 38454"/>
                  <a:gd name="connsiteY7" fmla="*/ 0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9843" y="0"/>
                    </a:moveTo>
                    <a:cubicBezTo>
                      <a:pt x="27319" y="0"/>
                      <a:pt x="34368" y="4522"/>
                      <a:pt x="37199" y="11917"/>
                    </a:cubicBezTo>
                    <a:cubicBezTo>
                      <a:pt x="40907" y="21512"/>
                      <a:pt x="36119" y="32268"/>
                      <a:pt x="26545" y="35976"/>
                    </a:cubicBezTo>
                    <a:lnTo>
                      <a:pt x="25282" y="36465"/>
                    </a:lnTo>
                    <a:cubicBezTo>
                      <a:pt x="15687" y="40152"/>
                      <a:pt x="4911" y="35365"/>
                      <a:pt x="1244" y="25770"/>
                    </a:cubicBezTo>
                    <a:cubicBezTo>
                      <a:pt x="-2443" y="16175"/>
                      <a:pt x="2344" y="5419"/>
                      <a:pt x="11939" y="1732"/>
                    </a:cubicBezTo>
                    <a:lnTo>
                      <a:pt x="13161" y="1263"/>
                    </a:lnTo>
                    <a:cubicBezTo>
                      <a:pt x="15361" y="407"/>
                      <a:pt x="17623" y="0"/>
                      <a:pt x="19863" y="0"/>
                    </a:cubicBezTo>
                    <a:close/>
                  </a:path>
                </a:pathLst>
              </a:custGeom>
              <a:grpFill/>
              <a:ln w="2035"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36BBE29C-57F0-21A8-EC3A-49BCA5F6A5D0}"/>
                  </a:ext>
                </a:extLst>
              </p:cNvPr>
              <p:cNvSpPr/>
              <p:nvPr/>
            </p:nvSpPr>
            <p:spPr>
              <a:xfrm>
                <a:off x="6647382" y="4371252"/>
                <a:ext cx="38499" cy="37614"/>
              </a:xfrm>
              <a:custGeom>
                <a:avLst/>
                <a:gdLst>
                  <a:gd name="connsiteX0" fmla="*/ 18608 w 38499"/>
                  <a:gd name="connsiteY0" fmla="*/ 20 h 37614"/>
                  <a:gd name="connsiteX1" fmla="*/ 24129 w 38499"/>
                  <a:gd name="connsiteY1" fmla="*/ 856 h 37614"/>
                  <a:gd name="connsiteX2" fmla="*/ 25351 w 38499"/>
                  <a:gd name="connsiteY2" fmla="*/ 1222 h 37614"/>
                  <a:gd name="connsiteX3" fmla="*/ 37675 w 38499"/>
                  <a:gd name="connsiteY3" fmla="*/ 24466 h 37614"/>
                  <a:gd name="connsiteX4" fmla="*/ 14432 w 38499"/>
                  <a:gd name="connsiteY4" fmla="*/ 36791 h 37614"/>
                  <a:gd name="connsiteX5" fmla="*/ 13108 w 38499"/>
                  <a:gd name="connsiteY5" fmla="*/ 36383 h 37614"/>
                  <a:gd name="connsiteX6" fmla="*/ 844 w 38499"/>
                  <a:gd name="connsiteY6" fmla="*/ 13099 h 37614"/>
                  <a:gd name="connsiteX7" fmla="*/ 18608 w 38499"/>
                  <a:gd name="connsiteY7" fmla="*/ 0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8608" y="20"/>
                    </a:moveTo>
                    <a:cubicBezTo>
                      <a:pt x="20441" y="20"/>
                      <a:pt x="22295" y="285"/>
                      <a:pt x="24129" y="856"/>
                    </a:cubicBezTo>
                    <a:lnTo>
                      <a:pt x="25351" y="1222"/>
                    </a:lnTo>
                    <a:cubicBezTo>
                      <a:pt x="35170" y="4237"/>
                      <a:pt x="40690" y="14647"/>
                      <a:pt x="37675" y="24466"/>
                    </a:cubicBezTo>
                    <a:cubicBezTo>
                      <a:pt x="34661" y="34285"/>
                      <a:pt x="24251" y="39806"/>
                      <a:pt x="14432" y="36791"/>
                    </a:cubicBezTo>
                    <a:lnTo>
                      <a:pt x="13108" y="36383"/>
                    </a:lnTo>
                    <a:cubicBezTo>
                      <a:pt x="3289" y="33348"/>
                      <a:pt x="-2211" y="22918"/>
                      <a:pt x="844" y="13099"/>
                    </a:cubicBezTo>
                    <a:cubicBezTo>
                      <a:pt x="3309" y="5113"/>
                      <a:pt x="10683" y="0"/>
                      <a:pt x="18608" y="0"/>
                    </a:cubicBezTo>
                    <a:close/>
                  </a:path>
                </a:pathLst>
              </a:custGeom>
              <a:grpFill/>
              <a:ln w="2035"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1F925F91-CC89-9545-D878-2E5BEA1AFBCB}"/>
                  </a:ext>
                </a:extLst>
              </p:cNvPr>
              <p:cNvSpPr/>
              <p:nvPr/>
            </p:nvSpPr>
            <p:spPr>
              <a:xfrm>
                <a:off x="7046085" y="4401239"/>
                <a:ext cx="38497" cy="37537"/>
              </a:xfrm>
              <a:custGeom>
                <a:avLst/>
                <a:gdLst>
                  <a:gd name="connsiteX0" fmla="*/ 19896 w 38497"/>
                  <a:gd name="connsiteY0" fmla="*/ 0 h 37537"/>
                  <a:gd name="connsiteX1" fmla="*/ 37986 w 38497"/>
                  <a:gd name="connsiteY1" fmla="*/ 14301 h 37537"/>
                  <a:gd name="connsiteX2" fmla="*/ 24215 w 38497"/>
                  <a:gd name="connsiteY2" fmla="*/ 36729 h 37537"/>
                  <a:gd name="connsiteX3" fmla="*/ 22891 w 38497"/>
                  <a:gd name="connsiteY3" fmla="*/ 37035 h 37537"/>
                  <a:gd name="connsiteX4" fmla="*/ 503 w 38497"/>
                  <a:gd name="connsiteY4" fmla="*/ 23203 h 37537"/>
                  <a:gd name="connsiteX5" fmla="*/ 14335 w 38497"/>
                  <a:gd name="connsiteY5" fmla="*/ 815 h 37537"/>
                  <a:gd name="connsiteX6" fmla="*/ 15598 w 38497"/>
                  <a:gd name="connsiteY6" fmla="*/ 509 h 37537"/>
                  <a:gd name="connsiteX7" fmla="*/ 19937 w 38497"/>
                  <a:gd name="connsiteY7" fmla="*/ 0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9896" y="0"/>
                    </a:moveTo>
                    <a:cubicBezTo>
                      <a:pt x="28310" y="0"/>
                      <a:pt x="35949" y="5745"/>
                      <a:pt x="37986" y="14301"/>
                    </a:cubicBezTo>
                    <a:cubicBezTo>
                      <a:pt x="40370" y="24303"/>
                      <a:pt x="34197" y="34346"/>
                      <a:pt x="24215" y="36729"/>
                    </a:cubicBezTo>
                    <a:lnTo>
                      <a:pt x="22891" y="37035"/>
                    </a:lnTo>
                    <a:cubicBezTo>
                      <a:pt x="12889" y="39398"/>
                      <a:pt x="2866" y="33205"/>
                      <a:pt x="503" y="23203"/>
                    </a:cubicBezTo>
                    <a:cubicBezTo>
                      <a:pt x="-1860" y="13201"/>
                      <a:pt x="4333" y="3178"/>
                      <a:pt x="14335" y="815"/>
                    </a:cubicBezTo>
                    <a:lnTo>
                      <a:pt x="15598" y="509"/>
                    </a:lnTo>
                    <a:cubicBezTo>
                      <a:pt x="17044" y="163"/>
                      <a:pt x="18511" y="0"/>
                      <a:pt x="19937" y="0"/>
                    </a:cubicBezTo>
                    <a:close/>
                  </a:path>
                </a:pathLst>
              </a:custGeom>
              <a:grpFill/>
              <a:ln w="2035"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692C38B4-802E-244B-BA9A-382041B2C4B2}"/>
                  </a:ext>
                </a:extLst>
              </p:cNvPr>
              <p:cNvSpPr/>
              <p:nvPr/>
            </p:nvSpPr>
            <p:spPr>
              <a:xfrm>
                <a:off x="6752026" y="4404050"/>
                <a:ext cx="38526" cy="37449"/>
              </a:xfrm>
              <a:custGeom>
                <a:avLst/>
                <a:gdLst>
                  <a:gd name="connsiteX0" fmla="*/ 18591 w 38526"/>
                  <a:gd name="connsiteY0" fmla="*/ 20 h 37449"/>
                  <a:gd name="connsiteX1" fmla="*/ 21688 w 38526"/>
                  <a:gd name="connsiteY1" fmla="*/ 285 h 37449"/>
                  <a:gd name="connsiteX2" fmla="*/ 22951 w 38526"/>
                  <a:gd name="connsiteY2" fmla="*/ 489 h 37449"/>
                  <a:gd name="connsiteX3" fmla="*/ 38270 w 38526"/>
                  <a:gd name="connsiteY3" fmla="*/ 21879 h 37449"/>
                  <a:gd name="connsiteX4" fmla="*/ 16880 w 38526"/>
                  <a:gd name="connsiteY4" fmla="*/ 37198 h 37449"/>
                  <a:gd name="connsiteX5" fmla="*/ 15536 w 38526"/>
                  <a:gd name="connsiteY5" fmla="*/ 36974 h 37449"/>
                  <a:gd name="connsiteX6" fmla="*/ 257 w 38526"/>
                  <a:gd name="connsiteY6" fmla="*/ 15543 h 37449"/>
                  <a:gd name="connsiteX7" fmla="*/ 18591 w 38526"/>
                  <a:gd name="connsiteY7" fmla="*/ 0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8591" y="20"/>
                    </a:moveTo>
                    <a:cubicBezTo>
                      <a:pt x="19610" y="20"/>
                      <a:pt x="20649" y="102"/>
                      <a:pt x="21688" y="285"/>
                    </a:cubicBezTo>
                    <a:lnTo>
                      <a:pt x="22951" y="489"/>
                    </a:lnTo>
                    <a:cubicBezTo>
                      <a:pt x="33096" y="2159"/>
                      <a:pt x="39961" y="11734"/>
                      <a:pt x="38270" y="21879"/>
                    </a:cubicBezTo>
                    <a:cubicBezTo>
                      <a:pt x="36600" y="32024"/>
                      <a:pt x="27025" y="38868"/>
                      <a:pt x="16880" y="37198"/>
                    </a:cubicBezTo>
                    <a:lnTo>
                      <a:pt x="15536" y="36974"/>
                    </a:lnTo>
                    <a:cubicBezTo>
                      <a:pt x="5391" y="35283"/>
                      <a:pt x="-1433" y="25688"/>
                      <a:pt x="257" y="15543"/>
                    </a:cubicBezTo>
                    <a:cubicBezTo>
                      <a:pt x="1785" y="6458"/>
                      <a:pt x="9669" y="0"/>
                      <a:pt x="18591" y="0"/>
                    </a:cubicBezTo>
                    <a:close/>
                  </a:path>
                </a:pathLst>
              </a:custGeom>
              <a:grpFill/>
              <a:ln w="2035"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867810BD-99D9-F4D6-8750-BB754338965C}"/>
                  </a:ext>
                </a:extLst>
              </p:cNvPr>
              <p:cNvSpPr/>
              <p:nvPr/>
            </p:nvSpPr>
            <p:spPr>
              <a:xfrm>
                <a:off x="6548667" y="4333483"/>
                <a:ext cx="38331" cy="37940"/>
              </a:xfrm>
              <a:custGeom>
                <a:avLst/>
                <a:gdLst>
                  <a:gd name="connsiteX0" fmla="*/ 18624 w 38331"/>
                  <a:gd name="connsiteY0" fmla="*/ 20 h 37940"/>
                  <a:gd name="connsiteX1" fmla="*/ 28606 w 38331"/>
                  <a:gd name="connsiteY1" fmla="*/ 2933 h 37940"/>
                  <a:gd name="connsiteX2" fmla="*/ 29706 w 38331"/>
                  <a:gd name="connsiteY2" fmla="*/ 3626 h 37940"/>
                  <a:gd name="connsiteX3" fmla="*/ 35430 w 38331"/>
                  <a:gd name="connsiteY3" fmla="*/ 29314 h 37940"/>
                  <a:gd name="connsiteX4" fmla="*/ 9742 w 38331"/>
                  <a:gd name="connsiteY4" fmla="*/ 35039 h 37940"/>
                  <a:gd name="connsiteX5" fmla="*/ 8601 w 38331"/>
                  <a:gd name="connsiteY5" fmla="*/ 34305 h 37940"/>
                  <a:gd name="connsiteX6" fmla="*/ 2917 w 38331"/>
                  <a:gd name="connsiteY6" fmla="*/ 8617 h 37940"/>
                  <a:gd name="connsiteX7" fmla="*/ 18624 w 38331"/>
                  <a:gd name="connsiteY7" fmla="*/ 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8624" y="20"/>
                    </a:moveTo>
                    <a:cubicBezTo>
                      <a:pt x="22046" y="20"/>
                      <a:pt x="25509" y="957"/>
                      <a:pt x="28606" y="2933"/>
                    </a:cubicBezTo>
                    <a:lnTo>
                      <a:pt x="29706" y="3626"/>
                    </a:lnTo>
                    <a:cubicBezTo>
                      <a:pt x="38384" y="9147"/>
                      <a:pt x="40930" y="20636"/>
                      <a:pt x="35430" y="29314"/>
                    </a:cubicBezTo>
                    <a:cubicBezTo>
                      <a:pt x="29909" y="37993"/>
                      <a:pt x="18420" y="40539"/>
                      <a:pt x="9742" y="35039"/>
                    </a:cubicBezTo>
                    <a:lnTo>
                      <a:pt x="8601" y="34305"/>
                    </a:lnTo>
                    <a:cubicBezTo>
                      <a:pt x="-57" y="28785"/>
                      <a:pt x="-2603" y="17275"/>
                      <a:pt x="2917" y="8617"/>
                    </a:cubicBezTo>
                    <a:cubicBezTo>
                      <a:pt x="6462" y="3056"/>
                      <a:pt x="12472" y="0"/>
                      <a:pt x="18624" y="0"/>
                    </a:cubicBezTo>
                    <a:close/>
                  </a:path>
                </a:pathLst>
              </a:custGeom>
              <a:grpFill/>
              <a:ln w="2035" cap="flat">
                <a:noFill/>
                <a:prstDash val="solid"/>
                <a:miter/>
              </a:ln>
            </p:spPr>
            <p:txBody>
              <a:bodyPr rtlCol="0" anchor="ctr"/>
              <a:lstStyle/>
              <a:p>
                <a:endParaRPr lang="en-IN"/>
              </a:p>
            </p:txBody>
          </p:sp>
        </p:grpSp>
        <p:sp>
          <p:nvSpPr>
            <p:cNvPr id="227" name="Freeform: Shape 226">
              <a:extLst>
                <a:ext uri="{FF2B5EF4-FFF2-40B4-BE49-F238E27FC236}">
                  <a16:creationId xmlns:a16="http://schemas.microsoft.com/office/drawing/2014/main" id="{379389C0-D4D1-F50F-056D-13DC1D3AB4C7}"/>
                </a:ext>
              </a:extLst>
            </p:cNvPr>
            <p:cNvSpPr/>
            <p:nvPr/>
          </p:nvSpPr>
          <p:spPr>
            <a:xfrm>
              <a:off x="7687451" y="3606349"/>
              <a:ext cx="38144" cy="38175"/>
            </a:xfrm>
            <a:custGeom>
              <a:avLst/>
              <a:gdLst>
                <a:gd name="connsiteX0" fmla="*/ 19535 w 38144"/>
                <a:gd name="connsiteY0" fmla="*/ 38175 h 38175"/>
                <a:gd name="connsiteX1" fmla="*/ 6131 w 38144"/>
                <a:gd name="connsiteY1" fmla="*/ 32471 h 38175"/>
                <a:gd name="connsiteX2" fmla="*/ 5275 w 38144"/>
                <a:gd name="connsiteY2" fmla="*/ 31595 h 38175"/>
                <a:gd name="connsiteX3" fmla="*/ 5621 w 38144"/>
                <a:gd name="connsiteY3" fmla="*/ 5275 h 38175"/>
                <a:gd name="connsiteX4" fmla="*/ 31941 w 38144"/>
                <a:gd name="connsiteY4" fmla="*/ 5622 h 38175"/>
                <a:gd name="connsiteX5" fmla="*/ 32939 w 38144"/>
                <a:gd name="connsiteY5" fmla="*/ 6640 h 38175"/>
                <a:gd name="connsiteX6" fmla="*/ 32450 w 38144"/>
                <a:gd name="connsiteY6" fmla="*/ 32960 h 38175"/>
                <a:gd name="connsiteX7" fmla="*/ 19535 w 38144"/>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4" h="38175">
                  <a:moveTo>
                    <a:pt x="19535" y="38175"/>
                  </a:moveTo>
                  <a:cubicBezTo>
                    <a:pt x="14646" y="38175"/>
                    <a:pt x="9777" y="36260"/>
                    <a:pt x="6131" y="32471"/>
                  </a:cubicBezTo>
                  <a:lnTo>
                    <a:pt x="5275" y="31595"/>
                  </a:lnTo>
                  <a:cubicBezTo>
                    <a:pt x="-1895" y="24221"/>
                    <a:pt x="-1732" y="12446"/>
                    <a:pt x="5621" y="5275"/>
                  </a:cubicBezTo>
                  <a:cubicBezTo>
                    <a:pt x="12976" y="-1895"/>
                    <a:pt x="24770" y="-1732"/>
                    <a:pt x="31941" y="5622"/>
                  </a:cubicBezTo>
                  <a:lnTo>
                    <a:pt x="32939" y="6640"/>
                  </a:lnTo>
                  <a:cubicBezTo>
                    <a:pt x="40069" y="14035"/>
                    <a:pt x="39845" y="25830"/>
                    <a:pt x="32450" y="32960"/>
                  </a:cubicBezTo>
                  <a:cubicBezTo>
                    <a:pt x="28845" y="36444"/>
                    <a:pt x="24180" y="38175"/>
                    <a:pt x="19535" y="38175"/>
                  </a:cubicBezTo>
                  <a:close/>
                </a:path>
              </a:pathLst>
            </a:custGeom>
            <a:grpFill/>
            <a:ln w="2035" cap="flat">
              <a:noFill/>
              <a:prstDash val="solid"/>
              <a:miter/>
            </a:ln>
          </p:spPr>
          <p:txBody>
            <a:bodyPr rtlCol="0" anchor="ctr"/>
            <a:lstStyle/>
            <a:p>
              <a:endParaRPr lang="en-IN"/>
            </a:p>
          </p:txBody>
        </p:sp>
      </p:grpSp>
      <p:grpSp>
        <p:nvGrpSpPr>
          <p:cNvPr id="274" name="Group 273">
            <a:extLst>
              <a:ext uri="{FF2B5EF4-FFF2-40B4-BE49-F238E27FC236}">
                <a16:creationId xmlns:a16="http://schemas.microsoft.com/office/drawing/2014/main" id="{29F9B733-8493-A994-946F-BBCA2E858697}"/>
              </a:ext>
            </a:extLst>
          </p:cNvPr>
          <p:cNvGrpSpPr/>
          <p:nvPr/>
        </p:nvGrpSpPr>
        <p:grpSpPr>
          <a:xfrm>
            <a:off x="3084115" y="3031204"/>
            <a:ext cx="1183901" cy="1437993"/>
            <a:chOff x="3084115" y="3031204"/>
            <a:chExt cx="1183901" cy="1437993"/>
          </a:xfrm>
        </p:grpSpPr>
        <p:sp>
          <p:nvSpPr>
            <p:cNvPr id="230" name="Freeform: Shape 229">
              <a:extLst>
                <a:ext uri="{FF2B5EF4-FFF2-40B4-BE49-F238E27FC236}">
                  <a16:creationId xmlns:a16="http://schemas.microsoft.com/office/drawing/2014/main" id="{3EAC5F06-9885-0EF6-3B49-D37100BEC06C}"/>
                </a:ext>
              </a:extLst>
            </p:cNvPr>
            <p:cNvSpPr/>
            <p:nvPr/>
          </p:nvSpPr>
          <p:spPr>
            <a:xfrm>
              <a:off x="3084115"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8" y="822392"/>
                  </a:cubicBezTo>
                  <a:cubicBezTo>
                    <a:pt x="15666" y="749381"/>
                    <a:pt x="0" y="671847"/>
                    <a:pt x="0" y="591951"/>
                  </a:cubicBezTo>
                  <a:cubicBezTo>
                    <a:pt x="0" y="512054"/>
                    <a:pt x="15666" y="434541"/>
                    <a:pt x="46548" y="361510"/>
                  </a:cubicBezTo>
                  <a:cubicBezTo>
                    <a:pt x="76372" y="291005"/>
                    <a:pt x="119030" y="227711"/>
                    <a:pt x="173381" y="173381"/>
                  </a:cubicBezTo>
                  <a:cubicBezTo>
                    <a:pt x="227731" y="11905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7" y="1107530"/>
                    <a:pt x="822391"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31" name="Graphic 7">
              <a:extLst>
                <a:ext uri="{FF2B5EF4-FFF2-40B4-BE49-F238E27FC236}">
                  <a16:creationId xmlns:a16="http://schemas.microsoft.com/office/drawing/2014/main" id="{3B16ADF0-67DB-1AED-29B3-D9C01A076D33}"/>
                </a:ext>
              </a:extLst>
            </p:cNvPr>
            <p:cNvGrpSpPr/>
            <p:nvPr/>
          </p:nvGrpSpPr>
          <p:grpSpPr>
            <a:xfrm>
              <a:off x="3630271" y="4173711"/>
              <a:ext cx="91589" cy="295486"/>
              <a:chOff x="3630271" y="4173711"/>
              <a:chExt cx="91589" cy="295486"/>
            </a:xfrm>
            <a:solidFill>
              <a:srgbClr val="60A6D8"/>
            </a:solidFill>
          </p:grpSpPr>
          <p:sp>
            <p:nvSpPr>
              <p:cNvPr id="232" name="Freeform: Shape 231">
                <a:extLst>
                  <a:ext uri="{FF2B5EF4-FFF2-40B4-BE49-F238E27FC236}">
                    <a16:creationId xmlns:a16="http://schemas.microsoft.com/office/drawing/2014/main" id="{62FADB6F-725D-DDEB-FF8F-F6F1395C8191}"/>
                  </a:ext>
                </a:extLst>
              </p:cNvPr>
              <p:cNvSpPr/>
              <p:nvPr/>
            </p:nvSpPr>
            <p:spPr>
              <a:xfrm>
                <a:off x="3630271" y="4173711"/>
                <a:ext cx="91589" cy="219664"/>
              </a:xfrm>
              <a:custGeom>
                <a:avLst/>
                <a:gdLst>
                  <a:gd name="connsiteX0" fmla="*/ 91590 w 91589"/>
                  <a:gd name="connsiteY0" fmla="*/ 0 h 219664"/>
                  <a:gd name="connsiteX1" fmla="*/ 70404 w 91589"/>
                  <a:gd name="connsiteY1" fmla="*/ 219664 h 219664"/>
                  <a:gd name="connsiteX2" fmla="*/ 21186 w 91589"/>
                  <a:gd name="connsiteY2" fmla="*/ 219664 h 219664"/>
                  <a:gd name="connsiteX3" fmla="*/ 0 w 91589"/>
                  <a:gd name="connsiteY3" fmla="*/ 0 h 219664"/>
                  <a:gd name="connsiteX4" fmla="*/ 91590 w 9158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91590" y="0"/>
                    </a:moveTo>
                    <a:lnTo>
                      <a:pt x="70404" y="219664"/>
                    </a:lnTo>
                    <a:lnTo>
                      <a:pt x="21186" y="219664"/>
                    </a:lnTo>
                    <a:lnTo>
                      <a:pt x="0" y="0"/>
                    </a:lnTo>
                    <a:lnTo>
                      <a:pt x="91590" y="0"/>
                    </a:lnTo>
                    <a:close/>
                  </a:path>
                </a:pathLst>
              </a:custGeom>
              <a:grpFill/>
              <a:ln w="203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B2A91881-5E4B-C145-752B-0D9AB5956A84}"/>
                  </a:ext>
                </a:extLst>
              </p:cNvPr>
              <p:cNvSpPr/>
              <p:nvPr/>
            </p:nvSpPr>
            <p:spPr>
              <a:xfrm>
                <a:off x="3630271" y="4377608"/>
                <a:ext cx="91589" cy="91589"/>
              </a:xfrm>
              <a:custGeom>
                <a:avLst/>
                <a:gdLst>
                  <a:gd name="connsiteX0" fmla="*/ 91589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7"/>
                      <a:pt x="71086" y="91590"/>
                      <a:pt x="45795" y="91590"/>
                    </a:cubicBezTo>
                    <a:cubicBezTo>
                      <a:pt x="20503" y="91590"/>
                      <a:pt x="0" y="71087"/>
                      <a:pt x="0" y="45795"/>
                    </a:cubicBezTo>
                    <a:cubicBezTo>
                      <a:pt x="0" y="20503"/>
                      <a:pt x="20503" y="0"/>
                      <a:pt x="45795"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D0AD98E6-8E1F-152C-B9AB-4DB93D914A60}"/>
                  </a:ext>
                </a:extLst>
              </p:cNvPr>
              <p:cNvSpPr/>
              <p:nvPr/>
            </p:nvSpPr>
            <p:spPr>
              <a:xfrm>
                <a:off x="3648402"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2" y="0"/>
                      <a:pt x="55329" y="12406"/>
                      <a:pt x="55329" y="27664"/>
                    </a:cubicBezTo>
                    <a:cubicBezTo>
                      <a:pt x="55329" y="42922"/>
                      <a:pt x="42922"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35" name="Freeform: Shape 234">
            <a:extLst>
              <a:ext uri="{FF2B5EF4-FFF2-40B4-BE49-F238E27FC236}">
                <a16:creationId xmlns:a16="http://schemas.microsoft.com/office/drawing/2014/main" id="{A8DE9469-E89E-7C85-5229-29978A31D546}"/>
              </a:ext>
            </a:extLst>
          </p:cNvPr>
          <p:cNvSpPr/>
          <p:nvPr/>
        </p:nvSpPr>
        <p:spPr>
          <a:xfrm>
            <a:off x="3150648"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7" y="1050836"/>
                  <a:pt x="0" y="815598"/>
                  <a:pt x="0" y="525418"/>
                </a:cubicBezTo>
                <a:cubicBezTo>
                  <a:pt x="0" y="235238"/>
                  <a:pt x="235237"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69" name="Group 268">
            <a:extLst>
              <a:ext uri="{FF2B5EF4-FFF2-40B4-BE49-F238E27FC236}">
                <a16:creationId xmlns:a16="http://schemas.microsoft.com/office/drawing/2014/main" id="{CC4B3C77-2A3D-84AB-DAD5-C91DCA3C3132}"/>
              </a:ext>
            </a:extLst>
          </p:cNvPr>
          <p:cNvGrpSpPr/>
          <p:nvPr/>
        </p:nvGrpSpPr>
        <p:grpSpPr>
          <a:xfrm>
            <a:off x="4698178" y="2777132"/>
            <a:ext cx="1183901" cy="1437973"/>
            <a:chOff x="4698178" y="2777132"/>
            <a:chExt cx="1183901" cy="1437973"/>
          </a:xfrm>
        </p:grpSpPr>
        <p:sp>
          <p:nvSpPr>
            <p:cNvPr id="237" name="Freeform: Shape 236">
              <a:extLst>
                <a:ext uri="{FF2B5EF4-FFF2-40B4-BE49-F238E27FC236}">
                  <a16:creationId xmlns:a16="http://schemas.microsoft.com/office/drawing/2014/main" id="{55588CA3-9571-ACC4-D5A0-7E59F8408B62}"/>
                </a:ext>
              </a:extLst>
            </p:cNvPr>
            <p:cNvSpPr/>
            <p:nvPr/>
          </p:nvSpPr>
          <p:spPr>
            <a:xfrm>
              <a:off x="4698178"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2"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2"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38" name="Freeform: Shape 237">
              <a:extLst>
                <a:ext uri="{FF2B5EF4-FFF2-40B4-BE49-F238E27FC236}">
                  <a16:creationId xmlns:a16="http://schemas.microsoft.com/office/drawing/2014/main" id="{0EE9D5C2-8224-6806-97B5-336D8ACA0138}"/>
                </a:ext>
              </a:extLst>
            </p:cNvPr>
            <p:cNvSpPr/>
            <p:nvPr/>
          </p:nvSpPr>
          <p:spPr>
            <a:xfrm>
              <a:off x="5244334" y="2852954"/>
              <a:ext cx="91589" cy="219664"/>
            </a:xfrm>
            <a:custGeom>
              <a:avLst/>
              <a:gdLst>
                <a:gd name="connsiteX0" fmla="*/ 0 w 91589"/>
                <a:gd name="connsiteY0" fmla="*/ 219664 h 219664"/>
                <a:gd name="connsiteX1" fmla="*/ 21186 w 91589"/>
                <a:gd name="connsiteY1" fmla="*/ 0 h 219664"/>
                <a:gd name="connsiteX2" fmla="*/ 70383 w 91589"/>
                <a:gd name="connsiteY2" fmla="*/ 0 h 219664"/>
                <a:gd name="connsiteX3" fmla="*/ 91590 w 91589"/>
                <a:gd name="connsiteY3" fmla="*/ 219664 h 219664"/>
                <a:gd name="connsiteX4" fmla="*/ 0 w 9158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0" y="219664"/>
                  </a:moveTo>
                  <a:lnTo>
                    <a:pt x="21186" y="0"/>
                  </a:lnTo>
                  <a:lnTo>
                    <a:pt x="70383" y="0"/>
                  </a:lnTo>
                  <a:lnTo>
                    <a:pt x="91590"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39" name="Freeform: Shape 238">
              <a:extLst>
                <a:ext uri="{FF2B5EF4-FFF2-40B4-BE49-F238E27FC236}">
                  <a16:creationId xmlns:a16="http://schemas.microsoft.com/office/drawing/2014/main" id="{0EF2A9FB-0DB6-B69A-AB6C-6D3E688A3734}"/>
                </a:ext>
              </a:extLst>
            </p:cNvPr>
            <p:cNvSpPr/>
            <p:nvPr/>
          </p:nvSpPr>
          <p:spPr>
            <a:xfrm>
              <a:off x="5244334"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0D0D835F-4A5E-6A63-ABCE-B475701A7F43}"/>
                </a:ext>
              </a:extLst>
            </p:cNvPr>
            <p:cNvSpPr/>
            <p:nvPr/>
          </p:nvSpPr>
          <p:spPr>
            <a:xfrm>
              <a:off x="5262465"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41" name="Freeform: Shape 240">
            <a:extLst>
              <a:ext uri="{FF2B5EF4-FFF2-40B4-BE49-F238E27FC236}">
                <a16:creationId xmlns:a16="http://schemas.microsoft.com/office/drawing/2014/main" id="{846E8C87-7F97-29D0-F5A9-C085EA54390D}"/>
              </a:ext>
            </a:extLst>
          </p:cNvPr>
          <p:cNvSpPr/>
          <p:nvPr/>
        </p:nvSpPr>
        <p:spPr>
          <a:xfrm>
            <a:off x="4764711"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9"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5" name="Group 274">
            <a:extLst>
              <a:ext uri="{FF2B5EF4-FFF2-40B4-BE49-F238E27FC236}">
                <a16:creationId xmlns:a16="http://schemas.microsoft.com/office/drawing/2014/main" id="{3B649BEE-F2DF-E91F-3022-1F5C95FED4E2}"/>
              </a:ext>
            </a:extLst>
          </p:cNvPr>
          <p:cNvGrpSpPr/>
          <p:nvPr/>
        </p:nvGrpSpPr>
        <p:grpSpPr>
          <a:xfrm>
            <a:off x="6312241" y="3031204"/>
            <a:ext cx="1183901" cy="1437993"/>
            <a:chOff x="6312241" y="3031204"/>
            <a:chExt cx="1183901" cy="1437993"/>
          </a:xfrm>
        </p:grpSpPr>
        <p:sp>
          <p:nvSpPr>
            <p:cNvPr id="243" name="Freeform: Shape 242">
              <a:extLst>
                <a:ext uri="{FF2B5EF4-FFF2-40B4-BE49-F238E27FC236}">
                  <a16:creationId xmlns:a16="http://schemas.microsoft.com/office/drawing/2014/main" id="{76C403E8-E818-48A7-AF2D-9E218DA8E2B6}"/>
                </a:ext>
              </a:extLst>
            </p:cNvPr>
            <p:cNvSpPr/>
            <p:nvPr/>
          </p:nvSpPr>
          <p:spPr>
            <a:xfrm>
              <a:off x="6312241"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2"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30"/>
                    <a:pt x="822392"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44" name="Graphic 7">
              <a:extLst>
                <a:ext uri="{FF2B5EF4-FFF2-40B4-BE49-F238E27FC236}">
                  <a16:creationId xmlns:a16="http://schemas.microsoft.com/office/drawing/2014/main" id="{F4CC57E0-E54F-5ED1-E61F-E525E1F45A7D}"/>
                </a:ext>
              </a:extLst>
            </p:cNvPr>
            <p:cNvGrpSpPr/>
            <p:nvPr/>
          </p:nvGrpSpPr>
          <p:grpSpPr>
            <a:xfrm>
              <a:off x="6858397" y="4173711"/>
              <a:ext cx="91589" cy="295486"/>
              <a:chOff x="6858397" y="4173711"/>
              <a:chExt cx="91589" cy="295486"/>
            </a:xfrm>
            <a:solidFill>
              <a:srgbClr val="60A6D8"/>
            </a:solidFill>
          </p:grpSpPr>
          <p:sp>
            <p:nvSpPr>
              <p:cNvPr id="245" name="Freeform: Shape 244">
                <a:extLst>
                  <a:ext uri="{FF2B5EF4-FFF2-40B4-BE49-F238E27FC236}">
                    <a16:creationId xmlns:a16="http://schemas.microsoft.com/office/drawing/2014/main" id="{ADB849B6-95E6-7F69-6B5D-F63938AE0679}"/>
                  </a:ext>
                </a:extLst>
              </p:cNvPr>
              <p:cNvSpPr/>
              <p:nvPr/>
            </p:nvSpPr>
            <p:spPr>
              <a:xfrm>
                <a:off x="6858397" y="4173711"/>
                <a:ext cx="91569" cy="219664"/>
              </a:xfrm>
              <a:custGeom>
                <a:avLst/>
                <a:gdLst>
                  <a:gd name="connsiteX0" fmla="*/ 91569 w 91569"/>
                  <a:gd name="connsiteY0" fmla="*/ 0 h 219664"/>
                  <a:gd name="connsiteX1" fmla="*/ 70383 w 91569"/>
                  <a:gd name="connsiteY1" fmla="*/ 219664 h 219664"/>
                  <a:gd name="connsiteX2" fmla="*/ 21186 w 91569"/>
                  <a:gd name="connsiteY2" fmla="*/ 219664 h 219664"/>
                  <a:gd name="connsiteX3" fmla="*/ 0 w 91569"/>
                  <a:gd name="connsiteY3" fmla="*/ 0 h 219664"/>
                  <a:gd name="connsiteX4" fmla="*/ 91569 w 9156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91569" y="0"/>
                    </a:moveTo>
                    <a:lnTo>
                      <a:pt x="70383" y="219664"/>
                    </a:lnTo>
                    <a:lnTo>
                      <a:pt x="21186" y="219664"/>
                    </a:lnTo>
                    <a:lnTo>
                      <a:pt x="0" y="0"/>
                    </a:lnTo>
                    <a:lnTo>
                      <a:pt x="91569" y="0"/>
                    </a:lnTo>
                    <a:close/>
                  </a:path>
                </a:pathLst>
              </a:custGeom>
              <a:grpFill/>
              <a:ln w="2035"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474E9D2C-E7A5-7E26-FB85-6A10E4E5EFCB}"/>
                  </a:ext>
                </a:extLst>
              </p:cNvPr>
              <p:cNvSpPr/>
              <p:nvPr/>
            </p:nvSpPr>
            <p:spPr>
              <a:xfrm>
                <a:off x="6858397" y="437760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grpFill/>
              <a:ln w="2035"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1A215500-D3D6-C37F-2B75-1D376DC1128D}"/>
                  </a:ext>
                </a:extLst>
              </p:cNvPr>
              <p:cNvSpPr/>
              <p:nvPr/>
            </p:nvSpPr>
            <p:spPr>
              <a:xfrm>
                <a:off x="6876528"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48" name="Freeform: Shape 247">
            <a:extLst>
              <a:ext uri="{FF2B5EF4-FFF2-40B4-BE49-F238E27FC236}">
                <a16:creationId xmlns:a16="http://schemas.microsoft.com/office/drawing/2014/main" id="{49798C06-2B1E-9707-F40B-49F29E3E4A18}"/>
              </a:ext>
            </a:extLst>
          </p:cNvPr>
          <p:cNvSpPr/>
          <p:nvPr/>
        </p:nvSpPr>
        <p:spPr>
          <a:xfrm>
            <a:off x="6378774"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1" name="Group 270">
            <a:extLst>
              <a:ext uri="{FF2B5EF4-FFF2-40B4-BE49-F238E27FC236}">
                <a16:creationId xmlns:a16="http://schemas.microsoft.com/office/drawing/2014/main" id="{4500B653-9287-8FB0-6BA6-21A323C44F63}"/>
              </a:ext>
            </a:extLst>
          </p:cNvPr>
          <p:cNvGrpSpPr/>
          <p:nvPr/>
        </p:nvGrpSpPr>
        <p:grpSpPr>
          <a:xfrm>
            <a:off x="7922189" y="2778558"/>
            <a:ext cx="1183901" cy="1437993"/>
            <a:chOff x="7922189" y="2778558"/>
            <a:chExt cx="1183901" cy="1437993"/>
          </a:xfrm>
        </p:grpSpPr>
        <p:sp>
          <p:nvSpPr>
            <p:cNvPr id="250" name="Freeform: Shape 249">
              <a:extLst>
                <a:ext uri="{FF2B5EF4-FFF2-40B4-BE49-F238E27FC236}">
                  <a16:creationId xmlns:a16="http://schemas.microsoft.com/office/drawing/2014/main" id="{67487CE3-B761-00BF-1094-648B8D3E7B2D}"/>
                </a:ext>
              </a:extLst>
            </p:cNvPr>
            <p:cNvSpPr/>
            <p:nvPr/>
          </p:nvSpPr>
          <p:spPr>
            <a:xfrm>
              <a:off x="7922189" y="3032650"/>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29"/>
                    <a:pt x="227711" y="1064872"/>
                    <a:pt x="173381" y="1010521"/>
                  </a:cubicBezTo>
                  <a:cubicBezTo>
                    <a:pt x="119030" y="956170"/>
                    <a:pt x="76372" y="892876"/>
                    <a:pt x="46549" y="822392"/>
                  </a:cubicBezTo>
                  <a:cubicBezTo>
                    <a:pt x="15665" y="749381"/>
                    <a:pt x="0" y="671847"/>
                    <a:pt x="0" y="591951"/>
                  </a:cubicBezTo>
                  <a:cubicBezTo>
                    <a:pt x="0" y="512054"/>
                    <a:pt x="15665"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1"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F34929A2-E371-2B86-9F42-E08007817C2F}"/>
                </a:ext>
              </a:extLst>
            </p:cNvPr>
            <p:cNvSpPr/>
            <p:nvPr/>
          </p:nvSpPr>
          <p:spPr>
            <a:xfrm>
              <a:off x="8468345" y="2854380"/>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B293E6E1-E901-E126-C025-ADD8C6D64424}"/>
                </a:ext>
              </a:extLst>
            </p:cNvPr>
            <p:cNvSpPr/>
            <p:nvPr/>
          </p:nvSpPr>
          <p:spPr>
            <a:xfrm>
              <a:off x="8468345" y="277855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6EB5053D-5EE0-3BF9-9F0C-5B11984EB456}"/>
                </a:ext>
              </a:extLst>
            </p:cNvPr>
            <p:cNvSpPr/>
            <p:nvPr/>
          </p:nvSpPr>
          <p:spPr>
            <a:xfrm>
              <a:off x="8486476" y="2796689"/>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54" name="Freeform: Shape 253">
            <a:extLst>
              <a:ext uri="{FF2B5EF4-FFF2-40B4-BE49-F238E27FC236}">
                <a16:creationId xmlns:a16="http://schemas.microsoft.com/office/drawing/2014/main" id="{7413685A-992B-7ACE-522E-F572CF398492}"/>
              </a:ext>
            </a:extLst>
          </p:cNvPr>
          <p:cNvSpPr/>
          <p:nvPr/>
        </p:nvSpPr>
        <p:spPr>
          <a:xfrm>
            <a:off x="7988722" y="3099183"/>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0CF9E46F-8394-BA1D-5086-DE540A37E07C}"/>
              </a:ext>
            </a:extLst>
          </p:cNvPr>
          <p:cNvSpPr/>
          <p:nvPr/>
        </p:nvSpPr>
        <p:spPr>
          <a:xfrm>
            <a:off x="9536232" y="3032650"/>
            <a:ext cx="1183901" cy="1183901"/>
          </a:xfrm>
          <a:custGeom>
            <a:avLst/>
            <a:gdLst>
              <a:gd name="connsiteX0" fmla="*/ 591950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0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1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0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0" y="1183902"/>
                </a:moveTo>
                <a:cubicBezTo>
                  <a:pt x="512074" y="1183902"/>
                  <a:pt x="434541" y="1168236"/>
                  <a:pt x="361510" y="1137353"/>
                </a:cubicBezTo>
                <a:cubicBezTo>
                  <a:pt x="291004" y="1107529"/>
                  <a:pt x="227711" y="1064872"/>
                  <a:pt x="173381" y="1010521"/>
                </a:cubicBezTo>
                <a:cubicBezTo>
                  <a:pt x="119030" y="956170"/>
                  <a:pt x="76372" y="892876"/>
                  <a:pt x="46548" y="822392"/>
                </a:cubicBezTo>
                <a:cubicBezTo>
                  <a:pt x="15665" y="749381"/>
                  <a:pt x="0" y="671847"/>
                  <a:pt x="0" y="591951"/>
                </a:cubicBezTo>
                <a:cubicBezTo>
                  <a:pt x="0" y="512054"/>
                  <a:pt x="15665" y="434541"/>
                  <a:pt x="46548" y="361510"/>
                </a:cubicBezTo>
                <a:cubicBezTo>
                  <a:pt x="76372" y="291005"/>
                  <a:pt x="119030" y="227711"/>
                  <a:pt x="173381" y="173381"/>
                </a:cubicBezTo>
                <a:cubicBezTo>
                  <a:pt x="227731" y="119030"/>
                  <a:pt x="291025" y="76372"/>
                  <a:pt x="361510" y="46549"/>
                </a:cubicBezTo>
                <a:cubicBezTo>
                  <a:pt x="434521" y="15666"/>
                  <a:pt x="512055" y="0"/>
                  <a:pt x="591950" y="0"/>
                </a:cubicBezTo>
                <a:cubicBezTo>
                  <a:pt x="671847" y="0"/>
                  <a:pt x="749360" y="15666"/>
                  <a:pt x="822391" y="46549"/>
                </a:cubicBezTo>
                <a:cubicBezTo>
                  <a:pt x="892896" y="76372"/>
                  <a:pt x="956191" y="119030"/>
                  <a:pt x="1010521" y="173381"/>
                </a:cubicBezTo>
                <a:cubicBezTo>
                  <a:pt x="1064872" y="227731"/>
                  <a:pt x="1107530" y="291025"/>
                  <a:pt x="1137353" y="361510"/>
                </a:cubicBezTo>
                <a:cubicBezTo>
                  <a:pt x="1168236" y="434521"/>
                  <a:pt x="1183901" y="512054"/>
                  <a:pt x="1183901" y="591951"/>
                </a:cubicBezTo>
                <a:cubicBezTo>
                  <a:pt x="1183901"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0" y="1183902"/>
                </a:cubicBezTo>
                <a:close/>
              </a:path>
            </a:pathLst>
          </a:custGeom>
          <a:solidFill>
            <a:srgbClr val="60A6D8"/>
          </a:solidFill>
          <a:ln w="2035" cap="flat">
            <a:noFill/>
            <a:prstDash val="solid"/>
            <a:miter/>
          </a:ln>
        </p:spPr>
        <p:txBody>
          <a:bodyPr rtlCol="0" anchor="ctr"/>
          <a:lstStyle/>
          <a:p>
            <a:endParaRPr lang="en-IN"/>
          </a:p>
        </p:txBody>
      </p:sp>
      <p:grpSp>
        <p:nvGrpSpPr>
          <p:cNvPr id="257" name="Graphic 7">
            <a:extLst>
              <a:ext uri="{FF2B5EF4-FFF2-40B4-BE49-F238E27FC236}">
                <a16:creationId xmlns:a16="http://schemas.microsoft.com/office/drawing/2014/main" id="{89DF8766-CEBB-010F-BD3A-45AE345B6BD4}"/>
              </a:ext>
            </a:extLst>
          </p:cNvPr>
          <p:cNvGrpSpPr/>
          <p:nvPr/>
        </p:nvGrpSpPr>
        <p:grpSpPr>
          <a:xfrm>
            <a:off x="10082388" y="4175137"/>
            <a:ext cx="91589" cy="295506"/>
            <a:chOff x="10082388" y="4175137"/>
            <a:chExt cx="91589" cy="295506"/>
          </a:xfrm>
          <a:solidFill>
            <a:srgbClr val="60A6D8"/>
          </a:solidFill>
        </p:grpSpPr>
        <p:sp>
          <p:nvSpPr>
            <p:cNvPr id="258" name="Freeform: Shape 257">
              <a:extLst>
                <a:ext uri="{FF2B5EF4-FFF2-40B4-BE49-F238E27FC236}">
                  <a16:creationId xmlns:a16="http://schemas.microsoft.com/office/drawing/2014/main" id="{7E9C2174-F44F-3FAE-1F47-DCC6AF45CCC2}"/>
                </a:ext>
              </a:extLst>
            </p:cNvPr>
            <p:cNvSpPr/>
            <p:nvPr/>
          </p:nvSpPr>
          <p:spPr>
            <a:xfrm>
              <a:off x="10082409" y="4175137"/>
              <a:ext cx="91568" cy="219684"/>
            </a:xfrm>
            <a:custGeom>
              <a:avLst/>
              <a:gdLst>
                <a:gd name="connsiteX0" fmla="*/ 91569 w 91568"/>
                <a:gd name="connsiteY0" fmla="*/ 0 h 219684"/>
                <a:gd name="connsiteX1" fmla="*/ 70383 w 91568"/>
                <a:gd name="connsiteY1" fmla="*/ 219685 h 219684"/>
                <a:gd name="connsiteX2" fmla="*/ 21186 w 91568"/>
                <a:gd name="connsiteY2" fmla="*/ 219685 h 219684"/>
                <a:gd name="connsiteX3" fmla="*/ 0 w 91568"/>
                <a:gd name="connsiteY3" fmla="*/ 0 h 219684"/>
                <a:gd name="connsiteX4" fmla="*/ 91569 w 91568"/>
                <a:gd name="connsiteY4" fmla="*/ 0 h 219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8" h="219684">
                  <a:moveTo>
                    <a:pt x="91569" y="0"/>
                  </a:moveTo>
                  <a:lnTo>
                    <a:pt x="70383" y="219685"/>
                  </a:lnTo>
                  <a:lnTo>
                    <a:pt x="21186" y="219685"/>
                  </a:lnTo>
                  <a:lnTo>
                    <a:pt x="0" y="0"/>
                  </a:lnTo>
                  <a:lnTo>
                    <a:pt x="91569" y="0"/>
                  </a:lnTo>
                  <a:close/>
                </a:path>
              </a:pathLst>
            </a:custGeom>
            <a:grpFill/>
            <a:ln w="2035"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E3ED8E99-FEC0-17F8-8E22-8E2EC1C60914}"/>
                </a:ext>
              </a:extLst>
            </p:cNvPr>
            <p:cNvSpPr/>
            <p:nvPr/>
          </p:nvSpPr>
          <p:spPr>
            <a:xfrm>
              <a:off x="10082388" y="4379054"/>
              <a:ext cx="91589" cy="91589"/>
            </a:xfrm>
            <a:custGeom>
              <a:avLst/>
              <a:gdLst>
                <a:gd name="connsiteX0" fmla="*/ 91589 w 91589"/>
                <a:gd name="connsiteY0" fmla="*/ 45795 h 91589"/>
                <a:gd name="connsiteX1" fmla="*/ 45794 w 91589"/>
                <a:gd name="connsiteY1" fmla="*/ 91590 h 91589"/>
                <a:gd name="connsiteX2" fmla="*/ 0 w 91589"/>
                <a:gd name="connsiteY2" fmla="*/ 45795 h 91589"/>
                <a:gd name="connsiteX3" fmla="*/ 45794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6"/>
                    <a:pt x="71087" y="91590"/>
                    <a:pt x="45794" y="91590"/>
                  </a:cubicBezTo>
                  <a:cubicBezTo>
                    <a:pt x="20502" y="91590"/>
                    <a:pt x="0" y="71086"/>
                    <a:pt x="0" y="45795"/>
                  </a:cubicBezTo>
                  <a:cubicBezTo>
                    <a:pt x="0" y="20503"/>
                    <a:pt x="20502" y="0"/>
                    <a:pt x="45794"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11955EC1-E5BD-E672-C6FA-C79D2AD2D8DC}"/>
                </a:ext>
              </a:extLst>
            </p:cNvPr>
            <p:cNvSpPr/>
            <p:nvPr/>
          </p:nvSpPr>
          <p:spPr>
            <a:xfrm>
              <a:off x="10100518" y="4397164"/>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7" y="55329"/>
                    <a:pt x="0" y="42922"/>
                    <a:pt x="0" y="27664"/>
                  </a:cubicBezTo>
                  <a:cubicBezTo>
                    <a:pt x="0" y="12406"/>
                    <a:pt x="12407" y="0"/>
                    <a:pt x="27664" y="0"/>
                  </a:cubicBezTo>
                  <a:close/>
                </a:path>
              </a:pathLst>
            </a:custGeom>
            <a:solidFill>
              <a:schemeClr val="bg1"/>
            </a:solidFill>
            <a:ln w="2035" cap="flat">
              <a:noFill/>
              <a:prstDash val="solid"/>
              <a:miter/>
            </a:ln>
          </p:spPr>
          <p:txBody>
            <a:bodyPr rtlCol="0" anchor="ctr"/>
            <a:lstStyle/>
            <a:p>
              <a:endParaRPr lang="en-IN"/>
            </a:p>
          </p:txBody>
        </p:sp>
      </p:grpSp>
      <p:sp>
        <p:nvSpPr>
          <p:cNvPr id="261" name="Freeform: Shape 260">
            <a:extLst>
              <a:ext uri="{FF2B5EF4-FFF2-40B4-BE49-F238E27FC236}">
                <a16:creationId xmlns:a16="http://schemas.microsoft.com/office/drawing/2014/main" id="{33B392A9-BB31-1FD9-9432-D10A8433FE2C}"/>
              </a:ext>
            </a:extLst>
          </p:cNvPr>
          <p:cNvSpPr/>
          <p:nvPr/>
        </p:nvSpPr>
        <p:spPr>
          <a:xfrm>
            <a:off x="9602765" y="3099183"/>
            <a:ext cx="1050835" cy="1050835"/>
          </a:xfrm>
          <a:custGeom>
            <a:avLst/>
            <a:gdLst>
              <a:gd name="connsiteX0" fmla="*/ 1050835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5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5" y="525418"/>
                </a:moveTo>
                <a:cubicBezTo>
                  <a:pt x="1050835" y="815598"/>
                  <a:pt x="815598" y="1050836"/>
                  <a:pt x="525418" y="1050836"/>
                </a:cubicBezTo>
                <a:cubicBezTo>
                  <a:pt x="235237" y="1050836"/>
                  <a:pt x="0" y="815598"/>
                  <a:pt x="0" y="525418"/>
                </a:cubicBezTo>
                <a:cubicBezTo>
                  <a:pt x="0" y="235238"/>
                  <a:pt x="235237" y="0"/>
                  <a:pt x="525418" y="0"/>
                </a:cubicBezTo>
                <a:cubicBezTo>
                  <a:pt x="815598" y="0"/>
                  <a:pt x="1050835" y="235238"/>
                  <a:pt x="1050835" y="525418"/>
                </a:cubicBezTo>
                <a:close/>
              </a:path>
            </a:pathLst>
          </a:custGeom>
          <a:solidFill>
            <a:srgbClr val="FFFFFF"/>
          </a:solidFill>
          <a:ln w="2035" cap="flat">
            <a:noFill/>
            <a:prstDash val="solid"/>
            <a:miter/>
          </a:ln>
        </p:spPr>
        <p:txBody>
          <a:bodyPr rtlCol="0" anchor="ctr"/>
          <a:lstStyle/>
          <a:p>
            <a:endParaRPr lang="en-IN"/>
          </a:p>
        </p:txBody>
      </p:sp>
      <p:grpSp>
        <p:nvGrpSpPr>
          <p:cNvPr id="270" name="Group 269">
            <a:extLst>
              <a:ext uri="{FF2B5EF4-FFF2-40B4-BE49-F238E27FC236}">
                <a16:creationId xmlns:a16="http://schemas.microsoft.com/office/drawing/2014/main" id="{1F560B66-F5CC-3440-E710-47E8306DCE58}"/>
              </a:ext>
            </a:extLst>
          </p:cNvPr>
          <p:cNvGrpSpPr/>
          <p:nvPr/>
        </p:nvGrpSpPr>
        <p:grpSpPr>
          <a:xfrm>
            <a:off x="1471377" y="2777132"/>
            <a:ext cx="1183901" cy="1437973"/>
            <a:chOff x="1471377" y="2777132"/>
            <a:chExt cx="1183901" cy="1437973"/>
          </a:xfrm>
        </p:grpSpPr>
        <p:sp>
          <p:nvSpPr>
            <p:cNvPr id="263" name="Freeform: Shape 262">
              <a:extLst>
                <a:ext uri="{FF2B5EF4-FFF2-40B4-BE49-F238E27FC236}">
                  <a16:creationId xmlns:a16="http://schemas.microsoft.com/office/drawing/2014/main" id="{F8B96959-4A3B-DB09-2CF2-C1EBC3DA04F8}"/>
                </a:ext>
              </a:extLst>
            </p:cNvPr>
            <p:cNvSpPr/>
            <p:nvPr/>
          </p:nvSpPr>
          <p:spPr>
            <a:xfrm>
              <a:off x="1471377"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baseline="-25000" dirty="0"/>
            </a:p>
          </p:txBody>
        </p:sp>
        <p:sp>
          <p:nvSpPr>
            <p:cNvPr id="264" name="Freeform: Shape 263">
              <a:extLst>
                <a:ext uri="{FF2B5EF4-FFF2-40B4-BE49-F238E27FC236}">
                  <a16:creationId xmlns:a16="http://schemas.microsoft.com/office/drawing/2014/main" id="{241F8CD1-92F8-268F-4D47-2DEA167E599A}"/>
                </a:ext>
              </a:extLst>
            </p:cNvPr>
            <p:cNvSpPr/>
            <p:nvPr/>
          </p:nvSpPr>
          <p:spPr>
            <a:xfrm>
              <a:off x="2017553" y="2852954"/>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65" name="Freeform: Shape 264">
              <a:extLst>
                <a:ext uri="{FF2B5EF4-FFF2-40B4-BE49-F238E27FC236}">
                  <a16:creationId xmlns:a16="http://schemas.microsoft.com/office/drawing/2014/main" id="{81813866-80C5-1C72-399C-6842F3E436FE}"/>
                </a:ext>
              </a:extLst>
            </p:cNvPr>
            <p:cNvSpPr/>
            <p:nvPr/>
          </p:nvSpPr>
          <p:spPr>
            <a:xfrm>
              <a:off x="2017533"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7"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66" name="Freeform: Shape 265">
              <a:extLst>
                <a:ext uri="{FF2B5EF4-FFF2-40B4-BE49-F238E27FC236}">
                  <a16:creationId xmlns:a16="http://schemas.microsoft.com/office/drawing/2014/main" id="{588512EF-6833-AE1B-8ABE-A8395A15F87C}"/>
                </a:ext>
              </a:extLst>
            </p:cNvPr>
            <p:cNvSpPr/>
            <p:nvPr/>
          </p:nvSpPr>
          <p:spPr>
            <a:xfrm>
              <a:off x="2035663"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2" y="0"/>
                    <a:pt x="55329" y="12406"/>
                    <a:pt x="55329" y="27664"/>
                  </a:cubicBezTo>
                  <a:cubicBezTo>
                    <a:pt x="55329" y="42922"/>
                    <a:pt x="42922" y="55329"/>
                    <a:pt x="27664" y="55329"/>
                  </a:cubicBezTo>
                  <a:close/>
                </a:path>
              </a:pathLst>
            </a:custGeom>
            <a:solidFill>
              <a:srgbClr val="FFFFFF"/>
            </a:solidFill>
            <a:ln w="2035" cap="flat">
              <a:noFill/>
              <a:prstDash val="solid"/>
              <a:miter/>
            </a:ln>
          </p:spPr>
          <p:txBody>
            <a:bodyPr rtlCol="0" anchor="ctr"/>
            <a:lstStyle/>
            <a:p>
              <a:endParaRPr lang="en-IN"/>
            </a:p>
          </p:txBody>
        </p:sp>
      </p:grpSp>
      <p:sp>
        <p:nvSpPr>
          <p:cNvPr id="267" name="Freeform: Shape 266">
            <a:extLst>
              <a:ext uri="{FF2B5EF4-FFF2-40B4-BE49-F238E27FC236}">
                <a16:creationId xmlns:a16="http://schemas.microsoft.com/office/drawing/2014/main" id="{8B254632-7551-DC28-AC25-38D503221138}"/>
              </a:ext>
            </a:extLst>
          </p:cNvPr>
          <p:cNvSpPr/>
          <p:nvPr/>
        </p:nvSpPr>
        <p:spPr>
          <a:xfrm>
            <a:off x="1537909"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77" name="TextBox 276">
            <a:extLst>
              <a:ext uri="{FF2B5EF4-FFF2-40B4-BE49-F238E27FC236}">
                <a16:creationId xmlns:a16="http://schemas.microsoft.com/office/drawing/2014/main" id="{5196E259-331B-B2DE-DB61-09BC16BAAC63}"/>
              </a:ext>
            </a:extLst>
          </p:cNvPr>
          <p:cNvSpPr txBox="1"/>
          <p:nvPr/>
        </p:nvSpPr>
        <p:spPr>
          <a:xfrm>
            <a:off x="1036720"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78" name="Rectangle: Rounded Corners 277">
            <a:extLst>
              <a:ext uri="{FF2B5EF4-FFF2-40B4-BE49-F238E27FC236}">
                <a16:creationId xmlns:a16="http://schemas.microsoft.com/office/drawing/2014/main" id="{6BA13835-355C-FEE6-6E18-51D13F72B550}"/>
              </a:ext>
            </a:extLst>
          </p:cNvPr>
          <p:cNvSpPr/>
          <p:nvPr/>
        </p:nvSpPr>
        <p:spPr>
          <a:xfrm>
            <a:off x="1000759"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79" name="TextBox 278">
            <a:extLst>
              <a:ext uri="{FF2B5EF4-FFF2-40B4-BE49-F238E27FC236}">
                <a16:creationId xmlns:a16="http://schemas.microsoft.com/office/drawing/2014/main" id="{CB39ED86-75C3-AF86-AFD0-F63DB110F5B7}"/>
              </a:ext>
            </a:extLst>
          </p:cNvPr>
          <p:cNvSpPr txBox="1"/>
          <p:nvPr/>
        </p:nvSpPr>
        <p:spPr>
          <a:xfrm>
            <a:off x="4251558"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0" name="Rectangle: Rounded Corners 279">
            <a:extLst>
              <a:ext uri="{FF2B5EF4-FFF2-40B4-BE49-F238E27FC236}">
                <a16:creationId xmlns:a16="http://schemas.microsoft.com/office/drawing/2014/main" id="{56385CB9-BED3-6CB0-994E-C316E194ADA3}"/>
              </a:ext>
            </a:extLst>
          </p:cNvPr>
          <p:cNvSpPr/>
          <p:nvPr/>
        </p:nvSpPr>
        <p:spPr>
          <a:xfrm>
            <a:off x="4215597"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1" name="TextBox 280">
            <a:extLst>
              <a:ext uri="{FF2B5EF4-FFF2-40B4-BE49-F238E27FC236}">
                <a16:creationId xmlns:a16="http://schemas.microsoft.com/office/drawing/2014/main" id="{205EA1DD-F2FA-5BB1-98E7-27131B3D4091}"/>
              </a:ext>
            </a:extLst>
          </p:cNvPr>
          <p:cNvSpPr txBox="1"/>
          <p:nvPr/>
        </p:nvSpPr>
        <p:spPr>
          <a:xfrm>
            <a:off x="7466396"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2" name="Rectangle: Rounded Corners 281">
            <a:extLst>
              <a:ext uri="{FF2B5EF4-FFF2-40B4-BE49-F238E27FC236}">
                <a16:creationId xmlns:a16="http://schemas.microsoft.com/office/drawing/2014/main" id="{55F07F0B-E319-B9DE-6883-25A71E8F1437}"/>
              </a:ext>
            </a:extLst>
          </p:cNvPr>
          <p:cNvSpPr/>
          <p:nvPr/>
        </p:nvSpPr>
        <p:spPr>
          <a:xfrm>
            <a:off x="743043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6" name="TextBox 285">
            <a:extLst>
              <a:ext uri="{FF2B5EF4-FFF2-40B4-BE49-F238E27FC236}">
                <a16:creationId xmlns:a16="http://schemas.microsoft.com/office/drawing/2014/main" id="{541DB373-7F63-519B-754F-C5AA89F94E3D}"/>
              </a:ext>
            </a:extLst>
          </p:cNvPr>
          <p:cNvSpPr txBox="1"/>
          <p:nvPr/>
        </p:nvSpPr>
        <p:spPr>
          <a:xfrm>
            <a:off x="2645842"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7" name="Rectangle: Rounded Corners 286">
            <a:extLst>
              <a:ext uri="{FF2B5EF4-FFF2-40B4-BE49-F238E27FC236}">
                <a16:creationId xmlns:a16="http://schemas.microsoft.com/office/drawing/2014/main" id="{1B686767-6CB5-841F-E395-E9CF150BE3F3}"/>
              </a:ext>
            </a:extLst>
          </p:cNvPr>
          <p:cNvSpPr/>
          <p:nvPr/>
        </p:nvSpPr>
        <p:spPr>
          <a:xfrm>
            <a:off x="2609881"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8" name="TextBox 287">
            <a:extLst>
              <a:ext uri="{FF2B5EF4-FFF2-40B4-BE49-F238E27FC236}">
                <a16:creationId xmlns:a16="http://schemas.microsoft.com/office/drawing/2014/main" id="{EABB65B7-45FC-F6BA-DE19-3D24EC14B002}"/>
              </a:ext>
            </a:extLst>
          </p:cNvPr>
          <p:cNvSpPr txBox="1"/>
          <p:nvPr/>
        </p:nvSpPr>
        <p:spPr>
          <a:xfrm>
            <a:off x="5860680"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9" name="Rectangle: Rounded Corners 288">
            <a:extLst>
              <a:ext uri="{FF2B5EF4-FFF2-40B4-BE49-F238E27FC236}">
                <a16:creationId xmlns:a16="http://schemas.microsoft.com/office/drawing/2014/main" id="{1B27680F-374E-AFCF-50B6-B99298CD2A66}"/>
              </a:ext>
            </a:extLst>
          </p:cNvPr>
          <p:cNvSpPr/>
          <p:nvPr/>
        </p:nvSpPr>
        <p:spPr>
          <a:xfrm>
            <a:off x="5824719"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90" name="TextBox 289">
            <a:extLst>
              <a:ext uri="{FF2B5EF4-FFF2-40B4-BE49-F238E27FC236}">
                <a16:creationId xmlns:a16="http://schemas.microsoft.com/office/drawing/2014/main" id="{9C61F3B0-AA03-07F8-30CC-70C7F15E685C}"/>
              </a:ext>
            </a:extLst>
          </p:cNvPr>
          <p:cNvSpPr txBox="1"/>
          <p:nvPr/>
        </p:nvSpPr>
        <p:spPr>
          <a:xfrm>
            <a:off x="9075518"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91" name="Rectangle: Rounded Corners 290">
            <a:extLst>
              <a:ext uri="{FF2B5EF4-FFF2-40B4-BE49-F238E27FC236}">
                <a16:creationId xmlns:a16="http://schemas.microsoft.com/office/drawing/2014/main" id="{9B6EF6AA-5F07-6093-02F7-577B24F288C4}"/>
              </a:ext>
            </a:extLst>
          </p:cNvPr>
          <p:cNvSpPr/>
          <p:nvPr/>
        </p:nvSpPr>
        <p:spPr>
          <a:xfrm>
            <a:off x="9039557"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15059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9F6C-CCB3-C200-3975-61DA2CC2D81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E4BA466-6311-DCA1-9148-4160EC1BAF24}"/>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9F9225A-6A0E-20E4-71B7-89C6ECAB7306}"/>
              </a:ext>
            </a:extLst>
          </p:cNvPr>
          <p:cNvSpPr>
            <a:spLocks noGrp="1"/>
          </p:cNvSpPr>
          <p:nvPr>
            <p:ph type="title"/>
          </p:nvPr>
        </p:nvSpPr>
        <p:spPr/>
        <p:txBody>
          <a:bodyPr/>
          <a:lstStyle/>
          <a:p>
            <a:r>
              <a:rPr lang="en-US" sz="1800" dirty="0"/>
              <a:t>Title</a:t>
            </a:r>
            <a:endParaRPr lang="es-MX" sz="1800" dirty="0"/>
          </a:p>
        </p:txBody>
      </p:sp>
      <p:grpSp>
        <p:nvGrpSpPr>
          <p:cNvPr id="105" name="Group 104">
            <a:extLst>
              <a:ext uri="{FF2B5EF4-FFF2-40B4-BE49-F238E27FC236}">
                <a16:creationId xmlns:a16="http://schemas.microsoft.com/office/drawing/2014/main" id="{481EB420-3BA5-6D16-DC33-1E88507BA42F}"/>
              </a:ext>
            </a:extLst>
          </p:cNvPr>
          <p:cNvGrpSpPr/>
          <p:nvPr/>
        </p:nvGrpSpPr>
        <p:grpSpPr>
          <a:xfrm>
            <a:off x="1883641" y="2901618"/>
            <a:ext cx="8424718" cy="1461164"/>
            <a:chOff x="1883641" y="2901618"/>
            <a:chExt cx="8424718" cy="1461164"/>
          </a:xfrm>
        </p:grpSpPr>
        <p:sp>
          <p:nvSpPr>
            <p:cNvPr id="16" name="Freeform: Shape 15">
              <a:extLst>
                <a:ext uri="{FF2B5EF4-FFF2-40B4-BE49-F238E27FC236}">
                  <a16:creationId xmlns:a16="http://schemas.microsoft.com/office/drawing/2014/main" id="{BCFA52AD-DA90-B751-37F4-99134C2F8946}"/>
                </a:ext>
              </a:extLst>
            </p:cNvPr>
            <p:cNvSpPr/>
            <p:nvPr/>
          </p:nvSpPr>
          <p:spPr>
            <a:xfrm>
              <a:off x="1883641" y="2901618"/>
              <a:ext cx="3100222" cy="1461164"/>
            </a:xfrm>
            <a:custGeom>
              <a:avLst/>
              <a:gdLst>
                <a:gd name="connsiteX0" fmla="*/ 3475744 w 3773643"/>
                <a:gd name="connsiteY0" fmla="*/ 132627 h 1778554"/>
                <a:gd name="connsiteX1" fmla="*/ 3008317 w 3773643"/>
                <a:gd name="connsiteY1" fmla="*/ 0 h 1778554"/>
                <a:gd name="connsiteX2" fmla="*/ 2540889 w 3773643"/>
                <a:gd name="connsiteY2" fmla="*/ 132627 h 1778554"/>
                <a:gd name="connsiteX3" fmla="*/ 2219536 w 3773643"/>
                <a:gd name="connsiteY3" fmla="*/ 478298 h 1778554"/>
                <a:gd name="connsiteX4" fmla="*/ 2151951 w 3773643"/>
                <a:gd name="connsiteY4" fmla="*/ 648840 h 1778554"/>
                <a:gd name="connsiteX5" fmla="*/ 2140715 w 3773643"/>
                <a:gd name="connsiteY5" fmla="*/ 688999 h 1778554"/>
                <a:gd name="connsiteX6" fmla="*/ 2166163 w 3773643"/>
                <a:gd name="connsiteY6" fmla="*/ 722010 h 1778554"/>
                <a:gd name="connsiteX7" fmla="*/ 2223060 w 3773643"/>
                <a:gd name="connsiteY7" fmla="*/ 889277 h 1778554"/>
                <a:gd name="connsiteX8" fmla="*/ 2166163 w 3773643"/>
                <a:gd name="connsiteY8" fmla="*/ 1056544 h 1778554"/>
                <a:gd name="connsiteX9" fmla="*/ 1948797 w 3773643"/>
                <a:gd name="connsiteY9" fmla="*/ 1163540 h 1778554"/>
                <a:gd name="connsiteX10" fmla="*/ 1731431 w 3773643"/>
                <a:gd name="connsiteY10" fmla="*/ 1056544 h 1778554"/>
                <a:gd name="connsiteX11" fmla="*/ 1674534 w 3773643"/>
                <a:gd name="connsiteY11" fmla="*/ 889277 h 1778554"/>
                <a:gd name="connsiteX12" fmla="*/ 1731431 w 3773643"/>
                <a:gd name="connsiteY12" fmla="*/ 722010 h 1778554"/>
                <a:gd name="connsiteX13" fmla="*/ 1756879 w 3773643"/>
                <a:gd name="connsiteY13" fmla="*/ 688999 h 1778554"/>
                <a:gd name="connsiteX14" fmla="*/ 1745643 w 3773643"/>
                <a:gd name="connsiteY14" fmla="*/ 648840 h 1778554"/>
                <a:gd name="connsiteX15" fmla="*/ 1678074 w 3773643"/>
                <a:gd name="connsiteY15" fmla="*/ 478298 h 1778554"/>
                <a:gd name="connsiteX16" fmla="*/ 1356688 w 3773643"/>
                <a:gd name="connsiteY16" fmla="*/ 132627 h 1778554"/>
                <a:gd name="connsiteX17" fmla="*/ 889277 w 3773643"/>
                <a:gd name="connsiteY17" fmla="*/ 0 h 1778554"/>
                <a:gd name="connsiteX18" fmla="*/ 543107 w 3773643"/>
                <a:gd name="connsiteY18" fmla="*/ 69912 h 1778554"/>
                <a:gd name="connsiteX19" fmla="*/ 260467 w 3773643"/>
                <a:gd name="connsiteY19" fmla="*/ 260467 h 1778554"/>
                <a:gd name="connsiteX20" fmla="*/ 69912 w 3773643"/>
                <a:gd name="connsiteY20" fmla="*/ 543107 h 1778554"/>
                <a:gd name="connsiteX21" fmla="*/ 0 w 3773643"/>
                <a:gd name="connsiteY21" fmla="*/ 889277 h 1778554"/>
                <a:gd name="connsiteX22" fmla="*/ 5502 w 3773643"/>
                <a:gd name="connsiteY22" fmla="*/ 989009 h 1778554"/>
                <a:gd name="connsiteX23" fmla="*/ 69912 w 3773643"/>
                <a:gd name="connsiteY23" fmla="*/ 1235447 h 1778554"/>
                <a:gd name="connsiteX24" fmla="*/ 260467 w 3773643"/>
                <a:gd name="connsiteY24" fmla="*/ 1518087 h 1778554"/>
                <a:gd name="connsiteX25" fmla="*/ 543107 w 3773643"/>
                <a:gd name="connsiteY25" fmla="*/ 1708642 h 1778554"/>
                <a:gd name="connsiteX26" fmla="*/ 889277 w 3773643"/>
                <a:gd name="connsiteY26" fmla="*/ 1778554 h 1778554"/>
                <a:gd name="connsiteX27" fmla="*/ 1356688 w 3773643"/>
                <a:gd name="connsiteY27" fmla="*/ 1645927 h 1778554"/>
                <a:gd name="connsiteX28" fmla="*/ 1654621 w 3773643"/>
                <a:gd name="connsiteY28" fmla="*/ 1342360 h 1778554"/>
                <a:gd name="connsiteX29" fmla="*/ 1528127 w 3773643"/>
                <a:gd name="connsiteY29" fmla="*/ 1228200 h 1778554"/>
                <a:gd name="connsiteX30" fmla="*/ 889277 w 3773643"/>
                <a:gd name="connsiteY30" fmla="*/ 1612334 h 1778554"/>
                <a:gd name="connsiteX31" fmla="*/ 173085 w 3773643"/>
                <a:gd name="connsiteY31" fmla="*/ 989009 h 1778554"/>
                <a:gd name="connsiteX32" fmla="*/ 166220 w 3773643"/>
                <a:gd name="connsiteY32" fmla="*/ 889277 h 1778554"/>
                <a:gd name="connsiteX33" fmla="*/ 889277 w 3773643"/>
                <a:gd name="connsiteY33" fmla="*/ 166220 h 1778554"/>
                <a:gd name="connsiteX34" fmla="*/ 1530704 w 3773643"/>
                <a:gd name="connsiteY34" fmla="*/ 555225 h 1778554"/>
                <a:gd name="connsiteX35" fmla="*/ 1574303 w 3773643"/>
                <a:gd name="connsiteY35" fmla="*/ 657201 h 1778554"/>
                <a:gd name="connsiteX36" fmla="*/ 1508314 w 3773643"/>
                <a:gd name="connsiteY36" fmla="*/ 889277 h 1778554"/>
                <a:gd name="connsiteX37" fmla="*/ 1599785 w 3773643"/>
                <a:gd name="connsiteY37" fmla="*/ 1158038 h 1778554"/>
                <a:gd name="connsiteX38" fmla="*/ 1751128 w 3773643"/>
                <a:gd name="connsiteY38" fmla="*/ 1283002 h 1778554"/>
                <a:gd name="connsiteX39" fmla="*/ 1948797 w 3773643"/>
                <a:gd name="connsiteY39" fmla="*/ 1329760 h 1778554"/>
                <a:gd name="connsiteX40" fmla="*/ 2146466 w 3773643"/>
                <a:gd name="connsiteY40" fmla="*/ 1283002 h 1778554"/>
                <a:gd name="connsiteX41" fmla="*/ 2188553 w 3773643"/>
                <a:gd name="connsiteY41" fmla="*/ 1258801 h 1778554"/>
                <a:gd name="connsiteX42" fmla="*/ 2194720 w 3773643"/>
                <a:gd name="connsiteY42" fmla="*/ 1254695 h 1778554"/>
                <a:gd name="connsiteX43" fmla="*/ 2199490 w 3773643"/>
                <a:gd name="connsiteY43" fmla="*/ 1251437 h 1778554"/>
                <a:gd name="connsiteX44" fmla="*/ 2203596 w 3773643"/>
                <a:gd name="connsiteY44" fmla="*/ 1248562 h 1778554"/>
                <a:gd name="connsiteX45" fmla="*/ 2206638 w 3773643"/>
                <a:gd name="connsiteY45" fmla="*/ 1246368 h 1778554"/>
                <a:gd name="connsiteX46" fmla="*/ 2210178 w 3773643"/>
                <a:gd name="connsiteY46" fmla="*/ 1243791 h 1778554"/>
                <a:gd name="connsiteX47" fmla="*/ 2213685 w 3773643"/>
                <a:gd name="connsiteY47" fmla="*/ 1241165 h 1778554"/>
                <a:gd name="connsiteX48" fmla="*/ 2216494 w 3773643"/>
                <a:gd name="connsiteY48" fmla="*/ 1239021 h 1778554"/>
                <a:gd name="connsiteX49" fmla="*/ 2217774 w 3773643"/>
                <a:gd name="connsiteY49" fmla="*/ 1238040 h 1778554"/>
                <a:gd name="connsiteX50" fmla="*/ 2220617 w 3773643"/>
                <a:gd name="connsiteY50" fmla="*/ 1235829 h 1778554"/>
                <a:gd name="connsiteX51" fmla="*/ 2237438 w 3773643"/>
                <a:gd name="connsiteY51" fmla="*/ 1221950 h 1778554"/>
                <a:gd name="connsiteX52" fmla="*/ 2240713 w 3773643"/>
                <a:gd name="connsiteY52" fmla="*/ 1219074 h 1778554"/>
                <a:gd name="connsiteX53" fmla="*/ 2243971 w 3773643"/>
                <a:gd name="connsiteY53" fmla="*/ 1216165 h 1778554"/>
                <a:gd name="connsiteX54" fmla="*/ 2249456 w 3773643"/>
                <a:gd name="connsiteY54" fmla="*/ 1211129 h 1778554"/>
                <a:gd name="connsiteX55" fmla="*/ 2251218 w 3773643"/>
                <a:gd name="connsiteY55" fmla="*/ 1209483 h 1778554"/>
                <a:gd name="connsiteX56" fmla="*/ 2256420 w 3773643"/>
                <a:gd name="connsiteY56" fmla="*/ 1204480 h 1778554"/>
                <a:gd name="connsiteX57" fmla="*/ 2256736 w 3773643"/>
                <a:gd name="connsiteY57" fmla="*/ 1204181 h 1778554"/>
                <a:gd name="connsiteX58" fmla="*/ 2262172 w 3773643"/>
                <a:gd name="connsiteY58" fmla="*/ 1198779 h 1778554"/>
                <a:gd name="connsiteX59" fmla="*/ 2263834 w 3773643"/>
                <a:gd name="connsiteY59" fmla="*/ 1197083 h 1778554"/>
                <a:gd name="connsiteX60" fmla="*/ 2267873 w 3773643"/>
                <a:gd name="connsiteY60" fmla="*/ 1192894 h 1778554"/>
                <a:gd name="connsiteX61" fmla="*/ 2275320 w 3773643"/>
                <a:gd name="connsiteY61" fmla="*/ 1184883 h 1778554"/>
                <a:gd name="connsiteX62" fmla="*/ 2280074 w 3773643"/>
                <a:gd name="connsiteY62" fmla="*/ 1179564 h 1778554"/>
                <a:gd name="connsiteX63" fmla="*/ 2281038 w 3773643"/>
                <a:gd name="connsiteY63" fmla="*/ 1178450 h 1778554"/>
                <a:gd name="connsiteX64" fmla="*/ 2286689 w 3773643"/>
                <a:gd name="connsiteY64" fmla="*/ 1171834 h 1778554"/>
                <a:gd name="connsiteX65" fmla="*/ 2291327 w 3773643"/>
                <a:gd name="connsiteY65" fmla="*/ 1166183 h 1778554"/>
                <a:gd name="connsiteX66" fmla="*/ 2291809 w 3773643"/>
                <a:gd name="connsiteY66" fmla="*/ 1165601 h 1778554"/>
                <a:gd name="connsiteX67" fmla="*/ 2294734 w 3773643"/>
                <a:gd name="connsiteY67" fmla="*/ 1161978 h 1778554"/>
                <a:gd name="connsiteX68" fmla="*/ 2297809 w 3773643"/>
                <a:gd name="connsiteY68" fmla="*/ 1158038 h 1778554"/>
                <a:gd name="connsiteX69" fmla="*/ 2389280 w 3773643"/>
                <a:gd name="connsiteY69" fmla="*/ 889277 h 1778554"/>
                <a:gd name="connsiteX70" fmla="*/ 2323291 w 3773643"/>
                <a:gd name="connsiteY70" fmla="*/ 657201 h 1778554"/>
                <a:gd name="connsiteX71" fmla="*/ 2366890 w 3773643"/>
                <a:gd name="connsiteY71" fmla="*/ 555208 h 1778554"/>
                <a:gd name="connsiteX72" fmla="*/ 3008317 w 3773643"/>
                <a:gd name="connsiteY72" fmla="*/ 166220 h 1778554"/>
                <a:gd name="connsiteX73" fmla="*/ 3646436 w 3773643"/>
                <a:gd name="connsiteY73" fmla="*/ 548942 h 1778554"/>
                <a:gd name="connsiteX74" fmla="*/ 3653450 w 3773643"/>
                <a:gd name="connsiteY74" fmla="*/ 538835 h 1778554"/>
                <a:gd name="connsiteX75" fmla="*/ 3656724 w 3773643"/>
                <a:gd name="connsiteY75" fmla="*/ 538835 h 1778554"/>
                <a:gd name="connsiteX76" fmla="*/ 3773644 w 3773643"/>
                <a:gd name="connsiteY76" fmla="*/ 436195 h 1778554"/>
                <a:gd name="connsiteX77" fmla="*/ 3475744 w 3773643"/>
                <a:gd name="connsiteY77" fmla="*/ 132627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73643" h="1778554">
                  <a:moveTo>
                    <a:pt x="3475744" y="132627"/>
                  </a:moveTo>
                  <a:cubicBezTo>
                    <a:pt x="3335571" y="45860"/>
                    <a:pt x="3173938" y="0"/>
                    <a:pt x="3008317" y="0"/>
                  </a:cubicBezTo>
                  <a:cubicBezTo>
                    <a:pt x="2842695" y="0"/>
                    <a:pt x="2681063" y="45860"/>
                    <a:pt x="2540889" y="132627"/>
                  </a:cubicBezTo>
                  <a:cubicBezTo>
                    <a:pt x="2404672" y="216934"/>
                    <a:pt x="2293554" y="336463"/>
                    <a:pt x="2219536" y="478298"/>
                  </a:cubicBezTo>
                  <a:cubicBezTo>
                    <a:pt x="2191162" y="532635"/>
                    <a:pt x="2168440" y="590015"/>
                    <a:pt x="2151951" y="648840"/>
                  </a:cubicBezTo>
                  <a:lnTo>
                    <a:pt x="2140715" y="688999"/>
                  </a:lnTo>
                  <a:lnTo>
                    <a:pt x="2166163" y="722010"/>
                  </a:lnTo>
                  <a:cubicBezTo>
                    <a:pt x="2203380" y="770280"/>
                    <a:pt x="2223060" y="828125"/>
                    <a:pt x="2223060" y="889277"/>
                  </a:cubicBezTo>
                  <a:cubicBezTo>
                    <a:pt x="2223060" y="950429"/>
                    <a:pt x="2203380" y="1008274"/>
                    <a:pt x="2166163" y="1056544"/>
                  </a:cubicBezTo>
                  <a:cubicBezTo>
                    <a:pt x="2113754" y="1124545"/>
                    <a:pt x="2034517" y="1163540"/>
                    <a:pt x="1948797" y="1163540"/>
                  </a:cubicBezTo>
                  <a:cubicBezTo>
                    <a:pt x="1863077" y="1163540"/>
                    <a:pt x="1783840" y="1124545"/>
                    <a:pt x="1731431" y="1056544"/>
                  </a:cubicBezTo>
                  <a:cubicBezTo>
                    <a:pt x="1694214" y="1008274"/>
                    <a:pt x="1674534" y="950429"/>
                    <a:pt x="1674534" y="889277"/>
                  </a:cubicBezTo>
                  <a:cubicBezTo>
                    <a:pt x="1674534" y="828125"/>
                    <a:pt x="1694214" y="770280"/>
                    <a:pt x="1731431" y="722010"/>
                  </a:cubicBezTo>
                  <a:lnTo>
                    <a:pt x="1756879" y="688999"/>
                  </a:lnTo>
                  <a:lnTo>
                    <a:pt x="1745643" y="648840"/>
                  </a:lnTo>
                  <a:cubicBezTo>
                    <a:pt x="1729154" y="590015"/>
                    <a:pt x="1706432" y="532635"/>
                    <a:pt x="1678074" y="478298"/>
                  </a:cubicBezTo>
                  <a:cubicBezTo>
                    <a:pt x="1604023" y="336463"/>
                    <a:pt x="1492905" y="216934"/>
                    <a:pt x="1356688" y="132627"/>
                  </a:cubicBezTo>
                  <a:cubicBezTo>
                    <a:pt x="1216515" y="45860"/>
                    <a:pt x="1054882" y="0"/>
                    <a:pt x="889277" y="0"/>
                  </a:cubicBezTo>
                  <a:cubicBezTo>
                    <a:pt x="769266" y="0"/>
                    <a:pt x="652796" y="23520"/>
                    <a:pt x="543107" y="69912"/>
                  </a:cubicBezTo>
                  <a:cubicBezTo>
                    <a:pt x="437192" y="114708"/>
                    <a:pt x="342097" y="178819"/>
                    <a:pt x="260467" y="260467"/>
                  </a:cubicBezTo>
                  <a:cubicBezTo>
                    <a:pt x="178820" y="342097"/>
                    <a:pt x="114708" y="437192"/>
                    <a:pt x="69912" y="543107"/>
                  </a:cubicBezTo>
                  <a:cubicBezTo>
                    <a:pt x="23520" y="652796"/>
                    <a:pt x="0" y="769266"/>
                    <a:pt x="0" y="889277"/>
                  </a:cubicBezTo>
                  <a:cubicBezTo>
                    <a:pt x="0" y="922820"/>
                    <a:pt x="1845" y="956097"/>
                    <a:pt x="5502" y="989009"/>
                  </a:cubicBezTo>
                  <a:cubicBezTo>
                    <a:pt x="14943" y="1073864"/>
                    <a:pt x="36485" y="1156409"/>
                    <a:pt x="69912" y="1235447"/>
                  </a:cubicBezTo>
                  <a:cubicBezTo>
                    <a:pt x="114708" y="1341362"/>
                    <a:pt x="178820" y="1436457"/>
                    <a:pt x="260467" y="1518087"/>
                  </a:cubicBezTo>
                  <a:cubicBezTo>
                    <a:pt x="342097" y="1599735"/>
                    <a:pt x="437192" y="1663846"/>
                    <a:pt x="543107" y="1708642"/>
                  </a:cubicBezTo>
                  <a:cubicBezTo>
                    <a:pt x="652796" y="1755034"/>
                    <a:pt x="769266" y="1778554"/>
                    <a:pt x="889277" y="1778554"/>
                  </a:cubicBezTo>
                  <a:cubicBezTo>
                    <a:pt x="1054882" y="1778554"/>
                    <a:pt x="1216515" y="1732694"/>
                    <a:pt x="1356688" y="1645927"/>
                  </a:cubicBezTo>
                  <a:cubicBezTo>
                    <a:pt x="1479209" y="1570098"/>
                    <a:pt x="1581418" y="1465778"/>
                    <a:pt x="1654621" y="1342360"/>
                  </a:cubicBezTo>
                  <a:cubicBezTo>
                    <a:pt x="1606866" y="1311260"/>
                    <a:pt x="1563898" y="1272547"/>
                    <a:pt x="1528127" y="1228200"/>
                  </a:cubicBezTo>
                  <a:cubicBezTo>
                    <a:pt x="1402133" y="1465296"/>
                    <a:pt x="1157856" y="1612334"/>
                    <a:pt x="889277" y="1612334"/>
                  </a:cubicBezTo>
                  <a:cubicBezTo>
                    <a:pt x="524408" y="1612334"/>
                    <a:pt x="221804" y="1340681"/>
                    <a:pt x="173085" y="989009"/>
                  </a:cubicBezTo>
                  <a:cubicBezTo>
                    <a:pt x="168547" y="956413"/>
                    <a:pt x="166220" y="923103"/>
                    <a:pt x="166220" y="889277"/>
                  </a:cubicBezTo>
                  <a:cubicBezTo>
                    <a:pt x="166220" y="490582"/>
                    <a:pt x="490582" y="166220"/>
                    <a:pt x="889277" y="166220"/>
                  </a:cubicBezTo>
                  <a:cubicBezTo>
                    <a:pt x="1159684" y="166220"/>
                    <a:pt x="1405474" y="315269"/>
                    <a:pt x="1530704" y="555225"/>
                  </a:cubicBezTo>
                  <a:cubicBezTo>
                    <a:pt x="1547841" y="588037"/>
                    <a:pt x="1562435" y="622211"/>
                    <a:pt x="1574303" y="657201"/>
                  </a:cubicBezTo>
                  <a:cubicBezTo>
                    <a:pt x="1531003" y="726714"/>
                    <a:pt x="1508314" y="806101"/>
                    <a:pt x="1508314" y="889277"/>
                  </a:cubicBezTo>
                  <a:cubicBezTo>
                    <a:pt x="1508314" y="987496"/>
                    <a:pt x="1539946" y="1080430"/>
                    <a:pt x="1599785" y="1158038"/>
                  </a:cubicBezTo>
                  <a:cubicBezTo>
                    <a:pt x="1640043" y="1210248"/>
                    <a:pt x="1692369" y="1253465"/>
                    <a:pt x="1751128" y="1283002"/>
                  </a:cubicBezTo>
                  <a:cubicBezTo>
                    <a:pt x="1812829" y="1314036"/>
                    <a:pt x="1879334" y="1329760"/>
                    <a:pt x="1948797" y="1329760"/>
                  </a:cubicBezTo>
                  <a:cubicBezTo>
                    <a:pt x="2018260" y="1329760"/>
                    <a:pt x="2084765" y="1314036"/>
                    <a:pt x="2146466" y="1283002"/>
                  </a:cubicBezTo>
                  <a:cubicBezTo>
                    <a:pt x="2160911" y="1275739"/>
                    <a:pt x="2174973" y="1267644"/>
                    <a:pt x="2188553" y="1258801"/>
                  </a:cubicBezTo>
                  <a:cubicBezTo>
                    <a:pt x="2190631" y="1257454"/>
                    <a:pt x="2192675" y="1256091"/>
                    <a:pt x="2194720" y="1254695"/>
                  </a:cubicBezTo>
                  <a:cubicBezTo>
                    <a:pt x="2196332" y="1253631"/>
                    <a:pt x="2197911" y="1252551"/>
                    <a:pt x="2199490" y="1251437"/>
                  </a:cubicBezTo>
                  <a:cubicBezTo>
                    <a:pt x="2200870" y="1250490"/>
                    <a:pt x="2202233" y="1249526"/>
                    <a:pt x="2203596" y="1248562"/>
                  </a:cubicBezTo>
                  <a:lnTo>
                    <a:pt x="2206638" y="1246368"/>
                  </a:lnTo>
                  <a:cubicBezTo>
                    <a:pt x="2207818" y="1245520"/>
                    <a:pt x="2208998" y="1244655"/>
                    <a:pt x="2210178" y="1243791"/>
                  </a:cubicBezTo>
                  <a:cubicBezTo>
                    <a:pt x="2211342" y="1242910"/>
                    <a:pt x="2212522" y="1242046"/>
                    <a:pt x="2213685" y="1241165"/>
                  </a:cubicBezTo>
                  <a:cubicBezTo>
                    <a:pt x="2214616" y="1240450"/>
                    <a:pt x="2215564" y="1239752"/>
                    <a:pt x="2216494" y="1239021"/>
                  </a:cubicBezTo>
                  <a:cubicBezTo>
                    <a:pt x="2216927" y="1238705"/>
                    <a:pt x="2217359" y="1238372"/>
                    <a:pt x="2217774" y="1238040"/>
                  </a:cubicBezTo>
                  <a:cubicBezTo>
                    <a:pt x="2218722" y="1237309"/>
                    <a:pt x="2219669" y="1236577"/>
                    <a:pt x="2220617" y="1235829"/>
                  </a:cubicBezTo>
                  <a:cubicBezTo>
                    <a:pt x="2226351" y="1231341"/>
                    <a:pt x="2231953" y="1226704"/>
                    <a:pt x="2237438" y="1221950"/>
                  </a:cubicBezTo>
                  <a:cubicBezTo>
                    <a:pt x="2238535" y="1220986"/>
                    <a:pt x="2239632" y="1220038"/>
                    <a:pt x="2240713" y="1219074"/>
                  </a:cubicBezTo>
                  <a:cubicBezTo>
                    <a:pt x="2241810" y="1218110"/>
                    <a:pt x="2242890" y="1217146"/>
                    <a:pt x="2243971" y="1216165"/>
                  </a:cubicBezTo>
                  <a:cubicBezTo>
                    <a:pt x="2245816" y="1214503"/>
                    <a:pt x="2247644" y="1212824"/>
                    <a:pt x="2249456" y="1211129"/>
                  </a:cubicBezTo>
                  <a:cubicBezTo>
                    <a:pt x="2250054" y="1210580"/>
                    <a:pt x="2250636" y="1210032"/>
                    <a:pt x="2251218" y="1209483"/>
                  </a:cubicBezTo>
                  <a:cubicBezTo>
                    <a:pt x="2252963" y="1207838"/>
                    <a:pt x="2254708" y="1206176"/>
                    <a:pt x="2256420" y="1204480"/>
                  </a:cubicBezTo>
                  <a:cubicBezTo>
                    <a:pt x="2256520" y="1204380"/>
                    <a:pt x="2256637" y="1204281"/>
                    <a:pt x="2256736" y="1204181"/>
                  </a:cubicBezTo>
                  <a:cubicBezTo>
                    <a:pt x="2258565" y="1202402"/>
                    <a:pt x="2260377" y="1200607"/>
                    <a:pt x="2262172" y="1198779"/>
                  </a:cubicBezTo>
                  <a:cubicBezTo>
                    <a:pt x="2262720" y="1198214"/>
                    <a:pt x="2263285" y="1197648"/>
                    <a:pt x="2263834" y="1197083"/>
                  </a:cubicBezTo>
                  <a:cubicBezTo>
                    <a:pt x="2265197" y="1195704"/>
                    <a:pt x="2266543" y="1194307"/>
                    <a:pt x="2267873" y="1192894"/>
                  </a:cubicBezTo>
                  <a:cubicBezTo>
                    <a:pt x="2270400" y="1190252"/>
                    <a:pt x="2272876" y="1187576"/>
                    <a:pt x="2275320" y="1184883"/>
                  </a:cubicBezTo>
                  <a:cubicBezTo>
                    <a:pt x="2276932" y="1183121"/>
                    <a:pt x="2278511" y="1181342"/>
                    <a:pt x="2280074" y="1179564"/>
                  </a:cubicBezTo>
                  <a:cubicBezTo>
                    <a:pt x="2280389" y="1179181"/>
                    <a:pt x="2280722" y="1178816"/>
                    <a:pt x="2281038" y="1178450"/>
                  </a:cubicBezTo>
                  <a:cubicBezTo>
                    <a:pt x="2282949" y="1176272"/>
                    <a:pt x="2284827" y="1174062"/>
                    <a:pt x="2286689" y="1171834"/>
                  </a:cubicBezTo>
                  <a:cubicBezTo>
                    <a:pt x="2288252" y="1169973"/>
                    <a:pt x="2289797" y="1168078"/>
                    <a:pt x="2291327" y="1166183"/>
                  </a:cubicBezTo>
                  <a:cubicBezTo>
                    <a:pt x="2291476" y="1165983"/>
                    <a:pt x="2291643" y="1165801"/>
                    <a:pt x="2291809" y="1165601"/>
                  </a:cubicBezTo>
                  <a:lnTo>
                    <a:pt x="2294734" y="1161978"/>
                  </a:lnTo>
                  <a:cubicBezTo>
                    <a:pt x="2295765" y="1160664"/>
                    <a:pt x="2296795" y="1159351"/>
                    <a:pt x="2297809" y="1158038"/>
                  </a:cubicBezTo>
                  <a:cubicBezTo>
                    <a:pt x="2357649" y="1080430"/>
                    <a:pt x="2389280" y="987496"/>
                    <a:pt x="2389280" y="889277"/>
                  </a:cubicBezTo>
                  <a:cubicBezTo>
                    <a:pt x="2389280" y="806101"/>
                    <a:pt x="2366591" y="726714"/>
                    <a:pt x="2323291" y="657201"/>
                  </a:cubicBezTo>
                  <a:cubicBezTo>
                    <a:pt x="2335159" y="622211"/>
                    <a:pt x="2349753" y="588037"/>
                    <a:pt x="2366890" y="555208"/>
                  </a:cubicBezTo>
                  <a:cubicBezTo>
                    <a:pt x="2492104" y="315269"/>
                    <a:pt x="2737893" y="166220"/>
                    <a:pt x="3008317" y="166220"/>
                  </a:cubicBezTo>
                  <a:cubicBezTo>
                    <a:pt x="3278740" y="166220"/>
                    <a:pt x="3520225" y="312676"/>
                    <a:pt x="3646436" y="548942"/>
                  </a:cubicBezTo>
                  <a:lnTo>
                    <a:pt x="3653450" y="538835"/>
                  </a:lnTo>
                  <a:lnTo>
                    <a:pt x="3656724" y="538835"/>
                  </a:lnTo>
                  <a:cubicBezTo>
                    <a:pt x="3690517" y="499275"/>
                    <a:pt x="3730111" y="464568"/>
                    <a:pt x="3773644" y="436195"/>
                  </a:cubicBezTo>
                  <a:cubicBezTo>
                    <a:pt x="3700474" y="312760"/>
                    <a:pt x="3598248" y="208457"/>
                    <a:pt x="3475744" y="132627"/>
                  </a:cubicBezTo>
                  <a:close/>
                </a:path>
              </a:pathLst>
            </a:custGeom>
            <a:solidFill>
              <a:srgbClr val="B898D0"/>
            </a:solidFill>
            <a:ln w="166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23859981-7F81-B029-801D-1DBF6CDD0F13}"/>
                </a:ext>
              </a:extLst>
            </p:cNvPr>
            <p:cNvSpPr/>
            <p:nvPr/>
          </p:nvSpPr>
          <p:spPr>
            <a:xfrm>
              <a:off x="3327626"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9464B8"/>
            </a:solidFill>
            <a:ln w="1661"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EF241E-9B64-340A-9110-7C10A8662485}"/>
                </a:ext>
              </a:extLst>
            </p:cNvPr>
            <p:cNvSpPr/>
            <p:nvPr/>
          </p:nvSpPr>
          <p:spPr>
            <a:xfrm>
              <a:off x="5068515"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6754AD"/>
            </a:solidFill>
            <a:ln w="1661"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00AF62A7-2E5B-82E5-02B7-AA7E0CB91C71}"/>
                </a:ext>
              </a:extLst>
            </p:cNvPr>
            <p:cNvSpPr/>
            <p:nvPr/>
          </p:nvSpPr>
          <p:spPr>
            <a:xfrm>
              <a:off x="5467249" y="2901618"/>
              <a:ext cx="2998391" cy="1092459"/>
            </a:xfrm>
            <a:custGeom>
              <a:avLst/>
              <a:gdLst>
                <a:gd name="connsiteX0" fmla="*/ 3649694 w 3649693"/>
                <a:gd name="connsiteY0" fmla="*/ 436178 h 1329760"/>
                <a:gd name="connsiteX1" fmla="*/ 3523233 w 3649693"/>
                <a:gd name="connsiteY1" fmla="*/ 550354 h 1329760"/>
                <a:gd name="connsiteX2" fmla="*/ 2884367 w 3649693"/>
                <a:gd name="connsiteY2" fmla="*/ 166220 h 1329760"/>
                <a:gd name="connsiteX3" fmla="*/ 2242940 w 3649693"/>
                <a:gd name="connsiteY3" fmla="*/ 555208 h 1329760"/>
                <a:gd name="connsiteX4" fmla="*/ 2199640 w 3649693"/>
                <a:gd name="connsiteY4" fmla="*/ 656336 h 1329760"/>
                <a:gd name="connsiteX5" fmla="*/ 2266161 w 3649693"/>
                <a:gd name="connsiteY5" fmla="*/ 889277 h 1329760"/>
                <a:gd name="connsiteX6" fmla="*/ 2173926 w 3649693"/>
                <a:gd name="connsiteY6" fmla="*/ 1159019 h 1329760"/>
                <a:gd name="connsiteX7" fmla="*/ 2170767 w 3649693"/>
                <a:gd name="connsiteY7" fmla="*/ 1163041 h 1329760"/>
                <a:gd name="connsiteX8" fmla="*/ 2168274 w 3649693"/>
                <a:gd name="connsiteY8" fmla="*/ 1166116 h 1329760"/>
                <a:gd name="connsiteX9" fmla="*/ 2164484 w 3649693"/>
                <a:gd name="connsiteY9" fmla="*/ 1170737 h 1329760"/>
                <a:gd name="connsiteX10" fmla="*/ 2160013 w 3649693"/>
                <a:gd name="connsiteY10" fmla="*/ 1176040 h 1329760"/>
                <a:gd name="connsiteX11" fmla="*/ 2159946 w 3649693"/>
                <a:gd name="connsiteY11" fmla="*/ 1176106 h 1329760"/>
                <a:gd name="connsiteX12" fmla="*/ 2157137 w 3649693"/>
                <a:gd name="connsiteY12" fmla="*/ 1179348 h 1329760"/>
                <a:gd name="connsiteX13" fmla="*/ 2156888 w 3649693"/>
                <a:gd name="connsiteY13" fmla="*/ 1179630 h 1329760"/>
                <a:gd name="connsiteX14" fmla="*/ 2151253 w 3649693"/>
                <a:gd name="connsiteY14" fmla="*/ 1185930 h 1329760"/>
                <a:gd name="connsiteX15" fmla="*/ 2148560 w 3649693"/>
                <a:gd name="connsiteY15" fmla="*/ 1188855 h 1329760"/>
                <a:gd name="connsiteX16" fmla="*/ 2145834 w 3649693"/>
                <a:gd name="connsiteY16" fmla="*/ 1191764 h 1329760"/>
                <a:gd name="connsiteX17" fmla="*/ 2142111 w 3649693"/>
                <a:gd name="connsiteY17" fmla="*/ 1195654 h 1329760"/>
                <a:gd name="connsiteX18" fmla="*/ 2140947 w 3649693"/>
                <a:gd name="connsiteY18" fmla="*/ 1196834 h 1329760"/>
                <a:gd name="connsiteX19" fmla="*/ 2140665 w 3649693"/>
                <a:gd name="connsiteY19" fmla="*/ 1197133 h 1329760"/>
                <a:gd name="connsiteX20" fmla="*/ 2137224 w 3649693"/>
                <a:gd name="connsiteY20" fmla="*/ 1200607 h 1329760"/>
                <a:gd name="connsiteX21" fmla="*/ 2128381 w 3649693"/>
                <a:gd name="connsiteY21" fmla="*/ 1209217 h 1329760"/>
                <a:gd name="connsiteX22" fmla="*/ 2123860 w 3649693"/>
                <a:gd name="connsiteY22" fmla="*/ 1213423 h 1329760"/>
                <a:gd name="connsiteX23" fmla="*/ 2119289 w 3649693"/>
                <a:gd name="connsiteY23" fmla="*/ 1217562 h 1329760"/>
                <a:gd name="connsiteX24" fmla="*/ 2095619 w 3649693"/>
                <a:gd name="connsiteY24" fmla="*/ 1237309 h 1329760"/>
                <a:gd name="connsiteX25" fmla="*/ 2085746 w 3649693"/>
                <a:gd name="connsiteY25" fmla="*/ 1244755 h 1329760"/>
                <a:gd name="connsiteX26" fmla="*/ 2081341 w 3649693"/>
                <a:gd name="connsiteY26" fmla="*/ 1247947 h 1329760"/>
                <a:gd name="connsiteX27" fmla="*/ 2077302 w 3649693"/>
                <a:gd name="connsiteY27" fmla="*/ 1250789 h 1329760"/>
                <a:gd name="connsiteX28" fmla="*/ 2074725 w 3649693"/>
                <a:gd name="connsiteY28" fmla="*/ 1252584 h 1329760"/>
                <a:gd name="connsiteX29" fmla="*/ 2070836 w 3649693"/>
                <a:gd name="connsiteY29" fmla="*/ 1255227 h 1329760"/>
                <a:gd name="connsiteX30" fmla="*/ 2064935 w 3649693"/>
                <a:gd name="connsiteY30" fmla="*/ 1259133 h 1329760"/>
                <a:gd name="connsiteX31" fmla="*/ 2022781 w 3649693"/>
                <a:gd name="connsiteY31" fmla="*/ 1283285 h 1329760"/>
                <a:gd name="connsiteX32" fmla="*/ 1825678 w 3649693"/>
                <a:gd name="connsiteY32" fmla="*/ 1329760 h 1329760"/>
                <a:gd name="connsiteX33" fmla="*/ 1665375 w 3649693"/>
                <a:gd name="connsiteY33" fmla="*/ 1299691 h 1329760"/>
                <a:gd name="connsiteX34" fmla="*/ 1627461 w 3649693"/>
                <a:gd name="connsiteY34" fmla="*/ 1282736 h 1329760"/>
                <a:gd name="connsiteX35" fmla="*/ 1475918 w 3649693"/>
                <a:gd name="connsiteY35" fmla="*/ 1157074 h 1329760"/>
                <a:gd name="connsiteX36" fmla="*/ 1387206 w 3649693"/>
                <a:gd name="connsiteY36" fmla="*/ 931896 h 1329760"/>
                <a:gd name="connsiteX37" fmla="*/ 1387206 w 3649693"/>
                <a:gd name="connsiteY37" fmla="*/ 931896 h 1329760"/>
                <a:gd name="connsiteX38" fmla="*/ 1385195 w 3649693"/>
                <a:gd name="connsiteY38" fmla="*/ 889277 h 1329760"/>
                <a:gd name="connsiteX39" fmla="*/ 1388652 w 3649693"/>
                <a:gd name="connsiteY39" fmla="*/ 833610 h 1329760"/>
                <a:gd name="connsiteX40" fmla="*/ 1396448 w 3649693"/>
                <a:gd name="connsiteY40" fmla="*/ 789545 h 1329760"/>
                <a:gd name="connsiteX41" fmla="*/ 1450636 w 3649693"/>
                <a:gd name="connsiteY41" fmla="*/ 658082 h 1329760"/>
                <a:gd name="connsiteX42" fmla="*/ 1406770 w 3649693"/>
                <a:gd name="connsiteY42" fmla="*/ 555241 h 1329760"/>
                <a:gd name="connsiteX43" fmla="*/ 765327 w 3649693"/>
                <a:gd name="connsiteY43" fmla="*/ 166220 h 1329760"/>
                <a:gd name="connsiteX44" fmla="*/ 126460 w 3649693"/>
                <a:gd name="connsiteY44" fmla="*/ 550354 h 1329760"/>
                <a:gd name="connsiteX45" fmla="*/ 0 w 3649693"/>
                <a:gd name="connsiteY45" fmla="*/ 436195 h 1329760"/>
                <a:gd name="connsiteX46" fmla="*/ 297900 w 3649693"/>
                <a:gd name="connsiteY46" fmla="*/ 132627 h 1329760"/>
                <a:gd name="connsiteX47" fmla="*/ 765327 w 3649693"/>
                <a:gd name="connsiteY47" fmla="*/ 0 h 1329760"/>
                <a:gd name="connsiteX48" fmla="*/ 1232754 w 3649693"/>
                <a:gd name="connsiteY48" fmla="*/ 132627 h 1329760"/>
                <a:gd name="connsiteX49" fmla="*/ 1554124 w 3649693"/>
                <a:gd name="connsiteY49" fmla="*/ 478315 h 1329760"/>
                <a:gd name="connsiteX50" fmla="*/ 1621925 w 3649693"/>
                <a:gd name="connsiteY50" fmla="*/ 649687 h 1329760"/>
                <a:gd name="connsiteX51" fmla="*/ 1633079 w 3649693"/>
                <a:gd name="connsiteY51" fmla="*/ 689663 h 1329760"/>
                <a:gd name="connsiteX52" fmla="*/ 1607830 w 3649693"/>
                <a:gd name="connsiteY52" fmla="*/ 722608 h 1329760"/>
                <a:gd name="connsiteX53" fmla="*/ 1570015 w 3649693"/>
                <a:gd name="connsiteY53" fmla="*/ 789545 h 1329760"/>
                <a:gd name="connsiteX54" fmla="*/ 1551415 w 3649693"/>
                <a:gd name="connsiteY54" fmla="*/ 889277 h 1329760"/>
                <a:gd name="connsiteX55" fmla="*/ 1607847 w 3649693"/>
                <a:gd name="connsiteY55" fmla="*/ 1055963 h 1329760"/>
                <a:gd name="connsiteX56" fmla="*/ 1721441 w 3649693"/>
                <a:gd name="connsiteY56" fmla="*/ 1143178 h 1329760"/>
                <a:gd name="connsiteX57" fmla="*/ 1825678 w 3649693"/>
                <a:gd name="connsiteY57" fmla="*/ 1163540 h 1329760"/>
                <a:gd name="connsiteX58" fmla="*/ 2042578 w 3649693"/>
                <a:gd name="connsiteY58" fmla="*/ 1057159 h 1329760"/>
                <a:gd name="connsiteX59" fmla="*/ 2099941 w 3649693"/>
                <a:gd name="connsiteY59" fmla="*/ 889277 h 1329760"/>
                <a:gd name="connsiteX60" fmla="*/ 2042578 w 3649693"/>
                <a:gd name="connsiteY60" fmla="*/ 721395 h 1329760"/>
                <a:gd name="connsiteX61" fmla="*/ 2016897 w 3649693"/>
                <a:gd name="connsiteY61" fmla="*/ 688300 h 1329760"/>
                <a:gd name="connsiteX62" fmla="*/ 2028250 w 3649693"/>
                <a:gd name="connsiteY62" fmla="*/ 647959 h 1329760"/>
                <a:gd name="connsiteX63" fmla="*/ 2095586 w 3649693"/>
                <a:gd name="connsiteY63" fmla="*/ 478281 h 1329760"/>
                <a:gd name="connsiteX64" fmla="*/ 2416939 w 3649693"/>
                <a:gd name="connsiteY64" fmla="*/ 132627 h 1329760"/>
                <a:gd name="connsiteX65" fmla="*/ 2884367 w 3649693"/>
                <a:gd name="connsiteY65" fmla="*/ 0 h 1329760"/>
                <a:gd name="connsiteX66" fmla="*/ 3351794 w 3649693"/>
                <a:gd name="connsiteY66" fmla="*/ 132627 h 1329760"/>
                <a:gd name="connsiteX67" fmla="*/ 3649694 w 3649693"/>
                <a:gd name="connsiteY67" fmla="*/ 436178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649693" h="1329760">
                  <a:moveTo>
                    <a:pt x="3649694" y="436178"/>
                  </a:moveTo>
                  <a:cubicBezTo>
                    <a:pt x="3601955" y="467294"/>
                    <a:pt x="3558971" y="506024"/>
                    <a:pt x="3523233" y="550354"/>
                  </a:cubicBezTo>
                  <a:cubicBezTo>
                    <a:pt x="3397255" y="313258"/>
                    <a:pt x="3152961" y="166220"/>
                    <a:pt x="2884367" y="166220"/>
                  </a:cubicBezTo>
                  <a:cubicBezTo>
                    <a:pt x="2615772" y="166220"/>
                    <a:pt x="2368154" y="315269"/>
                    <a:pt x="2242940" y="555208"/>
                  </a:cubicBezTo>
                  <a:cubicBezTo>
                    <a:pt x="2225952" y="587737"/>
                    <a:pt x="2211441" y="621613"/>
                    <a:pt x="2199640" y="656336"/>
                  </a:cubicBezTo>
                  <a:cubicBezTo>
                    <a:pt x="2243289" y="726032"/>
                    <a:pt x="2266161" y="805718"/>
                    <a:pt x="2266161" y="889277"/>
                  </a:cubicBezTo>
                  <a:cubicBezTo>
                    <a:pt x="2266161" y="987945"/>
                    <a:pt x="2234263" y="1081228"/>
                    <a:pt x="2173926" y="1159019"/>
                  </a:cubicBezTo>
                  <a:cubicBezTo>
                    <a:pt x="2172878" y="1160365"/>
                    <a:pt x="2171831" y="1161712"/>
                    <a:pt x="2170767" y="1163041"/>
                  </a:cubicBezTo>
                  <a:lnTo>
                    <a:pt x="2168274" y="1166116"/>
                  </a:lnTo>
                  <a:cubicBezTo>
                    <a:pt x="2167027" y="1167662"/>
                    <a:pt x="2165764" y="1169208"/>
                    <a:pt x="2164484" y="1170737"/>
                  </a:cubicBezTo>
                  <a:cubicBezTo>
                    <a:pt x="2163005" y="1172516"/>
                    <a:pt x="2161509" y="1174294"/>
                    <a:pt x="2160013" y="1176040"/>
                  </a:cubicBezTo>
                  <a:cubicBezTo>
                    <a:pt x="2159980" y="1176073"/>
                    <a:pt x="2159963" y="1176090"/>
                    <a:pt x="2159946" y="1176106"/>
                  </a:cubicBezTo>
                  <a:cubicBezTo>
                    <a:pt x="2159015" y="1177203"/>
                    <a:pt x="2158085" y="1178267"/>
                    <a:pt x="2157137" y="1179348"/>
                  </a:cubicBezTo>
                  <a:cubicBezTo>
                    <a:pt x="2157054" y="1179447"/>
                    <a:pt x="2156971" y="1179530"/>
                    <a:pt x="2156888" y="1179630"/>
                  </a:cubicBezTo>
                  <a:cubicBezTo>
                    <a:pt x="2155043" y="1181741"/>
                    <a:pt x="2153165" y="1183852"/>
                    <a:pt x="2151253" y="1185930"/>
                  </a:cubicBezTo>
                  <a:cubicBezTo>
                    <a:pt x="2150372" y="1186911"/>
                    <a:pt x="2149474" y="1187891"/>
                    <a:pt x="2148560" y="1188855"/>
                  </a:cubicBezTo>
                  <a:cubicBezTo>
                    <a:pt x="2147663" y="1189836"/>
                    <a:pt x="2146749" y="1190800"/>
                    <a:pt x="2145834" y="1191764"/>
                  </a:cubicBezTo>
                  <a:cubicBezTo>
                    <a:pt x="2144604" y="1193077"/>
                    <a:pt x="2143358" y="1194374"/>
                    <a:pt x="2142111" y="1195654"/>
                  </a:cubicBezTo>
                  <a:cubicBezTo>
                    <a:pt x="2141729" y="1196053"/>
                    <a:pt x="2141330" y="1196435"/>
                    <a:pt x="2140947" y="1196834"/>
                  </a:cubicBezTo>
                  <a:cubicBezTo>
                    <a:pt x="2140848" y="1196934"/>
                    <a:pt x="2140764" y="1197033"/>
                    <a:pt x="2140665" y="1197133"/>
                  </a:cubicBezTo>
                  <a:cubicBezTo>
                    <a:pt x="2139534" y="1198297"/>
                    <a:pt x="2138388" y="1199460"/>
                    <a:pt x="2137224" y="1200607"/>
                  </a:cubicBezTo>
                  <a:cubicBezTo>
                    <a:pt x="2134315" y="1203516"/>
                    <a:pt x="2131373" y="1206392"/>
                    <a:pt x="2128381" y="1209217"/>
                  </a:cubicBezTo>
                  <a:cubicBezTo>
                    <a:pt x="2126885" y="1210630"/>
                    <a:pt x="2125372" y="1212026"/>
                    <a:pt x="2123860" y="1213423"/>
                  </a:cubicBezTo>
                  <a:cubicBezTo>
                    <a:pt x="2122348" y="1214819"/>
                    <a:pt x="2120818" y="1216199"/>
                    <a:pt x="2119289" y="1217562"/>
                  </a:cubicBezTo>
                  <a:cubicBezTo>
                    <a:pt x="2111626" y="1224410"/>
                    <a:pt x="2103731" y="1230992"/>
                    <a:pt x="2095619" y="1237309"/>
                  </a:cubicBezTo>
                  <a:cubicBezTo>
                    <a:pt x="2092361" y="1239835"/>
                    <a:pt x="2089070" y="1242328"/>
                    <a:pt x="2085746" y="1244755"/>
                  </a:cubicBezTo>
                  <a:cubicBezTo>
                    <a:pt x="2084283" y="1245836"/>
                    <a:pt x="2082820" y="1246899"/>
                    <a:pt x="2081341" y="1247947"/>
                  </a:cubicBezTo>
                  <a:cubicBezTo>
                    <a:pt x="2079995" y="1248894"/>
                    <a:pt x="2078648" y="1249858"/>
                    <a:pt x="2077302" y="1250789"/>
                  </a:cubicBezTo>
                  <a:cubicBezTo>
                    <a:pt x="2076454" y="1251404"/>
                    <a:pt x="2075590" y="1252002"/>
                    <a:pt x="2074725" y="1252584"/>
                  </a:cubicBezTo>
                  <a:cubicBezTo>
                    <a:pt x="2073429" y="1253482"/>
                    <a:pt x="2072132" y="1254363"/>
                    <a:pt x="2070836" y="1255227"/>
                  </a:cubicBezTo>
                  <a:cubicBezTo>
                    <a:pt x="2068874" y="1256540"/>
                    <a:pt x="2066913" y="1257853"/>
                    <a:pt x="2064935" y="1259133"/>
                  </a:cubicBezTo>
                  <a:cubicBezTo>
                    <a:pt x="2051322" y="1267959"/>
                    <a:pt x="2037242" y="1276038"/>
                    <a:pt x="2022781" y="1283285"/>
                  </a:cubicBezTo>
                  <a:cubicBezTo>
                    <a:pt x="1961247" y="1314119"/>
                    <a:pt x="1894925" y="1329760"/>
                    <a:pt x="1825678" y="1329760"/>
                  </a:cubicBezTo>
                  <a:cubicBezTo>
                    <a:pt x="1770011" y="1329760"/>
                    <a:pt x="1716272" y="1319670"/>
                    <a:pt x="1665375" y="1299691"/>
                  </a:cubicBezTo>
                  <a:cubicBezTo>
                    <a:pt x="1652560" y="1294671"/>
                    <a:pt x="1639910" y="1289020"/>
                    <a:pt x="1627461" y="1282736"/>
                  </a:cubicBezTo>
                  <a:cubicBezTo>
                    <a:pt x="1568569" y="1253016"/>
                    <a:pt x="1516159" y="1209566"/>
                    <a:pt x="1475918" y="1157074"/>
                  </a:cubicBezTo>
                  <a:cubicBezTo>
                    <a:pt x="1425254" y="1090985"/>
                    <a:pt x="1394985" y="1013842"/>
                    <a:pt x="1387206" y="931896"/>
                  </a:cubicBezTo>
                  <a:lnTo>
                    <a:pt x="1387206" y="931896"/>
                  </a:lnTo>
                  <a:cubicBezTo>
                    <a:pt x="1385876" y="917800"/>
                    <a:pt x="1385195" y="903589"/>
                    <a:pt x="1385195" y="889277"/>
                  </a:cubicBezTo>
                  <a:cubicBezTo>
                    <a:pt x="1385195" y="870511"/>
                    <a:pt x="1386342" y="851927"/>
                    <a:pt x="1388652" y="833610"/>
                  </a:cubicBezTo>
                  <a:cubicBezTo>
                    <a:pt x="1390497" y="818733"/>
                    <a:pt x="1393107" y="804039"/>
                    <a:pt x="1396448" y="789545"/>
                  </a:cubicBezTo>
                  <a:cubicBezTo>
                    <a:pt x="1407136" y="743153"/>
                    <a:pt x="1425337" y="698922"/>
                    <a:pt x="1450636" y="658082"/>
                  </a:cubicBezTo>
                  <a:cubicBezTo>
                    <a:pt x="1438701" y="622710"/>
                    <a:pt x="1424007" y="588253"/>
                    <a:pt x="1406770" y="555241"/>
                  </a:cubicBezTo>
                  <a:cubicBezTo>
                    <a:pt x="1281540" y="315269"/>
                    <a:pt x="1035751" y="166220"/>
                    <a:pt x="765327" y="166220"/>
                  </a:cubicBezTo>
                  <a:cubicBezTo>
                    <a:pt x="494904" y="166220"/>
                    <a:pt x="252439" y="313258"/>
                    <a:pt x="126460" y="550354"/>
                  </a:cubicBezTo>
                  <a:cubicBezTo>
                    <a:pt x="90706" y="506007"/>
                    <a:pt x="47722" y="467278"/>
                    <a:pt x="0" y="436195"/>
                  </a:cubicBezTo>
                  <a:cubicBezTo>
                    <a:pt x="73170" y="312760"/>
                    <a:pt x="175395" y="208457"/>
                    <a:pt x="297900" y="132627"/>
                  </a:cubicBezTo>
                  <a:cubicBezTo>
                    <a:pt x="438073" y="45860"/>
                    <a:pt x="599705" y="0"/>
                    <a:pt x="765327" y="0"/>
                  </a:cubicBezTo>
                  <a:cubicBezTo>
                    <a:pt x="930949" y="0"/>
                    <a:pt x="1092581" y="45860"/>
                    <a:pt x="1232754" y="132627"/>
                  </a:cubicBezTo>
                  <a:cubicBezTo>
                    <a:pt x="1368972" y="216934"/>
                    <a:pt x="1480090" y="336463"/>
                    <a:pt x="1554124" y="478315"/>
                  </a:cubicBezTo>
                  <a:cubicBezTo>
                    <a:pt x="1582565" y="532768"/>
                    <a:pt x="1605370" y="590430"/>
                    <a:pt x="1621925" y="649687"/>
                  </a:cubicBezTo>
                  <a:lnTo>
                    <a:pt x="1633079" y="689663"/>
                  </a:lnTo>
                  <a:lnTo>
                    <a:pt x="1607830" y="722608"/>
                  </a:lnTo>
                  <a:cubicBezTo>
                    <a:pt x="1591956" y="743336"/>
                    <a:pt x="1579290" y="765809"/>
                    <a:pt x="1570015" y="789545"/>
                  </a:cubicBezTo>
                  <a:cubicBezTo>
                    <a:pt x="1557748" y="820961"/>
                    <a:pt x="1551415" y="854587"/>
                    <a:pt x="1551415" y="889277"/>
                  </a:cubicBezTo>
                  <a:cubicBezTo>
                    <a:pt x="1551415" y="950147"/>
                    <a:pt x="1570929" y="1007792"/>
                    <a:pt x="1607847" y="1055963"/>
                  </a:cubicBezTo>
                  <a:cubicBezTo>
                    <a:pt x="1638049" y="1095357"/>
                    <a:pt x="1677210" y="1125077"/>
                    <a:pt x="1721441" y="1143178"/>
                  </a:cubicBezTo>
                  <a:cubicBezTo>
                    <a:pt x="1753954" y="1156492"/>
                    <a:pt x="1789226" y="1163540"/>
                    <a:pt x="1825678" y="1163540"/>
                  </a:cubicBezTo>
                  <a:cubicBezTo>
                    <a:pt x="1911098" y="1163540"/>
                    <a:pt x="1990153" y="1124761"/>
                    <a:pt x="2042578" y="1057159"/>
                  </a:cubicBezTo>
                  <a:cubicBezTo>
                    <a:pt x="2080111" y="1008773"/>
                    <a:pt x="2099941" y="950729"/>
                    <a:pt x="2099941" y="889277"/>
                  </a:cubicBezTo>
                  <a:cubicBezTo>
                    <a:pt x="2099941" y="827825"/>
                    <a:pt x="2080111" y="769781"/>
                    <a:pt x="2042578" y="721395"/>
                  </a:cubicBezTo>
                  <a:lnTo>
                    <a:pt x="2016897" y="688300"/>
                  </a:lnTo>
                  <a:lnTo>
                    <a:pt x="2028250" y="647959"/>
                  </a:lnTo>
                  <a:cubicBezTo>
                    <a:pt x="2044722" y="589383"/>
                    <a:pt x="2067378" y="532303"/>
                    <a:pt x="2095586" y="478281"/>
                  </a:cubicBezTo>
                  <a:cubicBezTo>
                    <a:pt x="2169604" y="336463"/>
                    <a:pt x="2280722" y="216934"/>
                    <a:pt x="2416939" y="132627"/>
                  </a:cubicBezTo>
                  <a:cubicBezTo>
                    <a:pt x="2557113" y="45860"/>
                    <a:pt x="2718745" y="0"/>
                    <a:pt x="2884367" y="0"/>
                  </a:cubicBezTo>
                  <a:cubicBezTo>
                    <a:pt x="3049988" y="0"/>
                    <a:pt x="3211620" y="45860"/>
                    <a:pt x="3351794" y="132627"/>
                  </a:cubicBezTo>
                  <a:cubicBezTo>
                    <a:pt x="3474298" y="208440"/>
                    <a:pt x="3576507" y="312760"/>
                    <a:pt x="3649694" y="436178"/>
                  </a:cubicBezTo>
                  <a:close/>
                </a:path>
              </a:pathLst>
            </a:custGeom>
            <a:solidFill>
              <a:srgbClr val="7D95BE"/>
            </a:solidFill>
            <a:ln w="166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039DC9A8-9C69-F2A7-CB4A-790130F318FA}"/>
                </a:ext>
              </a:extLst>
            </p:cNvPr>
            <p:cNvSpPr/>
            <p:nvPr/>
          </p:nvSpPr>
          <p:spPr>
            <a:xfrm>
              <a:off x="6810087"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496AA4"/>
            </a:solidFill>
            <a:ln w="1661"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BAFA3577-EB17-477A-A627-8AAB02B16506}"/>
                </a:ext>
              </a:extLst>
            </p:cNvPr>
            <p:cNvSpPr/>
            <p:nvPr/>
          </p:nvSpPr>
          <p:spPr>
            <a:xfrm>
              <a:off x="3726360" y="3270323"/>
              <a:ext cx="2998637" cy="1092459"/>
            </a:xfrm>
            <a:custGeom>
              <a:avLst/>
              <a:gdLst>
                <a:gd name="connsiteX0" fmla="*/ 3649993 w 3649992"/>
                <a:gd name="connsiteY0" fmla="*/ 893216 h 1329760"/>
                <a:gd name="connsiteX1" fmla="*/ 3513177 w 3649992"/>
                <a:gd name="connsiteY1" fmla="*/ 1069293 h 1329760"/>
                <a:gd name="connsiteX2" fmla="*/ 3230536 w 3649992"/>
                <a:gd name="connsiteY2" fmla="*/ 1259848 h 1329760"/>
                <a:gd name="connsiteX3" fmla="*/ 2884366 w 3649992"/>
                <a:gd name="connsiteY3" fmla="*/ 1329760 h 1329760"/>
                <a:gd name="connsiteX4" fmla="*/ 2416956 w 3649992"/>
                <a:gd name="connsiteY4" fmla="*/ 1197133 h 1329760"/>
                <a:gd name="connsiteX5" fmla="*/ 2095569 w 3649992"/>
                <a:gd name="connsiteY5" fmla="*/ 851462 h 1329760"/>
                <a:gd name="connsiteX6" fmla="*/ 2028001 w 3649992"/>
                <a:gd name="connsiteY6" fmla="*/ 680920 h 1329760"/>
                <a:gd name="connsiteX7" fmla="*/ 2016764 w 3649992"/>
                <a:gd name="connsiteY7" fmla="*/ 640761 h 1329760"/>
                <a:gd name="connsiteX8" fmla="*/ 2042213 w 3649992"/>
                <a:gd name="connsiteY8" fmla="*/ 607750 h 1329760"/>
                <a:gd name="connsiteX9" fmla="*/ 2099110 w 3649992"/>
                <a:gd name="connsiteY9" fmla="*/ 440483 h 1329760"/>
                <a:gd name="connsiteX10" fmla="*/ 2042213 w 3649992"/>
                <a:gd name="connsiteY10" fmla="*/ 273216 h 1329760"/>
                <a:gd name="connsiteX11" fmla="*/ 1824847 w 3649992"/>
                <a:gd name="connsiteY11" fmla="*/ 166220 h 1329760"/>
                <a:gd name="connsiteX12" fmla="*/ 1607481 w 3649992"/>
                <a:gd name="connsiteY12" fmla="*/ 273216 h 1329760"/>
                <a:gd name="connsiteX13" fmla="*/ 1550584 w 3649992"/>
                <a:gd name="connsiteY13" fmla="*/ 440483 h 1329760"/>
                <a:gd name="connsiteX14" fmla="*/ 1607481 w 3649992"/>
                <a:gd name="connsiteY14" fmla="*/ 607750 h 1329760"/>
                <a:gd name="connsiteX15" fmla="*/ 1632929 w 3649992"/>
                <a:gd name="connsiteY15" fmla="*/ 640761 h 1329760"/>
                <a:gd name="connsiteX16" fmla="*/ 1621693 w 3649992"/>
                <a:gd name="connsiteY16" fmla="*/ 680904 h 1329760"/>
                <a:gd name="connsiteX17" fmla="*/ 1554107 w 3649992"/>
                <a:gd name="connsiteY17" fmla="*/ 851462 h 1329760"/>
                <a:gd name="connsiteX18" fmla="*/ 1232754 w 3649992"/>
                <a:gd name="connsiteY18" fmla="*/ 1197133 h 1329760"/>
                <a:gd name="connsiteX19" fmla="*/ 765327 w 3649992"/>
                <a:gd name="connsiteY19" fmla="*/ 1329760 h 1329760"/>
                <a:gd name="connsiteX20" fmla="*/ 297900 w 3649992"/>
                <a:gd name="connsiteY20" fmla="*/ 1197133 h 1329760"/>
                <a:gd name="connsiteX21" fmla="*/ 0 w 3649992"/>
                <a:gd name="connsiteY21" fmla="*/ 893566 h 1329760"/>
                <a:gd name="connsiteX22" fmla="*/ 126460 w 3649992"/>
                <a:gd name="connsiteY22" fmla="*/ 779406 h 1329760"/>
                <a:gd name="connsiteX23" fmla="*/ 765327 w 3649992"/>
                <a:gd name="connsiteY23" fmla="*/ 1163540 h 1329760"/>
                <a:gd name="connsiteX24" fmla="*/ 1406753 w 3649992"/>
                <a:gd name="connsiteY24" fmla="*/ 774552 h 1329760"/>
                <a:gd name="connsiteX25" fmla="*/ 1450353 w 3649992"/>
                <a:gd name="connsiteY25" fmla="*/ 672559 h 1329760"/>
                <a:gd name="connsiteX26" fmla="*/ 1384364 w 3649992"/>
                <a:gd name="connsiteY26" fmla="*/ 440483 h 1329760"/>
                <a:gd name="connsiteX27" fmla="*/ 1462603 w 3649992"/>
                <a:gd name="connsiteY27" fmla="*/ 189773 h 1329760"/>
                <a:gd name="connsiteX28" fmla="*/ 1462620 w 3649992"/>
                <a:gd name="connsiteY28" fmla="*/ 189773 h 1329760"/>
                <a:gd name="connsiteX29" fmla="*/ 1475835 w 3649992"/>
                <a:gd name="connsiteY29" fmla="*/ 171722 h 1329760"/>
                <a:gd name="connsiteX30" fmla="*/ 1627178 w 3649992"/>
                <a:gd name="connsiteY30" fmla="*/ 46758 h 1329760"/>
                <a:gd name="connsiteX31" fmla="*/ 1666505 w 3649992"/>
                <a:gd name="connsiteY31" fmla="*/ 29305 h 1329760"/>
                <a:gd name="connsiteX32" fmla="*/ 1824847 w 3649992"/>
                <a:gd name="connsiteY32" fmla="*/ 0 h 1329760"/>
                <a:gd name="connsiteX33" fmla="*/ 2022515 w 3649992"/>
                <a:gd name="connsiteY33" fmla="*/ 46758 h 1329760"/>
                <a:gd name="connsiteX34" fmla="*/ 2062890 w 3649992"/>
                <a:gd name="connsiteY34" fmla="*/ 69862 h 1329760"/>
                <a:gd name="connsiteX35" fmla="*/ 2064602 w 3649992"/>
                <a:gd name="connsiteY35" fmla="*/ 70976 h 1329760"/>
                <a:gd name="connsiteX36" fmla="*/ 2067744 w 3649992"/>
                <a:gd name="connsiteY36" fmla="*/ 73037 h 1329760"/>
                <a:gd name="connsiteX37" fmla="*/ 2068891 w 3649992"/>
                <a:gd name="connsiteY37" fmla="*/ 73802 h 1329760"/>
                <a:gd name="connsiteX38" fmla="*/ 2071916 w 3649992"/>
                <a:gd name="connsiteY38" fmla="*/ 75846 h 1329760"/>
                <a:gd name="connsiteX39" fmla="*/ 2079130 w 3649992"/>
                <a:gd name="connsiteY39" fmla="*/ 80849 h 1329760"/>
                <a:gd name="connsiteX40" fmla="*/ 2082687 w 3649992"/>
                <a:gd name="connsiteY40" fmla="*/ 83393 h 1329760"/>
                <a:gd name="connsiteX41" fmla="*/ 2086228 w 3649992"/>
                <a:gd name="connsiteY41" fmla="*/ 85969 h 1329760"/>
                <a:gd name="connsiteX42" fmla="*/ 2089735 w 3649992"/>
                <a:gd name="connsiteY42" fmla="*/ 88595 h 1329760"/>
                <a:gd name="connsiteX43" fmla="*/ 2092544 w 3649992"/>
                <a:gd name="connsiteY43" fmla="*/ 90739 h 1329760"/>
                <a:gd name="connsiteX44" fmla="*/ 2100473 w 3649992"/>
                <a:gd name="connsiteY44" fmla="*/ 96940 h 1329760"/>
                <a:gd name="connsiteX45" fmla="*/ 2104828 w 3649992"/>
                <a:gd name="connsiteY45" fmla="*/ 100480 h 1329760"/>
                <a:gd name="connsiteX46" fmla="*/ 2111277 w 3649992"/>
                <a:gd name="connsiteY46" fmla="*/ 105899 h 1329760"/>
                <a:gd name="connsiteX47" fmla="*/ 2114485 w 3649992"/>
                <a:gd name="connsiteY47" fmla="*/ 108675 h 1329760"/>
                <a:gd name="connsiteX48" fmla="*/ 2120004 w 3649992"/>
                <a:gd name="connsiteY48" fmla="*/ 113578 h 1329760"/>
                <a:gd name="connsiteX49" fmla="*/ 2125423 w 3649992"/>
                <a:gd name="connsiteY49" fmla="*/ 118565 h 1329760"/>
                <a:gd name="connsiteX50" fmla="*/ 2127301 w 3649992"/>
                <a:gd name="connsiteY50" fmla="*/ 120310 h 1329760"/>
                <a:gd name="connsiteX51" fmla="*/ 2132337 w 3649992"/>
                <a:gd name="connsiteY51" fmla="*/ 125147 h 1329760"/>
                <a:gd name="connsiteX52" fmla="*/ 2132769 w 3649992"/>
                <a:gd name="connsiteY52" fmla="*/ 125563 h 1329760"/>
                <a:gd name="connsiteX53" fmla="*/ 2138870 w 3649992"/>
                <a:gd name="connsiteY53" fmla="*/ 131646 h 1329760"/>
                <a:gd name="connsiteX54" fmla="*/ 2144920 w 3649992"/>
                <a:gd name="connsiteY54" fmla="*/ 137913 h 1329760"/>
                <a:gd name="connsiteX55" fmla="*/ 2150837 w 3649992"/>
                <a:gd name="connsiteY55" fmla="*/ 144296 h 1329760"/>
                <a:gd name="connsiteX56" fmla="*/ 2156639 w 3649992"/>
                <a:gd name="connsiteY56" fmla="*/ 150795 h 1329760"/>
                <a:gd name="connsiteX57" fmla="*/ 2167343 w 3649992"/>
                <a:gd name="connsiteY57" fmla="*/ 163527 h 1329760"/>
                <a:gd name="connsiteX58" fmla="*/ 2167859 w 3649992"/>
                <a:gd name="connsiteY58" fmla="*/ 164159 h 1329760"/>
                <a:gd name="connsiteX59" fmla="*/ 2170784 w 3649992"/>
                <a:gd name="connsiteY59" fmla="*/ 167782 h 1329760"/>
                <a:gd name="connsiteX60" fmla="*/ 2173859 w 3649992"/>
                <a:gd name="connsiteY60" fmla="*/ 171722 h 1329760"/>
                <a:gd name="connsiteX61" fmla="*/ 2265330 w 3649992"/>
                <a:gd name="connsiteY61" fmla="*/ 440483 h 1329760"/>
                <a:gd name="connsiteX62" fmla="*/ 2199341 w 3649992"/>
                <a:gd name="connsiteY62" fmla="*/ 672559 h 1329760"/>
                <a:gd name="connsiteX63" fmla="*/ 2242923 w 3649992"/>
                <a:gd name="connsiteY63" fmla="*/ 774535 h 1329760"/>
                <a:gd name="connsiteX64" fmla="*/ 2884366 w 3649992"/>
                <a:gd name="connsiteY64" fmla="*/ 1163540 h 1329760"/>
                <a:gd name="connsiteX65" fmla="*/ 3523383 w 3649992"/>
                <a:gd name="connsiteY65" fmla="*/ 778591 h 1329760"/>
                <a:gd name="connsiteX66" fmla="*/ 3649993 w 3649992"/>
                <a:gd name="connsiteY66" fmla="*/ 893216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649992" h="1329760">
                  <a:moveTo>
                    <a:pt x="3649993" y="893216"/>
                  </a:moveTo>
                  <a:cubicBezTo>
                    <a:pt x="3612178" y="957145"/>
                    <a:pt x="3566401" y="1016086"/>
                    <a:pt x="3513177" y="1069293"/>
                  </a:cubicBezTo>
                  <a:cubicBezTo>
                    <a:pt x="3431546" y="1150941"/>
                    <a:pt x="3336452" y="1215052"/>
                    <a:pt x="3230536" y="1259848"/>
                  </a:cubicBezTo>
                  <a:cubicBezTo>
                    <a:pt x="3120848" y="1306240"/>
                    <a:pt x="3004377" y="1329760"/>
                    <a:pt x="2884366" y="1329760"/>
                  </a:cubicBezTo>
                  <a:cubicBezTo>
                    <a:pt x="2718762" y="1329760"/>
                    <a:pt x="2557129" y="1283900"/>
                    <a:pt x="2416956" y="1197133"/>
                  </a:cubicBezTo>
                  <a:cubicBezTo>
                    <a:pt x="2280738" y="1112826"/>
                    <a:pt x="2169620" y="993298"/>
                    <a:pt x="2095569" y="851462"/>
                  </a:cubicBezTo>
                  <a:cubicBezTo>
                    <a:pt x="2067229" y="797125"/>
                    <a:pt x="2044490" y="739745"/>
                    <a:pt x="2028001" y="680920"/>
                  </a:cubicBezTo>
                  <a:lnTo>
                    <a:pt x="2016764" y="640761"/>
                  </a:lnTo>
                  <a:lnTo>
                    <a:pt x="2042213" y="607750"/>
                  </a:lnTo>
                  <a:cubicBezTo>
                    <a:pt x="2079429" y="559480"/>
                    <a:pt x="2099110" y="501635"/>
                    <a:pt x="2099110" y="440483"/>
                  </a:cubicBezTo>
                  <a:cubicBezTo>
                    <a:pt x="2099110" y="379331"/>
                    <a:pt x="2079429" y="321486"/>
                    <a:pt x="2042213" y="273216"/>
                  </a:cubicBezTo>
                  <a:cubicBezTo>
                    <a:pt x="1989787" y="205215"/>
                    <a:pt x="1910566" y="166220"/>
                    <a:pt x="1824847" y="166220"/>
                  </a:cubicBezTo>
                  <a:cubicBezTo>
                    <a:pt x="1739127" y="166220"/>
                    <a:pt x="1659907" y="205215"/>
                    <a:pt x="1607481" y="273216"/>
                  </a:cubicBezTo>
                  <a:cubicBezTo>
                    <a:pt x="1570248" y="321486"/>
                    <a:pt x="1550584" y="379331"/>
                    <a:pt x="1550584" y="440483"/>
                  </a:cubicBezTo>
                  <a:cubicBezTo>
                    <a:pt x="1550584" y="501635"/>
                    <a:pt x="1570248" y="559480"/>
                    <a:pt x="1607481" y="607750"/>
                  </a:cubicBezTo>
                  <a:lnTo>
                    <a:pt x="1632929" y="640761"/>
                  </a:lnTo>
                  <a:lnTo>
                    <a:pt x="1621693" y="680904"/>
                  </a:lnTo>
                  <a:cubicBezTo>
                    <a:pt x="1605204" y="739745"/>
                    <a:pt x="1582481" y="797125"/>
                    <a:pt x="1554107" y="851462"/>
                  </a:cubicBezTo>
                  <a:cubicBezTo>
                    <a:pt x="1480090" y="993298"/>
                    <a:pt x="1368955" y="1112826"/>
                    <a:pt x="1232754" y="1197133"/>
                  </a:cubicBezTo>
                  <a:cubicBezTo>
                    <a:pt x="1092581" y="1283900"/>
                    <a:pt x="930948" y="1329760"/>
                    <a:pt x="765327" y="1329760"/>
                  </a:cubicBezTo>
                  <a:cubicBezTo>
                    <a:pt x="599705" y="1329760"/>
                    <a:pt x="438073" y="1283900"/>
                    <a:pt x="297900" y="1197133"/>
                  </a:cubicBezTo>
                  <a:cubicBezTo>
                    <a:pt x="175395" y="1121304"/>
                    <a:pt x="73170" y="1017001"/>
                    <a:pt x="0" y="893566"/>
                  </a:cubicBezTo>
                  <a:cubicBezTo>
                    <a:pt x="47755" y="862449"/>
                    <a:pt x="90723" y="823736"/>
                    <a:pt x="126460" y="779406"/>
                  </a:cubicBezTo>
                  <a:cubicBezTo>
                    <a:pt x="252438" y="1016502"/>
                    <a:pt x="496732" y="1163540"/>
                    <a:pt x="765327" y="1163540"/>
                  </a:cubicBezTo>
                  <a:cubicBezTo>
                    <a:pt x="1033922" y="1163540"/>
                    <a:pt x="1281540" y="1014491"/>
                    <a:pt x="1406753" y="774552"/>
                  </a:cubicBezTo>
                  <a:cubicBezTo>
                    <a:pt x="1423891" y="741724"/>
                    <a:pt x="1438485" y="707549"/>
                    <a:pt x="1450353" y="672559"/>
                  </a:cubicBezTo>
                  <a:cubicBezTo>
                    <a:pt x="1407052" y="603046"/>
                    <a:pt x="1384364" y="523659"/>
                    <a:pt x="1384364" y="440483"/>
                  </a:cubicBezTo>
                  <a:cubicBezTo>
                    <a:pt x="1384364" y="349760"/>
                    <a:pt x="1411341" y="263558"/>
                    <a:pt x="1462603" y="189773"/>
                  </a:cubicBezTo>
                  <a:lnTo>
                    <a:pt x="1462620" y="189773"/>
                  </a:lnTo>
                  <a:cubicBezTo>
                    <a:pt x="1466858" y="183673"/>
                    <a:pt x="1471263" y="177656"/>
                    <a:pt x="1475835" y="171722"/>
                  </a:cubicBezTo>
                  <a:cubicBezTo>
                    <a:pt x="1516093" y="119512"/>
                    <a:pt x="1568419" y="76295"/>
                    <a:pt x="1627178" y="46758"/>
                  </a:cubicBezTo>
                  <a:cubicBezTo>
                    <a:pt x="1640077" y="40275"/>
                    <a:pt x="1653191" y="34457"/>
                    <a:pt x="1666505" y="29305"/>
                  </a:cubicBezTo>
                  <a:cubicBezTo>
                    <a:pt x="1716820" y="9840"/>
                    <a:pt x="1769911" y="0"/>
                    <a:pt x="1824847" y="0"/>
                  </a:cubicBezTo>
                  <a:cubicBezTo>
                    <a:pt x="1894310" y="0"/>
                    <a:pt x="1960815" y="15724"/>
                    <a:pt x="2022515" y="46758"/>
                  </a:cubicBezTo>
                  <a:cubicBezTo>
                    <a:pt x="2036362" y="53722"/>
                    <a:pt x="2049842" y="61435"/>
                    <a:pt x="2062890" y="69862"/>
                  </a:cubicBezTo>
                  <a:lnTo>
                    <a:pt x="2064602" y="70976"/>
                  </a:lnTo>
                  <a:cubicBezTo>
                    <a:pt x="2065649" y="71657"/>
                    <a:pt x="2066697" y="72356"/>
                    <a:pt x="2067744" y="73037"/>
                  </a:cubicBezTo>
                  <a:cubicBezTo>
                    <a:pt x="2068127" y="73270"/>
                    <a:pt x="2068509" y="73536"/>
                    <a:pt x="2068891" y="73802"/>
                  </a:cubicBezTo>
                  <a:cubicBezTo>
                    <a:pt x="2069905" y="74483"/>
                    <a:pt x="2070919" y="75165"/>
                    <a:pt x="2071916" y="75846"/>
                  </a:cubicBezTo>
                  <a:cubicBezTo>
                    <a:pt x="2074343" y="77475"/>
                    <a:pt x="2076737" y="79137"/>
                    <a:pt x="2079130" y="80849"/>
                  </a:cubicBezTo>
                  <a:cubicBezTo>
                    <a:pt x="2080310" y="81681"/>
                    <a:pt x="2081507" y="82528"/>
                    <a:pt x="2082687" y="83393"/>
                  </a:cubicBezTo>
                  <a:cubicBezTo>
                    <a:pt x="2083867" y="84240"/>
                    <a:pt x="2085048" y="85105"/>
                    <a:pt x="2086228" y="85969"/>
                  </a:cubicBezTo>
                  <a:cubicBezTo>
                    <a:pt x="2087408" y="86833"/>
                    <a:pt x="2088571" y="87714"/>
                    <a:pt x="2089735" y="88595"/>
                  </a:cubicBezTo>
                  <a:cubicBezTo>
                    <a:pt x="2090666" y="89293"/>
                    <a:pt x="2091613" y="90008"/>
                    <a:pt x="2092544" y="90739"/>
                  </a:cubicBezTo>
                  <a:cubicBezTo>
                    <a:pt x="2095220" y="92767"/>
                    <a:pt x="2097863" y="94845"/>
                    <a:pt x="2100473" y="96940"/>
                  </a:cubicBezTo>
                  <a:cubicBezTo>
                    <a:pt x="2101935" y="98120"/>
                    <a:pt x="2103382" y="99300"/>
                    <a:pt x="2104828" y="100480"/>
                  </a:cubicBezTo>
                  <a:cubicBezTo>
                    <a:pt x="2106989" y="102275"/>
                    <a:pt x="2109150" y="104087"/>
                    <a:pt x="2111277" y="105899"/>
                  </a:cubicBezTo>
                  <a:cubicBezTo>
                    <a:pt x="2112357" y="106813"/>
                    <a:pt x="2113422" y="107744"/>
                    <a:pt x="2114485" y="108675"/>
                  </a:cubicBezTo>
                  <a:cubicBezTo>
                    <a:pt x="2116330" y="110304"/>
                    <a:pt x="2118175" y="111933"/>
                    <a:pt x="2120004" y="113578"/>
                  </a:cubicBezTo>
                  <a:cubicBezTo>
                    <a:pt x="2121832" y="115224"/>
                    <a:pt x="2123627" y="116886"/>
                    <a:pt x="2125423" y="118565"/>
                  </a:cubicBezTo>
                  <a:cubicBezTo>
                    <a:pt x="2126054" y="119146"/>
                    <a:pt x="2126686" y="119728"/>
                    <a:pt x="2127301" y="120310"/>
                  </a:cubicBezTo>
                  <a:cubicBezTo>
                    <a:pt x="2128996" y="121906"/>
                    <a:pt x="2130675" y="123518"/>
                    <a:pt x="2132337" y="125147"/>
                  </a:cubicBezTo>
                  <a:cubicBezTo>
                    <a:pt x="2132487" y="125297"/>
                    <a:pt x="2132620" y="125430"/>
                    <a:pt x="2132769" y="125563"/>
                  </a:cubicBezTo>
                  <a:cubicBezTo>
                    <a:pt x="2134830" y="127574"/>
                    <a:pt x="2136858" y="129602"/>
                    <a:pt x="2138870" y="131646"/>
                  </a:cubicBezTo>
                  <a:cubicBezTo>
                    <a:pt x="2140914" y="133707"/>
                    <a:pt x="2142926" y="135802"/>
                    <a:pt x="2144920" y="137913"/>
                  </a:cubicBezTo>
                  <a:cubicBezTo>
                    <a:pt x="2146915" y="140024"/>
                    <a:pt x="2148893" y="142151"/>
                    <a:pt x="2150837" y="144296"/>
                  </a:cubicBezTo>
                  <a:cubicBezTo>
                    <a:pt x="2152799" y="146440"/>
                    <a:pt x="2154727" y="148617"/>
                    <a:pt x="2156639" y="150795"/>
                  </a:cubicBezTo>
                  <a:cubicBezTo>
                    <a:pt x="2160295" y="154967"/>
                    <a:pt x="2163852" y="159222"/>
                    <a:pt x="2167343" y="163527"/>
                  </a:cubicBezTo>
                  <a:cubicBezTo>
                    <a:pt x="2167509" y="163743"/>
                    <a:pt x="2167692" y="163943"/>
                    <a:pt x="2167859" y="164159"/>
                  </a:cubicBezTo>
                  <a:lnTo>
                    <a:pt x="2170784" y="167782"/>
                  </a:lnTo>
                  <a:cubicBezTo>
                    <a:pt x="2171814" y="169096"/>
                    <a:pt x="2172845" y="170409"/>
                    <a:pt x="2173859" y="171722"/>
                  </a:cubicBezTo>
                  <a:cubicBezTo>
                    <a:pt x="2233698" y="249330"/>
                    <a:pt x="2265330" y="342264"/>
                    <a:pt x="2265330" y="440483"/>
                  </a:cubicBezTo>
                  <a:cubicBezTo>
                    <a:pt x="2265330" y="523659"/>
                    <a:pt x="2242641" y="603046"/>
                    <a:pt x="2199341" y="672559"/>
                  </a:cubicBezTo>
                  <a:cubicBezTo>
                    <a:pt x="2211208" y="707549"/>
                    <a:pt x="2225803" y="741724"/>
                    <a:pt x="2242923" y="774535"/>
                  </a:cubicBezTo>
                  <a:cubicBezTo>
                    <a:pt x="2368170" y="1014491"/>
                    <a:pt x="2613960" y="1163540"/>
                    <a:pt x="2884366" y="1163540"/>
                  </a:cubicBezTo>
                  <a:cubicBezTo>
                    <a:pt x="3154773" y="1163540"/>
                    <a:pt x="3401843" y="1007376"/>
                    <a:pt x="3523383" y="778591"/>
                  </a:cubicBezTo>
                  <a:cubicBezTo>
                    <a:pt x="3559153" y="823105"/>
                    <a:pt x="3602171" y="861984"/>
                    <a:pt x="3649993" y="893216"/>
                  </a:cubicBezTo>
                  <a:close/>
                </a:path>
              </a:pathLst>
            </a:custGeom>
            <a:solidFill>
              <a:srgbClr val="9A8DC8"/>
            </a:solidFill>
            <a:ln w="1661"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60560DD5-8A57-67CE-12AE-D7ACEB17DCF0}"/>
                </a:ext>
              </a:extLst>
            </p:cNvPr>
            <p:cNvSpPr/>
            <p:nvPr/>
          </p:nvSpPr>
          <p:spPr>
            <a:xfrm>
              <a:off x="7208329" y="2901618"/>
              <a:ext cx="3100030" cy="1461164"/>
            </a:xfrm>
            <a:custGeom>
              <a:avLst/>
              <a:gdLst>
                <a:gd name="connsiteX0" fmla="*/ 3767909 w 3773410"/>
                <a:gd name="connsiteY0" fmla="*/ 789545 h 1778554"/>
                <a:gd name="connsiteX1" fmla="*/ 3703499 w 3773410"/>
                <a:gd name="connsiteY1" fmla="*/ 543107 h 1778554"/>
                <a:gd name="connsiteX2" fmla="*/ 3512945 w 3773410"/>
                <a:gd name="connsiteY2" fmla="*/ 260467 h 1778554"/>
                <a:gd name="connsiteX3" fmla="*/ 3230304 w 3773410"/>
                <a:gd name="connsiteY3" fmla="*/ 69912 h 1778554"/>
                <a:gd name="connsiteX4" fmla="*/ 2884134 w 3773410"/>
                <a:gd name="connsiteY4" fmla="*/ 0 h 1778554"/>
                <a:gd name="connsiteX5" fmla="*/ 2416723 w 3773410"/>
                <a:gd name="connsiteY5" fmla="*/ 132627 h 1778554"/>
                <a:gd name="connsiteX6" fmla="*/ 2118790 w 3773410"/>
                <a:gd name="connsiteY6" fmla="*/ 436195 h 1778554"/>
                <a:gd name="connsiteX7" fmla="*/ 2245284 w 3773410"/>
                <a:gd name="connsiteY7" fmla="*/ 550338 h 1778554"/>
                <a:gd name="connsiteX8" fmla="*/ 2884134 w 3773410"/>
                <a:gd name="connsiteY8" fmla="*/ 166220 h 1778554"/>
                <a:gd name="connsiteX9" fmla="*/ 3600326 w 3773410"/>
                <a:gd name="connsiteY9" fmla="*/ 789545 h 1778554"/>
                <a:gd name="connsiteX10" fmla="*/ 3607191 w 3773410"/>
                <a:gd name="connsiteY10" fmla="*/ 889277 h 1778554"/>
                <a:gd name="connsiteX11" fmla="*/ 2884134 w 3773410"/>
                <a:gd name="connsiteY11" fmla="*/ 1612334 h 1778554"/>
                <a:gd name="connsiteX12" fmla="*/ 2242708 w 3773410"/>
                <a:gd name="connsiteY12" fmla="*/ 1223329 h 1778554"/>
                <a:gd name="connsiteX13" fmla="*/ 2199108 w 3773410"/>
                <a:gd name="connsiteY13" fmla="*/ 1121353 h 1778554"/>
                <a:gd name="connsiteX14" fmla="*/ 2265097 w 3773410"/>
                <a:gd name="connsiteY14" fmla="*/ 889277 h 1778554"/>
                <a:gd name="connsiteX15" fmla="*/ 2173627 w 3773410"/>
                <a:gd name="connsiteY15" fmla="*/ 620516 h 1778554"/>
                <a:gd name="connsiteX16" fmla="*/ 2022283 w 3773410"/>
                <a:gd name="connsiteY16" fmla="*/ 495552 h 1778554"/>
                <a:gd name="connsiteX17" fmla="*/ 1824614 w 3773410"/>
                <a:gd name="connsiteY17" fmla="*/ 448794 h 1778554"/>
                <a:gd name="connsiteX18" fmla="*/ 1666273 w 3773410"/>
                <a:gd name="connsiteY18" fmla="*/ 478099 h 1778554"/>
                <a:gd name="connsiteX19" fmla="*/ 1626945 w 3773410"/>
                <a:gd name="connsiteY19" fmla="*/ 495552 h 1778554"/>
                <a:gd name="connsiteX20" fmla="*/ 1475602 w 3773410"/>
                <a:gd name="connsiteY20" fmla="*/ 620516 h 1778554"/>
                <a:gd name="connsiteX21" fmla="*/ 1462387 w 3773410"/>
                <a:gd name="connsiteY21" fmla="*/ 638551 h 1778554"/>
                <a:gd name="connsiteX22" fmla="*/ 1384131 w 3773410"/>
                <a:gd name="connsiteY22" fmla="*/ 889277 h 1778554"/>
                <a:gd name="connsiteX23" fmla="*/ 1450121 w 3773410"/>
                <a:gd name="connsiteY23" fmla="*/ 1121353 h 1778554"/>
                <a:gd name="connsiteX24" fmla="*/ 1406521 w 3773410"/>
                <a:gd name="connsiteY24" fmla="*/ 1223346 h 1778554"/>
                <a:gd name="connsiteX25" fmla="*/ 765094 w 3773410"/>
                <a:gd name="connsiteY25" fmla="*/ 1612334 h 1778554"/>
                <a:gd name="connsiteX26" fmla="*/ 126560 w 3773410"/>
                <a:gd name="connsiteY26" fmla="*/ 1228815 h 1778554"/>
                <a:gd name="connsiteX27" fmla="*/ 0 w 3773410"/>
                <a:gd name="connsiteY27" fmla="*/ 1342758 h 1778554"/>
                <a:gd name="connsiteX28" fmla="*/ 297667 w 3773410"/>
                <a:gd name="connsiteY28" fmla="*/ 1645927 h 1778554"/>
                <a:gd name="connsiteX29" fmla="*/ 765094 w 3773410"/>
                <a:gd name="connsiteY29" fmla="*/ 1778554 h 1778554"/>
                <a:gd name="connsiteX30" fmla="*/ 1232522 w 3773410"/>
                <a:gd name="connsiteY30" fmla="*/ 1645927 h 1778554"/>
                <a:gd name="connsiteX31" fmla="*/ 1553875 w 3773410"/>
                <a:gd name="connsiteY31" fmla="*/ 1300256 h 1778554"/>
                <a:gd name="connsiteX32" fmla="*/ 1621460 w 3773410"/>
                <a:gd name="connsiteY32" fmla="*/ 1129698 h 1778554"/>
                <a:gd name="connsiteX33" fmla="*/ 1632696 w 3773410"/>
                <a:gd name="connsiteY33" fmla="*/ 1089556 h 1778554"/>
                <a:gd name="connsiteX34" fmla="*/ 1607248 w 3773410"/>
                <a:gd name="connsiteY34" fmla="*/ 1056544 h 1778554"/>
                <a:gd name="connsiteX35" fmla="*/ 1550351 w 3773410"/>
                <a:gd name="connsiteY35" fmla="*/ 889277 h 1778554"/>
                <a:gd name="connsiteX36" fmla="*/ 1607248 w 3773410"/>
                <a:gd name="connsiteY36" fmla="*/ 722010 h 1778554"/>
                <a:gd name="connsiteX37" fmla="*/ 1824614 w 3773410"/>
                <a:gd name="connsiteY37" fmla="*/ 615014 h 1778554"/>
                <a:gd name="connsiteX38" fmla="*/ 2041980 w 3773410"/>
                <a:gd name="connsiteY38" fmla="*/ 722010 h 1778554"/>
                <a:gd name="connsiteX39" fmla="*/ 2098877 w 3773410"/>
                <a:gd name="connsiteY39" fmla="*/ 889277 h 1778554"/>
                <a:gd name="connsiteX40" fmla="*/ 2041980 w 3773410"/>
                <a:gd name="connsiteY40" fmla="*/ 1056544 h 1778554"/>
                <a:gd name="connsiteX41" fmla="*/ 2016532 w 3773410"/>
                <a:gd name="connsiteY41" fmla="*/ 1089556 h 1778554"/>
                <a:gd name="connsiteX42" fmla="*/ 2027768 w 3773410"/>
                <a:gd name="connsiteY42" fmla="*/ 1129714 h 1778554"/>
                <a:gd name="connsiteX43" fmla="*/ 2095337 w 3773410"/>
                <a:gd name="connsiteY43" fmla="*/ 1300256 h 1778554"/>
                <a:gd name="connsiteX44" fmla="*/ 2416723 w 3773410"/>
                <a:gd name="connsiteY44" fmla="*/ 1645927 h 1778554"/>
                <a:gd name="connsiteX45" fmla="*/ 2884134 w 3773410"/>
                <a:gd name="connsiteY45" fmla="*/ 1778554 h 1778554"/>
                <a:gd name="connsiteX46" fmla="*/ 3230304 w 3773410"/>
                <a:gd name="connsiteY46" fmla="*/ 1708642 h 1778554"/>
                <a:gd name="connsiteX47" fmla="*/ 3512945 w 3773410"/>
                <a:gd name="connsiteY47" fmla="*/ 1518087 h 1778554"/>
                <a:gd name="connsiteX48" fmla="*/ 3703499 w 3773410"/>
                <a:gd name="connsiteY48" fmla="*/ 1235447 h 1778554"/>
                <a:gd name="connsiteX49" fmla="*/ 3773411 w 3773410"/>
                <a:gd name="connsiteY49" fmla="*/ 889277 h 1778554"/>
                <a:gd name="connsiteX50" fmla="*/ 3767909 w 3773410"/>
                <a:gd name="connsiteY50" fmla="*/ 789545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73410" h="1778554">
                  <a:moveTo>
                    <a:pt x="3767909" y="789545"/>
                  </a:moveTo>
                  <a:cubicBezTo>
                    <a:pt x="3758468" y="704690"/>
                    <a:pt x="3736926" y="622145"/>
                    <a:pt x="3703499" y="543107"/>
                  </a:cubicBezTo>
                  <a:cubicBezTo>
                    <a:pt x="3658703" y="437192"/>
                    <a:pt x="3594591" y="342097"/>
                    <a:pt x="3512945" y="260467"/>
                  </a:cubicBezTo>
                  <a:cubicBezTo>
                    <a:pt x="3431313" y="178819"/>
                    <a:pt x="3336219" y="114708"/>
                    <a:pt x="3230304" y="69912"/>
                  </a:cubicBezTo>
                  <a:cubicBezTo>
                    <a:pt x="3120615" y="23520"/>
                    <a:pt x="3004145" y="0"/>
                    <a:pt x="2884134" y="0"/>
                  </a:cubicBezTo>
                  <a:cubicBezTo>
                    <a:pt x="2718529" y="0"/>
                    <a:pt x="2556897" y="45860"/>
                    <a:pt x="2416723" y="132627"/>
                  </a:cubicBezTo>
                  <a:cubicBezTo>
                    <a:pt x="2294203" y="208457"/>
                    <a:pt x="2191994" y="312776"/>
                    <a:pt x="2118790" y="436195"/>
                  </a:cubicBezTo>
                  <a:cubicBezTo>
                    <a:pt x="2166512" y="467261"/>
                    <a:pt x="2209480" y="505990"/>
                    <a:pt x="2245284" y="550338"/>
                  </a:cubicBezTo>
                  <a:cubicBezTo>
                    <a:pt x="2371295" y="313242"/>
                    <a:pt x="2615572" y="166220"/>
                    <a:pt x="2884134" y="166220"/>
                  </a:cubicBezTo>
                  <a:cubicBezTo>
                    <a:pt x="3249004" y="166220"/>
                    <a:pt x="3551607" y="437873"/>
                    <a:pt x="3600326" y="789545"/>
                  </a:cubicBezTo>
                  <a:cubicBezTo>
                    <a:pt x="3604864" y="822141"/>
                    <a:pt x="3607191" y="855451"/>
                    <a:pt x="3607191" y="889277"/>
                  </a:cubicBezTo>
                  <a:cubicBezTo>
                    <a:pt x="3607191" y="1287972"/>
                    <a:pt x="3282830" y="1612334"/>
                    <a:pt x="2884134" y="1612334"/>
                  </a:cubicBezTo>
                  <a:cubicBezTo>
                    <a:pt x="2613727" y="1612334"/>
                    <a:pt x="2367938" y="1463285"/>
                    <a:pt x="2242708" y="1223329"/>
                  </a:cubicBezTo>
                  <a:cubicBezTo>
                    <a:pt x="2225570" y="1190518"/>
                    <a:pt x="2210976" y="1156343"/>
                    <a:pt x="2199108" y="1121353"/>
                  </a:cubicBezTo>
                  <a:cubicBezTo>
                    <a:pt x="2242408" y="1051840"/>
                    <a:pt x="2265097" y="972453"/>
                    <a:pt x="2265097" y="889277"/>
                  </a:cubicBezTo>
                  <a:cubicBezTo>
                    <a:pt x="2265097" y="791058"/>
                    <a:pt x="2233466" y="698124"/>
                    <a:pt x="2173627" y="620516"/>
                  </a:cubicBezTo>
                  <a:cubicBezTo>
                    <a:pt x="2133368" y="568306"/>
                    <a:pt x="2081042" y="525089"/>
                    <a:pt x="2022283" y="495552"/>
                  </a:cubicBezTo>
                  <a:cubicBezTo>
                    <a:pt x="1960582" y="464518"/>
                    <a:pt x="1894077" y="448794"/>
                    <a:pt x="1824614" y="448794"/>
                  </a:cubicBezTo>
                  <a:cubicBezTo>
                    <a:pt x="1769679" y="448794"/>
                    <a:pt x="1716588" y="458634"/>
                    <a:pt x="1666273" y="478099"/>
                  </a:cubicBezTo>
                  <a:cubicBezTo>
                    <a:pt x="1652958" y="483251"/>
                    <a:pt x="1639843" y="489069"/>
                    <a:pt x="1626945" y="495552"/>
                  </a:cubicBezTo>
                  <a:cubicBezTo>
                    <a:pt x="1568186" y="525089"/>
                    <a:pt x="1515860" y="568306"/>
                    <a:pt x="1475602" y="620516"/>
                  </a:cubicBezTo>
                  <a:cubicBezTo>
                    <a:pt x="1471031" y="626433"/>
                    <a:pt x="1466626" y="632450"/>
                    <a:pt x="1462387" y="638551"/>
                  </a:cubicBezTo>
                  <a:cubicBezTo>
                    <a:pt x="1411125" y="712336"/>
                    <a:pt x="1384131" y="798554"/>
                    <a:pt x="1384131" y="889277"/>
                  </a:cubicBezTo>
                  <a:cubicBezTo>
                    <a:pt x="1384131" y="972453"/>
                    <a:pt x="1406820" y="1051840"/>
                    <a:pt x="1450121" y="1121353"/>
                  </a:cubicBezTo>
                  <a:cubicBezTo>
                    <a:pt x="1438252" y="1156343"/>
                    <a:pt x="1423658" y="1190518"/>
                    <a:pt x="1406521" y="1223346"/>
                  </a:cubicBezTo>
                  <a:cubicBezTo>
                    <a:pt x="1281307" y="1463285"/>
                    <a:pt x="1035518" y="1612334"/>
                    <a:pt x="765094" y="1612334"/>
                  </a:cubicBezTo>
                  <a:cubicBezTo>
                    <a:pt x="494671" y="1612334"/>
                    <a:pt x="252638" y="1465545"/>
                    <a:pt x="126560" y="1228815"/>
                  </a:cubicBezTo>
                  <a:cubicBezTo>
                    <a:pt x="90773" y="1273079"/>
                    <a:pt x="47755" y="1311725"/>
                    <a:pt x="0" y="1342758"/>
                  </a:cubicBezTo>
                  <a:cubicBezTo>
                    <a:pt x="73170" y="1466011"/>
                    <a:pt x="175279" y="1570181"/>
                    <a:pt x="297667" y="1645927"/>
                  </a:cubicBezTo>
                  <a:cubicBezTo>
                    <a:pt x="437840" y="1732694"/>
                    <a:pt x="599472" y="1778554"/>
                    <a:pt x="765094" y="1778554"/>
                  </a:cubicBezTo>
                  <a:cubicBezTo>
                    <a:pt x="930716" y="1778554"/>
                    <a:pt x="1092348" y="1732694"/>
                    <a:pt x="1232522" y="1645927"/>
                  </a:cubicBezTo>
                  <a:cubicBezTo>
                    <a:pt x="1368739" y="1561620"/>
                    <a:pt x="1479857" y="1442092"/>
                    <a:pt x="1553875" y="1300256"/>
                  </a:cubicBezTo>
                  <a:cubicBezTo>
                    <a:pt x="1582248" y="1245919"/>
                    <a:pt x="1604971" y="1188540"/>
                    <a:pt x="1621460" y="1129698"/>
                  </a:cubicBezTo>
                  <a:lnTo>
                    <a:pt x="1632696" y="1089556"/>
                  </a:lnTo>
                  <a:lnTo>
                    <a:pt x="1607248" y="1056544"/>
                  </a:lnTo>
                  <a:cubicBezTo>
                    <a:pt x="1570015" y="1008274"/>
                    <a:pt x="1550351" y="950429"/>
                    <a:pt x="1550351" y="889277"/>
                  </a:cubicBezTo>
                  <a:cubicBezTo>
                    <a:pt x="1550351" y="828125"/>
                    <a:pt x="1570015" y="770280"/>
                    <a:pt x="1607248" y="722010"/>
                  </a:cubicBezTo>
                  <a:cubicBezTo>
                    <a:pt x="1659674" y="654009"/>
                    <a:pt x="1738895" y="615014"/>
                    <a:pt x="1824614" y="615014"/>
                  </a:cubicBezTo>
                  <a:cubicBezTo>
                    <a:pt x="1910333" y="615014"/>
                    <a:pt x="1989571" y="654009"/>
                    <a:pt x="2041980" y="722010"/>
                  </a:cubicBezTo>
                  <a:cubicBezTo>
                    <a:pt x="2079197" y="770280"/>
                    <a:pt x="2098877" y="828125"/>
                    <a:pt x="2098877" y="889277"/>
                  </a:cubicBezTo>
                  <a:cubicBezTo>
                    <a:pt x="2098877" y="950429"/>
                    <a:pt x="2079197" y="1008274"/>
                    <a:pt x="2041980" y="1056544"/>
                  </a:cubicBezTo>
                  <a:lnTo>
                    <a:pt x="2016532" y="1089556"/>
                  </a:lnTo>
                  <a:lnTo>
                    <a:pt x="2027768" y="1129714"/>
                  </a:lnTo>
                  <a:cubicBezTo>
                    <a:pt x="2044257" y="1188540"/>
                    <a:pt x="2066996" y="1245919"/>
                    <a:pt x="2095337" y="1300256"/>
                  </a:cubicBezTo>
                  <a:cubicBezTo>
                    <a:pt x="2169387" y="1442092"/>
                    <a:pt x="2280506" y="1561620"/>
                    <a:pt x="2416723" y="1645927"/>
                  </a:cubicBezTo>
                  <a:cubicBezTo>
                    <a:pt x="2556897" y="1732694"/>
                    <a:pt x="2718529" y="1778554"/>
                    <a:pt x="2884134" y="1778554"/>
                  </a:cubicBezTo>
                  <a:cubicBezTo>
                    <a:pt x="3004145" y="1778554"/>
                    <a:pt x="3120615" y="1755034"/>
                    <a:pt x="3230304" y="1708642"/>
                  </a:cubicBezTo>
                  <a:cubicBezTo>
                    <a:pt x="3336219" y="1663846"/>
                    <a:pt x="3431313" y="1599735"/>
                    <a:pt x="3512945" y="1518087"/>
                  </a:cubicBezTo>
                  <a:cubicBezTo>
                    <a:pt x="3594591" y="1436457"/>
                    <a:pt x="3658703" y="1341362"/>
                    <a:pt x="3703499" y="1235447"/>
                  </a:cubicBezTo>
                  <a:cubicBezTo>
                    <a:pt x="3749891" y="1125758"/>
                    <a:pt x="3773411" y="1009288"/>
                    <a:pt x="3773411" y="889277"/>
                  </a:cubicBezTo>
                  <a:cubicBezTo>
                    <a:pt x="3773411" y="855734"/>
                    <a:pt x="3771566" y="822457"/>
                    <a:pt x="3767909" y="789545"/>
                  </a:cubicBezTo>
                  <a:close/>
                </a:path>
              </a:pathLst>
            </a:custGeom>
            <a:solidFill>
              <a:srgbClr val="60A6D8"/>
            </a:solidFill>
            <a:ln w="1661"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41E51857-9144-B0CD-3DC4-31F57FC7CD4C}"/>
                </a:ext>
              </a:extLst>
            </p:cNvPr>
            <p:cNvSpPr/>
            <p:nvPr/>
          </p:nvSpPr>
          <p:spPr>
            <a:xfrm>
              <a:off x="8550292"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2082C8"/>
            </a:solidFill>
            <a:ln w="1661" cap="flat">
              <a:noFill/>
              <a:prstDash val="solid"/>
              <a:miter/>
            </a:ln>
          </p:spPr>
          <p:txBody>
            <a:bodyPr rtlCol="0" anchor="ctr"/>
            <a:lstStyle/>
            <a:p>
              <a:endParaRPr lang="en-IN"/>
            </a:p>
          </p:txBody>
        </p:sp>
        <p:grpSp>
          <p:nvGrpSpPr>
            <p:cNvPr id="74" name="Graphic 7">
              <a:extLst>
                <a:ext uri="{FF2B5EF4-FFF2-40B4-BE49-F238E27FC236}">
                  <a16:creationId xmlns:a16="http://schemas.microsoft.com/office/drawing/2014/main" id="{8B89B3F0-37D4-811D-B582-0D2CA4FE9B59}"/>
                </a:ext>
              </a:extLst>
            </p:cNvPr>
            <p:cNvGrpSpPr/>
            <p:nvPr/>
          </p:nvGrpSpPr>
          <p:grpSpPr>
            <a:xfrm>
              <a:off x="3434345" y="3561108"/>
              <a:ext cx="5323308" cy="142183"/>
              <a:chOff x="2856487" y="3545665"/>
              <a:chExt cx="6479622" cy="173068"/>
            </a:xfrm>
            <a:solidFill>
              <a:srgbClr val="FFFFFF"/>
            </a:solidFill>
          </p:grpSpPr>
          <p:sp>
            <p:nvSpPr>
              <p:cNvPr id="75" name="Freeform: Shape 74">
                <a:extLst>
                  <a:ext uri="{FF2B5EF4-FFF2-40B4-BE49-F238E27FC236}">
                    <a16:creationId xmlns:a16="http://schemas.microsoft.com/office/drawing/2014/main" id="{C35D0346-F45C-8457-201C-FABAF862CAC7}"/>
                  </a:ext>
                </a:extLst>
              </p:cNvPr>
              <p:cNvSpPr/>
              <p:nvPr/>
            </p:nvSpPr>
            <p:spPr>
              <a:xfrm>
                <a:off x="285648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C961C1-99D1-5E95-1997-81ED40727EA6}"/>
                  </a:ext>
                </a:extLst>
              </p:cNvPr>
              <p:cNvSpPr/>
              <p:nvPr/>
            </p:nvSpPr>
            <p:spPr>
              <a:xfrm>
                <a:off x="497552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263103AE-E96E-E775-012C-7C6EE3A36D3A}"/>
                  </a:ext>
                </a:extLst>
              </p:cNvPr>
              <p:cNvSpPr/>
              <p:nvPr/>
            </p:nvSpPr>
            <p:spPr>
              <a:xfrm>
                <a:off x="7093004" y="3545665"/>
                <a:ext cx="122504" cy="173068"/>
              </a:xfrm>
              <a:custGeom>
                <a:avLst/>
                <a:gdLst>
                  <a:gd name="connsiteX0" fmla="*/ 0 w 122504"/>
                  <a:gd name="connsiteY0" fmla="*/ 0 h 173068"/>
                  <a:gd name="connsiteX1" fmla="*/ 35986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6"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2B6A7A3F-A135-8E00-58F2-E54C0526C0E4}"/>
                  </a:ext>
                </a:extLst>
              </p:cNvPr>
              <p:cNvSpPr/>
              <p:nvPr/>
            </p:nvSpPr>
            <p:spPr>
              <a:xfrm>
                <a:off x="9213606" y="3545665"/>
                <a:ext cx="122504" cy="173068"/>
              </a:xfrm>
              <a:custGeom>
                <a:avLst/>
                <a:gdLst>
                  <a:gd name="connsiteX0" fmla="*/ 0 w 122504"/>
                  <a:gd name="connsiteY0" fmla="*/ 0 h 173068"/>
                  <a:gd name="connsiteX1" fmla="*/ 35987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7"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grpSp>
      </p:grpSp>
      <p:sp>
        <p:nvSpPr>
          <p:cNvPr id="93" name="TextBox 92">
            <a:extLst>
              <a:ext uri="{FF2B5EF4-FFF2-40B4-BE49-F238E27FC236}">
                <a16:creationId xmlns:a16="http://schemas.microsoft.com/office/drawing/2014/main" id="{669D0119-CE3E-D255-02BD-DBAAE1745F0F}"/>
              </a:ext>
            </a:extLst>
          </p:cNvPr>
          <p:cNvSpPr txBox="1"/>
          <p:nvPr/>
        </p:nvSpPr>
        <p:spPr>
          <a:xfrm>
            <a:off x="1637036"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4" name="Rectangle: Rounded Corners 93">
            <a:extLst>
              <a:ext uri="{FF2B5EF4-FFF2-40B4-BE49-F238E27FC236}">
                <a16:creationId xmlns:a16="http://schemas.microsoft.com/office/drawing/2014/main" id="{76A73D07-66B6-E8AB-1A53-442453CF6C17}"/>
              </a:ext>
            </a:extLst>
          </p:cNvPr>
          <p:cNvSpPr/>
          <p:nvPr/>
        </p:nvSpPr>
        <p:spPr>
          <a:xfrm>
            <a:off x="160107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5" name="TextBox 94">
            <a:extLst>
              <a:ext uri="{FF2B5EF4-FFF2-40B4-BE49-F238E27FC236}">
                <a16:creationId xmlns:a16="http://schemas.microsoft.com/office/drawing/2014/main" id="{4D2E5A4F-4BCD-D7D3-92CC-BB4C8C2D4589}"/>
              </a:ext>
            </a:extLst>
          </p:cNvPr>
          <p:cNvSpPr txBox="1"/>
          <p:nvPr/>
        </p:nvSpPr>
        <p:spPr>
          <a:xfrm>
            <a:off x="3311831"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6" name="Rectangle: Rounded Corners 95">
            <a:extLst>
              <a:ext uri="{FF2B5EF4-FFF2-40B4-BE49-F238E27FC236}">
                <a16:creationId xmlns:a16="http://schemas.microsoft.com/office/drawing/2014/main" id="{EE939E87-CDC7-59A8-0898-22A0F9845ABF}"/>
              </a:ext>
            </a:extLst>
          </p:cNvPr>
          <p:cNvSpPr/>
          <p:nvPr/>
        </p:nvSpPr>
        <p:spPr>
          <a:xfrm>
            <a:off x="3275870" y="4836334"/>
            <a:ext cx="2125133" cy="326042"/>
          </a:xfrm>
          <a:prstGeom prst="roundRect">
            <a:avLst>
              <a:gd name="adj" fmla="val 19476"/>
            </a:avLst>
          </a:prstGeom>
          <a:solidFill>
            <a:srgbClr val="CCC6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7" name="TextBox 96">
            <a:extLst>
              <a:ext uri="{FF2B5EF4-FFF2-40B4-BE49-F238E27FC236}">
                <a16:creationId xmlns:a16="http://schemas.microsoft.com/office/drawing/2014/main" id="{6B60D94A-5EE0-09E8-CCD1-7C3FF53637FD}"/>
              </a:ext>
            </a:extLst>
          </p:cNvPr>
          <p:cNvSpPr txBox="1"/>
          <p:nvPr/>
        </p:nvSpPr>
        <p:spPr>
          <a:xfrm>
            <a:off x="6826960"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8" name="Rectangle: Rounded Corners 97">
            <a:extLst>
              <a:ext uri="{FF2B5EF4-FFF2-40B4-BE49-F238E27FC236}">
                <a16:creationId xmlns:a16="http://schemas.microsoft.com/office/drawing/2014/main" id="{6A9FAA5F-6D92-17B6-03AA-057678FFE9EA}"/>
              </a:ext>
            </a:extLst>
          </p:cNvPr>
          <p:cNvSpPr/>
          <p:nvPr/>
        </p:nvSpPr>
        <p:spPr>
          <a:xfrm>
            <a:off x="6790999" y="483633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9" name="TextBox 98">
            <a:extLst>
              <a:ext uri="{FF2B5EF4-FFF2-40B4-BE49-F238E27FC236}">
                <a16:creationId xmlns:a16="http://schemas.microsoft.com/office/drawing/2014/main" id="{647EA804-9753-88F6-C680-38152BAF926C}"/>
              </a:ext>
            </a:extLst>
          </p:cNvPr>
          <p:cNvSpPr txBox="1"/>
          <p:nvPr/>
        </p:nvSpPr>
        <p:spPr>
          <a:xfrm>
            <a:off x="5068990"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0" name="Rectangle: Rounded Corners 99">
            <a:extLst>
              <a:ext uri="{FF2B5EF4-FFF2-40B4-BE49-F238E27FC236}">
                <a16:creationId xmlns:a16="http://schemas.microsoft.com/office/drawing/2014/main" id="{17E8944B-A509-28E8-445C-54DD968C5254}"/>
              </a:ext>
            </a:extLst>
          </p:cNvPr>
          <p:cNvSpPr/>
          <p:nvPr/>
        </p:nvSpPr>
        <p:spPr>
          <a:xfrm>
            <a:off x="5033029" y="1435614"/>
            <a:ext cx="2125133" cy="326042"/>
          </a:xfrm>
          <a:prstGeom prst="roundRect">
            <a:avLst>
              <a:gd name="adj" fmla="val 19476"/>
            </a:avLst>
          </a:prstGeom>
          <a:solidFill>
            <a:srgbClr val="BECA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102" name="TextBox 101">
            <a:extLst>
              <a:ext uri="{FF2B5EF4-FFF2-40B4-BE49-F238E27FC236}">
                <a16:creationId xmlns:a16="http://schemas.microsoft.com/office/drawing/2014/main" id="{5AFB3C18-9DBF-2A10-43D4-93AF410058B5}"/>
              </a:ext>
            </a:extLst>
          </p:cNvPr>
          <p:cNvSpPr txBox="1"/>
          <p:nvPr/>
        </p:nvSpPr>
        <p:spPr>
          <a:xfrm>
            <a:off x="8500943"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4" name="Rectangle: Rounded Corners 103">
            <a:extLst>
              <a:ext uri="{FF2B5EF4-FFF2-40B4-BE49-F238E27FC236}">
                <a16:creationId xmlns:a16="http://schemas.microsoft.com/office/drawing/2014/main" id="{5B9732DA-1FD6-3B4F-B17B-988003D87B3C}"/>
              </a:ext>
            </a:extLst>
          </p:cNvPr>
          <p:cNvSpPr/>
          <p:nvPr/>
        </p:nvSpPr>
        <p:spPr>
          <a:xfrm>
            <a:off x="8464982" y="143561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1578287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DE9C-A364-8243-AFDE-2F6038117B77}"/>
            </a:ext>
          </a:extLst>
        </p:cNvPr>
        <p:cNvGrpSpPr/>
        <p:nvPr/>
      </p:nvGrpSpPr>
      <p:grpSpPr>
        <a:xfrm>
          <a:off x="0" y="0"/>
          <a:ext cx="0" cy="0"/>
          <a:chOff x="0" y="0"/>
          <a:chExt cx="0" cy="0"/>
        </a:xfrm>
      </p:grpSpPr>
      <p:sp>
        <p:nvSpPr>
          <p:cNvPr id="68" name="Freeform: Shape 67">
            <a:extLst>
              <a:ext uri="{FF2B5EF4-FFF2-40B4-BE49-F238E27FC236}">
                <a16:creationId xmlns:a16="http://schemas.microsoft.com/office/drawing/2014/main" id="{FC27BFC9-5C1A-76A6-EE7B-A62B219DB474}"/>
              </a:ext>
            </a:extLst>
          </p:cNvPr>
          <p:cNvSpPr/>
          <p:nvPr/>
        </p:nvSpPr>
        <p:spPr>
          <a:xfrm>
            <a:off x="434367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73" name="Freeform: Shape 72">
            <a:extLst>
              <a:ext uri="{FF2B5EF4-FFF2-40B4-BE49-F238E27FC236}">
                <a16:creationId xmlns:a16="http://schemas.microsoft.com/office/drawing/2014/main" id="{C80839BF-BF92-268D-22CB-09CAF0C55774}"/>
              </a:ext>
            </a:extLst>
          </p:cNvPr>
          <p:cNvSpPr/>
          <p:nvPr/>
        </p:nvSpPr>
        <p:spPr>
          <a:xfrm>
            <a:off x="252859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0" name="Freeform: Shape 79">
            <a:extLst>
              <a:ext uri="{FF2B5EF4-FFF2-40B4-BE49-F238E27FC236}">
                <a16:creationId xmlns:a16="http://schemas.microsoft.com/office/drawing/2014/main" id="{D1D0F986-F1C4-0DC4-A7BD-8DCDA3D5A198}"/>
              </a:ext>
            </a:extLst>
          </p:cNvPr>
          <p:cNvSpPr/>
          <p:nvPr/>
        </p:nvSpPr>
        <p:spPr>
          <a:xfrm>
            <a:off x="713517"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4" name="Freeform: Shape 83">
            <a:extLst>
              <a:ext uri="{FF2B5EF4-FFF2-40B4-BE49-F238E27FC236}">
                <a16:creationId xmlns:a16="http://schemas.microsoft.com/office/drawing/2014/main" id="{2DFC5345-4605-77D0-0D5D-5D84B59F9E7F}"/>
              </a:ext>
            </a:extLst>
          </p:cNvPr>
          <p:cNvSpPr/>
          <p:nvPr/>
        </p:nvSpPr>
        <p:spPr>
          <a:xfrm>
            <a:off x="615874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7" name="Freeform: Shape 86">
            <a:extLst>
              <a:ext uri="{FF2B5EF4-FFF2-40B4-BE49-F238E27FC236}">
                <a16:creationId xmlns:a16="http://schemas.microsoft.com/office/drawing/2014/main" id="{668D45E8-3C08-B28F-E4E1-7C47EA33A4DC}"/>
              </a:ext>
            </a:extLst>
          </p:cNvPr>
          <p:cNvSpPr/>
          <p:nvPr/>
        </p:nvSpPr>
        <p:spPr>
          <a:xfrm>
            <a:off x="797382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90" name="Freeform: Shape 89">
            <a:extLst>
              <a:ext uri="{FF2B5EF4-FFF2-40B4-BE49-F238E27FC236}">
                <a16:creationId xmlns:a16="http://schemas.microsoft.com/office/drawing/2014/main" id="{F95E3CCD-B6ED-5BD6-3127-F7FB370184A5}"/>
              </a:ext>
            </a:extLst>
          </p:cNvPr>
          <p:cNvSpPr/>
          <p:nvPr/>
        </p:nvSpPr>
        <p:spPr>
          <a:xfrm>
            <a:off x="978890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4" name="Rectangle: Rounded Corners 3">
            <a:extLst>
              <a:ext uri="{FF2B5EF4-FFF2-40B4-BE49-F238E27FC236}">
                <a16:creationId xmlns:a16="http://schemas.microsoft.com/office/drawing/2014/main" id="{27D83BDC-8663-D770-84DF-A2E263FBFF7F}"/>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5ECDB491-7EF4-7779-E56F-C51D7C471221}"/>
              </a:ext>
            </a:extLst>
          </p:cNvPr>
          <p:cNvSpPr>
            <a:spLocks noGrp="1"/>
          </p:cNvSpPr>
          <p:nvPr>
            <p:ph type="title"/>
          </p:nvPr>
        </p:nvSpPr>
        <p:spPr/>
        <p:txBody>
          <a:bodyPr/>
          <a:lstStyle/>
          <a:p>
            <a:r>
              <a:rPr lang="en-US" sz="1800" dirty="0"/>
              <a:t>Title</a:t>
            </a:r>
            <a:endParaRPr lang="es-MX" sz="1800" dirty="0"/>
          </a:p>
        </p:txBody>
      </p:sp>
      <p:sp>
        <p:nvSpPr>
          <p:cNvPr id="28" name="Freeform: Shape 27">
            <a:extLst>
              <a:ext uri="{FF2B5EF4-FFF2-40B4-BE49-F238E27FC236}">
                <a16:creationId xmlns:a16="http://schemas.microsoft.com/office/drawing/2014/main" id="{815D54E8-34ED-23F7-4F7A-D0CE60653282}"/>
              </a:ext>
            </a:extLst>
          </p:cNvPr>
          <p:cNvSpPr/>
          <p:nvPr/>
        </p:nvSpPr>
        <p:spPr>
          <a:xfrm>
            <a:off x="4289823"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116035E5-F981-39BF-8F82-4E38CC9AC832}"/>
              </a:ext>
            </a:extLst>
          </p:cNvPr>
          <p:cNvSpPr/>
          <p:nvPr/>
        </p:nvSpPr>
        <p:spPr>
          <a:xfrm>
            <a:off x="2465300"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831753E-4792-7A0E-0ED2-A87901B90708}"/>
              </a:ext>
            </a:extLst>
          </p:cNvPr>
          <p:cNvSpPr/>
          <p:nvPr/>
        </p:nvSpPr>
        <p:spPr>
          <a:xfrm>
            <a:off x="664353" y="3437417"/>
            <a:ext cx="1583342"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9C18392-CE62-B3BF-2025-5B6FE71798BB}"/>
              </a:ext>
            </a:extLst>
          </p:cNvPr>
          <p:cNvSpPr/>
          <p:nvPr/>
        </p:nvSpPr>
        <p:spPr>
          <a:xfrm>
            <a:off x="611434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9DFAA811-B2C8-18CE-A0D2-D14E279E7F96}"/>
              </a:ext>
            </a:extLst>
          </p:cNvPr>
          <p:cNvSpPr/>
          <p:nvPr/>
        </p:nvSpPr>
        <p:spPr>
          <a:xfrm>
            <a:off x="793888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B85151E3-1279-42B6-1BD1-0F8C320B11C6}"/>
              </a:ext>
            </a:extLst>
          </p:cNvPr>
          <p:cNvSpPr/>
          <p:nvPr/>
        </p:nvSpPr>
        <p:spPr>
          <a:xfrm>
            <a:off x="9763425"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63" name="Rectangle: Rounded Corners 62">
            <a:extLst>
              <a:ext uri="{FF2B5EF4-FFF2-40B4-BE49-F238E27FC236}">
                <a16:creationId xmlns:a16="http://schemas.microsoft.com/office/drawing/2014/main" id="{6675090B-D120-50F2-E818-3C525D14904D}"/>
              </a:ext>
            </a:extLst>
          </p:cNvPr>
          <p:cNvSpPr/>
          <p:nvPr/>
        </p:nvSpPr>
        <p:spPr>
          <a:xfrm>
            <a:off x="364156" y="1001027"/>
            <a:ext cx="11463688" cy="542703"/>
          </a:xfrm>
          <a:prstGeom prst="roundRect">
            <a:avLst>
              <a:gd name="adj" fmla="val 9196"/>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
        <p:nvSpPr>
          <p:cNvPr id="67" name="Freeform: Shape 66">
            <a:extLst>
              <a:ext uri="{FF2B5EF4-FFF2-40B4-BE49-F238E27FC236}">
                <a16:creationId xmlns:a16="http://schemas.microsoft.com/office/drawing/2014/main" id="{9B49CA9C-6CD1-733F-3C76-9F3C25FD2958}"/>
              </a:ext>
            </a:extLst>
          </p:cNvPr>
          <p:cNvSpPr/>
          <p:nvPr/>
        </p:nvSpPr>
        <p:spPr>
          <a:xfrm>
            <a:off x="4343660" y="1927409"/>
            <a:ext cx="1688840" cy="3701868"/>
          </a:xfrm>
          <a:custGeom>
            <a:avLst/>
            <a:gdLst>
              <a:gd name="connsiteX0" fmla="*/ 1640001 w 1640000"/>
              <a:gd name="connsiteY0" fmla="*/ 616552 h 3701868"/>
              <a:gd name="connsiteX1" fmla="*/ 1640001 w 1640000"/>
              <a:gd name="connsiteY1" fmla="*/ 3628031 h 3701868"/>
              <a:gd name="connsiteX2" fmla="*/ 1566163 w 1640000"/>
              <a:gd name="connsiteY2" fmla="*/ 3701868 h 3701868"/>
              <a:gd name="connsiteX3" fmla="*/ 73837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3 w 1640000"/>
              <a:gd name="connsiteY7" fmla="*/ 38535 h 3701868"/>
              <a:gd name="connsiteX8" fmla="*/ 949957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69" name="Rectangle: Rounded Corners 68">
            <a:extLst>
              <a:ext uri="{FF2B5EF4-FFF2-40B4-BE49-F238E27FC236}">
                <a16:creationId xmlns:a16="http://schemas.microsoft.com/office/drawing/2014/main" id="{CA555ED3-77A1-50B5-FF16-55DB5206DD3F}"/>
              </a:ext>
            </a:extLst>
          </p:cNvPr>
          <p:cNvSpPr/>
          <p:nvPr/>
        </p:nvSpPr>
        <p:spPr>
          <a:xfrm>
            <a:off x="460191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C</a:t>
            </a:r>
            <a:endParaRPr lang="en-IN" b="1" dirty="0">
              <a:solidFill>
                <a:schemeClr val="bg1"/>
              </a:solidFill>
              <a:latin typeface="Arial" panose="020B0604020202020204" pitchFamily="34" charset="0"/>
            </a:endParaRPr>
          </a:p>
        </p:txBody>
      </p:sp>
      <p:sp>
        <p:nvSpPr>
          <p:cNvPr id="72" name="Freeform: Shape 71">
            <a:extLst>
              <a:ext uri="{FF2B5EF4-FFF2-40B4-BE49-F238E27FC236}">
                <a16:creationId xmlns:a16="http://schemas.microsoft.com/office/drawing/2014/main" id="{52B722E7-3CAA-CD97-F48C-D1141141F8DE}"/>
              </a:ext>
            </a:extLst>
          </p:cNvPr>
          <p:cNvSpPr/>
          <p:nvPr/>
        </p:nvSpPr>
        <p:spPr>
          <a:xfrm>
            <a:off x="2528596"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48 h 3701884"/>
              <a:gd name="connsiteX5" fmla="*/ 0 w 1640000"/>
              <a:gd name="connsiteY5" fmla="*/ 616569 h 3701884"/>
              <a:gd name="connsiteX6" fmla="*/ 108447 w 1640000"/>
              <a:gd name="connsiteY6" fmla="*/ 416707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85"/>
                  <a:pt x="0" y="3668825"/>
                  <a:pt x="0" y="3628048"/>
                </a:cubicBezTo>
                <a:lnTo>
                  <a:pt x="0" y="616569"/>
                </a:lnTo>
                <a:cubicBezTo>
                  <a:pt x="0" y="535889"/>
                  <a:pt x="40810" y="460683"/>
                  <a:pt x="108447" y="416707"/>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76" name="Rectangle: Rounded Corners 75">
            <a:extLst>
              <a:ext uri="{FF2B5EF4-FFF2-40B4-BE49-F238E27FC236}">
                <a16:creationId xmlns:a16="http://schemas.microsoft.com/office/drawing/2014/main" id="{9B6D87EB-1556-39EC-75A5-C86023519BB7}"/>
              </a:ext>
            </a:extLst>
          </p:cNvPr>
          <p:cNvSpPr/>
          <p:nvPr/>
        </p:nvSpPr>
        <p:spPr>
          <a:xfrm>
            <a:off x="278683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B</a:t>
            </a:r>
            <a:endParaRPr lang="en-IN" b="1" dirty="0">
              <a:solidFill>
                <a:schemeClr val="bg1"/>
              </a:solidFill>
              <a:latin typeface="Arial" panose="020B0604020202020204" pitchFamily="34" charset="0"/>
            </a:endParaRPr>
          </a:p>
        </p:txBody>
      </p:sp>
      <p:sp>
        <p:nvSpPr>
          <p:cNvPr id="77" name="Freeform: Shape 76">
            <a:extLst>
              <a:ext uri="{FF2B5EF4-FFF2-40B4-BE49-F238E27FC236}">
                <a16:creationId xmlns:a16="http://schemas.microsoft.com/office/drawing/2014/main" id="{FB5B690C-28AB-F0E5-7856-51C42111A479}"/>
              </a:ext>
            </a:extLst>
          </p:cNvPr>
          <p:cNvSpPr/>
          <p:nvPr/>
        </p:nvSpPr>
        <p:spPr>
          <a:xfrm>
            <a:off x="713517"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31 h 3701884"/>
              <a:gd name="connsiteX5" fmla="*/ 0 w 1640000"/>
              <a:gd name="connsiteY5" fmla="*/ 616569 h 3701884"/>
              <a:gd name="connsiteX6" fmla="*/ 108447 w 1640000"/>
              <a:gd name="connsiteY6" fmla="*/ 416690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68"/>
                  <a:pt x="0" y="3668808"/>
                  <a:pt x="0" y="3628031"/>
                </a:cubicBezTo>
                <a:lnTo>
                  <a:pt x="0" y="616569"/>
                </a:lnTo>
                <a:cubicBezTo>
                  <a:pt x="0" y="535889"/>
                  <a:pt x="40810" y="460683"/>
                  <a:pt x="108447" y="416690"/>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1" name="Rectangle: Rounded Corners 80">
            <a:extLst>
              <a:ext uri="{FF2B5EF4-FFF2-40B4-BE49-F238E27FC236}">
                <a16:creationId xmlns:a16="http://schemas.microsoft.com/office/drawing/2014/main" id="{1A369D24-A9BF-732A-45C2-747C26530A77}"/>
              </a:ext>
            </a:extLst>
          </p:cNvPr>
          <p:cNvSpPr/>
          <p:nvPr/>
        </p:nvSpPr>
        <p:spPr>
          <a:xfrm>
            <a:off x="97175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A</a:t>
            </a:r>
            <a:endParaRPr lang="en-IN" b="1" dirty="0">
              <a:solidFill>
                <a:schemeClr val="bg1"/>
              </a:solidFill>
              <a:latin typeface="Arial" panose="020B0604020202020204" pitchFamily="34" charset="0"/>
            </a:endParaRPr>
          </a:p>
        </p:txBody>
      </p:sp>
      <p:sp>
        <p:nvSpPr>
          <p:cNvPr id="83" name="Freeform: Shape 82">
            <a:extLst>
              <a:ext uri="{FF2B5EF4-FFF2-40B4-BE49-F238E27FC236}">
                <a16:creationId xmlns:a16="http://schemas.microsoft.com/office/drawing/2014/main" id="{6C4D6AA6-A8D9-0B96-6C63-33AB213D64E8}"/>
              </a:ext>
            </a:extLst>
          </p:cNvPr>
          <p:cNvSpPr/>
          <p:nvPr/>
        </p:nvSpPr>
        <p:spPr>
          <a:xfrm>
            <a:off x="6158740" y="1927409"/>
            <a:ext cx="1688842" cy="3701868"/>
          </a:xfrm>
          <a:custGeom>
            <a:avLst/>
            <a:gdLst>
              <a:gd name="connsiteX0" fmla="*/ 1640001 w 1640001"/>
              <a:gd name="connsiteY0" fmla="*/ 616552 h 3701868"/>
              <a:gd name="connsiteX1" fmla="*/ 1640001 w 1640001"/>
              <a:gd name="connsiteY1" fmla="*/ 3628031 h 3701868"/>
              <a:gd name="connsiteX2" fmla="*/ 1566163 w 1640001"/>
              <a:gd name="connsiteY2" fmla="*/ 3701868 h 3701868"/>
              <a:gd name="connsiteX3" fmla="*/ 73837 w 1640001"/>
              <a:gd name="connsiteY3" fmla="*/ 3701868 h 3701868"/>
              <a:gd name="connsiteX4" fmla="*/ 0 w 1640001"/>
              <a:gd name="connsiteY4" fmla="*/ 3628031 h 3701868"/>
              <a:gd name="connsiteX5" fmla="*/ 0 w 1640001"/>
              <a:gd name="connsiteY5" fmla="*/ 616552 h 3701868"/>
              <a:gd name="connsiteX6" fmla="*/ 108447 w 1640001"/>
              <a:gd name="connsiteY6" fmla="*/ 416690 h 3701868"/>
              <a:gd name="connsiteX7" fmla="*/ 690043 w 1640001"/>
              <a:gd name="connsiteY7" fmla="*/ 38535 h 3701868"/>
              <a:gd name="connsiteX8" fmla="*/ 949957 w 1640001"/>
              <a:gd name="connsiteY8" fmla="*/ 38535 h 3701868"/>
              <a:gd name="connsiteX9" fmla="*/ 1531554 w 1640001"/>
              <a:gd name="connsiteY9" fmla="*/ 416690 h 3701868"/>
              <a:gd name="connsiteX10" fmla="*/ 1640001 w 1640001"/>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1"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5" name="Rectangle: Rounded Corners 84">
            <a:extLst>
              <a:ext uri="{FF2B5EF4-FFF2-40B4-BE49-F238E27FC236}">
                <a16:creationId xmlns:a16="http://schemas.microsoft.com/office/drawing/2014/main" id="{E5624928-66DB-BD00-FB3C-D9861571074B}"/>
              </a:ext>
            </a:extLst>
          </p:cNvPr>
          <p:cNvSpPr/>
          <p:nvPr/>
        </p:nvSpPr>
        <p:spPr>
          <a:xfrm>
            <a:off x="641699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D</a:t>
            </a:r>
            <a:endParaRPr lang="en-IN" b="1" dirty="0">
              <a:solidFill>
                <a:schemeClr val="bg1"/>
              </a:solidFill>
              <a:latin typeface="Arial" panose="020B0604020202020204" pitchFamily="34" charset="0"/>
            </a:endParaRPr>
          </a:p>
        </p:txBody>
      </p:sp>
      <p:sp>
        <p:nvSpPr>
          <p:cNvPr id="86" name="Freeform: Shape 85">
            <a:extLst>
              <a:ext uri="{FF2B5EF4-FFF2-40B4-BE49-F238E27FC236}">
                <a16:creationId xmlns:a16="http://schemas.microsoft.com/office/drawing/2014/main" id="{E4D7CBBE-0052-97BD-A3F6-225D1796231B}"/>
              </a:ext>
            </a:extLst>
          </p:cNvPr>
          <p:cNvSpPr/>
          <p:nvPr/>
        </p:nvSpPr>
        <p:spPr>
          <a:xfrm>
            <a:off x="797381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4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8" name="Rectangle: Rounded Corners 87">
            <a:extLst>
              <a:ext uri="{FF2B5EF4-FFF2-40B4-BE49-F238E27FC236}">
                <a16:creationId xmlns:a16="http://schemas.microsoft.com/office/drawing/2014/main" id="{275637A5-61B3-2E07-4E9D-0A80ACFC7E8A}"/>
              </a:ext>
            </a:extLst>
          </p:cNvPr>
          <p:cNvSpPr/>
          <p:nvPr/>
        </p:nvSpPr>
        <p:spPr>
          <a:xfrm>
            <a:off x="823205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E</a:t>
            </a:r>
            <a:endParaRPr lang="en-IN" b="1" dirty="0">
              <a:solidFill>
                <a:schemeClr val="bg1"/>
              </a:solidFill>
              <a:latin typeface="Arial" panose="020B0604020202020204" pitchFamily="34" charset="0"/>
            </a:endParaRPr>
          </a:p>
        </p:txBody>
      </p:sp>
      <p:sp>
        <p:nvSpPr>
          <p:cNvPr id="89" name="Freeform: Shape 88">
            <a:extLst>
              <a:ext uri="{FF2B5EF4-FFF2-40B4-BE49-F238E27FC236}">
                <a16:creationId xmlns:a16="http://schemas.microsoft.com/office/drawing/2014/main" id="{17A32FC2-D395-3A37-91FA-B6098C8771EC}"/>
              </a:ext>
            </a:extLst>
          </p:cNvPr>
          <p:cNvSpPr/>
          <p:nvPr/>
        </p:nvSpPr>
        <p:spPr>
          <a:xfrm>
            <a:off x="978889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91" name="Rectangle: Rounded Corners 90">
            <a:extLst>
              <a:ext uri="{FF2B5EF4-FFF2-40B4-BE49-F238E27FC236}">
                <a16:creationId xmlns:a16="http://schemas.microsoft.com/office/drawing/2014/main" id="{B0D4AA8A-A66F-818A-7B7E-22EC095F97EC}"/>
              </a:ext>
            </a:extLst>
          </p:cNvPr>
          <p:cNvSpPr/>
          <p:nvPr/>
        </p:nvSpPr>
        <p:spPr>
          <a:xfrm>
            <a:off x="1004713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F</a:t>
            </a:r>
            <a:endParaRPr lang="en-IN" b="1" dirty="0">
              <a:solidFill>
                <a:schemeClr val="bg1"/>
              </a:solidFill>
              <a:latin typeface="Arial" panose="020B0604020202020204" pitchFamily="34" charset="0"/>
            </a:endParaRPr>
          </a:p>
        </p:txBody>
      </p:sp>
      <p:sp>
        <p:nvSpPr>
          <p:cNvPr id="92" name="TextBox 91">
            <a:extLst>
              <a:ext uri="{FF2B5EF4-FFF2-40B4-BE49-F238E27FC236}">
                <a16:creationId xmlns:a16="http://schemas.microsoft.com/office/drawing/2014/main" id="{B464F9C9-6B97-95C2-3C0A-2683BB6A6CA5}"/>
              </a:ext>
            </a:extLst>
          </p:cNvPr>
          <p:cNvSpPr txBox="1"/>
          <p:nvPr/>
        </p:nvSpPr>
        <p:spPr>
          <a:xfrm>
            <a:off x="783080" y="3470437"/>
            <a:ext cx="1549714"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1" name="TextBox 100">
            <a:extLst>
              <a:ext uri="{FF2B5EF4-FFF2-40B4-BE49-F238E27FC236}">
                <a16:creationId xmlns:a16="http://schemas.microsoft.com/office/drawing/2014/main" id="{0D3F994E-139F-02EA-3E68-F2D31DB152CB}"/>
              </a:ext>
            </a:extLst>
          </p:cNvPr>
          <p:cNvSpPr txBox="1"/>
          <p:nvPr/>
        </p:nvSpPr>
        <p:spPr>
          <a:xfrm>
            <a:off x="2622101"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3" name="TextBox 102">
            <a:extLst>
              <a:ext uri="{FF2B5EF4-FFF2-40B4-BE49-F238E27FC236}">
                <a16:creationId xmlns:a16="http://schemas.microsoft.com/office/drawing/2014/main" id="{78F9DE52-185D-3654-1D9B-2B097D8B88C9}"/>
              </a:ext>
            </a:extLst>
          </p:cNvPr>
          <p:cNvSpPr txBox="1"/>
          <p:nvPr/>
        </p:nvSpPr>
        <p:spPr>
          <a:xfrm>
            <a:off x="4434517"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CD80FB8B-3AEE-C7AD-A281-28357E88A744}"/>
              </a:ext>
            </a:extLst>
          </p:cNvPr>
          <p:cNvSpPr txBox="1"/>
          <p:nvPr/>
        </p:nvSpPr>
        <p:spPr>
          <a:xfrm>
            <a:off x="6246933"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85C19689-1ADB-028F-09CE-A09E5CF2E91A}"/>
              </a:ext>
            </a:extLst>
          </p:cNvPr>
          <p:cNvSpPr txBox="1"/>
          <p:nvPr/>
        </p:nvSpPr>
        <p:spPr>
          <a:xfrm>
            <a:off x="8059349"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B673E2EE-779D-337F-77C0-652A691BF141}"/>
              </a:ext>
            </a:extLst>
          </p:cNvPr>
          <p:cNvSpPr txBox="1"/>
          <p:nvPr/>
        </p:nvSpPr>
        <p:spPr>
          <a:xfrm>
            <a:off x="9871765"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Tree>
    <p:extLst>
      <p:ext uri="{BB962C8B-B14F-4D97-AF65-F5344CB8AC3E}">
        <p14:creationId xmlns:p14="http://schemas.microsoft.com/office/powerpoint/2010/main" val="123749817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255</TotalTime>
  <Words>842</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2025-07-18T11:31:57Z</dcterms:created>
  <dcterms:modified xsi:type="dcterms:W3CDTF">2025-07-21T14:40:46Z</dcterms:modified>
</cp:coreProperties>
</file>