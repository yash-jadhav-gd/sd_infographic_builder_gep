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ngesInfos/changesInfo1.xml" ContentType="application/vnd.ms-powerpoint.changesinfo+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rawings/drawing1.xml" ContentType="application/vnd.openxmlformats-officedocument.drawingml.chartshapes+xml"/>
  <Override PartName="/ppt/embeddings/oleObject1.bin" ContentType="application/vnd.openxmlformats-officedocument.oleObject"/>
  <Override PartName="/ppt/embeddings/oleObject2.bin" ContentType="application/vnd.openxmlformats-officedocument.oleObject"/>
  <Override PartName="/ppt/media/image10.svg" ContentType="image/svg+xml"/>
  <Override PartName="/ppt/media/image11.svg" ContentType="image/svg+xml"/>
  <Override PartName="/ppt/media/image12.svg" ContentType="image/svg+xml"/>
  <Override PartName="/ppt/media/image13.svg" ContentType="image/svg+xml"/>
  <Override PartName="/ppt/media/image15.svg" ContentType="image/svg+xml"/>
  <Override PartName="/ppt/media/image18.svg" ContentType="image/svg+xml"/>
  <Override PartName="/ppt/media/image19.svg" ContentType="image/svg+xml"/>
  <Override PartName="/ppt/media/image2.svg" ContentType="image/svg+xml"/>
  <Override PartName="/ppt/media/image20.svg" ContentType="image/svg+xml"/>
  <Override PartName="/ppt/media/image21.svg" ContentType="image/svg+xml"/>
  <Override PartName="/ppt/media/image22.svg" ContentType="image/svg+xml"/>
  <Override PartName="/ppt/media/image23.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29.svg" ContentType="image/svg+xml"/>
  <Override PartName="/ppt/media/image32.svg" ContentType="image/svg+xml"/>
  <Override PartName="/ppt/media/image37.svg" ContentType="image/svg+xml"/>
  <Override PartName="/ppt/media/image44.svg" ContentType="image/svg+xml"/>
  <Override PartName="/ppt/media/image45.svg" ContentType="image/svg+xml"/>
  <Override PartName="/ppt/media/image46.svg" ContentType="image/svg+xml"/>
  <Override PartName="/ppt/media/image6.svg" ContentType="image/svg+xml"/>
  <Override PartName="/ppt/media/image7.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340" r:id="rId24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slide" Target="slides/slide232.xml"/><Relationship Id="rId237" Type="http://schemas.openxmlformats.org/officeDocument/2006/relationships/slide" Target="slides/slide233.xml"/><Relationship Id="rId238" Type="http://schemas.openxmlformats.org/officeDocument/2006/relationships/slide" Target="slides/slide234.xml"/><Relationship Id="rId239" Type="http://schemas.openxmlformats.org/officeDocument/2006/relationships/slide" Target="slides/slide235.xml"/><Relationship Id="rId240" Type="http://schemas.openxmlformats.org/officeDocument/2006/relationships/slide" Target="slides/slide236.xml"/><Relationship Id="rId241" Type="http://schemas.openxmlformats.org/officeDocument/2006/relationships/slide" Target="slides/slide237.xml"/><Relationship Id="rId242" Type="http://schemas.openxmlformats.org/officeDocument/2006/relationships/slide" Target="slides/slide238.xml"/><Relationship Id="rId243" Type="http://schemas.openxmlformats.org/officeDocument/2006/relationships/slide" Target="slides/slide239.xml"/><Relationship Id="rId244" Type="http://schemas.openxmlformats.org/officeDocument/2006/relationships/slide" Target="slides/slide240.xml"/><Relationship Id="rId245" Type="http://schemas.openxmlformats.org/officeDocument/2006/relationships/slide" Target="slides/slide241.xml"/><Relationship Id="rId246" Type="http://schemas.openxmlformats.org/officeDocument/2006/relationships/slide" Target="slides/slide242.xml"/><Relationship Id="rId247" Type="http://schemas.openxmlformats.org/officeDocument/2006/relationships/slide" Target="slides/slide243.xml"/><Relationship Id="rId248" Type="http://schemas.openxmlformats.org/officeDocument/2006/relationships/slide" Target="slides/slide244.xml"/><Relationship Id="rId249" Type="http://schemas.openxmlformats.org/officeDocument/2006/relationships/slide" Target="slides/slide245.xml"/><Relationship Id="rId250" Type="http://schemas.openxmlformats.org/officeDocument/2006/relationships/slide" Target="slides/slide246.xml"/><Relationship Id="rId251" Type="http://schemas.openxmlformats.org/officeDocument/2006/relationships/slide" Target="slides/slide247.xml"/><Relationship Id="rId252" Type="http://schemas.openxmlformats.org/officeDocument/2006/relationships/slide" Target="slides/slide248.xml"/><Relationship Id="rId253" Type="http://schemas.openxmlformats.org/officeDocument/2006/relationships/slide" Target="slides/slide249.xml"/><Relationship Id="rId254" Type="http://schemas.openxmlformats.org/officeDocument/2006/relationships/slide" Target="slides/slide250.xml"/><Relationship Id="rId255" Type="http://schemas.openxmlformats.org/officeDocument/2006/relationships/slide" Target="slides/slide251.xml"/><Relationship Id="rId256" Type="http://schemas.openxmlformats.org/officeDocument/2006/relationships/slide" Target="slides/slide252.xml"/><Relationship Id="rId257" Type="http://schemas.openxmlformats.org/officeDocument/2006/relationships/slide" Target="slides/slide253.xml"/><Relationship Id="rId258" Type="http://schemas.openxmlformats.org/officeDocument/2006/relationships/slide" Target="slides/slide254.xml"/><Relationship Id="rId259" Type="http://schemas.openxmlformats.org/officeDocument/2006/relationships/slide" Target="slides/slide255.xml"/><Relationship Id="rId260" Type="http://schemas.openxmlformats.org/officeDocument/2006/relationships/slide" Target="slides/slide256.xml"/><Relationship Id="rId261" Type="http://schemas.openxmlformats.org/officeDocument/2006/relationships/slide" Target="slides/slide257.xml"/><Relationship Id="rId262" Type="http://schemas.openxmlformats.org/officeDocument/2006/relationships/slide" Target="slides/slide258.xml"/><Relationship Id="rId263" Type="http://schemas.openxmlformats.org/officeDocument/2006/relationships/slide" Target="slides/slide259.xml"/><Relationship Id="rId264" Type="http://schemas.openxmlformats.org/officeDocument/2006/relationships/slide" Target="slides/slide260.xml"/><Relationship Id="rId265" Type="http://schemas.openxmlformats.org/officeDocument/2006/relationships/slide" Target="slides/slide261.xml"/><Relationship Id="rId266" Type="http://schemas.openxmlformats.org/officeDocument/2006/relationships/slide" Target="slides/slide262.xml"/><Relationship Id="rId267" Type="http://schemas.openxmlformats.org/officeDocument/2006/relationships/slide" Target="slides/slide263.xml"/><Relationship Id="rId268" Type="http://schemas.openxmlformats.org/officeDocument/2006/relationships/slide" Target="slides/slide264.xml"/><Relationship Id="rId269" Type="http://schemas.openxmlformats.org/officeDocument/2006/relationships/slide" Target="slides/slide265.xml"/><Relationship Id="rId270" Type="http://schemas.openxmlformats.org/officeDocument/2006/relationships/slide" Target="slides/slide266.xml"/><Relationship Id="rId271" Type="http://schemas.openxmlformats.org/officeDocument/2006/relationships/slide" Target="slides/slide267.xml"/><Relationship Id="rId272" Type="http://schemas.openxmlformats.org/officeDocument/2006/relationships/slide" Target="slides/slide268.xml"/><Relationship Id="rId273" Type="http://schemas.openxmlformats.org/officeDocument/2006/relationships/slide" Target="slides/slide269.xml"/><Relationship Id="rId274" Type="http://schemas.openxmlformats.org/officeDocument/2006/relationships/slide" Target="slides/slide270.xml"/><Relationship Id="rId275" Type="http://schemas.openxmlformats.org/officeDocument/2006/relationships/slide" Target="slides/slide271.xml"/><Relationship Id="rId276" Type="http://schemas.openxmlformats.org/officeDocument/2006/relationships/slide" Target="slides/slide272.xml"/><Relationship Id="rId277" Type="http://schemas.openxmlformats.org/officeDocument/2006/relationships/slide" Target="slides/slide273.xml"/><Relationship Id="rId278" Type="http://schemas.openxmlformats.org/officeDocument/2006/relationships/slide" Target="slides/slide274.xml"/><Relationship Id="rId279" Type="http://schemas.openxmlformats.org/officeDocument/2006/relationships/slide" Target="slides/slide275.xml"/><Relationship Id="rId280" Type="http://schemas.openxmlformats.org/officeDocument/2006/relationships/slide" Target="slides/slide276.xml"/><Relationship Id="rId281" Type="http://schemas.openxmlformats.org/officeDocument/2006/relationships/slide" Target="slides/slide277.xml"/><Relationship Id="rId282" Type="http://schemas.openxmlformats.org/officeDocument/2006/relationships/slide" Target="slides/slide278.xml"/><Relationship Id="rId283" Type="http://schemas.openxmlformats.org/officeDocument/2006/relationships/slide" Target="slides/slide279.xml"/><Relationship Id="rId284" Type="http://schemas.openxmlformats.org/officeDocument/2006/relationships/slide" Target="slides/slide280.xml"/><Relationship Id="rId285" Type="http://schemas.openxmlformats.org/officeDocument/2006/relationships/slide" Target="slides/slide281.xml"/><Relationship Id="rId286" Type="http://schemas.openxmlformats.org/officeDocument/2006/relationships/slide" Target="slides/slide282.xml"/><Relationship Id="rId287" Type="http://schemas.openxmlformats.org/officeDocument/2006/relationships/slide" Target="slides/slide283.xml"/><Relationship Id="rId288" Type="http://schemas.openxmlformats.org/officeDocument/2006/relationships/slide" Target="slides/slide284.xml"/><Relationship Id="rId289" Type="http://schemas.openxmlformats.org/officeDocument/2006/relationships/slide" Target="slides/slide285.xml"/><Relationship Id="rId290" Type="http://schemas.openxmlformats.org/officeDocument/2006/relationships/slide" Target="slides/slide286.xml"/><Relationship Id="rId291" Type="http://schemas.openxmlformats.org/officeDocument/2006/relationships/slide" Target="slides/slide287.xml"/><Relationship Id="rId292" Type="http://schemas.openxmlformats.org/officeDocument/2006/relationships/slide" Target="slides/slide288.xml"/><Relationship Id="rId293" Type="http://schemas.openxmlformats.org/officeDocument/2006/relationships/slide" Target="slides/slide289.xml"/><Relationship Id="rId294" Type="http://schemas.openxmlformats.org/officeDocument/2006/relationships/slide" Target="slides/slide290.xml"/><Relationship Id="rId295" Type="http://schemas.openxmlformats.org/officeDocument/2006/relationships/slide" Target="slides/slide291.xml"/><Relationship Id="rId296" Type="http://schemas.openxmlformats.org/officeDocument/2006/relationships/slide" Target="slides/slide292.xml"/><Relationship Id="rId297" Type="http://schemas.openxmlformats.org/officeDocument/2006/relationships/slide" Target="slides/slide293.xml"/><Relationship Id="rId298" Type="http://schemas.openxmlformats.org/officeDocument/2006/relationships/slide" Target="slides/slide294.xml"/><Relationship Id="rId299" Type="http://schemas.openxmlformats.org/officeDocument/2006/relationships/slide" Target="slides/slide295.xml"/><Relationship Id="rId300" Type="http://schemas.openxmlformats.org/officeDocument/2006/relationships/slide" Target="slides/slide296.xml"/><Relationship Id="rId301" Type="http://schemas.openxmlformats.org/officeDocument/2006/relationships/slide" Target="slides/slide297.xml"/><Relationship Id="rId302" Type="http://schemas.openxmlformats.org/officeDocument/2006/relationships/slide" Target="slides/slide298.xml"/><Relationship Id="rId303" Type="http://schemas.openxmlformats.org/officeDocument/2006/relationships/slide" Target="slides/slide299.xml"/><Relationship Id="rId304" Type="http://schemas.openxmlformats.org/officeDocument/2006/relationships/slide" Target="slides/slide300.xml"/><Relationship Id="rId305" Type="http://schemas.openxmlformats.org/officeDocument/2006/relationships/slide" Target="slides/slide301.xml"/><Relationship Id="rId306" Type="http://schemas.openxmlformats.org/officeDocument/2006/relationships/slide" Target="slides/slide302.xml"/><Relationship Id="rId307" Type="http://schemas.openxmlformats.org/officeDocument/2006/relationships/slide" Target="slides/slide303.xml"/><Relationship Id="rId308" Type="http://schemas.openxmlformats.org/officeDocument/2006/relationships/slide" Target="slides/slide304.xml"/><Relationship Id="rId309" Type="http://schemas.openxmlformats.org/officeDocument/2006/relationships/slide" Target="slides/slide305.xml"/><Relationship Id="rId310" Type="http://schemas.openxmlformats.org/officeDocument/2006/relationships/slide" Target="slides/slide306.xml"/><Relationship Id="rId311" Type="http://schemas.openxmlformats.org/officeDocument/2006/relationships/slide" Target="slides/slide307.xml"/><Relationship Id="rId312" Type="http://schemas.openxmlformats.org/officeDocument/2006/relationships/slide" Target="slides/slide308.xml"/><Relationship Id="rId313" Type="http://schemas.openxmlformats.org/officeDocument/2006/relationships/slide" Target="slides/slide309.xml"/><Relationship Id="rId314" Type="http://schemas.openxmlformats.org/officeDocument/2006/relationships/slide" Target="slides/slide310.xml"/><Relationship Id="rId315" Type="http://schemas.openxmlformats.org/officeDocument/2006/relationships/slide" Target="slides/slide311.xml"/><Relationship Id="rId316" Type="http://schemas.openxmlformats.org/officeDocument/2006/relationships/slide" Target="slides/slide312.xml"/><Relationship Id="rId317" Type="http://schemas.openxmlformats.org/officeDocument/2006/relationships/slide" Target="slides/slide313.xml"/><Relationship Id="rId318" Type="http://schemas.openxmlformats.org/officeDocument/2006/relationships/slide" Target="slides/slide314.xml"/><Relationship Id="rId319" Type="http://schemas.openxmlformats.org/officeDocument/2006/relationships/slide" Target="slides/slide315.xml"/><Relationship Id="rId320" Type="http://schemas.openxmlformats.org/officeDocument/2006/relationships/slide" Target="slides/slide316.xml"/><Relationship Id="rId321" Type="http://schemas.openxmlformats.org/officeDocument/2006/relationships/slide" Target="slides/slide317.xml"/><Relationship Id="rId322" Type="http://schemas.openxmlformats.org/officeDocument/2006/relationships/slide" Target="slides/slide318.xml"/><Relationship Id="rId323" Type="http://schemas.openxmlformats.org/officeDocument/2006/relationships/slide" Target="slides/slide319.xml"/><Relationship Id="rId324" Type="http://schemas.openxmlformats.org/officeDocument/2006/relationships/slide" Target="slides/slide320.xml"/><Relationship Id="rId325" Type="http://schemas.openxmlformats.org/officeDocument/2006/relationships/slide" Target="slides/slide321.xml"/><Relationship Id="rId326" Type="http://schemas.openxmlformats.org/officeDocument/2006/relationships/slide" Target="slides/slide322.xml"/><Relationship Id="rId327" Type="http://schemas.openxmlformats.org/officeDocument/2006/relationships/slide" Target="slides/slide323.xml"/><Relationship Id="rId328" Type="http://schemas.openxmlformats.org/officeDocument/2006/relationships/slide" Target="slides/slide324.xml"/><Relationship Id="rId329" Type="http://schemas.openxmlformats.org/officeDocument/2006/relationships/slide" Target="slides/slide325.xml"/><Relationship Id="rId330" Type="http://schemas.openxmlformats.org/officeDocument/2006/relationships/slide" Target="slides/slide326.xml"/><Relationship Id="rId331" Type="http://schemas.openxmlformats.org/officeDocument/2006/relationships/slide" Target="slides/slide327.xml"/><Relationship Id="rId332" Type="http://schemas.openxmlformats.org/officeDocument/2006/relationships/slide" Target="slides/slide328.xml"/><Relationship Id="rId333" Type="http://schemas.openxmlformats.org/officeDocument/2006/relationships/slide" Target="slides/slide329.xml"/><Relationship Id="rId334" Type="http://schemas.openxmlformats.org/officeDocument/2006/relationships/slide" Target="slides/slide330.xml"/><Relationship Id="rId335" Type="http://schemas.openxmlformats.org/officeDocument/2006/relationships/slide" Target="slides/slide331.xml"/><Relationship Id="rId336" Type="http://schemas.openxmlformats.org/officeDocument/2006/relationships/slide" Target="slides/slide332.xml"/><Relationship Id="rId337" Type="http://schemas.openxmlformats.org/officeDocument/2006/relationships/slide" Target="slides/slide333.xml"/><Relationship Id="rId338" Type="http://schemas.openxmlformats.org/officeDocument/2006/relationships/slide" Target="slides/slide334.xml"/><Relationship Id="rId339" Type="http://schemas.openxmlformats.org/officeDocument/2006/relationships/slide" Target="slides/slide335.xml"/><Relationship Id="rId340" Type="http://schemas.openxmlformats.org/officeDocument/2006/relationships/slide" Target="slides/slide336.xml"/><Relationship Id="rId341" Type="http://schemas.openxmlformats.org/officeDocument/2006/relationships/slide" Target="slides/slide337.xml"/><Relationship Id="rId342" Type="http://schemas.openxmlformats.org/officeDocument/2006/relationships/slide" Target="slides/slide338.xml"/><Relationship Id="rId343" Type="http://schemas.openxmlformats.org/officeDocument/2006/relationships/slide" Target="slides/slide339.xml"/><Relationship Id="rId344" Type="http://schemas.openxmlformats.org/officeDocument/2006/relationships/slide" Target="slides/slide340.xml"/><Relationship Id="rId345" Type="http://schemas.openxmlformats.org/officeDocument/2006/relationships/slide" Target="slides/slide341.xml"/><Relationship Id="rId346" Type="http://schemas.openxmlformats.org/officeDocument/2006/relationships/slide" Target="slides/slide342.xml"/><Relationship Id="rId347" Type="http://schemas.openxmlformats.org/officeDocument/2006/relationships/slide" Target="slides/slide343.xml"/><Relationship Id="rId348" Type="http://schemas.openxmlformats.org/officeDocument/2006/relationships/slide" Target="slides/slide344.xml"/><Relationship Id="rId349" Type="http://schemas.openxmlformats.org/officeDocument/2006/relationships/slide" Target="slides/slide345.xml"/><Relationship Id="rId350" Type="http://schemas.openxmlformats.org/officeDocument/2006/relationships/slide" Target="slides/slide346.xml"/><Relationship Id="rId351" Type="http://schemas.openxmlformats.org/officeDocument/2006/relationships/slide" Target="slides/slide347.xml"/><Relationship Id="rId352" Type="http://schemas.openxmlformats.org/officeDocument/2006/relationships/slide" Target="slides/slide348.xml"/><Relationship Id="rId353" Type="http://schemas.openxmlformats.org/officeDocument/2006/relationships/slide" Target="slides/slide349.xml"/><Relationship Id="rId354" Type="http://schemas.openxmlformats.org/officeDocument/2006/relationships/slide" Target="slides/slide350.xml"/><Relationship Id="rId355" Type="http://schemas.openxmlformats.org/officeDocument/2006/relationships/slide" Target="slides/slide351.xml"/><Relationship Id="rId356" Type="http://schemas.openxmlformats.org/officeDocument/2006/relationships/slide" Target="slides/slide352.xml"/><Relationship Id="rId357" Type="http://schemas.openxmlformats.org/officeDocument/2006/relationships/slide" Target="slides/slide353.xml"/><Relationship Id="rId358" Type="http://schemas.openxmlformats.org/officeDocument/2006/relationships/slide" Target="slides/slide354.xml"/><Relationship Id="rId359" Type="http://schemas.openxmlformats.org/officeDocument/2006/relationships/slide" Target="slides/slide355.xml"/><Relationship Id="rId360" Type="http://schemas.openxmlformats.org/officeDocument/2006/relationships/slide" Target="slides/slide356.xml"/><Relationship Id="rId361" Type="http://schemas.openxmlformats.org/officeDocument/2006/relationships/slide" Target="slides/slide357.xml"/><Relationship Id="rId362" Type="http://schemas.openxmlformats.org/officeDocument/2006/relationships/slide" Target="slides/slide358.xml"/><Relationship Id="rId363" Type="http://schemas.openxmlformats.org/officeDocument/2006/relationships/slide" Target="slides/slide359.xml"/><Relationship Id="rId364" Type="http://schemas.openxmlformats.org/officeDocument/2006/relationships/slide" Target="slides/slide360.xml"/><Relationship Id="rId365" Type="http://schemas.openxmlformats.org/officeDocument/2006/relationships/slide" Target="slides/slide361.xml"/><Relationship Id="rId366" Type="http://schemas.openxmlformats.org/officeDocument/2006/relationships/slide" Target="slides/slide362.xml"/><Relationship Id="rId367" Type="http://schemas.openxmlformats.org/officeDocument/2006/relationships/slide" Target="slides/slide363.xml"/><Relationship Id="rId368" Type="http://schemas.openxmlformats.org/officeDocument/2006/relationships/slide" Target="slides/slide364.xml"/><Relationship Id="rId369" Type="http://schemas.openxmlformats.org/officeDocument/2006/relationships/slide" Target="slides/slide365.xml"/><Relationship Id="rId370" Type="http://schemas.openxmlformats.org/officeDocument/2006/relationships/slide" Target="slides/slide366.xml"/><Relationship Id="rId371" Type="http://schemas.openxmlformats.org/officeDocument/2006/relationships/slide" Target="slides/slide367.xml"/><Relationship Id="rId372" Type="http://schemas.openxmlformats.org/officeDocument/2006/relationships/slide" Target="slides/slide368.xml"/><Relationship Id="rId373" Type="http://schemas.openxmlformats.org/officeDocument/2006/relationships/slide" Target="slides/slide369.xml"/><Relationship Id="rId374" Type="http://schemas.openxmlformats.org/officeDocument/2006/relationships/slide" Target="slides/slide370.xml"/><Relationship Id="rId375" Type="http://schemas.openxmlformats.org/officeDocument/2006/relationships/slide" Target="slides/slide371.xml"/><Relationship Id="rId376" Type="http://schemas.openxmlformats.org/officeDocument/2006/relationships/slide" Target="slides/slide372.xml"/><Relationship Id="rId377" Type="http://schemas.openxmlformats.org/officeDocument/2006/relationships/slide" Target="slides/slide373.xml"/><Relationship Id="rId378" Type="http://schemas.openxmlformats.org/officeDocument/2006/relationships/slide" Target="slides/slide374.xml"/><Relationship Id="rId379" Type="http://schemas.openxmlformats.org/officeDocument/2006/relationships/slide" Target="slides/slide375.xml"/><Relationship Id="rId380" Type="http://schemas.openxmlformats.org/officeDocument/2006/relationships/slide" Target="slides/slide376.xml"/><Relationship Id="rId381" Type="http://schemas.openxmlformats.org/officeDocument/2006/relationships/slide" Target="slides/slide377.xml"/><Relationship Id="rId382" Type="http://schemas.openxmlformats.org/officeDocument/2006/relationships/slide" Target="slides/slide378.xml"/><Relationship Id="rId383" Type="http://schemas.openxmlformats.org/officeDocument/2006/relationships/slide" Target="slides/slide379.xml"/><Relationship Id="rId384" Type="http://schemas.openxmlformats.org/officeDocument/2006/relationships/slide" Target="slides/slide380.xml"/><Relationship Id="rId385" Type="http://schemas.openxmlformats.org/officeDocument/2006/relationships/slide" Target="slides/slide381.xml"/><Relationship Id="rId386" Type="http://schemas.openxmlformats.org/officeDocument/2006/relationships/slide" Target="slides/slide382.xml"/><Relationship Id="rId387" Type="http://schemas.openxmlformats.org/officeDocument/2006/relationships/slide" Target="slides/slide383.xml"/><Relationship Id="rId388" Type="http://schemas.openxmlformats.org/officeDocument/2006/relationships/slide" Target="slides/slide384.xml"/><Relationship Id="rId389" Type="http://schemas.openxmlformats.org/officeDocument/2006/relationships/slide" Target="slides/slide385.xml"/><Relationship Id="rId390" Type="http://schemas.openxmlformats.org/officeDocument/2006/relationships/slide" Target="slides/slide386.xml"/><Relationship Id="rId391" Type="http://schemas.openxmlformats.org/officeDocument/2006/relationships/slide" Target="slides/slide387.xml"/><Relationship Id="rId392" Type="http://schemas.openxmlformats.org/officeDocument/2006/relationships/slide" Target="slides/slide388.xml"/><Relationship Id="rId393" Type="http://schemas.openxmlformats.org/officeDocument/2006/relationships/slide" Target="slides/slide389.xml"/><Relationship Id="rId394" Type="http://schemas.openxmlformats.org/officeDocument/2006/relationships/slide" Target="slides/slide390.xml"/><Relationship Id="rId395" Type="http://schemas.openxmlformats.org/officeDocument/2006/relationships/slide" Target="slides/slide391.xml"/><Relationship Id="rId396" Type="http://schemas.openxmlformats.org/officeDocument/2006/relationships/slide" Target="slides/slide392.xml"/><Relationship Id="rId397" Type="http://schemas.openxmlformats.org/officeDocument/2006/relationships/slide" Target="slides/slide393.xml"/><Relationship Id="rId398" Type="http://schemas.openxmlformats.org/officeDocument/2006/relationships/slide" Target="slides/slide394.xml"/><Relationship Id="rId399" Type="http://schemas.openxmlformats.org/officeDocument/2006/relationships/slide" Target="slides/slide395.xml"/><Relationship Id="rId400" Type="http://schemas.openxmlformats.org/officeDocument/2006/relationships/slide" Target="slides/slide396.xml"/><Relationship Id="rId401" Type="http://schemas.openxmlformats.org/officeDocument/2006/relationships/slide" Target="slides/slide397.xml"/><Relationship Id="rId402" Type="http://schemas.openxmlformats.org/officeDocument/2006/relationships/notesMaster" Target="notesMasters/notesMaster1.xml"/><Relationship Id="rId403" Type="http://schemas.openxmlformats.org/officeDocument/2006/relationships/commentAuthors" Target="commentAuthors.xml"/><Relationship Id="rId404" Type="http://schemas.openxmlformats.org/officeDocument/2006/relationships/presProps" Target="presProps.xml"/><Relationship Id="rId405" Type="http://schemas.openxmlformats.org/officeDocument/2006/relationships/viewProps" Target="viewProps.xml"/><Relationship Id="rId406" Type="http://schemas.openxmlformats.org/officeDocument/2006/relationships/theme" Target="theme/theme1.xml"/><Relationship Id="rId407" Type="http://schemas.openxmlformats.org/officeDocument/2006/relationships/tableStyles" Target="tableStyles.xml"/><Relationship Id="rId408" Type="http://schemas.microsoft.com/office/2016/11/relationships/changesInfo" Target="changesInfos/changesInfo1.xml"/><Relationship Id="rId409" Type="http://schemas.microsoft.com/office/2015/10/relationships/revisionInfo" Target="revisionInfo.xml"/><Relationship Id="rId41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9.xlsx"/><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25.xlsx"/></Relationships>
</file>

<file path=ppt/charts/_rels/chart25.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26.xlsx"/></Relationships>
</file>

<file path=ppt/charts/_rels/chart26.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7.xlsx"/></Relationships>
</file>

<file path=ppt/charts/_rels/chart27.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8.xlsx"/></Relationships>
</file>

<file path=ppt/charts/_rels/chart28.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9.xlsx"/></Relationships>
</file>

<file path=ppt/charts/_rels/chart29.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30.xlsx"/></Relationships>
</file>

<file path=ppt/charts/_rels/chart30.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31.xlsx"/></Relationships>
</file>

<file path=ppt/charts/_rels/chart31.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2.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14.xlsx"/><Relationship Id="rId2" Type="http://schemas.microsoft.com/office/2011/relationships/chartStyle" Target="style13.xml"/><Relationship Id="rId3" Type="http://schemas.microsoft.com/office/2011/relationships/chartColorStyle" Target="colors13.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24.xlsx"/><Relationship Id="rId2" Type="http://schemas.microsoft.com/office/2011/relationships/chartStyle" Target="style20.xml"/><Relationship Id="rId3" Type="http://schemas.microsoft.com/office/2011/relationships/chartColorStyle" Target="colors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_rels/drawing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sv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gep.com/" TargetMode="External"/><Relationship Id="rId3" Type="http://schemas.openxmlformats.org/officeDocument/2006/relationships/hyperlink" Target="mailto:mailto;info@gep.com" TargetMode="External"/><Relationship Id="rId4" Type="http://schemas.openxmlformats.org/officeDocument/2006/relationships/image" Target="../media/image5.png"/><Relationship Id="rId5" Type="http://schemas.openxmlformats.org/officeDocument/2006/relationships/image" Target="../media/image6.svg"/><Relationship Id="rId6" Type="http://schemas.openxmlformats.org/officeDocument/2006/relationships/image" Target="../media/image7.svg"/><Relationship Id="rId7" Type="http://schemas.openxmlformats.org/officeDocument/2006/relationships/image" Target="../media/image8.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Master" Target="../slideMasters/slideMaster1.xml"/><Relationship Id="rId3" Type="http://schemas.openxmlformats.org/officeDocument/2006/relationships/oleObject" Target="../embeddings/oleObject1.bin"/><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theme" Target="../theme/theme1.xml"/><Relationship Id="rId22" Type="http://schemas.openxmlformats.org/officeDocument/2006/relationships/image" Target="../media/image1.png"/><Relationship Id="rId23" Type="http://schemas.openxmlformats.org/officeDocument/2006/relationships/image" Target="../media/image2.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xml"/><Relationship Id="rId3"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tags" Target="../tags/tag5.xml"/><Relationship Id="rId3" Type="http://schemas.openxmlformats.org/officeDocument/2006/relationships/tags" Target="../tags/tag6.xml"/><Relationship Id="rId4" Type="http://schemas.openxmlformats.org/officeDocument/2006/relationships/tags" Target="../tags/tag7.xml"/><Relationship Id="rId5" Type="http://schemas.openxmlformats.org/officeDocument/2006/relationships/tags" Target="../tags/tag8.xml"/><Relationship Id="rId6" Type="http://schemas.openxmlformats.org/officeDocument/2006/relationships/tags" Target="../tags/tag9.xml"/><Relationship Id="rId7" Type="http://schemas.openxmlformats.org/officeDocument/2006/relationships/tags" Target="../tags/tag10.xml"/><Relationship Id="rId8" Type="http://schemas.openxmlformats.org/officeDocument/2006/relationships/tags" Target="../tags/tag11.xml"/><Relationship Id="rId9" Type="http://schemas.openxmlformats.org/officeDocument/2006/relationships/tags" Target="../tags/tag12.xml"/><Relationship Id="rId10" Type="http://schemas.openxmlformats.org/officeDocument/2006/relationships/tags" Target="../tags/tag13.xml"/><Relationship Id="rId11" Type="http://schemas.openxmlformats.org/officeDocument/2006/relationships/tags" Target="../tags/tag14.xml"/><Relationship Id="rId12" Type="http://schemas.openxmlformats.org/officeDocument/2006/relationships/tags" Target="../tags/tag15.xml"/><Relationship Id="rId13" Type="http://schemas.openxmlformats.org/officeDocument/2006/relationships/tags" Target="../tags/tag16.xml"/><Relationship Id="rId14" Type="http://schemas.openxmlformats.org/officeDocument/2006/relationships/tags" Target="../tags/tag17.xml"/><Relationship Id="rId15" Type="http://schemas.openxmlformats.org/officeDocument/2006/relationships/tags" Target="../tags/tag18.xml"/><Relationship Id="rId16" Type="http://schemas.openxmlformats.org/officeDocument/2006/relationships/tags" Target="../tags/tag19.xml"/><Relationship Id="rId17" Type="http://schemas.openxmlformats.org/officeDocument/2006/relationships/tags" Target="../tags/tag20.xml"/><Relationship Id="rId18" Type="http://schemas.openxmlformats.org/officeDocument/2006/relationships/tags" Target="../tags/tag21.xml"/><Relationship Id="rId19" Type="http://schemas.openxmlformats.org/officeDocument/2006/relationships/tags" Target="../tags/tag22.xml"/><Relationship Id="rId20" Type="http://schemas.openxmlformats.org/officeDocument/2006/relationships/tags" Target="../tags/tag23.xml"/><Relationship Id="rId21" Type="http://schemas.openxmlformats.org/officeDocument/2006/relationships/tags" Target="../tags/tag24.xml"/><Relationship Id="rId22" Type="http://schemas.openxmlformats.org/officeDocument/2006/relationships/tags" Target="../tags/tag25.xml"/><Relationship Id="rId23" Type="http://schemas.openxmlformats.org/officeDocument/2006/relationships/tags" Target="../tags/tag26.xml"/><Relationship Id="rId24" Type="http://schemas.openxmlformats.org/officeDocument/2006/relationships/tags" Target="../tags/tag27.xml"/><Relationship Id="rId25" Type="http://schemas.openxmlformats.org/officeDocument/2006/relationships/tags" Target="../tags/tag28.xml"/><Relationship Id="rId26" Type="http://schemas.openxmlformats.org/officeDocument/2006/relationships/tags" Target="../tags/tag29.xml"/><Relationship Id="rId27" Type="http://schemas.openxmlformats.org/officeDocument/2006/relationships/tags" Target="../tags/tag30.xml"/><Relationship Id="rId28" Type="http://schemas.openxmlformats.org/officeDocument/2006/relationships/tags" Target="../tags/tag31.xml"/><Relationship Id="rId29" Type="http://schemas.openxmlformats.org/officeDocument/2006/relationships/tags" Target="../tags/tag32.xml"/><Relationship Id="rId30" Type="http://schemas.openxmlformats.org/officeDocument/2006/relationships/tags" Target="../tags/tag33.xml"/><Relationship Id="rId31" Type="http://schemas.openxmlformats.org/officeDocument/2006/relationships/tags" Target="../tags/tag34.xml"/><Relationship Id="rId32" Type="http://schemas.openxmlformats.org/officeDocument/2006/relationships/tags" Target="../tags/tag35.xml"/><Relationship Id="rId33" Type="http://schemas.openxmlformats.org/officeDocument/2006/relationships/tags" Target="../tags/tag36.xml"/><Relationship Id="rId34" Type="http://schemas.openxmlformats.org/officeDocument/2006/relationships/tags" Target="../tags/tag37.xml"/><Relationship Id="rId35" Type="http://schemas.openxmlformats.org/officeDocument/2006/relationships/tags" Target="../tags/tag38.xml"/><Relationship Id="rId36" Type="http://schemas.openxmlformats.org/officeDocument/2006/relationships/tags" Target="../tags/tag39.xml"/><Relationship Id="rId37" Type="http://schemas.openxmlformats.org/officeDocument/2006/relationships/tags" Target="../tags/tag40.xml"/><Relationship Id="rId38" Type="http://schemas.openxmlformats.org/officeDocument/2006/relationships/tags" Target="../tags/tag41.xml"/><Relationship Id="rId39" Type="http://schemas.openxmlformats.org/officeDocument/2006/relationships/tags" Target="../tags/tag42.xml"/><Relationship Id="rId40" Type="http://schemas.openxmlformats.org/officeDocument/2006/relationships/tags" Target="../tags/tag43.xml"/><Relationship Id="rId41" Type="http://schemas.openxmlformats.org/officeDocument/2006/relationships/tags" Target="../tags/tag44.xml"/><Relationship Id="rId42" Type="http://schemas.openxmlformats.org/officeDocument/2006/relationships/tags" Target="../tags/tag45.xml"/><Relationship Id="rId43" Type="http://schemas.openxmlformats.org/officeDocument/2006/relationships/tags" Target="../tags/tag46.xml"/><Relationship Id="rId44" Type="http://schemas.openxmlformats.org/officeDocument/2006/relationships/tags" Target="../tags/tag47.xml"/><Relationship Id="rId45" Type="http://schemas.openxmlformats.org/officeDocument/2006/relationships/tags" Target="../tags/tag48.xml"/><Relationship Id="rId46" Type="http://schemas.openxmlformats.org/officeDocument/2006/relationships/tags" Target="../tags/tag49.xml"/><Relationship Id="rId47" Type="http://schemas.openxmlformats.org/officeDocument/2006/relationships/tags" Target="../tags/tag50.xml"/><Relationship Id="rId48" Type="http://schemas.openxmlformats.org/officeDocument/2006/relationships/tags" Target="../tags/tag51.xml"/><Relationship Id="rId49" Type="http://schemas.openxmlformats.org/officeDocument/2006/relationships/tags" Target="../tags/tag52.xml"/><Relationship Id="rId50" Type="http://schemas.openxmlformats.org/officeDocument/2006/relationships/tags" Target="../tags/tag53.xml"/><Relationship Id="rId51" Type="http://schemas.openxmlformats.org/officeDocument/2006/relationships/tags" Target="../tags/tag54.xml"/><Relationship Id="rId52" Type="http://schemas.openxmlformats.org/officeDocument/2006/relationships/slideLayout" Target="../slideLayouts/slideLayout2.xml"/><Relationship Id="rId53"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xml"/><Relationship Id="rId3"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xml"/><Relationship Id="rId3"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tags" Target="../tags/tag58.xml"/><Relationship Id="rId3" Type="http://schemas.openxmlformats.org/officeDocument/2006/relationships/slideLayout" Target="../slideLayouts/slideLayout2.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1" Type="http://schemas.openxmlformats.org/officeDocument/2006/relationships/tags" Target="../tags/tag59.xml"/><Relationship Id="rId2" Type="http://schemas.openxmlformats.org/officeDocument/2006/relationships/tags" Target="../tags/tag60.xml"/><Relationship Id="rId3" Type="http://schemas.openxmlformats.org/officeDocument/2006/relationships/slideLayout" Target="../slideLayouts/slideLayout2.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image" Target="../media/image10.svg"/><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slideLayout" Target="../slideLayouts/slideLayout2.xml"/><Relationship Id="rId3"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tags" Target="../tags/tag62.xml"/><Relationship Id="rId2" Type="http://schemas.openxmlformats.org/officeDocument/2006/relationships/slideLayout" Target="../slideLayouts/slideLayout2.xml"/><Relationship Id="rId3" Type="http://schemas.openxmlformats.org/officeDocument/2006/relationships/notesSlide" Target="../notesSlides/notesSlide15.xml"/></Relationships>
</file>

<file path=ppt/slides/_rels/slide17.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xml"/><Relationship Id="rId3" Type="http://schemas.openxmlformats.org/officeDocument/2006/relationships/notesSlide" Target="../notesSlides/notesSlide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9.xml.rels><?xml version='1.0' encoding='UTF-8' standalone='yes'?>
<Relationships xmlns="http://schemas.openxmlformats.org/package/2006/relationships"><Relationship Id="rId1" Type="http://schemas.openxmlformats.org/officeDocument/2006/relationships/tags" Target="../tags/tag64.xml"/><Relationship Id="rId2" Type="http://schemas.openxmlformats.org/officeDocument/2006/relationships/tags" Target="../tags/tag65.xml"/><Relationship Id="rId3" Type="http://schemas.openxmlformats.org/officeDocument/2006/relationships/tags" Target="../tags/tag66.xml"/><Relationship Id="rId4" Type="http://schemas.openxmlformats.org/officeDocument/2006/relationships/tags" Target="../tags/tag67.xml"/><Relationship Id="rId5" Type="http://schemas.openxmlformats.org/officeDocument/2006/relationships/tags" Target="../tags/tag68.xml"/><Relationship Id="rId6" Type="http://schemas.openxmlformats.org/officeDocument/2006/relationships/tags" Target="../tags/tag69.xml"/><Relationship Id="rId7" Type="http://schemas.openxmlformats.org/officeDocument/2006/relationships/tags" Target="../tags/tag70.xml"/><Relationship Id="rId8" Type="http://schemas.openxmlformats.org/officeDocument/2006/relationships/slideLayout" Target="../slideLayouts/slideLayout2.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3.svg"/></Relationships>
</file>

<file path=ppt/slides/_rels/slide21.xml.rels><?xml version='1.0' encoding='UTF-8' standalone='yes'?>
<Relationships xmlns="http://schemas.openxmlformats.org/package/2006/relationships"><Relationship Id="rId1" Type="http://schemas.openxmlformats.org/officeDocument/2006/relationships/tags" Target="../tags/tag71.xml"/><Relationship Id="rId2" Type="http://schemas.openxmlformats.org/officeDocument/2006/relationships/slideLayout" Target="../slideLayouts/slideLayout2.xml"/><Relationship Id="rId3"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tags" Target="../tags/tag72.xml"/><Relationship Id="rId2" Type="http://schemas.openxmlformats.org/officeDocument/2006/relationships/slideLayout" Target="../slideLayouts/slideLayout2.xml"/><Relationship Id="rId3"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tags" Target="../tags/tag79.xml"/><Relationship Id="rId8" Type="http://schemas.openxmlformats.org/officeDocument/2006/relationships/tags" Target="../tags/tag80.xml"/><Relationship Id="rId9" Type="http://schemas.openxmlformats.org/officeDocument/2006/relationships/tags" Target="../tags/tag81.xml"/><Relationship Id="rId10" Type="http://schemas.openxmlformats.org/officeDocument/2006/relationships/tags" Target="../tags/tag82.xml"/><Relationship Id="rId11" Type="http://schemas.openxmlformats.org/officeDocument/2006/relationships/tags" Target="../tags/tag83.xml"/><Relationship Id="rId12" Type="http://schemas.openxmlformats.org/officeDocument/2006/relationships/tags" Target="../tags/tag84.xml"/><Relationship Id="rId13" Type="http://schemas.openxmlformats.org/officeDocument/2006/relationships/tags" Target="../tags/tag85.xml"/><Relationship Id="rId14" Type="http://schemas.openxmlformats.org/officeDocument/2006/relationships/tags" Target="../tags/tag86.xml"/><Relationship Id="rId15" Type="http://schemas.openxmlformats.org/officeDocument/2006/relationships/tags" Target="../tags/tag87.xml"/><Relationship Id="rId16" Type="http://schemas.openxmlformats.org/officeDocument/2006/relationships/tags" Target="../tags/tag88.xml"/><Relationship Id="rId17" Type="http://schemas.openxmlformats.org/officeDocument/2006/relationships/tags" Target="../tags/tag89.xml"/><Relationship Id="rId18" Type="http://schemas.openxmlformats.org/officeDocument/2006/relationships/tags" Target="../tags/tag90.xml"/><Relationship Id="rId19" Type="http://schemas.openxmlformats.org/officeDocument/2006/relationships/tags" Target="../tags/tag91.xml"/><Relationship Id="rId20" Type="http://schemas.openxmlformats.org/officeDocument/2006/relationships/tags" Target="../tags/tag92.xml"/><Relationship Id="rId21" Type="http://schemas.openxmlformats.org/officeDocument/2006/relationships/tags" Target="../tags/tag93.xml"/><Relationship Id="rId22" Type="http://schemas.openxmlformats.org/officeDocument/2006/relationships/tags" Target="../tags/tag94.xml"/><Relationship Id="rId23" Type="http://schemas.openxmlformats.org/officeDocument/2006/relationships/tags" Target="../tags/tag95.xml"/><Relationship Id="rId24" Type="http://schemas.openxmlformats.org/officeDocument/2006/relationships/tags" Target="../tags/tag96.xml"/><Relationship Id="rId25" Type="http://schemas.openxmlformats.org/officeDocument/2006/relationships/tags" Target="../tags/tag97.xml"/><Relationship Id="rId26" Type="http://schemas.openxmlformats.org/officeDocument/2006/relationships/tags" Target="../tags/tag98.xml"/><Relationship Id="rId27" Type="http://schemas.openxmlformats.org/officeDocument/2006/relationships/tags" Target="../tags/tag99.xml"/><Relationship Id="rId28" Type="http://schemas.openxmlformats.org/officeDocument/2006/relationships/tags" Target="../tags/tag100.xml"/><Relationship Id="rId29" Type="http://schemas.openxmlformats.org/officeDocument/2006/relationships/tags" Target="../tags/tag101.xml"/><Relationship Id="rId30" Type="http://schemas.openxmlformats.org/officeDocument/2006/relationships/tags" Target="../tags/tag102.xml"/><Relationship Id="rId31" Type="http://schemas.openxmlformats.org/officeDocument/2006/relationships/tags" Target="../tags/tag103.xml"/><Relationship Id="rId32" Type="http://schemas.openxmlformats.org/officeDocument/2006/relationships/tags" Target="../tags/tag104.xml"/><Relationship Id="rId33" Type="http://schemas.openxmlformats.org/officeDocument/2006/relationships/tags" Target="../tags/tag105.xml"/><Relationship Id="rId34" Type="http://schemas.openxmlformats.org/officeDocument/2006/relationships/tags" Target="../tags/tag106.xml"/><Relationship Id="rId35" Type="http://schemas.openxmlformats.org/officeDocument/2006/relationships/tags" Target="../tags/tag107.xml"/><Relationship Id="rId36" Type="http://schemas.openxmlformats.org/officeDocument/2006/relationships/tags" Target="../tags/tag108.xml"/><Relationship Id="rId37" Type="http://schemas.openxmlformats.org/officeDocument/2006/relationships/tags" Target="../tags/tag109.xml"/><Relationship Id="rId38" Type="http://schemas.openxmlformats.org/officeDocument/2006/relationships/tags" Target="../tags/tag110.xml"/><Relationship Id="rId39" Type="http://schemas.openxmlformats.org/officeDocument/2006/relationships/tags" Target="../tags/tag111.xml"/><Relationship Id="rId40" Type="http://schemas.openxmlformats.org/officeDocument/2006/relationships/tags" Target="../tags/tag112.xml"/><Relationship Id="rId41" Type="http://schemas.openxmlformats.org/officeDocument/2006/relationships/tags" Target="../tags/tag113.xml"/><Relationship Id="rId42" Type="http://schemas.openxmlformats.org/officeDocument/2006/relationships/tags" Target="../tags/tag114.xml"/><Relationship Id="rId43" Type="http://schemas.openxmlformats.org/officeDocument/2006/relationships/tags" Target="../tags/tag115.xml"/><Relationship Id="rId44" Type="http://schemas.openxmlformats.org/officeDocument/2006/relationships/tags" Target="../tags/tag116.xml"/><Relationship Id="rId45" Type="http://schemas.openxmlformats.org/officeDocument/2006/relationships/tags" Target="../tags/tag117.xml"/><Relationship Id="rId46" Type="http://schemas.openxmlformats.org/officeDocument/2006/relationships/tags" Target="../tags/tag118.xml"/><Relationship Id="rId47" Type="http://schemas.openxmlformats.org/officeDocument/2006/relationships/tags" Target="../tags/tag119.xml"/><Relationship Id="rId48" Type="http://schemas.openxmlformats.org/officeDocument/2006/relationships/tags" Target="../tags/tag120.xml"/><Relationship Id="rId49" Type="http://schemas.openxmlformats.org/officeDocument/2006/relationships/tags" Target="../tags/tag121.xml"/><Relationship Id="rId50" Type="http://schemas.openxmlformats.org/officeDocument/2006/relationships/tags" Target="../tags/tag122.xml"/><Relationship Id="rId51" Type="http://schemas.openxmlformats.org/officeDocument/2006/relationships/tags" Target="../tags/tag123.xml"/><Relationship Id="rId52" Type="http://schemas.openxmlformats.org/officeDocument/2006/relationships/tags" Target="../tags/tag124.xml"/><Relationship Id="rId53" Type="http://schemas.openxmlformats.org/officeDocument/2006/relationships/tags" Target="../tags/tag125.xml"/><Relationship Id="rId54" Type="http://schemas.openxmlformats.org/officeDocument/2006/relationships/tags" Target="../tags/tag126.xml"/><Relationship Id="rId55" Type="http://schemas.openxmlformats.org/officeDocument/2006/relationships/tags" Target="../tags/tag127.xml"/><Relationship Id="rId56" Type="http://schemas.openxmlformats.org/officeDocument/2006/relationships/tags" Target="../tags/tag128.xml"/><Relationship Id="rId57" Type="http://schemas.openxmlformats.org/officeDocument/2006/relationships/tags" Target="../tags/tag129.xml"/><Relationship Id="rId58" Type="http://schemas.openxmlformats.org/officeDocument/2006/relationships/tags" Target="../tags/tag130.xml"/><Relationship Id="rId59" Type="http://schemas.openxmlformats.org/officeDocument/2006/relationships/tags" Target="../tags/tag131.xml"/><Relationship Id="rId60" Type="http://schemas.openxmlformats.org/officeDocument/2006/relationships/slideLayout" Target="../slideLayouts/slideLayout2.xml"/><Relationship Id="rId61"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slideLayout" Target="../slideLayouts/slideLayout2.xml"/><Relationship Id="rId3"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tags" Target="../tags/tag133.xml"/><Relationship Id="rId2" Type="http://schemas.openxmlformats.org/officeDocument/2006/relationships/tags" Target="../tags/tag134.xml"/><Relationship Id="rId3" Type="http://schemas.openxmlformats.org/officeDocument/2006/relationships/slideLayout" Target="../slideLayouts/slideLayout2.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1" Type="http://schemas.openxmlformats.org/officeDocument/2006/relationships/tags" Target="../tags/tag135.xml"/><Relationship Id="rId2" Type="http://schemas.openxmlformats.org/officeDocument/2006/relationships/tags" Target="../tags/tag136.xml"/><Relationship Id="rId3" Type="http://schemas.openxmlformats.org/officeDocument/2006/relationships/tags" Target="../tags/tag137.xml"/><Relationship Id="rId4" Type="http://schemas.openxmlformats.org/officeDocument/2006/relationships/tags" Target="../tags/tag138.xml"/><Relationship Id="rId5" Type="http://schemas.openxmlformats.org/officeDocument/2006/relationships/tags" Target="../tags/tag139.xml"/><Relationship Id="rId6" Type="http://schemas.openxmlformats.org/officeDocument/2006/relationships/tags" Target="../tags/tag140.xml"/><Relationship Id="rId7" Type="http://schemas.openxmlformats.org/officeDocument/2006/relationships/tags" Target="../tags/tag141.xml"/><Relationship Id="rId8" Type="http://schemas.openxmlformats.org/officeDocument/2006/relationships/tags" Target="../tags/tag142.xml"/><Relationship Id="rId9" Type="http://schemas.openxmlformats.org/officeDocument/2006/relationships/tags" Target="../tags/tag143.xml"/><Relationship Id="rId10" Type="http://schemas.openxmlformats.org/officeDocument/2006/relationships/tags" Target="../tags/tag144.xml"/><Relationship Id="rId11" Type="http://schemas.openxmlformats.org/officeDocument/2006/relationships/tags" Target="../tags/tag145.xml"/><Relationship Id="rId12" Type="http://schemas.openxmlformats.org/officeDocument/2006/relationships/tags" Target="../tags/tag146.xml"/><Relationship Id="rId13" Type="http://schemas.openxmlformats.org/officeDocument/2006/relationships/tags" Target="../tags/tag147.xml"/><Relationship Id="rId14" Type="http://schemas.openxmlformats.org/officeDocument/2006/relationships/tags" Target="../tags/tag148.xml"/><Relationship Id="rId15" Type="http://schemas.openxmlformats.org/officeDocument/2006/relationships/tags" Target="../tags/tag149.xml"/><Relationship Id="rId16" Type="http://schemas.openxmlformats.org/officeDocument/2006/relationships/slideLayout" Target="../slideLayouts/slideLayout2.xml"/><Relationship Id="rId17"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1" Type="http://schemas.openxmlformats.org/officeDocument/2006/relationships/tags" Target="../tags/tag150.xml"/><Relationship Id="rId2" Type="http://schemas.openxmlformats.org/officeDocument/2006/relationships/tags" Target="../tags/tag151.xml"/><Relationship Id="rId3" Type="http://schemas.openxmlformats.org/officeDocument/2006/relationships/tags" Target="../tags/tag152.xml"/><Relationship Id="rId4" Type="http://schemas.openxmlformats.org/officeDocument/2006/relationships/tags" Target="../tags/tag153.xml"/><Relationship Id="rId5" Type="http://schemas.openxmlformats.org/officeDocument/2006/relationships/slideLayout" Target="../slideLayouts/slideLayout2.xml"/><Relationship Id="rId6" Type="http://schemas.openxmlformats.org/officeDocument/2006/relationships/notesSlide" Target="../notesSlides/notesSlide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1" Type="http://schemas.openxmlformats.org/officeDocument/2006/relationships/tags" Target="../tags/tag154.xml"/><Relationship Id="rId2" Type="http://schemas.openxmlformats.org/officeDocument/2006/relationships/tags" Target="../tags/tag155.xml"/><Relationship Id="rId3" Type="http://schemas.openxmlformats.org/officeDocument/2006/relationships/tags" Target="../tags/tag156.xml"/><Relationship Id="rId4" Type="http://schemas.openxmlformats.org/officeDocument/2006/relationships/tags" Target="../tags/tag157.xml"/><Relationship Id="rId5" Type="http://schemas.openxmlformats.org/officeDocument/2006/relationships/tags" Target="../tags/tag158.xml"/><Relationship Id="rId6" Type="http://schemas.openxmlformats.org/officeDocument/2006/relationships/tags" Target="../tags/tag159.xml"/><Relationship Id="rId7" Type="http://schemas.openxmlformats.org/officeDocument/2006/relationships/tags" Target="../tags/tag160.xml"/><Relationship Id="rId8" Type="http://schemas.openxmlformats.org/officeDocument/2006/relationships/tags" Target="../tags/tag161.xml"/><Relationship Id="rId9" Type="http://schemas.openxmlformats.org/officeDocument/2006/relationships/tags" Target="../tags/tag162.xml"/><Relationship Id="rId10" Type="http://schemas.openxmlformats.org/officeDocument/2006/relationships/tags" Target="../tags/tag163.xml"/><Relationship Id="rId11" Type="http://schemas.openxmlformats.org/officeDocument/2006/relationships/slideLayout" Target="../slideLayouts/slideLayout2.xml"/><Relationship Id="rId12"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1" Type="http://schemas.openxmlformats.org/officeDocument/2006/relationships/tags" Target="../tags/tag164.xml"/><Relationship Id="rId2" Type="http://schemas.openxmlformats.org/officeDocument/2006/relationships/slideLayout" Target="../slideLayouts/slideLayout2.xml"/><Relationship Id="rId3"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39.xml.rels><?xml version='1.0' encoding='UTF-8' standalone='yes'?>
<Relationships xmlns="http://schemas.openxmlformats.org/package/2006/relationships"><Relationship Id="rId1" Type="http://schemas.openxmlformats.org/officeDocument/2006/relationships/tags" Target="../tags/tag165.xml"/><Relationship Id="rId2" Type="http://schemas.openxmlformats.org/officeDocument/2006/relationships/tags" Target="../tags/tag166.xml"/><Relationship Id="rId3" Type="http://schemas.openxmlformats.org/officeDocument/2006/relationships/tags" Target="../tags/tag167.xml"/><Relationship Id="rId4" Type="http://schemas.openxmlformats.org/officeDocument/2006/relationships/tags" Target="../tags/tag168.xml"/><Relationship Id="rId5" Type="http://schemas.openxmlformats.org/officeDocument/2006/relationships/tags" Target="../tags/tag169.xml"/><Relationship Id="rId6" Type="http://schemas.openxmlformats.org/officeDocument/2006/relationships/tags" Target="../tags/tag170.xml"/><Relationship Id="rId7" Type="http://schemas.openxmlformats.org/officeDocument/2006/relationships/tags" Target="../tags/tag171.xml"/><Relationship Id="rId8" Type="http://schemas.openxmlformats.org/officeDocument/2006/relationships/tags" Target="../tags/tag172.xml"/><Relationship Id="rId9" Type="http://schemas.openxmlformats.org/officeDocument/2006/relationships/tags" Target="../tags/tag173.xml"/><Relationship Id="rId10" Type="http://schemas.openxmlformats.org/officeDocument/2006/relationships/tags" Target="../tags/tag174.xml"/><Relationship Id="rId11" Type="http://schemas.openxmlformats.org/officeDocument/2006/relationships/tags" Target="../tags/tag175.xml"/><Relationship Id="rId12" Type="http://schemas.openxmlformats.org/officeDocument/2006/relationships/tags" Target="../tags/tag176.xml"/><Relationship Id="rId13" Type="http://schemas.openxmlformats.org/officeDocument/2006/relationships/tags" Target="../tags/tag177.xml"/><Relationship Id="rId14" Type="http://schemas.openxmlformats.org/officeDocument/2006/relationships/tags" Target="../tags/tag178.xml"/><Relationship Id="rId15" Type="http://schemas.openxmlformats.org/officeDocument/2006/relationships/tags" Target="../tags/tag179.xml"/><Relationship Id="rId16" Type="http://schemas.openxmlformats.org/officeDocument/2006/relationships/tags" Target="../tags/tag180.xml"/><Relationship Id="rId17" Type="http://schemas.openxmlformats.org/officeDocument/2006/relationships/tags" Target="../tags/tag181.xml"/><Relationship Id="rId18" Type="http://schemas.openxmlformats.org/officeDocument/2006/relationships/tags" Target="../tags/tag182.xml"/><Relationship Id="rId19" Type="http://schemas.openxmlformats.org/officeDocument/2006/relationships/tags" Target="../tags/tag183.xml"/><Relationship Id="rId20" Type="http://schemas.openxmlformats.org/officeDocument/2006/relationships/tags" Target="../tags/tag184.xml"/><Relationship Id="rId21" Type="http://schemas.openxmlformats.org/officeDocument/2006/relationships/tags" Target="../tags/tag185.xml"/><Relationship Id="rId22" Type="http://schemas.openxmlformats.org/officeDocument/2006/relationships/tags" Target="../tags/tag186.xml"/><Relationship Id="rId23" Type="http://schemas.openxmlformats.org/officeDocument/2006/relationships/tags" Target="../tags/tag187.xml"/><Relationship Id="rId24" Type="http://schemas.openxmlformats.org/officeDocument/2006/relationships/tags" Target="../tags/tag188.xml"/><Relationship Id="rId25" Type="http://schemas.openxmlformats.org/officeDocument/2006/relationships/tags" Target="../tags/tag189.xml"/><Relationship Id="rId26" Type="http://schemas.openxmlformats.org/officeDocument/2006/relationships/tags" Target="../tags/tag190.xml"/><Relationship Id="rId27" Type="http://schemas.openxmlformats.org/officeDocument/2006/relationships/tags" Target="../tags/tag191.xml"/><Relationship Id="rId28" Type="http://schemas.openxmlformats.org/officeDocument/2006/relationships/tags" Target="../tags/tag192.xml"/><Relationship Id="rId29" Type="http://schemas.openxmlformats.org/officeDocument/2006/relationships/tags" Target="../tags/tag193.xml"/><Relationship Id="rId30" Type="http://schemas.openxmlformats.org/officeDocument/2006/relationships/tags" Target="../tags/tag194.xml"/><Relationship Id="rId31" Type="http://schemas.openxmlformats.org/officeDocument/2006/relationships/tags" Target="../tags/tag195.xml"/><Relationship Id="rId32" Type="http://schemas.openxmlformats.org/officeDocument/2006/relationships/tags" Target="../tags/tag196.xml"/><Relationship Id="rId33" Type="http://schemas.openxmlformats.org/officeDocument/2006/relationships/tags" Target="../tags/tag197.xml"/><Relationship Id="rId34" Type="http://schemas.openxmlformats.org/officeDocument/2006/relationships/tags" Target="../tags/tag198.xml"/><Relationship Id="rId35" Type="http://schemas.openxmlformats.org/officeDocument/2006/relationships/tags" Target="../tags/tag199.xml"/><Relationship Id="rId36" Type="http://schemas.openxmlformats.org/officeDocument/2006/relationships/tags" Target="../tags/tag200.xml"/><Relationship Id="rId37" Type="http://schemas.openxmlformats.org/officeDocument/2006/relationships/tags" Target="../tags/tag201.xml"/><Relationship Id="rId38" Type="http://schemas.openxmlformats.org/officeDocument/2006/relationships/tags" Target="../tags/tag202.xml"/><Relationship Id="rId39" Type="http://schemas.openxmlformats.org/officeDocument/2006/relationships/tags" Target="../tags/tag203.xml"/><Relationship Id="rId40" Type="http://schemas.openxmlformats.org/officeDocument/2006/relationships/tags" Target="../tags/tag204.xml"/><Relationship Id="rId41" Type="http://schemas.openxmlformats.org/officeDocument/2006/relationships/tags" Target="../tags/tag205.xml"/><Relationship Id="rId42" Type="http://schemas.openxmlformats.org/officeDocument/2006/relationships/tags" Target="../tags/tag206.xml"/><Relationship Id="rId43" Type="http://schemas.openxmlformats.org/officeDocument/2006/relationships/tags" Target="../tags/tag207.xml"/><Relationship Id="rId44" Type="http://schemas.openxmlformats.org/officeDocument/2006/relationships/tags" Target="../tags/tag208.xml"/><Relationship Id="rId45" Type="http://schemas.openxmlformats.org/officeDocument/2006/relationships/tags" Target="../tags/tag209.xml"/><Relationship Id="rId46" Type="http://schemas.openxmlformats.org/officeDocument/2006/relationships/tags" Target="../tags/tag210.xml"/><Relationship Id="rId47" Type="http://schemas.openxmlformats.org/officeDocument/2006/relationships/tags" Target="../tags/tag211.xml"/><Relationship Id="rId48" Type="http://schemas.openxmlformats.org/officeDocument/2006/relationships/tags" Target="../tags/tag212.xml"/><Relationship Id="rId49" Type="http://schemas.openxmlformats.org/officeDocument/2006/relationships/tags" Target="../tags/tag213.xml"/><Relationship Id="rId50" Type="http://schemas.openxmlformats.org/officeDocument/2006/relationships/tags" Target="../tags/tag214.xml"/><Relationship Id="rId51" Type="http://schemas.openxmlformats.org/officeDocument/2006/relationships/slideLayout" Target="../slideLayouts/slideLayout2.xml"/><Relationship Id="rId52"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1" Type="http://schemas.openxmlformats.org/officeDocument/2006/relationships/tags" Target="../tags/tag215.xml"/><Relationship Id="rId2" Type="http://schemas.openxmlformats.org/officeDocument/2006/relationships/slideLayout" Target="../slideLayouts/slideLayout2.xml"/><Relationship Id="rId3" Type="http://schemas.openxmlformats.org/officeDocument/2006/relationships/notesSlide" Target="../notesSlides/notesSlide39.xml"/></Relationships>
</file>

<file path=ppt/slides/_rels/slide41.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tags" Target="../tags/tag217.xml"/><Relationship Id="rId3" Type="http://schemas.openxmlformats.org/officeDocument/2006/relationships/tags" Target="../tags/tag218.xml"/><Relationship Id="rId4" Type="http://schemas.openxmlformats.org/officeDocument/2006/relationships/tags" Target="../tags/tag219.xml"/><Relationship Id="rId5" Type="http://schemas.openxmlformats.org/officeDocument/2006/relationships/tags" Target="../tags/tag220.xml"/><Relationship Id="rId6" Type="http://schemas.openxmlformats.org/officeDocument/2006/relationships/tags" Target="../tags/tag221.xml"/><Relationship Id="rId7" Type="http://schemas.openxmlformats.org/officeDocument/2006/relationships/tags" Target="../tags/tag222.xml"/><Relationship Id="rId8" Type="http://schemas.openxmlformats.org/officeDocument/2006/relationships/tags" Target="../tags/tag223.xml"/><Relationship Id="rId9" Type="http://schemas.openxmlformats.org/officeDocument/2006/relationships/tags" Target="../tags/tag224.xml"/><Relationship Id="rId10" Type="http://schemas.openxmlformats.org/officeDocument/2006/relationships/tags" Target="../tags/tag225.xml"/><Relationship Id="rId11" Type="http://schemas.openxmlformats.org/officeDocument/2006/relationships/tags" Target="../tags/tag226.xml"/><Relationship Id="rId12" Type="http://schemas.openxmlformats.org/officeDocument/2006/relationships/tags" Target="../tags/tag227.xml"/><Relationship Id="rId13" Type="http://schemas.openxmlformats.org/officeDocument/2006/relationships/slideLayout" Target="../slideLayouts/slideLayout2.xml"/><Relationship Id="rId14" Type="http://schemas.openxmlformats.org/officeDocument/2006/relationships/notesSlide" Target="../notesSlides/notesSlide40.xml"/><Relationship Id="rId15" Type="http://schemas.openxmlformats.org/officeDocument/2006/relationships/oleObject" Target="../embeddings/oleObject2.bin"/><Relationship Id="rId16" Type="http://schemas.openxmlformats.org/officeDocument/2006/relationships/image" Target="../media/image14.emf"/></Relationships>
</file>

<file path=ppt/slides/_rels/slide42.xml.rels><?xml version='1.0' encoding='UTF-8' standalone='yes'?>
<Relationships xmlns="http://schemas.openxmlformats.org/package/2006/relationships"><Relationship Id="rId1" Type="http://schemas.openxmlformats.org/officeDocument/2006/relationships/tags" Target="../tags/tag228.xml"/><Relationship Id="rId2" Type="http://schemas.openxmlformats.org/officeDocument/2006/relationships/tags" Target="../tags/tag229.xml"/><Relationship Id="rId3" Type="http://schemas.openxmlformats.org/officeDocument/2006/relationships/tags" Target="../tags/tag230.xml"/><Relationship Id="rId4" Type="http://schemas.openxmlformats.org/officeDocument/2006/relationships/tags" Target="../tags/tag231.xml"/><Relationship Id="rId5" Type="http://schemas.openxmlformats.org/officeDocument/2006/relationships/tags" Target="../tags/tag232.xml"/><Relationship Id="rId6" Type="http://schemas.openxmlformats.org/officeDocument/2006/relationships/tags" Target="../tags/tag233.xml"/><Relationship Id="rId7" Type="http://schemas.openxmlformats.org/officeDocument/2006/relationships/tags" Target="../tags/tag234.xml"/><Relationship Id="rId8" Type="http://schemas.openxmlformats.org/officeDocument/2006/relationships/tags" Target="../tags/tag235.xml"/><Relationship Id="rId9" Type="http://schemas.openxmlformats.org/officeDocument/2006/relationships/tags" Target="../tags/tag236.xml"/><Relationship Id="rId10" Type="http://schemas.openxmlformats.org/officeDocument/2006/relationships/tags" Target="../tags/tag237.xml"/><Relationship Id="rId11" Type="http://schemas.openxmlformats.org/officeDocument/2006/relationships/tags" Target="../tags/tag238.xml"/><Relationship Id="rId12" Type="http://schemas.openxmlformats.org/officeDocument/2006/relationships/tags" Target="../tags/tag239.xml"/><Relationship Id="rId13" Type="http://schemas.openxmlformats.org/officeDocument/2006/relationships/tags" Target="../tags/tag240.xml"/><Relationship Id="rId14" Type="http://schemas.openxmlformats.org/officeDocument/2006/relationships/tags" Target="../tags/tag241.xml"/><Relationship Id="rId15" Type="http://schemas.openxmlformats.org/officeDocument/2006/relationships/tags" Target="../tags/tag242.xml"/><Relationship Id="rId16" Type="http://schemas.openxmlformats.org/officeDocument/2006/relationships/tags" Target="../tags/tag243.xml"/><Relationship Id="rId17" Type="http://schemas.openxmlformats.org/officeDocument/2006/relationships/tags" Target="../tags/tag244.xml"/><Relationship Id="rId18" Type="http://schemas.openxmlformats.org/officeDocument/2006/relationships/tags" Target="../tags/tag245.xml"/><Relationship Id="rId19" Type="http://schemas.openxmlformats.org/officeDocument/2006/relationships/tags" Target="../tags/tag246.xml"/><Relationship Id="rId20" Type="http://schemas.openxmlformats.org/officeDocument/2006/relationships/tags" Target="../tags/tag247.xml"/><Relationship Id="rId21" Type="http://schemas.openxmlformats.org/officeDocument/2006/relationships/tags" Target="../tags/tag248.xml"/><Relationship Id="rId22" Type="http://schemas.openxmlformats.org/officeDocument/2006/relationships/tags" Target="../tags/tag249.xml"/><Relationship Id="rId23" Type="http://schemas.openxmlformats.org/officeDocument/2006/relationships/tags" Target="../tags/tag250.xml"/><Relationship Id="rId24" Type="http://schemas.openxmlformats.org/officeDocument/2006/relationships/tags" Target="../tags/tag251.xml"/><Relationship Id="rId25" Type="http://schemas.openxmlformats.org/officeDocument/2006/relationships/tags" Target="../tags/tag252.xml"/><Relationship Id="rId26" Type="http://schemas.openxmlformats.org/officeDocument/2006/relationships/tags" Target="../tags/tag253.xml"/><Relationship Id="rId27" Type="http://schemas.openxmlformats.org/officeDocument/2006/relationships/tags" Target="../tags/tag254.xml"/><Relationship Id="rId28" Type="http://schemas.openxmlformats.org/officeDocument/2006/relationships/slideLayout" Target="../slideLayouts/slideLayout2.xml"/><Relationship Id="rId29"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slideLayout" Target="../slideLayouts/slideLayout2.xml"/><Relationship Id="rId3"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tags" Target="../tags/tag258.xml"/><Relationship Id="rId4" Type="http://schemas.openxmlformats.org/officeDocument/2006/relationships/tags" Target="../tags/tag259.xml"/><Relationship Id="rId5" Type="http://schemas.openxmlformats.org/officeDocument/2006/relationships/tags" Target="../tags/tag260.xml"/><Relationship Id="rId6" Type="http://schemas.openxmlformats.org/officeDocument/2006/relationships/tags" Target="../tags/tag261.xml"/><Relationship Id="rId7" Type="http://schemas.openxmlformats.org/officeDocument/2006/relationships/tags" Target="../tags/tag262.xml"/><Relationship Id="rId8" Type="http://schemas.openxmlformats.org/officeDocument/2006/relationships/tags" Target="../tags/tag263.xml"/><Relationship Id="rId9" Type="http://schemas.openxmlformats.org/officeDocument/2006/relationships/tags" Target="../tags/tag264.xml"/><Relationship Id="rId10" Type="http://schemas.openxmlformats.org/officeDocument/2006/relationships/tags" Target="../tags/tag265.xml"/><Relationship Id="rId11" Type="http://schemas.openxmlformats.org/officeDocument/2006/relationships/tags" Target="../tags/tag266.xml"/><Relationship Id="rId12" Type="http://schemas.openxmlformats.org/officeDocument/2006/relationships/tags" Target="../tags/tag267.xml"/><Relationship Id="rId13" Type="http://schemas.openxmlformats.org/officeDocument/2006/relationships/tags" Target="../tags/tag268.xml"/><Relationship Id="rId14" Type="http://schemas.openxmlformats.org/officeDocument/2006/relationships/tags" Target="../tags/tag269.xml"/><Relationship Id="rId15" Type="http://schemas.openxmlformats.org/officeDocument/2006/relationships/tags" Target="../tags/tag270.xml"/><Relationship Id="rId16" Type="http://schemas.openxmlformats.org/officeDocument/2006/relationships/tags" Target="../tags/tag271.xml"/><Relationship Id="rId17" Type="http://schemas.openxmlformats.org/officeDocument/2006/relationships/tags" Target="../tags/tag272.xml"/><Relationship Id="rId18" Type="http://schemas.openxmlformats.org/officeDocument/2006/relationships/tags" Target="../tags/tag273.xml"/><Relationship Id="rId19" Type="http://schemas.openxmlformats.org/officeDocument/2006/relationships/tags" Target="../tags/tag274.xml"/><Relationship Id="rId20" Type="http://schemas.openxmlformats.org/officeDocument/2006/relationships/tags" Target="../tags/tag275.xml"/><Relationship Id="rId21" Type="http://schemas.openxmlformats.org/officeDocument/2006/relationships/tags" Target="../tags/tag276.xml"/><Relationship Id="rId22" Type="http://schemas.openxmlformats.org/officeDocument/2006/relationships/tags" Target="../tags/tag277.xml"/><Relationship Id="rId23" Type="http://schemas.openxmlformats.org/officeDocument/2006/relationships/tags" Target="../tags/tag278.xml"/><Relationship Id="rId24" Type="http://schemas.openxmlformats.org/officeDocument/2006/relationships/tags" Target="../tags/tag279.xml"/><Relationship Id="rId25" Type="http://schemas.openxmlformats.org/officeDocument/2006/relationships/tags" Target="../tags/tag280.xml"/><Relationship Id="rId26" Type="http://schemas.openxmlformats.org/officeDocument/2006/relationships/tags" Target="../tags/tag281.xml"/><Relationship Id="rId27" Type="http://schemas.openxmlformats.org/officeDocument/2006/relationships/tags" Target="../tags/tag282.xml"/><Relationship Id="rId28" Type="http://schemas.openxmlformats.org/officeDocument/2006/relationships/tags" Target="../tags/tag283.xml"/><Relationship Id="rId29" Type="http://schemas.openxmlformats.org/officeDocument/2006/relationships/tags" Target="../tags/tag284.xml"/><Relationship Id="rId30" Type="http://schemas.openxmlformats.org/officeDocument/2006/relationships/tags" Target="../tags/tag285.xml"/><Relationship Id="rId31" Type="http://schemas.openxmlformats.org/officeDocument/2006/relationships/tags" Target="../tags/tag286.xml"/><Relationship Id="rId32" Type="http://schemas.openxmlformats.org/officeDocument/2006/relationships/tags" Target="../tags/tag287.xml"/><Relationship Id="rId33" Type="http://schemas.openxmlformats.org/officeDocument/2006/relationships/tags" Target="../tags/tag288.xml"/><Relationship Id="rId34" Type="http://schemas.openxmlformats.org/officeDocument/2006/relationships/tags" Target="../tags/tag289.xml"/><Relationship Id="rId35" Type="http://schemas.openxmlformats.org/officeDocument/2006/relationships/tags" Target="../tags/tag290.xml"/><Relationship Id="rId36" Type="http://schemas.openxmlformats.org/officeDocument/2006/relationships/tags" Target="../tags/tag291.xml"/><Relationship Id="rId37" Type="http://schemas.openxmlformats.org/officeDocument/2006/relationships/tags" Target="../tags/tag292.xml"/><Relationship Id="rId38" Type="http://schemas.openxmlformats.org/officeDocument/2006/relationships/tags" Target="../tags/tag293.xml"/><Relationship Id="rId39" Type="http://schemas.openxmlformats.org/officeDocument/2006/relationships/tags" Target="../tags/tag294.xml"/><Relationship Id="rId40" Type="http://schemas.openxmlformats.org/officeDocument/2006/relationships/tags" Target="../tags/tag295.xml"/><Relationship Id="rId41" Type="http://schemas.openxmlformats.org/officeDocument/2006/relationships/tags" Target="../tags/tag296.xml"/><Relationship Id="rId42" Type="http://schemas.openxmlformats.org/officeDocument/2006/relationships/tags" Target="../tags/tag297.xml"/><Relationship Id="rId43" Type="http://schemas.openxmlformats.org/officeDocument/2006/relationships/tags" Target="../tags/tag298.xml"/><Relationship Id="rId44" Type="http://schemas.openxmlformats.org/officeDocument/2006/relationships/tags" Target="../tags/tag299.xml"/><Relationship Id="rId45" Type="http://schemas.openxmlformats.org/officeDocument/2006/relationships/tags" Target="../tags/tag300.xml"/><Relationship Id="rId46" Type="http://schemas.openxmlformats.org/officeDocument/2006/relationships/tags" Target="../tags/tag301.xml"/><Relationship Id="rId47" Type="http://schemas.openxmlformats.org/officeDocument/2006/relationships/tags" Target="../tags/tag302.xml"/><Relationship Id="rId48" Type="http://schemas.openxmlformats.org/officeDocument/2006/relationships/tags" Target="../tags/tag303.xml"/><Relationship Id="rId49" Type="http://schemas.openxmlformats.org/officeDocument/2006/relationships/tags" Target="../tags/tag304.xml"/><Relationship Id="rId50" Type="http://schemas.openxmlformats.org/officeDocument/2006/relationships/tags" Target="../tags/tag305.xml"/><Relationship Id="rId51" Type="http://schemas.openxmlformats.org/officeDocument/2006/relationships/tags" Target="../tags/tag306.xml"/><Relationship Id="rId52" Type="http://schemas.openxmlformats.org/officeDocument/2006/relationships/tags" Target="../tags/tag307.xml"/><Relationship Id="rId53" Type="http://schemas.openxmlformats.org/officeDocument/2006/relationships/tags" Target="../tags/tag308.xml"/><Relationship Id="rId54" Type="http://schemas.openxmlformats.org/officeDocument/2006/relationships/tags" Target="../tags/tag309.xml"/><Relationship Id="rId55" Type="http://schemas.openxmlformats.org/officeDocument/2006/relationships/tags" Target="../tags/tag310.xml"/><Relationship Id="rId56" Type="http://schemas.openxmlformats.org/officeDocument/2006/relationships/tags" Target="../tags/tag311.xml"/><Relationship Id="rId57" Type="http://schemas.openxmlformats.org/officeDocument/2006/relationships/tags" Target="../tags/tag312.xml"/><Relationship Id="rId58" Type="http://schemas.openxmlformats.org/officeDocument/2006/relationships/tags" Target="../tags/tag313.xml"/><Relationship Id="rId59" Type="http://schemas.openxmlformats.org/officeDocument/2006/relationships/tags" Target="../tags/tag314.xml"/><Relationship Id="rId60" Type="http://schemas.openxmlformats.org/officeDocument/2006/relationships/tags" Target="../tags/tag315.xml"/><Relationship Id="rId61" Type="http://schemas.openxmlformats.org/officeDocument/2006/relationships/tags" Target="../tags/tag316.xml"/><Relationship Id="rId62" Type="http://schemas.openxmlformats.org/officeDocument/2006/relationships/slideLayout" Target="../slideLayouts/slideLayout2.xml"/><Relationship Id="rId63"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1" Type="http://schemas.openxmlformats.org/officeDocument/2006/relationships/tags" Target="../tags/tag317.xml"/><Relationship Id="rId2" Type="http://schemas.openxmlformats.org/officeDocument/2006/relationships/slideLayout" Target="../slideLayouts/slideLayout2.xml"/><Relationship Id="rId3" Type="http://schemas.openxmlformats.org/officeDocument/2006/relationships/notesSlide" Target="../notesSlides/notesSlide4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1" Type="http://schemas.openxmlformats.org/officeDocument/2006/relationships/tags" Target="../tags/tag318.xml"/><Relationship Id="rId2" Type="http://schemas.openxmlformats.org/officeDocument/2006/relationships/slideLayout" Target="../slideLayouts/slideLayout2.xml"/><Relationship Id="rId3"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5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slideLayout" Target="../slideLayouts/slideLayout2.xml"/><Relationship Id="rId3"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slideLayout" Target="../slideLayouts/slideLayout2.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1" Type="http://schemas.openxmlformats.org/officeDocument/2006/relationships/tags" Target="../tags/tag323.xml"/><Relationship Id="rId2" Type="http://schemas.openxmlformats.org/officeDocument/2006/relationships/slideLayout" Target="../slideLayouts/slideLayout2.xml"/><Relationship Id="rId3"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15.svg"/></Relationships>
</file>

<file path=ppt/slides/_rels/slide63.xml.rels><?xml version='1.0' encoding='UTF-8' standalone='yes'?>
<Relationships xmlns="http://schemas.openxmlformats.org/package/2006/relationships"><Relationship Id="rId1" Type="http://schemas.openxmlformats.org/officeDocument/2006/relationships/tags" Target="../tags/tag324.xml"/><Relationship Id="rId2" Type="http://schemas.openxmlformats.org/officeDocument/2006/relationships/tags" Target="../tags/tag325.xml"/><Relationship Id="rId3" Type="http://schemas.openxmlformats.org/officeDocument/2006/relationships/slideLayout" Target="../slideLayouts/slideLayout2.xml"/><Relationship Id="rId4" Type="http://schemas.openxmlformats.org/officeDocument/2006/relationships/notesSlide" Target="../notesSlides/notesSlide62.xml"/><Relationship Id="rId5" Type="http://schemas.openxmlformats.org/officeDocument/2006/relationships/diagramData" Target="../diagrams/data1.xml"/><Relationship Id="rId6" Type="http://schemas.openxmlformats.org/officeDocument/2006/relationships/diagramLayout" Target="../diagrams/layout1.xml"/><Relationship Id="rId7" Type="http://schemas.openxmlformats.org/officeDocument/2006/relationships/diagramQuickStyle" Target="../diagrams/quickStyle1.xml"/><Relationship Id="rId8" Type="http://schemas.openxmlformats.org/officeDocument/2006/relationships/diagramColors" Target="../diagrams/colors1.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1" Type="http://schemas.openxmlformats.org/officeDocument/2006/relationships/tags" Target="../tags/tag326.xml"/><Relationship Id="rId2" Type="http://schemas.openxmlformats.org/officeDocument/2006/relationships/tags" Target="../tags/tag327.xml"/><Relationship Id="rId3" Type="http://schemas.openxmlformats.org/officeDocument/2006/relationships/tags" Target="../tags/tag328.xml"/><Relationship Id="rId4" Type="http://schemas.openxmlformats.org/officeDocument/2006/relationships/tags" Target="../tags/tag329.xml"/><Relationship Id="rId5" Type="http://schemas.openxmlformats.org/officeDocument/2006/relationships/tags" Target="../tags/tag330.xml"/><Relationship Id="rId6" Type="http://schemas.openxmlformats.org/officeDocument/2006/relationships/slideLayout" Target="../slideLayouts/slideLayout2.xml"/><Relationship Id="rId7"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1" Type="http://schemas.openxmlformats.org/officeDocument/2006/relationships/tags" Target="../tags/tag331.xml"/><Relationship Id="rId2" Type="http://schemas.openxmlformats.org/officeDocument/2006/relationships/tags" Target="../tags/tag332.xml"/><Relationship Id="rId3" Type="http://schemas.openxmlformats.org/officeDocument/2006/relationships/slideLayout" Target="../slideLayouts/slideLayout2.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1" Type="http://schemas.openxmlformats.org/officeDocument/2006/relationships/tags" Target="../tags/tag333.xml"/><Relationship Id="rId2" Type="http://schemas.openxmlformats.org/officeDocument/2006/relationships/tags" Target="../tags/tag334.xml"/><Relationship Id="rId3" Type="http://schemas.openxmlformats.org/officeDocument/2006/relationships/slideLayout" Target="../slideLayouts/slideLayout2.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1" Type="http://schemas.openxmlformats.org/officeDocument/2006/relationships/tags" Target="../tags/tag335.xml"/><Relationship Id="rId2" Type="http://schemas.openxmlformats.org/officeDocument/2006/relationships/slideLayout" Target="../slideLayouts/slideLayout2.xml"/><Relationship Id="rId3"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slideLayout" Target="../slideLayouts/slideLayout2.xml"/><Relationship Id="rId6"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1" Type="http://schemas.openxmlformats.org/officeDocument/2006/relationships/tags" Target="../tags/tag340.xml"/><Relationship Id="rId2" Type="http://schemas.openxmlformats.org/officeDocument/2006/relationships/tags" Target="../tags/tag341.xml"/><Relationship Id="rId3" Type="http://schemas.openxmlformats.org/officeDocument/2006/relationships/tags" Target="../tags/tag342.xml"/><Relationship Id="rId4" Type="http://schemas.openxmlformats.org/officeDocument/2006/relationships/tags" Target="../tags/tag343.xml"/><Relationship Id="rId5" Type="http://schemas.openxmlformats.org/officeDocument/2006/relationships/tags" Target="../tags/tag344.xml"/><Relationship Id="rId6" Type="http://schemas.openxmlformats.org/officeDocument/2006/relationships/tags" Target="../tags/tag345.xml"/><Relationship Id="rId7" Type="http://schemas.openxmlformats.org/officeDocument/2006/relationships/tags" Target="../tags/tag346.xml"/><Relationship Id="rId8" Type="http://schemas.openxmlformats.org/officeDocument/2006/relationships/tags" Target="../tags/tag347.xml"/><Relationship Id="rId9" Type="http://schemas.openxmlformats.org/officeDocument/2006/relationships/tags" Target="../tags/tag348.xml"/><Relationship Id="rId10" Type="http://schemas.openxmlformats.org/officeDocument/2006/relationships/tags" Target="../tags/tag349.xml"/><Relationship Id="rId11" Type="http://schemas.openxmlformats.org/officeDocument/2006/relationships/tags" Target="../tags/tag350.xml"/><Relationship Id="rId12" Type="http://schemas.openxmlformats.org/officeDocument/2006/relationships/tags" Target="../tags/tag351.xml"/><Relationship Id="rId13" Type="http://schemas.openxmlformats.org/officeDocument/2006/relationships/slideLayout" Target="../slideLayouts/slideLayout2.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1" Type="http://schemas.openxmlformats.org/officeDocument/2006/relationships/tags" Target="../tags/tag352.xml"/><Relationship Id="rId2" Type="http://schemas.openxmlformats.org/officeDocument/2006/relationships/tags" Target="../tags/tag353.xml"/><Relationship Id="rId3" Type="http://schemas.openxmlformats.org/officeDocument/2006/relationships/tags" Target="../tags/tag354.xml"/><Relationship Id="rId4" Type="http://schemas.openxmlformats.org/officeDocument/2006/relationships/tags" Target="../tags/tag355.xml"/><Relationship Id="rId5" Type="http://schemas.openxmlformats.org/officeDocument/2006/relationships/tags" Target="../tags/tag356.xml"/><Relationship Id="rId6" Type="http://schemas.openxmlformats.org/officeDocument/2006/relationships/tags" Target="../tags/tag357.xml"/><Relationship Id="rId7" Type="http://schemas.openxmlformats.org/officeDocument/2006/relationships/tags" Target="../tags/tag358.xml"/><Relationship Id="rId8" Type="http://schemas.openxmlformats.org/officeDocument/2006/relationships/tags" Target="../tags/tag359.xml"/><Relationship Id="rId9" Type="http://schemas.openxmlformats.org/officeDocument/2006/relationships/tags" Target="../tags/tag360.xml"/><Relationship Id="rId10" Type="http://schemas.openxmlformats.org/officeDocument/2006/relationships/tags" Target="../tags/tag361.xml"/><Relationship Id="rId11" Type="http://schemas.openxmlformats.org/officeDocument/2006/relationships/tags" Target="../tags/tag362.xml"/><Relationship Id="rId12" Type="http://schemas.openxmlformats.org/officeDocument/2006/relationships/tags" Target="../tags/tag363.xml"/><Relationship Id="rId13" Type="http://schemas.openxmlformats.org/officeDocument/2006/relationships/tags" Target="../tags/tag364.xml"/><Relationship Id="rId14" Type="http://schemas.openxmlformats.org/officeDocument/2006/relationships/tags" Target="../tags/tag365.xml"/><Relationship Id="rId15" Type="http://schemas.openxmlformats.org/officeDocument/2006/relationships/tags" Target="../tags/tag366.xml"/><Relationship Id="rId16" Type="http://schemas.openxmlformats.org/officeDocument/2006/relationships/tags" Target="../tags/tag367.xml"/><Relationship Id="rId17" Type="http://schemas.openxmlformats.org/officeDocument/2006/relationships/tags" Target="../tags/tag368.xml"/><Relationship Id="rId18" Type="http://schemas.openxmlformats.org/officeDocument/2006/relationships/tags" Target="../tags/tag369.xml"/><Relationship Id="rId19" Type="http://schemas.openxmlformats.org/officeDocument/2006/relationships/tags" Target="../tags/tag370.xml"/><Relationship Id="rId20" Type="http://schemas.openxmlformats.org/officeDocument/2006/relationships/tags" Target="../tags/tag371.xml"/><Relationship Id="rId21" Type="http://schemas.openxmlformats.org/officeDocument/2006/relationships/slideLayout" Target="../slideLayouts/slideLayout2.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slideLayout" Target="../slideLayouts/slideLayout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1" Type="http://schemas.openxmlformats.org/officeDocument/2006/relationships/tags" Target="../tags/tag374.xml"/><Relationship Id="rId2" Type="http://schemas.openxmlformats.org/officeDocument/2006/relationships/tags" Target="../tags/tag375.xml"/><Relationship Id="rId3" Type="http://schemas.openxmlformats.org/officeDocument/2006/relationships/tags" Target="../tags/tag376.xml"/><Relationship Id="rId4" Type="http://schemas.openxmlformats.org/officeDocument/2006/relationships/tags" Target="../tags/tag377.xml"/><Relationship Id="rId5" Type="http://schemas.openxmlformats.org/officeDocument/2006/relationships/tags" Target="../tags/tag378.xml"/><Relationship Id="rId6" Type="http://schemas.openxmlformats.org/officeDocument/2006/relationships/tags" Target="../tags/tag379.xml"/><Relationship Id="rId7" Type="http://schemas.openxmlformats.org/officeDocument/2006/relationships/slideLayout" Target="../slideLayouts/slideLayout2.xml"/><Relationship Id="rId8" Type="http://schemas.openxmlformats.org/officeDocument/2006/relationships/notesSlide" Target="../notesSlides/notesSlide7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slideLayout" Target="../slideLayouts/slideLayout2.xml"/><Relationship Id="rId7"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1" Type="http://schemas.openxmlformats.org/officeDocument/2006/relationships/tags" Target="../tags/tag385.xml"/><Relationship Id="rId2" Type="http://schemas.openxmlformats.org/officeDocument/2006/relationships/tags" Target="../tags/tag386.xml"/><Relationship Id="rId3" Type="http://schemas.openxmlformats.org/officeDocument/2006/relationships/tags" Target="../tags/tag387.xml"/><Relationship Id="rId4" Type="http://schemas.openxmlformats.org/officeDocument/2006/relationships/slideLayout" Target="../slideLayouts/slideLayout2.xml"/><Relationship Id="rId5" Type="http://schemas.openxmlformats.org/officeDocument/2006/relationships/notesSlide" Target="../notesSlides/notesSlide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1" Type="http://schemas.openxmlformats.org/officeDocument/2006/relationships/tags" Target="../tags/tag388.xml"/><Relationship Id="rId2" Type="http://schemas.openxmlformats.org/officeDocument/2006/relationships/tags" Target="../tags/tag389.xml"/><Relationship Id="rId3" Type="http://schemas.openxmlformats.org/officeDocument/2006/relationships/tags" Target="../tags/tag390.xml"/><Relationship Id="rId4" Type="http://schemas.openxmlformats.org/officeDocument/2006/relationships/tags" Target="../tags/tag391.xml"/><Relationship Id="rId5" Type="http://schemas.openxmlformats.org/officeDocument/2006/relationships/tags" Target="../tags/tag392.xml"/><Relationship Id="rId6" Type="http://schemas.openxmlformats.org/officeDocument/2006/relationships/tags" Target="../tags/tag393.xml"/><Relationship Id="rId7" Type="http://schemas.openxmlformats.org/officeDocument/2006/relationships/tags" Target="../tags/tag394.xml"/><Relationship Id="rId8" Type="http://schemas.openxmlformats.org/officeDocument/2006/relationships/tags" Target="../tags/tag395.xml"/><Relationship Id="rId9" Type="http://schemas.openxmlformats.org/officeDocument/2006/relationships/tags" Target="../tags/tag396.xml"/><Relationship Id="rId10" Type="http://schemas.openxmlformats.org/officeDocument/2006/relationships/tags" Target="../tags/tag397.xml"/><Relationship Id="rId11" Type="http://schemas.openxmlformats.org/officeDocument/2006/relationships/slideLayout" Target="../slideLayouts/slideLayout2.xml"/><Relationship Id="rId12"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1" Type="http://schemas.openxmlformats.org/officeDocument/2006/relationships/tags" Target="../tags/tag398.xml"/><Relationship Id="rId2" Type="http://schemas.openxmlformats.org/officeDocument/2006/relationships/tags" Target="../tags/tag399.xml"/><Relationship Id="rId3" Type="http://schemas.openxmlformats.org/officeDocument/2006/relationships/tags" Target="../tags/tag400.xml"/><Relationship Id="rId4" Type="http://schemas.openxmlformats.org/officeDocument/2006/relationships/tags" Target="../tags/tag401.xml"/><Relationship Id="rId5" Type="http://schemas.openxmlformats.org/officeDocument/2006/relationships/tags" Target="../tags/tag402.xml"/><Relationship Id="rId6" Type="http://schemas.openxmlformats.org/officeDocument/2006/relationships/tags" Target="../tags/tag403.xml"/><Relationship Id="rId7" Type="http://schemas.openxmlformats.org/officeDocument/2006/relationships/tags" Target="../tags/tag404.xml"/><Relationship Id="rId8" Type="http://schemas.openxmlformats.org/officeDocument/2006/relationships/tags" Target="../tags/tag405.xml"/><Relationship Id="rId9" Type="http://schemas.openxmlformats.org/officeDocument/2006/relationships/tags" Target="../tags/tag406.xml"/><Relationship Id="rId10" Type="http://schemas.openxmlformats.org/officeDocument/2006/relationships/tags" Target="../tags/tag407.xml"/><Relationship Id="rId11" Type="http://schemas.openxmlformats.org/officeDocument/2006/relationships/tags" Target="../tags/tag408.xml"/><Relationship Id="rId12" Type="http://schemas.openxmlformats.org/officeDocument/2006/relationships/tags" Target="../tags/tag409.xml"/><Relationship Id="rId13" Type="http://schemas.openxmlformats.org/officeDocument/2006/relationships/tags" Target="../tags/tag410.xml"/><Relationship Id="rId14" Type="http://schemas.openxmlformats.org/officeDocument/2006/relationships/tags" Target="../tags/tag411.xml"/><Relationship Id="rId15" Type="http://schemas.openxmlformats.org/officeDocument/2006/relationships/tags" Target="../tags/tag412.xml"/><Relationship Id="rId16" Type="http://schemas.openxmlformats.org/officeDocument/2006/relationships/tags" Target="../tags/tag413.xml"/><Relationship Id="rId17" Type="http://schemas.openxmlformats.org/officeDocument/2006/relationships/tags" Target="../tags/tag414.xml"/><Relationship Id="rId18" Type="http://schemas.openxmlformats.org/officeDocument/2006/relationships/tags" Target="../tags/tag415.xml"/><Relationship Id="rId19" Type="http://schemas.openxmlformats.org/officeDocument/2006/relationships/tags" Target="../tags/tag416.xml"/><Relationship Id="rId20" Type="http://schemas.openxmlformats.org/officeDocument/2006/relationships/tags" Target="../tags/tag417.xml"/><Relationship Id="rId21" Type="http://schemas.openxmlformats.org/officeDocument/2006/relationships/tags" Target="../tags/tag418.xml"/><Relationship Id="rId22" Type="http://schemas.openxmlformats.org/officeDocument/2006/relationships/tags" Target="../tags/tag419.xml"/><Relationship Id="rId23" Type="http://schemas.openxmlformats.org/officeDocument/2006/relationships/tags" Target="../tags/tag420.xml"/><Relationship Id="rId24" Type="http://schemas.openxmlformats.org/officeDocument/2006/relationships/tags" Target="../tags/tag421.xml"/><Relationship Id="rId25" Type="http://schemas.openxmlformats.org/officeDocument/2006/relationships/tags" Target="../tags/tag422.xml"/><Relationship Id="rId26" Type="http://schemas.openxmlformats.org/officeDocument/2006/relationships/tags" Target="../tags/tag423.xml"/><Relationship Id="rId27" Type="http://schemas.openxmlformats.org/officeDocument/2006/relationships/tags" Target="../tags/tag424.xml"/><Relationship Id="rId28" Type="http://schemas.openxmlformats.org/officeDocument/2006/relationships/tags" Target="../tags/tag425.xml"/><Relationship Id="rId29" Type="http://schemas.openxmlformats.org/officeDocument/2006/relationships/tags" Target="../tags/tag426.xml"/><Relationship Id="rId30" Type="http://schemas.openxmlformats.org/officeDocument/2006/relationships/tags" Target="../tags/tag427.xml"/><Relationship Id="rId31" Type="http://schemas.openxmlformats.org/officeDocument/2006/relationships/tags" Target="../tags/tag428.xml"/><Relationship Id="rId32" Type="http://schemas.openxmlformats.org/officeDocument/2006/relationships/tags" Target="../tags/tag429.xml"/><Relationship Id="rId33" Type="http://schemas.openxmlformats.org/officeDocument/2006/relationships/tags" Target="../tags/tag430.xml"/><Relationship Id="rId34" Type="http://schemas.openxmlformats.org/officeDocument/2006/relationships/tags" Target="../tags/tag431.xml"/><Relationship Id="rId35" Type="http://schemas.openxmlformats.org/officeDocument/2006/relationships/tags" Target="../tags/tag432.xml"/><Relationship Id="rId36" Type="http://schemas.openxmlformats.org/officeDocument/2006/relationships/tags" Target="../tags/tag433.xml"/><Relationship Id="rId37" Type="http://schemas.openxmlformats.org/officeDocument/2006/relationships/tags" Target="../tags/tag434.xml"/><Relationship Id="rId38" Type="http://schemas.openxmlformats.org/officeDocument/2006/relationships/tags" Target="../tags/tag435.xml"/><Relationship Id="rId39" Type="http://schemas.openxmlformats.org/officeDocument/2006/relationships/tags" Target="../tags/tag436.xml"/><Relationship Id="rId40" Type="http://schemas.openxmlformats.org/officeDocument/2006/relationships/tags" Target="../tags/tag437.xml"/><Relationship Id="rId41" Type="http://schemas.openxmlformats.org/officeDocument/2006/relationships/tags" Target="../tags/tag438.xml"/><Relationship Id="rId42" Type="http://schemas.openxmlformats.org/officeDocument/2006/relationships/tags" Target="../tags/tag439.xml"/><Relationship Id="rId43" Type="http://schemas.openxmlformats.org/officeDocument/2006/relationships/tags" Target="../tags/tag440.xml"/><Relationship Id="rId44" Type="http://schemas.openxmlformats.org/officeDocument/2006/relationships/tags" Target="../tags/tag441.xml"/><Relationship Id="rId45" Type="http://schemas.openxmlformats.org/officeDocument/2006/relationships/tags" Target="../tags/tag442.xml"/><Relationship Id="rId46" Type="http://schemas.openxmlformats.org/officeDocument/2006/relationships/tags" Target="../tags/tag443.xml"/><Relationship Id="rId47" Type="http://schemas.openxmlformats.org/officeDocument/2006/relationships/tags" Target="../tags/tag444.xml"/><Relationship Id="rId48" Type="http://schemas.openxmlformats.org/officeDocument/2006/relationships/tags" Target="../tags/tag445.xml"/><Relationship Id="rId49" Type="http://schemas.openxmlformats.org/officeDocument/2006/relationships/tags" Target="../tags/tag446.xml"/><Relationship Id="rId50" Type="http://schemas.openxmlformats.org/officeDocument/2006/relationships/tags" Target="../tags/tag447.xml"/><Relationship Id="rId51" Type="http://schemas.openxmlformats.org/officeDocument/2006/relationships/tags" Target="../tags/tag448.xml"/><Relationship Id="rId52" Type="http://schemas.openxmlformats.org/officeDocument/2006/relationships/tags" Target="../tags/tag449.xml"/><Relationship Id="rId53" Type="http://schemas.openxmlformats.org/officeDocument/2006/relationships/tags" Target="../tags/tag450.xml"/><Relationship Id="rId54" Type="http://schemas.openxmlformats.org/officeDocument/2006/relationships/tags" Target="../tags/tag451.xml"/><Relationship Id="rId55" Type="http://schemas.openxmlformats.org/officeDocument/2006/relationships/tags" Target="../tags/tag452.xml"/><Relationship Id="rId56" Type="http://schemas.openxmlformats.org/officeDocument/2006/relationships/tags" Target="../tags/tag453.xml"/><Relationship Id="rId57" Type="http://schemas.openxmlformats.org/officeDocument/2006/relationships/tags" Target="../tags/tag454.xml"/><Relationship Id="rId58" Type="http://schemas.openxmlformats.org/officeDocument/2006/relationships/tags" Target="../tags/tag455.xml"/><Relationship Id="rId59" Type="http://schemas.openxmlformats.org/officeDocument/2006/relationships/tags" Target="../tags/tag456.xml"/><Relationship Id="rId60" Type="http://schemas.openxmlformats.org/officeDocument/2006/relationships/tags" Target="../tags/tag457.xml"/><Relationship Id="rId61" Type="http://schemas.openxmlformats.org/officeDocument/2006/relationships/tags" Target="../tags/tag458.xml"/><Relationship Id="rId62" Type="http://schemas.openxmlformats.org/officeDocument/2006/relationships/tags" Target="../tags/tag459.xml"/><Relationship Id="rId63" Type="http://schemas.openxmlformats.org/officeDocument/2006/relationships/tags" Target="../tags/tag460.xml"/><Relationship Id="rId64" Type="http://schemas.openxmlformats.org/officeDocument/2006/relationships/tags" Target="../tags/tag461.xml"/><Relationship Id="rId65" Type="http://schemas.openxmlformats.org/officeDocument/2006/relationships/tags" Target="../tags/tag462.xml"/><Relationship Id="rId66" Type="http://schemas.openxmlformats.org/officeDocument/2006/relationships/tags" Target="../tags/tag463.xml"/><Relationship Id="rId67" Type="http://schemas.openxmlformats.org/officeDocument/2006/relationships/tags" Target="../tags/tag464.xml"/><Relationship Id="rId68" Type="http://schemas.openxmlformats.org/officeDocument/2006/relationships/tags" Target="../tags/tag465.xml"/><Relationship Id="rId69" Type="http://schemas.openxmlformats.org/officeDocument/2006/relationships/tags" Target="../tags/tag466.xml"/><Relationship Id="rId70" Type="http://schemas.openxmlformats.org/officeDocument/2006/relationships/tags" Target="../tags/tag467.xml"/><Relationship Id="rId71" Type="http://schemas.openxmlformats.org/officeDocument/2006/relationships/tags" Target="../tags/tag468.xml"/><Relationship Id="rId72" Type="http://schemas.openxmlformats.org/officeDocument/2006/relationships/tags" Target="../tags/tag469.xml"/><Relationship Id="rId73" Type="http://schemas.openxmlformats.org/officeDocument/2006/relationships/tags" Target="../tags/tag470.xml"/><Relationship Id="rId74" Type="http://schemas.openxmlformats.org/officeDocument/2006/relationships/tags" Target="../tags/tag471.xml"/><Relationship Id="rId75" Type="http://schemas.openxmlformats.org/officeDocument/2006/relationships/tags" Target="../tags/tag472.xml"/><Relationship Id="rId76" Type="http://schemas.openxmlformats.org/officeDocument/2006/relationships/tags" Target="../tags/tag473.xml"/><Relationship Id="rId77" Type="http://schemas.openxmlformats.org/officeDocument/2006/relationships/tags" Target="../tags/tag474.xml"/><Relationship Id="rId78" Type="http://schemas.openxmlformats.org/officeDocument/2006/relationships/tags" Target="../tags/tag475.xml"/><Relationship Id="rId79" Type="http://schemas.openxmlformats.org/officeDocument/2006/relationships/tags" Target="../tags/tag476.xml"/><Relationship Id="rId80" Type="http://schemas.openxmlformats.org/officeDocument/2006/relationships/tags" Target="../tags/tag477.xml"/><Relationship Id="rId81" Type="http://schemas.openxmlformats.org/officeDocument/2006/relationships/tags" Target="../tags/tag478.xml"/><Relationship Id="rId82" Type="http://schemas.openxmlformats.org/officeDocument/2006/relationships/tags" Target="../tags/tag479.xml"/><Relationship Id="rId83" Type="http://schemas.openxmlformats.org/officeDocument/2006/relationships/tags" Target="../tags/tag480.xml"/><Relationship Id="rId84" Type="http://schemas.openxmlformats.org/officeDocument/2006/relationships/tags" Target="../tags/tag481.xml"/><Relationship Id="rId85" Type="http://schemas.openxmlformats.org/officeDocument/2006/relationships/tags" Target="../tags/tag482.xml"/><Relationship Id="rId86" Type="http://schemas.openxmlformats.org/officeDocument/2006/relationships/tags" Target="../tags/tag483.xml"/><Relationship Id="rId87" Type="http://schemas.openxmlformats.org/officeDocument/2006/relationships/tags" Target="../tags/tag484.xml"/><Relationship Id="rId88" Type="http://schemas.openxmlformats.org/officeDocument/2006/relationships/tags" Target="../tags/tag485.xml"/><Relationship Id="rId89" Type="http://schemas.openxmlformats.org/officeDocument/2006/relationships/tags" Target="../tags/tag486.xml"/><Relationship Id="rId90" Type="http://schemas.openxmlformats.org/officeDocument/2006/relationships/tags" Target="../tags/tag487.xml"/><Relationship Id="rId91" Type="http://schemas.openxmlformats.org/officeDocument/2006/relationships/tags" Target="../tags/tag488.xml"/><Relationship Id="rId92" Type="http://schemas.openxmlformats.org/officeDocument/2006/relationships/tags" Target="../tags/tag489.xml"/><Relationship Id="rId93" Type="http://schemas.openxmlformats.org/officeDocument/2006/relationships/tags" Target="../tags/tag490.xml"/><Relationship Id="rId94" Type="http://schemas.openxmlformats.org/officeDocument/2006/relationships/tags" Target="../tags/tag491.xml"/><Relationship Id="rId95" Type="http://schemas.openxmlformats.org/officeDocument/2006/relationships/tags" Target="../tags/tag492.xml"/><Relationship Id="rId96" Type="http://schemas.openxmlformats.org/officeDocument/2006/relationships/tags" Target="../tags/tag493.xml"/><Relationship Id="rId97" Type="http://schemas.openxmlformats.org/officeDocument/2006/relationships/tags" Target="../tags/tag494.xml"/><Relationship Id="rId98" Type="http://schemas.openxmlformats.org/officeDocument/2006/relationships/tags" Target="../tags/tag495.xml"/><Relationship Id="rId99" Type="http://schemas.openxmlformats.org/officeDocument/2006/relationships/tags" Target="../tags/tag496.xml"/><Relationship Id="rId100" Type="http://schemas.openxmlformats.org/officeDocument/2006/relationships/tags" Target="../tags/tag497.xml"/><Relationship Id="rId101" Type="http://schemas.openxmlformats.org/officeDocument/2006/relationships/tags" Target="../tags/tag498.xml"/><Relationship Id="rId102" Type="http://schemas.openxmlformats.org/officeDocument/2006/relationships/tags" Target="../tags/tag499.xml"/><Relationship Id="rId103" Type="http://schemas.openxmlformats.org/officeDocument/2006/relationships/tags" Target="../tags/tag500.xml"/><Relationship Id="rId104" Type="http://schemas.openxmlformats.org/officeDocument/2006/relationships/tags" Target="../tags/tag501.xml"/><Relationship Id="rId105" Type="http://schemas.openxmlformats.org/officeDocument/2006/relationships/tags" Target="../tags/tag502.xml"/><Relationship Id="rId106" Type="http://schemas.openxmlformats.org/officeDocument/2006/relationships/tags" Target="../tags/tag503.xml"/><Relationship Id="rId107" Type="http://schemas.openxmlformats.org/officeDocument/2006/relationships/slideLayout" Target="../slideLayouts/slideLayout2.xml"/><Relationship Id="rId108"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 Id="rId3" Type="http://schemas.openxmlformats.org/officeDocument/2006/relationships/chart" Target="../charts/chart1.xml"/></Relationships>
</file>

<file path=ppt/slides/_rels/slide94.xml.rels><?xml version='1.0' encoding='UTF-8' standalone='yes'?>
<Relationships xmlns="http://schemas.openxmlformats.org/package/2006/relationships"><Relationship Id="rId1" Type="http://schemas.openxmlformats.org/officeDocument/2006/relationships/tags" Target="../tags/tag504.xml"/><Relationship Id="rId2" Type="http://schemas.openxmlformats.org/officeDocument/2006/relationships/tags" Target="../tags/tag505.xml"/><Relationship Id="rId3" Type="http://schemas.openxmlformats.org/officeDocument/2006/relationships/tags" Target="../tags/tag506.xml"/><Relationship Id="rId4" Type="http://schemas.openxmlformats.org/officeDocument/2006/relationships/tags" Target="../tags/tag507.xml"/><Relationship Id="rId5" Type="http://schemas.openxmlformats.org/officeDocument/2006/relationships/tags" Target="../tags/tag508.xml"/><Relationship Id="rId6" Type="http://schemas.openxmlformats.org/officeDocument/2006/relationships/slideLayout" Target="../slideLayouts/slideLayout2.xml"/><Relationship Id="rId7" Type="http://schemas.openxmlformats.org/officeDocument/2006/relationships/notesSlide" Target="../notesSlides/notesSlide9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slideLayout" Target="../slideLayouts/slideLayout2.xml"/><Relationship Id="rId8"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tags" Target="../tags/tag516.xml"/><Relationship Id="rId3" Type="http://schemas.openxmlformats.org/officeDocument/2006/relationships/tags" Target="../tags/tag517.xml"/><Relationship Id="rId4" Type="http://schemas.openxmlformats.org/officeDocument/2006/relationships/tags" Target="../tags/tag518.xml"/><Relationship Id="rId5" Type="http://schemas.openxmlformats.org/officeDocument/2006/relationships/tags" Target="../tags/tag519.xml"/><Relationship Id="rId6" Type="http://schemas.openxmlformats.org/officeDocument/2006/relationships/slideLayout" Target="../slideLayouts/slideLayout2.xml"/><Relationship Id="rId7"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slideLayout" Target="../slideLayouts/slideLayout2.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1" Type="http://schemas.openxmlformats.org/officeDocument/2006/relationships/tags" Target="../tags/tag522.xml"/><Relationship Id="rId2" Type="http://schemas.openxmlformats.org/officeDocument/2006/relationships/tags" Target="../tags/tag523.xml"/><Relationship Id="rId3" Type="http://schemas.openxmlformats.org/officeDocument/2006/relationships/slideLayout" Target="../slideLayouts/slideLayout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1" Type="http://schemas.openxmlformats.org/officeDocument/2006/relationships/tags" Target="../tags/tag524.xml"/><Relationship Id="rId2" Type="http://schemas.openxmlformats.org/officeDocument/2006/relationships/slideLayout" Target="../slideLayouts/slideLayout2.xml"/><Relationship Id="rId3" Type="http://schemas.openxmlformats.org/officeDocument/2006/relationships/notesSlide" Target="../notesSlides/notesSlide109.xml"/></Relationships>
</file>

<file path=ppt/slides/_rels/slide111.xml.rels><?xml version='1.0' encoding='UTF-8' standalone='yes'?>
<Relationships xmlns="http://schemas.openxmlformats.org/package/2006/relationships"><Relationship Id="rId1" Type="http://schemas.openxmlformats.org/officeDocument/2006/relationships/tags" Target="../tags/tag525.xml"/><Relationship Id="rId2" Type="http://schemas.openxmlformats.org/officeDocument/2006/relationships/tags" Target="../tags/tag526.xml"/><Relationship Id="rId3" Type="http://schemas.openxmlformats.org/officeDocument/2006/relationships/slideLayout" Target="../slideLayouts/slideLayout2.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1" Type="http://schemas.openxmlformats.org/officeDocument/2006/relationships/tags" Target="../tags/tag527.xml"/><Relationship Id="rId2" Type="http://schemas.openxmlformats.org/officeDocument/2006/relationships/tags" Target="../tags/tag528.xml"/><Relationship Id="rId3" Type="http://schemas.openxmlformats.org/officeDocument/2006/relationships/tags" Target="../tags/tag529.xml"/><Relationship Id="rId4" Type="http://schemas.openxmlformats.org/officeDocument/2006/relationships/tags" Target="../tags/tag530.xml"/><Relationship Id="rId5" Type="http://schemas.openxmlformats.org/officeDocument/2006/relationships/tags" Target="../tags/tag531.xml"/><Relationship Id="rId6" Type="http://schemas.openxmlformats.org/officeDocument/2006/relationships/tags" Target="../tags/tag532.xml"/><Relationship Id="rId7" Type="http://schemas.openxmlformats.org/officeDocument/2006/relationships/tags" Target="../tags/tag533.xml"/><Relationship Id="rId8" Type="http://schemas.openxmlformats.org/officeDocument/2006/relationships/tags" Target="../tags/tag534.xml"/><Relationship Id="rId9" Type="http://schemas.openxmlformats.org/officeDocument/2006/relationships/tags" Target="../tags/tag535.xml"/><Relationship Id="rId10" Type="http://schemas.openxmlformats.org/officeDocument/2006/relationships/slideLayout" Target="../slideLayouts/slideLayout2.xml"/><Relationship Id="rId11"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1" Type="http://schemas.openxmlformats.org/officeDocument/2006/relationships/tags" Target="../tags/tag536.xml"/><Relationship Id="rId2" Type="http://schemas.openxmlformats.org/officeDocument/2006/relationships/slideLayout" Target="../slideLayouts/slideLayout2.xml"/><Relationship Id="rId3" Type="http://schemas.openxmlformats.org/officeDocument/2006/relationships/notesSlide" Target="../notesSlides/notesSlide117.xml"/></Relationships>
</file>

<file path=ppt/slides/_rels/slide11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slideLayout" Target="../slideLayouts/slideLayout2.xml"/><Relationship Id="rId3" Type="http://schemas.openxmlformats.org/officeDocument/2006/relationships/notesSlide" Target="../notesSlides/notesSlide118.xml"/></Relationships>
</file>

<file path=ppt/slides/_rels/slide120.xml.rels><?xml version='1.0' encoding='UTF-8' standalone='yes'?>
<Relationships xmlns="http://schemas.openxmlformats.org/package/2006/relationships"><Relationship Id="rId1" Type="http://schemas.openxmlformats.org/officeDocument/2006/relationships/tags" Target="../tags/tag538.xml"/><Relationship Id="rId2" Type="http://schemas.openxmlformats.org/officeDocument/2006/relationships/slideLayout" Target="../slideLayouts/slideLayout2.xml"/><Relationship Id="rId3"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0.xml"/></Relationships>
</file>

<file path=ppt/slides/_rels/slide122.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tags" Target="../tags/tag540.xml"/><Relationship Id="rId3" Type="http://schemas.openxmlformats.org/officeDocument/2006/relationships/tags" Target="../tags/tag541.xml"/><Relationship Id="rId4" Type="http://schemas.openxmlformats.org/officeDocument/2006/relationships/slideLayout" Target="../slideLayouts/slideLayout2.xml"/><Relationship Id="rId5"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1" Type="http://schemas.openxmlformats.org/officeDocument/2006/relationships/tags" Target="../tags/tag542.xml"/><Relationship Id="rId2" Type="http://schemas.openxmlformats.org/officeDocument/2006/relationships/tags" Target="../tags/tag543.xml"/><Relationship Id="rId3" Type="http://schemas.openxmlformats.org/officeDocument/2006/relationships/tags" Target="../tags/tag544.xml"/><Relationship Id="rId4" Type="http://schemas.openxmlformats.org/officeDocument/2006/relationships/tags" Target="../tags/tag545.xml"/><Relationship Id="rId5" Type="http://schemas.openxmlformats.org/officeDocument/2006/relationships/tags" Target="../tags/tag546.xml"/><Relationship Id="rId6" Type="http://schemas.openxmlformats.org/officeDocument/2006/relationships/slideLayout" Target="../slideLayouts/slideLayout2.xml"/><Relationship Id="rId7"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3.xml"/></Relationships>
</file>

<file path=ppt/slides/_rels/slide125.xml.rels><?xml version='1.0' encoding='UTF-8' standalone='yes'?>
<Relationships xmlns="http://schemas.openxmlformats.org/package/2006/relationships"><Relationship Id="rId1" Type="http://schemas.openxmlformats.org/officeDocument/2006/relationships/tags" Target="../tags/tag547.xml"/><Relationship Id="rId2" Type="http://schemas.openxmlformats.org/officeDocument/2006/relationships/tags" Target="../tags/tag548.xml"/><Relationship Id="rId3" Type="http://schemas.openxmlformats.org/officeDocument/2006/relationships/slideLayout" Target="../slideLayouts/slideLayout2.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6.xml"/><Relationship Id="rId3" Type="http://schemas.openxmlformats.org/officeDocument/2006/relationships/image" Target="../media/image16.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1" Type="http://schemas.openxmlformats.org/officeDocument/2006/relationships/tags" Target="../tags/tag549.xml"/><Relationship Id="rId2" Type="http://schemas.openxmlformats.org/officeDocument/2006/relationships/tags" Target="../tags/tag550.xml"/><Relationship Id="rId3" Type="http://schemas.openxmlformats.org/officeDocument/2006/relationships/slideLayout" Target="../slideLayouts/slideLayout2.xml"/><Relationship Id="rId4" Type="http://schemas.openxmlformats.org/officeDocument/2006/relationships/notesSlide" Target="../notesSlides/notesSlide12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8.xml"/><Relationship Id="rId3" Type="http://schemas.openxmlformats.org/officeDocument/2006/relationships/image" Target="../media/image18.svg"/><Relationship Id="rId4" Type="http://schemas.openxmlformats.org/officeDocument/2006/relationships/image" Target="../media/image19.svg"/><Relationship Id="rId5" Type="http://schemas.openxmlformats.org/officeDocument/2006/relationships/image" Target="../media/image20.svg"/><Relationship Id="rId6" Type="http://schemas.openxmlformats.org/officeDocument/2006/relationships/image" Target="../media/image21.svg"/><Relationship Id="rId7" Type="http://schemas.openxmlformats.org/officeDocument/2006/relationships/image" Target="../media/image22.svg"/><Relationship Id="rId8" Type="http://schemas.openxmlformats.org/officeDocument/2006/relationships/image" Target="../media/image23.sv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1" Type="http://schemas.openxmlformats.org/officeDocument/2006/relationships/tags" Target="../tags/tag551.xml"/><Relationship Id="rId2" Type="http://schemas.openxmlformats.org/officeDocument/2006/relationships/tags" Target="../tags/tag552.xml"/><Relationship Id="rId3" Type="http://schemas.openxmlformats.org/officeDocument/2006/relationships/slideLayout" Target="../slideLayouts/slideLayout2.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4.xml"/><Relationship Id="rId3" Type="http://schemas.openxmlformats.org/officeDocument/2006/relationships/image" Target="../media/image24.svg"/><Relationship Id="rId4" Type="http://schemas.openxmlformats.org/officeDocument/2006/relationships/image" Target="../media/image25.svg"/><Relationship Id="rId5" Type="http://schemas.openxmlformats.org/officeDocument/2006/relationships/image" Target="../media/image26.svg"/><Relationship Id="rId6" Type="http://schemas.openxmlformats.org/officeDocument/2006/relationships/image" Target="../media/image27.svg"/><Relationship Id="rId7" Type="http://schemas.openxmlformats.org/officeDocument/2006/relationships/image" Target="../media/image28.svg"/><Relationship Id="rId8" Type="http://schemas.openxmlformats.org/officeDocument/2006/relationships/image" Target="../media/image29.sv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1" Type="http://schemas.openxmlformats.org/officeDocument/2006/relationships/tags" Target="../tags/tag553.xml"/><Relationship Id="rId2" Type="http://schemas.openxmlformats.org/officeDocument/2006/relationships/slideLayout" Target="../slideLayouts/slideLayout2.xml"/><Relationship Id="rId3"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1" Type="http://schemas.openxmlformats.org/officeDocument/2006/relationships/tags" Target="../tags/tag554.xml"/><Relationship Id="rId2" Type="http://schemas.openxmlformats.org/officeDocument/2006/relationships/slideLayout" Target="../slideLayouts/slideLayout2.xml"/><Relationship Id="rId3" Type="http://schemas.openxmlformats.org/officeDocument/2006/relationships/notesSlide" Target="../notesSlides/notesSlide14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5.xml"/></Relationships>
</file>

<file path=ppt/slides/_rels/slide147.xml.rels><?xml version='1.0' encoding='UTF-8' standalone='yes'?>
<Relationships xmlns="http://schemas.openxmlformats.org/package/2006/relationships"><Relationship Id="rId1" Type="http://schemas.openxmlformats.org/officeDocument/2006/relationships/tags" Target="../tags/tag555.xml"/><Relationship Id="rId2" Type="http://schemas.openxmlformats.org/officeDocument/2006/relationships/slideLayout" Target="../slideLayouts/slideLayout2.xml"/><Relationship Id="rId3" Type="http://schemas.openxmlformats.org/officeDocument/2006/relationships/notesSlide" Target="../notesSlides/notesSlide146.xml"/></Relationships>
</file>

<file path=ppt/slides/_rels/slide148.xml.rels><?xml version='1.0' encoding='UTF-8' standalone='yes'?>
<Relationships xmlns="http://schemas.openxmlformats.org/package/2006/relationships"><Relationship Id="rId1" Type="http://schemas.openxmlformats.org/officeDocument/2006/relationships/tags" Target="../tags/tag556.xml"/><Relationship Id="rId2" Type="http://schemas.openxmlformats.org/officeDocument/2006/relationships/tags" Target="../tags/tag557.xml"/><Relationship Id="rId3" Type="http://schemas.openxmlformats.org/officeDocument/2006/relationships/tags" Target="../tags/tag558.xml"/><Relationship Id="rId4" Type="http://schemas.openxmlformats.org/officeDocument/2006/relationships/tags" Target="../tags/tag559.xml"/><Relationship Id="rId5" Type="http://schemas.openxmlformats.org/officeDocument/2006/relationships/slideLayout" Target="../slideLayouts/slideLayout2.xml"/><Relationship Id="rId6" Type="http://schemas.openxmlformats.org/officeDocument/2006/relationships/notesSlide" Target="../notesSlides/notesSlide1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8.xml"/></Relationships>
</file>

<file path=ppt/slides/_rels/slide150.xml.rels><?xml version='1.0' encoding='UTF-8' standalone='yes'?>
<Relationships xmlns="http://schemas.openxmlformats.org/package/2006/relationships"><Relationship Id="rId1" Type="http://schemas.openxmlformats.org/officeDocument/2006/relationships/tags" Target="../tags/tag560.xml"/><Relationship Id="rId2" Type="http://schemas.openxmlformats.org/officeDocument/2006/relationships/slideLayout" Target="../slideLayouts/slideLayout2.xml"/><Relationship Id="rId3" Type="http://schemas.openxmlformats.org/officeDocument/2006/relationships/notesSlide" Target="../notesSlides/notesSlide149.xml"/></Relationships>
</file>

<file path=ppt/slides/_rels/slide151.xml.rels><?xml version='1.0' encoding='UTF-8' standalone='yes'?>
<Relationships xmlns="http://schemas.openxmlformats.org/package/2006/relationships"><Relationship Id="rId1" Type="http://schemas.openxmlformats.org/officeDocument/2006/relationships/tags" Target="../tags/tag561.xml"/><Relationship Id="rId2" Type="http://schemas.openxmlformats.org/officeDocument/2006/relationships/tags" Target="../tags/tag562.xml"/><Relationship Id="rId3" Type="http://schemas.openxmlformats.org/officeDocument/2006/relationships/tags" Target="../tags/tag563.xml"/><Relationship Id="rId4" Type="http://schemas.openxmlformats.org/officeDocument/2006/relationships/tags" Target="../tags/tag564.xml"/><Relationship Id="rId5" Type="http://schemas.openxmlformats.org/officeDocument/2006/relationships/tags" Target="../tags/tag565.xml"/><Relationship Id="rId6" Type="http://schemas.openxmlformats.org/officeDocument/2006/relationships/tags" Target="../tags/tag566.xml"/><Relationship Id="rId7" Type="http://schemas.openxmlformats.org/officeDocument/2006/relationships/tags" Target="../tags/tag567.xml"/><Relationship Id="rId8" Type="http://schemas.openxmlformats.org/officeDocument/2006/relationships/tags" Target="../tags/tag568.xml"/><Relationship Id="rId9" Type="http://schemas.openxmlformats.org/officeDocument/2006/relationships/tags" Target="../tags/tag569.xml"/><Relationship Id="rId10" Type="http://schemas.openxmlformats.org/officeDocument/2006/relationships/tags" Target="../tags/tag570.xml"/><Relationship Id="rId11" Type="http://schemas.openxmlformats.org/officeDocument/2006/relationships/tags" Target="../tags/tag571.xml"/><Relationship Id="rId12" Type="http://schemas.openxmlformats.org/officeDocument/2006/relationships/tags" Target="../tags/tag572.xml"/><Relationship Id="rId13" Type="http://schemas.openxmlformats.org/officeDocument/2006/relationships/tags" Target="../tags/tag573.xml"/><Relationship Id="rId14" Type="http://schemas.openxmlformats.org/officeDocument/2006/relationships/tags" Target="../tags/tag574.xml"/><Relationship Id="rId15" Type="http://schemas.openxmlformats.org/officeDocument/2006/relationships/tags" Target="../tags/tag575.xml"/><Relationship Id="rId16" Type="http://schemas.openxmlformats.org/officeDocument/2006/relationships/tags" Target="../tags/tag576.xml"/><Relationship Id="rId17" Type="http://schemas.openxmlformats.org/officeDocument/2006/relationships/tags" Target="../tags/tag577.xml"/><Relationship Id="rId18" Type="http://schemas.openxmlformats.org/officeDocument/2006/relationships/tags" Target="../tags/tag578.xml"/><Relationship Id="rId19" Type="http://schemas.openxmlformats.org/officeDocument/2006/relationships/tags" Target="../tags/tag579.xml"/><Relationship Id="rId20" Type="http://schemas.openxmlformats.org/officeDocument/2006/relationships/tags" Target="../tags/tag580.xml"/><Relationship Id="rId21" Type="http://schemas.openxmlformats.org/officeDocument/2006/relationships/tags" Target="../tags/tag581.xml"/><Relationship Id="rId22" Type="http://schemas.openxmlformats.org/officeDocument/2006/relationships/tags" Target="../tags/tag582.xml"/><Relationship Id="rId23" Type="http://schemas.openxmlformats.org/officeDocument/2006/relationships/tags" Target="../tags/tag583.xml"/><Relationship Id="rId24" Type="http://schemas.openxmlformats.org/officeDocument/2006/relationships/tags" Target="../tags/tag584.xml"/><Relationship Id="rId25" Type="http://schemas.openxmlformats.org/officeDocument/2006/relationships/tags" Target="../tags/tag585.xml"/><Relationship Id="rId26" Type="http://schemas.openxmlformats.org/officeDocument/2006/relationships/tags" Target="../tags/tag586.xml"/><Relationship Id="rId27" Type="http://schemas.openxmlformats.org/officeDocument/2006/relationships/tags" Target="../tags/tag587.xml"/><Relationship Id="rId28" Type="http://schemas.openxmlformats.org/officeDocument/2006/relationships/tags" Target="../tags/tag588.xml"/><Relationship Id="rId29" Type="http://schemas.openxmlformats.org/officeDocument/2006/relationships/tags" Target="../tags/tag589.xml"/><Relationship Id="rId30" Type="http://schemas.openxmlformats.org/officeDocument/2006/relationships/tags" Target="../tags/tag590.xml"/><Relationship Id="rId31" Type="http://schemas.openxmlformats.org/officeDocument/2006/relationships/tags" Target="../tags/tag591.xml"/><Relationship Id="rId32" Type="http://schemas.openxmlformats.org/officeDocument/2006/relationships/tags" Target="../tags/tag592.xml"/><Relationship Id="rId33" Type="http://schemas.openxmlformats.org/officeDocument/2006/relationships/tags" Target="../tags/tag593.xml"/><Relationship Id="rId34" Type="http://schemas.openxmlformats.org/officeDocument/2006/relationships/tags" Target="../tags/tag594.xml"/><Relationship Id="rId35" Type="http://schemas.openxmlformats.org/officeDocument/2006/relationships/tags" Target="../tags/tag595.xml"/><Relationship Id="rId36" Type="http://schemas.openxmlformats.org/officeDocument/2006/relationships/tags" Target="../tags/tag596.xml"/><Relationship Id="rId37" Type="http://schemas.openxmlformats.org/officeDocument/2006/relationships/tags" Target="../tags/tag597.xml"/><Relationship Id="rId38" Type="http://schemas.openxmlformats.org/officeDocument/2006/relationships/tags" Target="../tags/tag598.xml"/><Relationship Id="rId39" Type="http://schemas.openxmlformats.org/officeDocument/2006/relationships/tags" Target="../tags/tag599.xml"/><Relationship Id="rId40" Type="http://schemas.openxmlformats.org/officeDocument/2006/relationships/tags" Target="../tags/tag600.xml"/><Relationship Id="rId41" Type="http://schemas.openxmlformats.org/officeDocument/2006/relationships/tags" Target="../tags/tag601.xml"/><Relationship Id="rId42" Type="http://schemas.openxmlformats.org/officeDocument/2006/relationships/tags" Target="../tags/tag602.xml"/><Relationship Id="rId43" Type="http://schemas.openxmlformats.org/officeDocument/2006/relationships/tags" Target="../tags/tag603.xml"/><Relationship Id="rId44" Type="http://schemas.openxmlformats.org/officeDocument/2006/relationships/tags" Target="../tags/tag604.xml"/><Relationship Id="rId45" Type="http://schemas.openxmlformats.org/officeDocument/2006/relationships/tags" Target="../tags/tag605.xml"/><Relationship Id="rId46" Type="http://schemas.openxmlformats.org/officeDocument/2006/relationships/tags" Target="../tags/tag606.xml"/><Relationship Id="rId47" Type="http://schemas.openxmlformats.org/officeDocument/2006/relationships/tags" Target="../tags/tag607.xml"/><Relationship Id="rId48" Type="http://schemas.openxmlformats.org/officeDocument/2006/relationships/tags" Target="../tags/tag608.xml"/><Relationship Id="rId49" Type="http://schemas.openxmlformats.org/officeDocument/2006/relationships/tags" Target="../tags/tag609.xml"/><Relationship Id="rId50" Type="http://schemas.openxmlformats.org/officeDocument/2006/relationships/tags" Target="../tags/tag610.xml"/><Relationship Id="rId51" Type="http://schemas.openxmlformats.org/officeDocument/2006/relationships/tags" Target="../tags/tag611.xml"/><Relationship Id="rId52" Type="http://schemas.openxmlformats.org/officeDocument/2006/relationships/tags" Target="../tags/tag612.xml"/><Relationship Id="rId53" Type="http://schemas.openxmlformats.org/officeDocument/2006/relationships/tags" Target="../tags/tag613.xml"/><Relationship Id="rId54" Type="http://schemas.openxmlformats.org/officeDocument/2006/relationships/tags" Target="../tags/tag614.xml"/><Relationship Id="rId55" Type="http://schemas.openxmlformats.org/officeDocument/2006/relationships/tags" Target="../tags/tag615.xml"/><Relationship Id="rId56" Type="http://schemas.openxmlformats.org/officeDocument/2006/relationships/tags" Target="../tags/tag616.xml"/><Relationship Id="rId57" Type="http://schemas.openxmlformats.org/officeDocument/2006/relationships/tags" Target="../tags/tag617.xml"/><Relationship Id="rId58" Type="http://schemas.openxmlformats.org/officeDocument/2006/relationships/tags" Target="../tags/tag618.xml"/><Relationship Id="rId59" Type="http://schemas.openxmlformats.org/officeDocument/2006/relationships/tags" Target="../tags/tag619.xml"/><Relationship Id="rId60" Type="http://schemas.openxmlformats.org/officeDocument/2006/relationships/tags" Target="../tags/tag620.xml"/><Relationship Id="rId61" Type="http://schemas.openxmlformats.org/officeDocument/2006/relationships/tags" Target="../tags/tag621.xml"/><Relationship Id="rId62" Type="http://schemas.openxmlformats.org/officeDocument/2006/relationships/tags" Target="../tags/tag622.xml"/><Relationship Id="rId63" Type="http://schemas.openxmlformats.org/officeDocument/2006/relationships/tags" Target="../tags/tag623.xml"/><Relationship Id="rId64" Type="http://schemas.openxmlformats.org/officeDocument/2006/relationships/tags" Target="../tags/tag624.xml"/><Relationship Id="rId65" Type="http://schemas.openxmlformats.org/officeDocument/2006/relationships/tags" Target="../tags/tag625.xml"/><Relationship Id="rId66" Type="http://schemas.openxmlformats.org/officeDocument/2006/relationships/tags" Target="../tags/tag626.xml"/><Relationship Id="rId67" Type="http://schemas.openxmlformats.org/officeDocument/2006/relationships/tags" Target="../tags/tag627.xml"/><Relationship Id="rId68" Type="http://schemas.openxmlformats.org/officeDocument/2006/relationships/tags" Target="../tags/tag628.xml"/><Relationship Id="rId69" Type="http://schemas.openxmlformats.org/officeDocument/2006/relationships/tags" Target="../tags/tag629.xml"/><Relationship Id="rId70" Type="http://schemas.openxmlformats.org/officeDocument/2006/relationships/tags" Target="../tags/tag630.xml"/><Relationship Id="rId71" Type="http://schemas.openxmlformats.org/officeDocument/2006/relationships/tags" Target="../tags/tag631.xml"/><Relationship Id="rId72" Type="http://schemas.openxmlformats.org/officeDocument/2006/relationships/tags" Target="../tags/tag632.xml"/><Relationship Id="rId73" Type="http://schemas.openxmlformats.org/officeDocument/2006/relationships/tags" Target="../tags/tag633.xml"/><Relationship Id="rId74" Type="http://schemas.openxmlformats.org/officeDocument/2006/relationships/tags" Target="../tags/tag634.xml"/><Relationship Id="rId75" Type="http://schemas.openxmlformats.org/officeDocument/2006/relationships/tags" Target="../tags/tag635.xml"/><Relationship Id="rId76" Type="http://schemas.openxmlformats.org/officeDocument/2006/relationships/tags" Target="../tags/tag636.xml"/><Relationship Id="rId77" Type="http://schemas.openxmlformats.org/officeDocument/2006/relationships/tags" Target="../tags/tag637.xml"/><Relationship Id="rId78" Type="http://schemas.openxmlformats.org/officeDocument/2006/relationships/tags" Target="../tags/tag638.xml"/><Relationship Id="rId79" Type="http://schemas.openxmlformats.org/officeDocument/2006/relationships/tags" Target="../tags/tag639.xml"/><Relationship Id="rId80" Type="http://schemas.openxmlformats.org/officeDocument/2006/relationships/tags" Target="../tags/tag640.xml"/><Relationship Id="rId81" Type="http://schemas.openxmlformats.org/officeDocument/2006/relationships/tags" Target="../tags/tag641.xml"/><Relationship Id="rId82" Type="http://schemas.openxmlformats.org/officeDocument/2006/relationships/tags" Target="../tags/tag642.xml"/><Relationship Id="rId83" Type="http://schemas.openxmlformats.org/officeDocument/2006/relationships/tags" Target="../tags/tag643.xml"/><Relationship Id="rId84" Type="http://schemas.openxmlformats.org/officeDocument/2006/relationships/tags" Target="../tags/tag644.xml"/><Relationship Id="rId85" Type="http://schemas.openxmlformats.org/officeDocument/2006/relationships/tags" Target="../tags/tag645.xml"/><Relationship Id="rId86" Type="http://schemas.openxmlformats.org/officeDocument/2006/relationships/tags" Target="../tags/tag646.xml"/><Relationship Id="rId87" Type="http://schemas.openxmlformats.org/officeDocument/2006/relationships/tags" Target="../tags/tag647.xml"/><Relationship Id="rId88" Type="http://schemas.openxmlformats.org/officeDocument/2006/relationships/tags" Target="../tags/tag648.xml"/><Relationship Id="rId89" Type="http://schemas.openxmlformats.org/officeDocument/2006/relationships/tags" Target="../tags/tag649.xml"/><Relationship Id="rId90" Type="http://schemas.openxmlformats.org/officeDocument/2006/relationships/tags" Target="../tags/tag650.xml"/><Relationship Id="rId91" Type="http://schemas.openxmlformats.org/officeDocument/2006/relationships/tags" Target="../tags/tag651.xml"/><Relationship Id="rId92" Type="http://schemas.openxmlformats.org/officeDocument/2006/relationships/tags" Target="../tags/tag652.xml"/><Relationship Id="rId93" Type="http://schemas.openxmlformats.org/officeDocument/2006/relationships/tags" Target="../tags/tag653.xml"/><Relationship Id="rId94" Type="http://schemas.openxmlformats.org/officeDocument/2006/relationships/tags" Target="../tags/tag654.xml"/><Relationship Id="rId95" Type="http://schemas.openxmlformats.org/officeDocument/2006/relationships/tags" Target="../tags/tag655.xml"/><Relationship Id="rId96" Type="http://schemas.openxmlformats.org/officeDocument/2006/relationships/tags" Target="../tags/tag656.xml"/><Relationship Id="rId97" Type="http://schemas.openxmlformats.org/officeDocument/2006/relationships/tags" Target="../tags/tag657.xml"/><Relationship Id="rId98" Type="http://schemas.openxmlformats.org/officeDocument/2006/relationships/tags" Target="../tags/tag658.xml"/><Relationship Id="rId99" Type="http://schemas.openxmlformats.org/officeDocument/2006/relationships/tags" Target="../tags/tag659.xml"/><Relationship Id="rId100" Type="http://schemas.openxmlformats.org/officeDocument/2006/relationships/tags" Target="../tags/tag660.xml"/><Relationship Id="rId101" Type="http://schemas.openxmlformats.org/officeDocument/2006/relationships/tags" Target="../tags/tag661.xml"/><Relationship Id="rId102" Type="http://schemas.openxmlformats.org/officeDocument/2006/relationships/tags" Target="../tags/tag662.xml"/><Relationship Id="rId103" Type="http://schemas.openxmlformats.org/officeDocument/2006/relationships/tags" Target="../tags/tag663.xml"/><Relationship Id="rId104" Type="http://schemas.openxmlformats.org/officeDocument/2006/relationships/tags" Target="../tags/tag664.xml"/><Relationship Id="rId105" Type="http://schemas.openxmlformats.org/officeDocument/2006/relationships/tags" Target="../tags/tag665.xml"/><Relationship Id="rId106" Type="http://schemas.openxmlformats.org/officeDocument/2006/relationships/tags" Target="../tags/tag666.xml"/><Relationship Id="rId107" Type="http://schemas.openxmlformats.org/officeDocument/2006/relationships/tags" Target="../tags/tag667.xml"/><Relationship Id="rId108" Type="http://schemas.openxmlformats.org/officeDocument/2006/relationships/tags" Target="../tags/tag668.xml"/><Relationship Id="rId109" Type="http://schemas.openxmlformats.org/officeDocument/2006/relationships/tags" Target="../tags/tag669.xml"/><Relationship Id="rId110" Type="http://schemas.openxmlformats.org/officeDocument/2006/relationships/tags" Target="../tags/tag670.xml"/><Relationship Id="rId111" Type="http://schemas.openxmlformats.org/officeDocument/2006/relationships/tags" Target="../tags/tag671.xml"/><Relationship Id="rId112" Type="http://schemas.openxmlformats.org/officeDocument/2006/relationships/tags" Target="../tags/tag672.xml"/><Relationship Id="rId113" Type="http://schemas.openxmlformats.org/officeDocument/2006/relationships/tags" Target="../tags/tag673.xml"/><Relationship Id="rId114" Type="http://schemas.openxmlformats.org/officeDocument/2006/relationships/tags" Target="../tags/tag674.xml"/><Relationship Id="rId115" Type="http://schemas.openxmlformats.org/officeDocument/2006/relationships/tags" Target="../tags/tag675.xml"/><Relationship Id="rId116" Type="http://schemas.openxmlformats.org/officeDocument/2006/relationships/tags" Target="../tags/tag676.xml"/><Relationship Id="rId117" Type="http://schemas.openxmlformats.org/officeDocument/2006/relationships/tags" Target="../tags/tag677.xml"/><Relationship Id="rId118" Type="http://schemas.openxmlformats.org/officeDocument/2006/relationships/tags" Target="../tags/tag678.xml"/><Relationship Id="rId119" Type="http://schemas.openxmlformats.org/officeDocument/2006/relationships/tags" Target="../tags/tag679.xml"/><Relationship Id="rId120" Type="http://schemas.openxmlformats.org/officeDocument/2006/relationships/tags" Target="../tags/tag680.xml"/><Relationship Id="rId121" Type="http://schemas.openxmlformats.org/officeDocument/2006/relationships/tags" Target="../tags/tag681.xml"/><Relationship Id="rId122" Type="http://schemas.openxmlformats.org/officeDocument/2006/relationships/slideLayout" Target="../slideLayouts/slideLayout2.xml"/><Relationship Id="rId123" Type="http://schemas.openxmlformats.org/officeDocument/2006/relationships/notesSlide" Target="../notesSlides/notesSlide150.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1" Type="http://schemas.openxmlformats.org/officeDocument/2006/relationships/tags" Target="../tags/tag682.xml"/><Relationship Id="rId2" Type="http://schemas.openxmlformats.org/officeDocument/2006/relationships/slideLayout" Target="../slideLayouts/slideLayout2.xml"/><Relationship Id="rId3"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1" Type="http://schemas.openxmlformats.org/officeDocument/2006/relationships/tags" Target="../tags/tag683.xml"/><Relationship Id="rId2" Type="http://schemas.openxmlformats.org/officeDocument/2006/relationships/tags" Target="../tags/tag684.xml"/><Relationship Id="rId3" Type="http://schemas.openxmlformats.org/officeDocument/2006/relationships/slideLayout" Target="../slideLayouts/slideLayout2.xml"/><Relationship Id="rId4" Type="http://schemas.openxmlformats.org/officeDocument/2006/relationships/notesSlide" Target="../notesSlides/notesSlide15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1" Type="http://schemas.openxmlformats.org/officeDocument/2006/relationships/tags" Target="../tags/tag685.xml"/><Relationship Id="rId2" Type="http://schemas.openxmlformats.org/officeDocument/2006/relationships/slideLayout" Target="../slideLayouts/slideLayout2.xml"/><Relationship Id="rId3"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1" Type="http://schemas.openxmlformats.org/officeDocument/2006/relationships/tags" Target="../tags/tag686.xml"/><Relationship Id="rId2" Type="http://schemas.openxmlformats.org/officeDocument/2006/relationships/slideLayout" Target="../slideLayouts/slideLayout2.xml"/><Relationship Id="rId3"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1" Type="http://schemas.openxmlformats.org/officeDocument/2006/relationships/tags" Target="../tags/tag687.xml"/><Relationship Id="rId2" Type="http://schemas.openxmlformats.org/officeDocument/2006/relationships/slideLayout" Target="../slideLayouts/slideLayout2.xml"/><Relationship Id="rId3"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1" Type="http://schemas.openxmlformats.org/officeDocument/2006/relationships/tags" Target="../tags/tag688.xml"/><Relationship Id="rId2" Type="http://schemas.openxmlformats.org/officeDocument/2006/relationships/slideLayout" Target="../slideLayouts/slideLayout2.xml"/><Relationship Id="rId3" Type="http://schemas.openxmlformats.org/officeDocument/2006/relationships/notesSlide" Target="../notesSlides/notesSlide16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1" Type="http://schemas.openxmlformats.org/officeDocument/2006/relationships/tags" Target="../tags/tag689.xml"/><Relationship Id="rId2" Type="http://schemas.openxmlformats.org/officeDocument/2006/relationships/tags" Target="../tags/tag690.xml"/><Relationship Id="rId3" Type="http://schemas.openxmlformats.org/officeDocument/2006/relationships/tags" Target="../tags/tag691.xml"/><Relationship Id="rId4" Type="http://schemas.openxmlformats.org/officeDocument/2006/relationships/tags" Target="../tags/tag692.xml"/><Relationship Id="rId5" Type="http://schemas.openxmlformats.org/officeDocument/2006/relationships/tags" Target="../tags/tag693.xml"/><Relationship Id="rId6" Type="http://schemas.openxmlformats.org/officeDocument/2006/relationships/tags" Target="../tags/tag694.xml"/><Relationship Id="rId7" Type="http://schemas.openxmlformats.org/officeDocument/2006/relationships/tags" Target="../tags/tag695.xml"/><Relationship Id="rId8" Type="http://schemas.openxmlformats.org/officeDocument/2006/relationships/tags" Target="../tags/tag696.xml"/><Relationship Id="rId9" Type="http://schemas.openxmlformats.org/officeDocument/2006/relationships/tags" Target="../tags/tag697.xml"/><Relationship Id="rId10" Type="http://schemas.openxmlformats.org/officeDocument/2006/relationships/slideLayout" Target="../slideLayouts/slideLayout2.xml"/><Relationship Id="rId11"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1" Type="http://schemas.openxmlformats.org/officeDocument/2006/relationships/tags" Target="../tags/tag698.xml"/><Relationship Id="rId2" Type="http://schemas.openxmlformats.org/officeDocument/2006/relationships/tags" Target="../tags/tag699.xml"/><Relationship Id="rId3" Type="http://schemas.openxmlformats.org/officeDocument/2006/relationships/slideLayout" Target="../slideLayouts/slideLayout2.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1" Type="http://schemas.openxmlformats.org/officeDocument/2006/relationships/tags" Target="../tags/tag700.xml"/><Relationship Id="rId2" Type="http://schemas.openxmlformats.org/officeDocument/2006/relationships/tags" Target="../tags/tag701.xml"/><Relationship Id="rId3" Type="http://schemas.openxmlformats.org/officeDocument/2006/relationships/tags" Target="../tags/tag702.xml"/><Relationship Id="rId4" Type="http://schemas.openxmlformats.org/officeDocument/2006/relationships/tags" Target="../tags/tag703.xml"/><Relationship Id="rId5" Type="http://schemas.openxmlformats.org/officeDocument/2006/relationships/slideLayout" Target="../slideLayouts/slideLayout2.xml"/><Relationship Id="rId6"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1" Type="http://schemas.openxmlformats.org/officeDocument/2006/relationships/tags" Target="../tags/tag704.xml"/><Relationship Id="rId2" Type="http://schemas.openxmlformats.org/officeDocument/2006/relationships/slideLayout" Target="../slideLayouts/slideLayout2.xml"/><Relationship Id="rId3"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tags" Target="../tags/tag705.xml"/><Relationship Id="rId2" Type="http://schemas.openxmlformats.org/officeDocument/2006/relationships/tags" Target="../tags/tag706.xml"/><Relationship Id="rId3" Type="http://schemas.openxmlformats.org/officeDocument/2006/relationships/tags" Target="../tags/tag707.xml"/><Relationship Id="rId4" Type="http://schemas.openxmlformats.org/officeDocument/2006/relationships/slideLayout" Target="../slideLayouts/slideLayout2.xml"/><Relationship Id="rId5"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9.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tags" Target="../tags/tag708.xml"/><Relationship Id="rId2" Type="http://schemas.openxmlformats.org/officeDocument/2006/relationships/tags" Target="../tags/tag709.xml"/><Relationship Id="rId3" Type="http://schemas.openxmlformats.org/officeDocument/2006/relationships/slideLayout" Target="../slideLayouts/slideLayout2.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tags" Target="../tags/tag710.xml"/><Relationship Id="rId2" Type="http://schemas.openxmlformats.org/officeDocument/2006/relationships/slideLayout" Target="../slideLayouts/slideLayout2.xml"/><Relationship Id="rId3"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tags" Target="../tags/tag711.xml"/><Relationship Id="rId2" Type="http://schemas.openxmlformats.org/officeDocument/2006/relationships/tags" Target="../tags/tag712.xml"/><Relationship Id="rId3" Type="http://schemas.openxmlformats.org/officeDocument/2006/relationships/slideLayout" Target="../slideLayouts/slideLayout2.xml"/><Relationship Id="rId4" Type="http://schemas.openxmlformats.org/officeDocument/2006/relationships/notesSlide" Target="../notesSlides/notesSlide185.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88.xml.rels><?xml version='1.0' encoding='UTF-8' standalone='yes'?>
<Relationships xmlns="http://schemas.openxmlformats.org/package/2006/relationships"><Relationship Id="rId1" Type="http://schemas.openxmlformats.org/officeDocument/2006/relationships/tags" Target="../tags/tag713.xml"/><Relationship Id="rId2" Type="http://schemas.openxmlformats.org/officeDocument/2006/relationships/tags" Target="../tags/tag714.xml"/><Relationship Id="rId3" Type="http://schemas.openxmlformats.org/officeDocument/2006/relationships/tags" Target="../tags/tag715.xml"/><Relationship Id="rId4" Type="http://schemas.openxmlformats.org/officeDocument/2006/relationships/tags" Target="../tags/tag716.xml"/><Relationship Id="rId5" Type="http://schemas.openxmlformats.org/officeDocument/2006/relationships/slideLayout" Target="../slideLayouts/slideLayout2.xml"/><Relationship Id="rId6" Type="http://schemas.openxmlformats.org/officeDocument/2006/relationships/notesSlide" Target="../notesSlides/notesSlide186.xml"/></Relationships>
</file>

<file path=ppt/slides/_rels/slide189.xml.rels><?xml version='1.0' encoding='UTF-8' standalone='yes'?>
<Relationships xmlns="http://schemas.openxmlformats.org/package/2006/relationships"><Relationship Id="rId1" Type="http://schemas.openxmlformats.org/officeDocument/2006/relationships/tags" Target="../tags/tag717.xml"/><Relationship Id="rId2" Type="http://schemas.openxmlformats.org/officeDocument/2006/relationships/tags" Target="../tags/tag718.xml"/><Relationship Id="rId3" Type="http://schemas.openxmlformats.org/officeDocument/2006/relationships/tags" Target="../tags/tag719.xml"/><Relationship Id="rId4" Type="http://schemas.openxmlformats.org/officeDocument/2006/relationships/tags" Target="../tags/tag720.xml"/><Relationship Id="rId5" Type="http://schemas.openxmlformats.org/officeDocument/2006/relationships/slideLayout" Target="../slideLayouts/slideLayout2.xml"/><Relationship Id="rId6" Type="http://schemas.openxmlformats.org/officeDocument/2006/relationships/notesSlide" Target="../notesSlides/notesSlide18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9.xml"/></Relationships>
</file>

<file path=ppt/slides/_rels/slide192.xml.rels><?xml version='1.0' encoding='UTF-8' standalone='yes'?>
<Relationships xmlns="http://schemas.openxmlformats.org/package/2006/relationships"><Relationship Id="rId1" Type="http://schemas.openxmlformats.org/officeDocument/2006/relationships/tags" Target="../tags/tag721.xml"/><Relationship Id="rId2" Type="http://schemas.openxmlformats.org/officeDocument/2006/relationships/slideLayout" Target="../slideLayouts/slideLayout2.xml"/><Relationship Id="rId3" Type="http://schemas.openxmlformats.org/officeDocument/2006/relationships/notesSlide" Target="../notesSlides/notesSlide190.xml"/><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s>
</file>

<file path=ppt/slides/_rels/slide193.xml.rels><?xml version='1.0' encoding='UTF-8' standalone='yes'?>
<Relationships xmlns="http://schemas.openxmlformats.org/package/2006/relationships"><Relationship Id="rId1" Type="http://schemas.openxmlformats.org/officeDocument/2006/relationships/tags" Target="../tags/tag722.xml"/><Relationship Id="rId2" Type="http://schemas.openxmlformats.org/officeDocument/2006/relationships/slideLayout" Target="../slideLayouts/slideLayout2.xml"/><Relationship Id="rId3" Type="http://schemas.openxmlformats.org/officeDocument/2006/relationships/notesSlide" Target="../notesSlides/notesSlide191.xml"/></Relationships>
</file>

<file path=ppt/slides/_rels/slide194.xml.rels><?xml version='1.0' encoding='UTF-8' standalone='yes'?>
<Relationships xmlns="http://schemas.openxmlformats.org/package/2006/relationships"><Relationship Id="rId1" Type="http://schemas.openxmlformats.org/officeDocument/2006/relationships/tags" Target="../tags/tag723.xml"/><Relationship Id="rId2" Type="http://schemas.openxmlformats.org/officeDocument/2006/relationships/slideLayout" Target="../slideLayouts/slideLayout2.xml"/><Relationship Id="rId3" Type="http://schemas.openxmlformats.org/officeDocument/2006/relationships/notesSlide" Target="../notesSlides/notesSlide192.xml"/></Relationships>
</file>

<file path=ppt/slides/_rels/slide195.xml.rels><?xml version='1.0' encoding='UTF-8' standalone='yes'?>
<Relationships xmlns="http://schemas.openxmlformats.org/package/2006/relationships"><Relationship Id="rId1" Type="http://schemas.openxmlformats.org/officeDocument/2006/relationships/tags" Target="../tags/tag724.xml"/><Relationship Id="rId2" Type="http://schemas.openxmlformats.org/officeDocument/2006/relationships/slideLayout" Target="../slideLayouts/slideLayout2.xml"/><Relationship Id="rId3" Type="http://schemas.openxmlformats.org/officeDocument/2006/relationships/notesSlide" Target="../notesSlides/notesSlide19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7.xml"/></Relationships>
</file>

<file path=ppt/slides/_rels/slide200.xml.rels><?xml version='1.0' encoding='UTF-8' standalone='yes'?>
<Relationships xmlns="http://schemas.openxmlformats.org/package/2006/relationships"><Relationship Id="rId1" Type="http://schemas.openxmlformats.org/officeDocument/2006/relationships/tags" Target="../tags/tag725.xml"/><Relationship Id="rId2" Type="http://schemas.openxmlformats.org/officeDocument/2006/relationships/slideLayout" Target="../slideLayouts/slideLayout2.xml"/><Relationship Id="rId3" Type="http://schemas.openxmlformats.org/officeDocument/2006/relationships/notesSlide" Target="../notesSlides/notesSlide19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0.xml"/></Relationships>
</file>

<file path=ppt/slides/_rels/slide203.xml.rels><?xml version='1.0' encoding='UTF-8' standalone='yes'?>
<Relationships xmlns="http://schemas.openxmlformats.org/package/2006/relationships"><Relationship Id="rId1" Type="http://schemas.openxmlformats.org/officeDocument/2006/relationships/tags" Target="../tags/tag726.xml"/><Relationship Id="rId2" Type="http://schemas.openxmlformats.org/officeDocument/2006/relationships/slideLayout" Target="../slideLayouts/slideLayout2.xml"/><Relationship Id="rId3" Type="http://schemas.openxmlformats.org/officeDocument/2006/relationships/notesSlide" Target="../notesSlides/notesSlide20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tags" Target="../tags/tag727.xml"/><Relationship Id="rId2" Type="http://schemas.openxmlformats.org/officeDocument/2006/relationships/slideLayout" Target="../slideLayouts/slideLayout2.xml"/><Relationship Id="rId3" Type="http://schemas.openxmlformats.org/officeDocument/2006/relationships/notesSlide" Target="../notesSlides/notesSlide204.xml"/></Relationships>
</file>

<file path=ppt/slides/_rels/slide207.xml.rels><?xml version='1.0' encoding='UTF-8' standalone='yes'?>
<Relationships xmlns="http://schemas.openxmlformats.org/package/2006/relationships"><Relationship Id="rId1" Type="http://schemas.openxmlformats.org/officeDocument/2006/relationships/tags" Target="../tags/tag728.xml"/><Relationship Id="rId2" Type="http://schemas.openxmlformats.org/officeDocument/2006/relationships/slideLayout" Target="../slideLayouts/slideLayout2.xml"/><Relationship Id="rId3" Type="http://schemas.openxmlformats.org/officeDocument/2006/relationships/notesSlide" Target="../notesSlides/notesSlide20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6.xml"/></Relationships>
</file>

<file path=ppt/slides/_rels/slide209.xml.rels><?xml version='1.0' encoding='UTF-8' standalone='yes'?>
<Relationships xmlns="http://schemas.openxmlformats.org/package/2006/relationships"><Relationship Id="rId1" Type="http://schemas.openxmlformats.org/officeDocument/2006/relationships/tags" Target="../tags/tag729.xml"/><Relationship Id="rId2" Type="http://schemas.openxmlformats.org/officeDocument/2006/relationships/slideLayout" Target="../slideLayouts/slideLayout2.xml"/><Relationship Id="rId3" Type="http://schemas.openxmlformats.org/officeDocument/2006/relationships/notesSlide" Target="../notesSlides/notesSlide207.xml"/></Relationships>
</file>

<file path=ppt/slides/_rels/slide210.xml.rels><?xml version='1.0' encoding='UTF-8' standalone='yes'?>
<Relationships xmlns="http://schemas.openxmlformats.org/package/2006/relationships"><Relationship Id="rId1" Type="http://schemas.openxmlformats.org/officeDocument/2006/relationships/tags" Target="../tags/tag730.xml"/><Relationship Id="rId2" Type="http://schemas.openxmlformats.org/officeDocument/2006/relationships/slideLayout" Target="../slideLayouts/slideLayout2.xml"/><Relationship Id="rId3" Type="http://schemas.openxmlformats.org/officeDocument/2006/relationships/notesSlide" Target="../notesSlides/notesSlide208.xml"/></Relationships>
</file>

<file path=ppt/slides/_rels/slide211.xml.rels><?xml version='1.0' encoding='UTF-8' standalone='yes'?>
<Relationships xmlns="http://schemas.openxmlformats.org/package/2006/relationships"><Relationship Id="rId1" Type="http://schemas.openxmlformats.org/officeDocument/2006/relationships/tags" Target="../tags/tag731.xml"/><Relationship Id="rId2" Type="http://schemas.openxmlformats.org/officeDocument/2006/relationships/slideLayout" Target="../slideLayouts/slideLayout2.xml"/><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slideLayout" Target="../slideLayouts/slideLayout2.xml"/><Relationship Id="rId3" Type="http://schemas.openxmlformats.org/officeDocument/2006/relationships/notesSlide" Target="../notesSlides/notesSlide21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2.xml"/></Relationships>
</file>

<file path=ppt/slides/_rels/slide215.xml.rels><?xml version='1.0' encoding='UTF-8' standalone='yes'?>
<Relationships xmlns="http://schemas.openxmlformats.org/package/2006/relationships"><Relationship Id="rId1" Type="http://schemas.openxmlformats.org/officeDocument/2006/relationships/tags" Target="../tags/tag733.xml"/><Relationship Id="rId2" Type="http://schemas.openxmlformats.org/officeDocument/2006/relationships/slideLayout" Target="../slideLayouts/slideLayout2.xml"/><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tags" Target="../tags/tag734.xml"/><Relationship Id="rId2" Type="http://schemas.openxmlformats.org/officeDocument/2006/relationships/slideLayout" Target="../slideLayouts/slideLayout2.xml"/><Relationship Id="rId3"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tags" Target="../tags/tag735.xml"/><Relationship Id="rId2" Type="http://schemas.openxmlformats.org/officeDocument/2006/relationships/tags" Target="../tags/tag736.xml"/><Relationship Id="rId3" Type="http://schemas.openxmlformats.org/officeDocument/2006/relationships/slideLayout" Target="../slideLayouts/slideLayout2.xml"/><Relationship Id="rId4" Type="http://schemas.openxmlformats.org/officeDocument/2006/relationships/notesSlide" Target="../notesSlides/notesSlide21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19.xml.rels><?xml version='1.0' encoding='UTF-8' standalone='yes'?>
<Relationships xmlns="http://schemas.openxmlformats.org/package/2006/relationships"><Relationship Id="rId1" Type="http://schemas.openxmlformats.org/officeDocument/2006/relationships/tags" Target="../tags/tag737.xml"/><Relationship Id="rId2" Type="http://schemas.openxmlformats.org/officeDocument/2006/relationships/tags" Target="../tags/tag738.xml"/><Relationship Id="rId3" Type="http://schemas.openxmlformats.org/officeDocument/2006/relationships/slideLayout" Target="../slideLayouts/slideLayout2.xml"/><Relationship Id="rId4" Type="http://schemas.openxmlformats.org/officeDocument/2006/relationships/notesSlide" Target="../notesSlides/notesSlide21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20.xml.rels><?xml version='1.0' encoding='UTF-8' standalone='yes'?>
<Relationships xmlns="http://schemas.openxmlformats.org/package/2006/relationships"><Relationship Id="rId1" Type="http://schemas.openxmlformats.org/officeDocument/2006/relationships/tags" Target="../tags/tag739.xml"/><Relationship Id="rId2" Type="http://schemas.openxmlformats.org/officeDocument/2006/relationships/slideLayout" Target="../slideLayouts/slideLayout2.xml"/><Relationship Id="rId3" Type="http://schemas.openxmlformats.org/officeDocument/2006/relationships/notesSlide" Target="../notesSlides/notesSlide218.xml"/></Relationships>
</file>

<file path=ppt/slides/_rels/slide221.xml.rels><?xml version='1.0' encoding='UTF-8' standalone='yes'?>
<Relationships xmlns="http://schemas.openxmlformats.org/package/2006/relationships"><Relationship Id="rId1" Type="http://schemas.openxmlformats.org/officeDocument/2006/relationships/tags" Target="../tags/tag740.xml"/><Relationship Id="rId2" Type="http://schemas.openxmlformats.org/officeDocument/2006/relationships/slideLayout" Target="../slideLayouts/slideLayout2.xml"/><Relationship Id="rId3" Type="http://schemas.openxmlformats.org/officeDocument/2006/relationships/notesSlide" Target="../notesSlides/notesSlide219.xml"/></Relationships>
</file>

<file path=ppt/slides/_rels/slide222.xml.rels><?xml version='1.0' encoding='UTF-8' standalone='yes'?>
<Relationships xmlns="http://schemas.openxmlformats.org/package/2006/relationships"><Relationship Id="rId1" Type="http://schemas.openxmlformats.org/officeDocument/2006/relationships/tags" Target="../tags/tag741.xml"/><Relationship Id="rId2" Type="http://schemas.openxmlformats.org/officeDocument/2006/relationships/slideLayout" Target="../slideLayouts/slideLayout2.xml"/><Relationship Id="rId3" Type="http://schemas.openxmlformats.org/officeDocument/2006/relationships/notesSlide" Target="../notesSlides/notesSlide22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4.xml"/></Relationships>
</file>

<file path=ppt/slides/_rels/slide227.xml.rels><?xml version='1.0' encoding='UTF-8' standalone='yes'?>
<Relationships xmlns="http://schemas.openxmlformats.org/package/2006/relationships"><Relationship Id="rId1" Type="http://schemas.openxmlformats.org/officeDocument/2006/relationships/tags" Target="../tags/tag742.xml"/><Relationship Id="rId2" Type="http://schemas.openxmlformats.org/officeDocument/2006/relationships/slideLayout" Target="../slideLayouts/slideLayout2.xml"/><Relationship Id="rId3" Type="http://schemas.openxmlformats.org/officeDocument/2006/relationships/notesSlide" Target="../notesSlides/notesSlide225.xml"/></Relationships>
</file>

<file path=ppt/slides/_rels/slide228.xml.rels><?xml version='1.0' encoding='UTF-8' standalone='yes'?>
<Relationships xmlns="http://schemas.openxmlformats.org/package/2006/relationships"><Relationship Id="rId1" Type="http://schemas.openxmlformats.org/officeDocument/2006/relationships/tags" Target="../tags/tag743.xml"/><Relationship Id="rId2" Type="http://schemas.openxmlformats.org/officeDocument/2006/relationships/slideLayout" Target="../slideLayouts/slideLayout2.xml"/><Relationship Id="rId3" Type="http://schemas.openxmlformats.org/officeDocument/2006/relationships/notesSlide" Target="../notesSlides/notesSlide22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s>
</file>

<file path=ppt/slides/_rels/slide230.xml.rels><?xml version='1.0' encoding='UTF-8' standalone='yes'?>
<Relationships xmlns="http://schemas.openxmlformats.org/package/2006/relationships"><Relationship Id="rId1" Type="http://schemas.openxmlformats.org/officeDocument/2006/relationships/tags" Target="../tags/tag744.xml"/><Relationship Id="rId2" Type="http://schemas.openxmlformats.org/officeDocument/2006/relationships/tags" Target="../tags/tag745.xml"/><Relationship Id="rId3" Type="http://schemas.openxmlformats.org/officeDocument/2006/relationships/tags" Target="../tags/tag746.xml"/><Relationship Id="rId4" Type="http://schemas.openxmlformats.org/officeDocument/2006/relationships/slideLayout" Target="../slideLayouts/slideLayout2.xml"/><Relationship Id="rId5" Type="http://schemas.openxmlformats.org/officeDocument/2006/relationships/notesSlide" Target="../notesSlides/notesSlide228.xml"/></Relationships>
</file>

<file path=ppt/slides/_rels/slide231.xml.rels><?xml version='1.0' encoding='UTF-8' standalone='yes'?>
<Relationships xmlns="http://schemas.openxmlformats.org/package/2006/relationships"><Relationship Id="rId1" Type="http://schemas.openxmlformats.org/officeDocument/2006/relationships/tags" Target="../tags/tag747.xml"/><Relationship Id="rId2" Type="http://schemas.openxmlformats.org/officeDocument/2006/relationships/tags" Target="../tags/tag748.xml"/><Relationship Id="rId3" Type="http://schemas.openxmlformats.org/officeDocument/2006/relationships/tags" Target="../tags/tag749.xml"/><Relationship Id="rId4" Type="http://schemas.openxmlformats.org/officeDocument/2006/relationships/tags" Target="../tags/tag750.xml"/><Relationship Id="rId5" Type="http://schemas.openxmlformats.org/officeDocument/2006/relationships/tags" Target="../tags/tag751.xml"/><Relationship Id="rId6" Type="http://schemas.openxmlformats.org/officeDocument/2006/relationships/tags" Target="../tags/tag752.xml"/><Relationship Id="rId7" Type="http://schemas.openxmlformats.org/officeDocument/2006/relationships/tags" Target="../tags/tag753.xml"/><Relationship Id="rId8" Type="http://schemas.openxmlformats.org/officeDocument/2006/relationships/tags" Target="../tags/tag754.xml"/><Relationship Id="rId9" Type="http://schemas.openxmlformats.org/officeDocument/2006/relationships/slideLayout" Target="../slideLayouts/slideLayout2.xml"/><Relationship Id="rId10" Type="http://schemas.openxmlformats.org/officeDocument/2006/relationships/notesSlide" Target="../notesSlides/notesSlide229.xml"/></Relationships>
</file>

<file path=ppt/slides/_rels/slide232.xml.rels><?xml version='1.0' encoding='UTF-8' standalone='yes'?>
<Relationships xmlns="http://schemas.openxmlformats.org/package/2006/relationships"><Relationship Id="rId1" Type="http://schemas.openxmlformats.org/officeDocument/2006/relationships/tags" Target="../tags/tag755.xml"/><Relationship Id="rId2" Type="http://schemas.openxmlformats.org/officeDocument/2006/relationships/tags" Target="../tags/tag756.xml"/><Relationship Id="rId3" Type="http://schemas.openxmlformats.org/officeDocument/2006/relationships/tags" Target="../tags/tag757.xml"/><Relationship Id="rId4" Type="http://schemas.openxmlformats.org/officeDocument/2006/relationships/tags" Target="../tags/tag758.xml"/><Relationship Id="rId5" Type="http://schemas.openxmlformats.org/officeDocument/2006/relationships/tags" Target="../tags/tag759.xml"/><Relationship Id="rId6" Type="http://schemas.openxmlformats.org/officeDocument/2006/relationships/tags" Target="../tags/tag760.xml"/><Relationship Id="rId7" Type="http://schemas.openxmlformats.org/officeDocument/2006/relationships/tags" Target="../tags/tag761.xml"/><Relationship Id="rId8" Type="http://schemas.openxmlformats.org/officeDocument/2006/relationships/tags" Target="../tags/tag762.xml"/><Relationship Id="rId9" Type="http://schemas.openxmlformats.org/officeDocument/2006/relationships/slideLayout" Target="../slideLayouts/slideLayout2.xml"/><Relationship Id="rId10" Type="http://schemas.openxmlformats.org/officeDocument/2006/relationships/notesSlide" Target="../notesSlides/notesSlide230.xml"/></Relationships>
</file>

<file path=ppt/slides/_rels/slide233.xml.rels><?xml version='1.0' encoding='UTF-8' standalone='yes'?>
<Relationships xmlns="http://schemas.openxmlformats.org/package/2006/relationships"><Relationship Id="rId1" Type="http://schemas.openxmlformats.org/officeDocument/2006/relationships/tags" Target="../tags/tag763.xml"/><Relationship Id="rId2" Type="http://schemas.openxmlformats.org/officeDocument/2006/relationships/slideLayout" Target="../slideLayouts/slideLayout2.xml"/><Relationship Id="rId3" Type="http://schemas.openxmlformats.org/officeDocument/2006/relationships/notesSlide" Target="../notesSlides/notesSlide231.xml"/></Relationships>
</file>

<file path=ppt/slides/_rels/slide234.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slideLayout" Target="../slideLayouts/slideLayout2.xml"/><Relationship Id="rId3" Type="http://schemas.openxmlformats.org/officeDocument/2006/relationships/notesSlide" Target="../notesSlides/notesSlide232.xml"/></Relationships>
</file>

<file path=ppt/slides/_rels/slide235.xml.rels><?xml version='1.0' encoding='UTF-8' standalone='yes'?>
<Relationships xmlns="http://schemas.openxmlformats.org/package/2006/relationships"><Relationship Id="rId1" Type="http://schemas.openxmlformats.org/officeDocument/2006/relationships/tags" Target="../tags/tag765.xml"/><Relationship Id="rId2" Type="http://schemas.openxmlformats.org/officeDocument/2006/relationships/tags" Target="../tags/tag766.xml"/><Relationship Id="rId3" Type="http://schemas.openxmlformats.org/officeDocument/2006/relationships/tags" Target="../tags/tag767.xml"/><Relationship Id="rId4" Type="http://schemas.openxmlformats.org/officeDocument/2006/relationships/tags" Target="../tags/tag768.xml"/><Relationship Id="rId5" Type="http://schemas.openxmlformats.org/officeDocument/2006/relationships/tags" Target="../tags/tag769.xml"/><Relationship Id="rId6" Type="http://schemas.openxmlformats.org/officeDocument/2006/relationships/slideLayout" Target="../slideLayouts/slideLayout2.xml"/><Relationship Id="rId7" Type="http://schemas.openxmlformats.org/officeDocument/2006/relationships/notesSlide" Target="../notesSlides/notesSlide23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6.xml"/></Relationships>
</file>

<file path=ppt/slides/_rels/slide239.xml.rels><?xml version='1.0' encoding='UTF-8' standalone='yes'?>
<Relationships xmlns="http://schemas.openxmlformats.org/package/2006/relationships"><Relationship Id="rId1" Type="http://schemas.openxmlformats.org/officeDocument/2006/relationships/tags" Target="../tags/tag770.xml"/><Relationship Id="rId2" Type="http://schemas.openxmlformats.org/officeDocument/2006/relationships/tags" Target="../tags/tag771.xml"/><Relationship Id="rId3" Type="http://schemas.openxmlformats.org/officeDocument/2006/relationships/tags" Target="../tags/tag772.xml"/><Relationship Id="rId4" Type="http://schemas.openxmlformats.org/officeDocument/2006/relationships/tags" Target="../tags/tag773.xml"/><Relationship Id="rId5" Type="http://schemas.openxmlformats.org/officeDocument/2006/relationships/slideLayout" Target="../slideLayouts/slideLayout2.xml"/><Relationship Id="rId6" Type="http://schemas.openxmlformats.org/officeDocument/2006/relationships/notesSlide" Target="../notesSlides/notesSlide237.xml"/></Relationships>
</file>

<file path=ppt/slides/_rels/slide240.xml.rels><?xml version='1.0' encoding='UTF-8' standalone='yes'?>
<Relationships xmlns="http://schemas.openxmlformats.org/package/2006/relationships"><Relationship Id="rId1" Type="http://schemas.openxmlformats.org/officeDocument/2006/relationships/tags" Target="../tags/tag774.xml"/><Relationship Id="rId2" Type="http://schemas.openxmlformats.org/officeDocument/2006/relationships/tags" Target="../tags/tag775.xml"/><Relationship Id="rId3" Type="http://schemas.openxmlformats.org/officeDocument/2006/relationships/tags" Target="../tags/tag776.xml"/><Relationship Id="rId4" Type="http://schemas.openxmlformats.org/officeDocument/2006/relationships/tags" Target="../tags/tag777.xml"/><Relationship Id="rId5" Type="http://schemas.openxmlformats.org/officeDocument/2006/relationships/tags" Target="../tags/tag778.xml"/><Relationship Id="rId6" Type="http://schemas.openxmlformats.org/officeDocument/2006/relationships/tags" Target="../tags/tag779.xml"/><Relationship Id="rId7" Type="http://schemas.openxmlformats.org/officeDocument/2006/relationships/tags" Target="../tags/tag780.xml"/><Relationship Id="rId8" Type="http://schemas.openxmlformats.org/officeDocument/2006/relationships/tags" Target="../tags/tag781.xml"/><Relationship Id="rId9" Type="http://schemas.openxmlformats.org/officeDocument/2006/relationships/tags" Target="../tags/tag782.xml"/><Relationship Id="rId10" Type="http://schemas.openxmlformats.org/officeDocument/2006/relationships/tags" Target="../tags/tag783.xml"/><Relationship Id="rId11" Type="http://schemas.openxmlformats.org/officeDocument/2006/relationships/tags" Target="../tags/tag784.xml"/><Relationship Id="rId12" Type="http://schemas.openxmlformats.org/officeDocument/2006/relationships/tags" Target="../tags/tag785.xml"/><Relationship Id="rId13" Type="http://schemas.openxmlformats.org/officeDocument/2006/relationships/tags" Target="../tags/tag786.xml"/><Relationship Id="rId14" Type="http://schemas.openxmlformats.org/officeDocument/2006/relationships/tags" Target="../tags/tag787.xml"/><Relationship Id="rId15" Type="http://schemas.openxmlformats.org/officeDocument/2006/relationships/tags" Target="../tags/tag788.xml"/><Relationship Id="rId16" Type="http://schemas.openxmlformats.org/officeDocument/2006/relationships/tags" Target="../tags/tag789.xml"/><Relationship Id="rId17" Type="http://schemas.openxmlformats.org/officeDocument/2006/relationships/tags" Target="../tags/tag790.xml"/><Relationship Id="rId18" Type="http://schemas.openxmlformats.org/officeDocument/2006/relationships/tags" Target="../tags/tag791.xml"/><Relationship Id="rId19" Type="http://schemas.openxmlformats.org/officeDocument/2006/relationships/tags" Target="../tags/tag792.xml"/><Relationship Id="rId20" Type="http://schemas.openxmlformats.org/officeDocument/2006/relationships/tags" Target="../tags/tag793.xml"/><Relationship Id="rId21" Type="http://schemas.openxmlformats.org/officeDocument/2006/relationships/tags" Target="../tags/tag794.xml"/><Relationship Id="rId22" Type="http://schemas.openxmlformats.org/officeDocument/2006/relationships/tags" Target="../tags/tag795.xml"/><Relationship Id="rId23" Type="http://schemas.openxmlformats.org/officeDocument/2006/relationships/tags" Target="../tags/tag796.xml"/><Relationship Id="rId24" Type="http://schemas.openxmlformats.org/officeDocument/2006/relationships/tags" Target="../tags/tag797.xml"/><Relationship Id="rId25" Type="http://schemas.openxmlformats.org/officeDocument/2006/relationships/tags" Target="../tags/tag798.xml"/><Relationship Id="rId26" Type="http://schemas.openxmlformats.org/officeDocument/2006/relationships/tags" Target="../tags/tag799.xml"/><Relationship Id="rId27" Type="http://schemas.openxmlformats.org/officeDocument/2006/relationships/tags" Target="../tags/tag800.xml"/><Relationship Id="rId28" Type="http://schemas.openxmlformats.org/officeDocument/2006/relationships/tags" Target="../tags/tag801.xml"/><Relationship Id="rId29" Type="http://schemas.openxmlformats.org/officeDocument/2006/relationships/tags" Target="../tags/tag802.xml"/><Relationship Id="rId30" Type="http://schemas.openxmlformats.org/officeDocument/2006/relationships/tags" Target="../tags/tag803.xml"/><Relationship Id="rId31" Type="http://schemas.openxmlformats.org/officeDocument/2006/relationships/tags" Target="../tags/tag804.xml"/><Relationship Id="rId32" Type="http://schemas.openxmlformats.org/officeDocument/2006/relationships/tags" Target="../tags/tag805.xml"/><Relationship Id="rId33" Type="http://schemas.openxmlformats.org/officeDocument/2006/relationships/tags" Target="../tags/tag806.xml"/><Relationship Id="rId34" Type="http://schemas.openxmlformats.org/officeDocument/2006/relationships/tags" Target="../tags/tag807.xml"/><Relationship Id="rId35" Type="http://schemas.openxmlformats.org/officeDocument/2006/relationships/tags" Target="../tags/tag808.xml"/><Relationship Id="rId36" Type="http://schemas.openxmlformats.org/officeDocument/2006/relationships/tags" Target="../tags/tag809.xml"/><Relationship Id="rId37" Type="http://schemas.openxmlformats.org/officeDocument/2006/relationships/tags" Target="../tags/tag810.xml"/><Relationship Id="rId38" Type="http://schemas.openxmlformats.org/officeDocument/2006/relationships/tags" Target="../tags/tag811.xml"/><Relationship Id="rId39" Type="http://schemas.openxmlformats.org/officeDocument/2006/relationships/tags" Target="../tags/tag812.xml"/><Relationship Id="rId40" Type="http://schemas.openxmlformats.org/officeDocument/2006/relationships/tags" Target="../tags/tag813.xml"/><Relationship Id="rId41" Type="http://schemas.openxmlformats.org/officeDocument/2006/relationships/tags" Target="../tags/tag814.xml"/><Relationship Id="rId42" Type="http://schemas.openxmlformats.org/officeDocument/2006/relationships/tags" Target="../tags/tag815.xml"/><Relationship Id="rId43" Type="http://schemas.openxmlformats.org/officeDocument/2006/relationships/tags" Target="../tags/tag816.xml"/><Relationship Id="rId44" Type="http://schemas.openxmlformats.org/officeDocument/2006/relationships/tags" Target="../tags/tag817.xml"/><Relationship Id="rId45" Type="http://schemas.openxmlformats.org/officeDocument/2006/relationships/tags" Target="../tags/tag818.xml"/><Relationship Id="rId46" Type="http://schemas.openxmlformats.org/officeDocument/2006/relationships/tags" Target="../tags/tag819.xml"/><Relationship Id="rId47" Type="http://schemas.openxmlformats.org/officeDocument/2006/relationships/tags" Target="../tags/tag820.xml"/><Relationship Id="rId48" Type="http://schemas.openxmlformats.org/officeDocument/2006/relationships/tags" Target="../tags/tag821.xml"/><Relationship Id="rId49" Type="http://schemas.openxmlformats.org/officeDocument/2006/relationships/tags" Target="../tags/tag822.xml"/><Relationship Id="rId50" Type="http://schemas.openxmlformats.org/officeDocument/2006/relationships/tags" Target="../tags/tag823.xml"/><Relationship Id="rId51" Type="http://schemas.openxmlformats.org/officeDocument/2006/relationships/tags" Target="../tags/tag824.xml"/><Relationship Id="rId52" Type="http://schemas.openxmlformats.org/officeDocument/2006/relationships/tags" Target="../tags/tag825.xml"/><Relationship Id="rId53" Type="http://schemas.openxmlformats.org/officeDocument/2006/relationships/tags" Target="../tags/tag826.xml"/><Relationship Id="rId54" Type="http://schemas.openxmlformats.org/officeDocument/2006/relationships/tags" Target="../tags/tag827.xml"/><Relationship Id="rId55" Type="http://schemas.openxmlformats.org/officeDocument/2006/relationships/tags" Target="../tags/tag828.xml"/><Relationship Id="rId56" Type="http://schemas.openxmlformats.org/officeDocument/2006/relationships/tags" Target="../tags/tag829.xml"/><Relationship Id="rId57" Type="http://schemas.openxmlformats.org/officeDocument/2006/relationships/tags" Target="../tags/tag830.xml"/><Relationship Id="rId58" Type="http://schemas.openxmlformats.org/officeDocument/2006/relationships/tags" Target="../tags/tag831.xml"/><Relationship Id="rId59" Type="http://schemas.openxmlformats.org/officeDocument/2006/relationships/tags" Target="../tags/tag832.xml"/><Relationship Id="rId60" Type="http://schemas.openxmlformats.org/officeDocument/2006/relationships/tags" Target="../tags/tag833.xml"/><Relationship Id="rId61" Type="http://schemas.openxmlformats.org/officeDocument/2006/relationships/tags" Target="../tags/tag834.xml"/><Relationship Id="rId62" Type="http://schemas.openxmlformats.org/officeDocument/2006/relationships/tags" Target="../tags/tag835.xml"/><Relationship Id="rId63" Type="http://schemas.openxmlformats.org/officeDocument/2006/relationships/tags" Target="../tags/tag836.xml"/><Relationship Id="rId64" Type="http://schemas.openxmlformats.org/officeDocument/2006/relationships/tags" Target="../tags/tag837.xml"/><Relationship Id="rId65" Type="http://schemas.openxmlformats.org/officeDocument/2006/relationships/slideLayout" Target="../slideLayouts/slideLayout2.xml"/><Relationship Id="rId66" Type="http://schemas.openxmlformats.org/officeDocument/2006/relationships/notesSlide" Target="../notesSlides/notesSlide238.xml"/></Relationships>
</file>

<file path=ppt/slides/_rels/slide241.xml.rels><?xml version='1.0' encoding='UTF-8' standalone='yes'?>
<Relationships xmlns="http://schemas.openxmlformats.org/package/2006/relationships"><Relationship Id="rId1" Type="http://schemas.openxmlformats.org/officeDocument/2006/relationships/tags" Target="../tags/tag838.xml"/><Relationship Id="rId2" Type="http://schemas.openxmlformats.org/officeDocument/2006/relationships/slideLayout" Target="../slideLayouts/slideLayout2.xml"/><Relationship Id="rId3" Type="http://schemas.openxmlformats.org/officeDocument/2006/relationships/notesSlide" Target="../notesSlides/notesSlide239.xml"/></Relationships>
</file>

<file path=ppt/slides/_rels/slide242.xml.rels><?xml version='1.0' encoding='UTF-8' standalone='yes'?>
<Relationships xmlns="http://schemas.openxmlformats.org/package/2006/relationships"><Relationship Id="rId1" Type="http://schemas.openxmlformats.org/officeDocument/2006/relationships/tags" Target="../tags/tag839.xml"/><Relationship Id="rId2" Type="http://schemas.openxmlformats.org/officeDocument/2006/relationships/tags" Target="../tags/tag840.xml"/><Relationship Id="rId3" Type="http://schemas.openxmlformats.org/officeDocument/2006/relationships/slideLayout" Target="../slideLayouts/slideLayout2.xml"/><Relationship Id="rId4" Type="http://schemas.openxmlformats.org/officeDocument/2006/relationships/notesSlide" Target="../notesSlides/notesSlide240.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2.xml"/></Relationships>
</file>

<file path=ppt/slides/_rels/slide245.xml.rels><?xml version='1.0' encoding='UTF-8' standalone='yes'?>
<Relationships xmlns="http://schemas.openxmlformats.org/package/2006/relationships"><Relationship Id="rId1" Type="http://schemas.openxmlformats.org/officeDocument/2006/relationships/tags" Target="../tags/tag841.xml"/><Relationship Id="rId2" Type="http://schemas.openxmlformats.org/officeDocument/2006/relationships/slideLayout" Target="../slideLayouts/slideLayout2.xml"/><Relationship Id="rId3" Type="http://schemas.openxmlformats.org/officeDocument/2006/relationships/notesSlide" Target="../notesSlides/notesSlide243.xml"/></Relationships>
</file>

<file path=ppt/slides/_rels/slide246.xml.rels><?xml version='1.0' encoding='UTF-8' standalone='yes'?>
<Relationships xmlns="http://schemas.openxmlformats.org/package/2006/relationships"><Relationship Id="rId1" Type="http://schemas.openxmlformats.org/officeDocument/2006/relationships/tags" Target="../tags/tag842.xml"/><Relationship Id="rId2" Type="http://schemas.openxmlformats.org/officeDocument/2006/relationships/tags" Target="../tags/tag843.xml"/><Relationship Id="rId3" Type="http://schemas.openxmlformats.org/officeDocument/2006/relationships/tags" Target="../tags/tag844.xml"/><Relationship Id="rId4" Type="http://schemas.openxmlformats.org/officeDocument/2006/relationships/tags" Target="../tags/tag845.xml"/><Relationship Id="rId5" Type="http://schemas.openxmlformats.org/officeDocument/2006/relationships/tags" Target="../tags/tag846.xml"/><Relationship Id="rId6" Type="http://schemas.openxmlformats.org/officeDocument/2006/relationships/tags" Target="../tags/tag847.xml"/><Relationship Id="rId7" Type="http://schemas.openxmlformats.org/officeDocument/2006/relationships/slideLayout" Target="../slideLayouts/slideLayout2.xml"/><Relationship Id="rId8" Type="http://schemas.openxmlformats.org/officeDocument/2006/relationships/notesSlide" Target="../notesSlides/notesSlide244.xml"/></Relationships>
</file>

<file path=ppt/slides/_rels/slide247.xml.rels><?xml version='1.0' encoding='UTF-8' standalone='yes'?>
<Relationships xmlns="http://schemas.openxmlformats.org/package/2006/relationships"><Relationship Id="rId1" Type="http://schemas.openxmlformats.org/officeDocument/2006/relationships/tags" Target="../tags/tag848.xml"/><Relationship Id="rId2" Type="http://schemas.openxmlformats.org/officeDocument/2006/relationships/tags" Target="../tags/tag849.xml"/><Relationship Id="rId3" Type="http://schemas.openxmlformats.org/officeDocument/2006/relationships/tags" Target="../tags/tag850.xml"/><Relationship Id="rId4" Type="http://schemas.openxmlformats.org/officeDocument/2006/relationships/tags" Target="../tags/tag851.xml"/><Relationship Id="rId5" Type="http://schemas.openxmlformats.org/officeDocument/2006/relationships/tags" Target="../tags/tag852.xml"/><Relationship Id="rId6" Type="http://schemas.openxmlformats.org/officeDocument/2006/relationships/tags" Target="../tags/tag853.xml"/><Relationship Id="rId7" Type="http://schemas.openxmlformats.org/officeDocument/2006/relationships/tags" Target="../tags/tag854.xml"/><Relationship Id="rId8" Type="http://schemas.openxmlformats.org/officeDocument/2006/relationships/tags" Target="../tags/tag855.xml"/><Relationship Id="rId9" Type="http://schemas.openxmlformats.org/officeDocument/2006/relationships/slideLayout" Target="../slideLayouts/slideLayout2.xml"/><Relationship Id="rId10" Type="http://schemas.openxmlformats.org/officeDocument/2006/relationships/notesSlide" Target="../notesSlides/notesSlide24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4.xml"/></Relationships>
</file>

<file path=ppt/slides/_rels/slide257.xml.rels><?xml version='1.0' encoding='UTF-8' standalone='yes'?>
<Relationships xmlns="http://schemas.openxmlformats.org/package/2006/relationships"><Relationship Id="rId1" Type="http://schemas.openxmlformats.org/officeDocument/2006/relationships/tags" Target="../tags/tag856.xml"/><Relationship Id="rId2" Type="http://schemas.openxmlformats.org/officeDocument/2006/relationships/tags" Target="../tags/tag857.xml"/><Relationship Id="rId3" Type="http://schemas.openxmlformats.org/officeDocument/2006/relationships/slideLayout" Target="../slideLayouts/slideLayout2.xml"/><Relationship Id="rId4" Type="http://schemas.openxmlformats.org/officeDocument/2006/relationships/notesSlide" Target="../notesSlides/notesSlide255.xml"/><Relationship Id="rId5" Type="http://schemas.openxmlformats.org/officeDocument/2006/relationships/chart" Target="../charts/chart7.xml"/><Relationship Id="rId6" Type="http://schemas.openxmlformats.org/officeDocument/2006/relationships/chart" Target="../charts/chart8.xml"/><Relationship Id="rId7" Type="http://schemas.openxmlformats.org/officeDocument/2006/relationships/chart" Target="../charts/chart9.xml"/><Relationship Id="rId8" Type="http://schemas.openxmlformats.org/officeDocument/2006/relationships/chart" Target="../charts/char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6.xml"/><Relationship Id="rId3" Type="http://schemas.openxmlformats.org/officeDocument/2006/relationships/chart" Target="../charts/chart11.xml"/><Relationship Id="rId4" Type="http://schemas.openxmlformats.org/officeDocument/2006/relationships/chart" Target="../charts/chart12.xml"/><Relationship Id="rId5" Type="http://schemas.openxmlformats.org/officeDocument/2006/relationships/chart" Target="../charts/chart13.xml"/><Relationship Id="rId6" Type="http://schemas.openxmlformats.org/officeDocument/2006/relationships/chart" Target="../charts/chart14.xml"/><Relationship Id="rId7" Type="http://schemas.microsoft.com/office/2014/relationships/chartEx" Target="../charts/chartEx1.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7.xml"/><Relationship Id="rId3" Type="http://schemas.openxmlformats.org/officeDocument/2006/relationships/chart" Target="../charts/chart16.xml"/><Relationship Id="rId4" Type="http://schemas.openxmlformats.org/officeDocument/2006/relationships/chart" Target="../charts/chart17.xml"/><Relationship Id="rId5" Type="http://schemas.openxmlformats.org/officeDocument/2006/relationships/chart" Target="../charts/chart18.xml"/><Relationship Id="rId6" Type="http://schemas.openxmlformats.org/officeDocument/2006/relationships/chart" Target="../charts/chart19.xml"/><Relationship Id="rId7" Type="http://schemas.openxmlformats.org/officeDocument/2006/relationships/chart" Target="../charts/chart20.xml"/><Relationship Id="rId8" Type="http://schemas.openxmlformats.org/officeDocument/2006/relationships/chart" Target="../charts/chart2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0.xml"/><Relationship Id="rId3" Type="http://schemas.openxmlformats.org/officeDocument/2006/relationships/image" Target="../media/image37.svg"/></Relationships>
</file>

<file path=ppt/slides/_rels/slide263.xml.rels><?xml version='1.0' encoding='UTF-8' standalone='yes'?>
<Relationships xmlns="http://schemas.openxmlformats.org/package/2006/relationships"><Relationship Id="rId1" Type="http://schemas.openxmlformats.org/officeDocument/2006/relationships/tags" Target="../tags/tag858.xml"/><Relationship Id="rId2" Type="http://schemas.openxmlformats.org/officeDocument/2006/relationships/slideLayout" Target="../slideLayouts/slideLayout2.xml"/><Relationship Id="rId3" Type="http://schemas.openxmlformats.org/officeDocument/2006/relationships/notesSlide" Target="../notesSlides/notesSlide26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2.xml"/></Relationships>
</file>

<file path=ppt/slides/_rels/slide265.xml.rels><?xml version='1.0' encoding='UTF-8' standalone='yes'?>
<Relationships xmlns="http://schemas.openxmlformats.org/package/2006/relationships"><Relationship Id="rId1" Type="http://schemas.openxmlformats.org/officeDocument/2006/relationships/tags" Target="../tags/tag859.xml"/><Relationship Id="rId2" Type="http://schemas.openxmlformats.org/officeDocument/2006/relationships/tags" Target="../tags/tag860.xml"/><Relationship Id="rId3" Type="http://schemas.openxmlformats.org/officeDocument/2006/relationships/tags" Target="../tags/tag861.xml"/><Relationship Id="rId4" Type="http://schemas.openxmlformats.org/officeDocument/2006/relationships/tags" Target="../tags/tag862.xml"/><Relationship Id="rId5" Type="http://schemas.openxmlformats.org/officeDocument/2006/relationships/tags" Target="../tags/tag863.xml"/><Relationship Id="rId6" Type="http://schemas.openxmlformats.org/officeDocument/2006/relationships/tags" Target="../tags/tag864.xml"/><Relationship Id="rId7" Type="http://schemas.openxmlformats.org/officeDocument/2006/relationships/tags" Target="../tags/tag865.xml"/><Relationship Id="rId8" Type="http://schemas.openxmlformats.org/officeDocument/2006/relationships/tags" Target="../tags/tag866.xml"/><Relationship Id="rId9" Type="http://schemas.openxmlformats.org/officeDocument/2006/relationships/tags" Target="../tags/tag867.xml"/><Relationship Id="rId10" Type="http://schemas.openxmlformats.org/officeDocument/2006/relationships/tags" Target="../tags/tag868.xml"/><Relationship Id="rId11" Type="http://schemas.openxmlformats.org/officeDocument/2006/relationships/tags" Target="../tags/tag869.xml"/><Relationship Id="rId12" Type="http://schemas.openxmlformats.org/officeDocument/2006/relationships/tags" Target="../tags/tag870.xml"/><Relationship Id="rId13" Type="http://schemas.openxmlformats.org/officeDocument/2006/relationships/tags" Target="../tags/tag871.xml"/><Relationship Id="rId14" Type="http://schemas.openxmlformats.org/officeDocument/2006/relationships/tags" Target="../tags/tag872.xml"/><Relationship Id="rId15" Type="http://schemas.openxmlformats.org/officeDocument/2006/relationships/tags" Target="../tags/tag873.xml"/><Relationship Id="rId16" Type="http://schemas.openxmlformats.org/officeDocument/2006/relationships/tags" Target="../tags/tag874.xml"/><Relationship Id="rId17" Type="http://schemas.openxmlformats.org/officeDocument/2006/relationships/tags" Target="../tags/tag875.xml"/><Relationship Id="rId18" Type="http://schemas.openxmlformats.org/officeDocument/2006/relationships/tags" Target="../tags/tag876.xml"/><Relationship Id="rId19" Type="http://schemas.openxmlformats.org/officeDocument/2006/relationships/tags" Target="../tags/tag877.xml"/><Relationship Id="rId20" Type="http://schemas.openxmlformats.org/officeDocument/2006/relationships/tags" Target="../tags/tag878.xml"/><Relationship Id="rId21" Type="http://schemas.openxmlformats.org/officeDocument/2006/relationships/tags" Target="../tags/tag879.xml"/><Relationship Id="rId22" Type="http://schemas.openxmlformats.org/officeDocument/2006/relationships/tags" Target="../tags/tag880.xml"/><Relationship Id="rId23" Type="http://schemas.openxmlformats.org/officeDocument/2006/relationships/slideLayout" Target="../slideLayouts/slideLayout2.xml"/><Relationship Id="rId24" Type="http://schemas.openxmlformats.org/officeDocument/2006/relationships/notesSlide" Target="../notesSlides/notesSlide263.xml"/><Relationship Id="rId25" Type="http://schemas.openxmlformats.org/officeDocument/2006/relationships/image" Target="../media/image38.jpeg"/><Relationship Id="rId26" Type="http://schemas.microsoft.com/office/2007/relationships/hdphoto" Target="../media/hdphoto1.wdp"/></Relationships>
</file>

<file path=ppt/slides/_rels/slide266.xml.rels><?xml version='1.0' encoding='UTF-8' standalone='yes'?>
<Relationships xmlns="http://schemas.openxmlformats.org/package/2006/relationships"><Relationship Id="rId1" Type="http://schemas.openxmlformats.org/officeDocument/2006/relationships/tags" Target="../tags/tag881.xml"/><Relationship Id="rId2" Type="http://schemas.openxmlformats.org/officeDocument/2006/relationships/slideLayout" Target="../slideLayouts/slideLayout2.xml"/><Relationship Id="rId3" Type="http://schemas.openxmlformats.org/officeDocument/2006/relationships/notesSlide" Target="../notesSlides/notesSlide264.xml"/></Relationships>
</file>

<file path=ppt/slides/_rels/slide267.xml.rels><?xml version='1.0' encoding='UTF-8' standalone='yes'?>
<Relationships xmlns="http://schemas.openxmlformats.org/package/2006/relationships"><Relationship Id="rId1" Type="http://schemas.openxmlformats.org/officeDocument/2006/relationships/tags" Target="../tags/tag882.xml"/><Relationship Id="rId2" Type="http://schemas.openxmlformats.org/officeDocument/2006/relationships/tags" Target="../tags/tag883.xml"/><Relationship Id="rId3" Type="http://schemas.openxmlformats.org/officeDocument/2006/relationships/slideLayout" Target="../slideLayouts/slideLayout2.xml"/><Relationship Id="rId4" Type="http://schemas.openxmlformats.org/officeDocument/2006/relationships/notesSlide" Target="../notesSlides/notesSlide265.xml"/><Relationship Id="rId5" Type="http://schemas.openxmlformats.org/officeDocument/2006/relationships/oleObject" Target="../embeddings/oleObject2.bin"/><Relationship Id="rId6" Type="http://schemas.openxmlformats.org/officeDocument/2006/relationships/image" Target="../media/image39.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s>
</file>

<file path=ppt/slides/_rels/slide269.xml.rels><?xml version='1.0' encoding='UTF-8' standalone='yes'?>
<Relationships xmlns="http://schemas.openxmlformats.org/package/2006/relationships"><Relationship Id="rId1" Type="http://schemas.openxmlformats.org/officeDocument/2006/relationships/tags" Target="../tags/tag884.xml"/><Relationship Id="rId2" Type="http://schemas.openxmlformats.org/officeDocument/2006/relationships/tags" Target="../tags/tag885.xml"/><Relationship Id="rId3" Type="http://schemas.openxmlformats.org/officeDocument/2006/relationships/tags" Target="../tags/tag886.xml"/><Relationship Id="rId4" Type="http://schemas.openxmlformats.org/officeDocument/2006/relationships/tags" Target="../tags/tag887.xml"/><Relationship Id="rId5" Type="http://schemas.openxmlformats.org/officeDocument/2006/relationships/tags" Target="../tags/tag888.xml"/><Relationship Id="rId6" Type="http://schemas.openxmlformats.org/officeDocument/2006/relationships/tags" Target="../tags/tag889.xml"/><Relationship Id="rId7" Type="http://schemas.openxmlformats.org/officeDocument/2006/relationships/tags" Target="../tags/tag890.xml"/><Relationship Id="rId8" Type="http://schemas.openxmlformats.org/officeDocument/2006/relationships/tags" Target="../tags/tag891.xml"/><Relationship Id="rId9" Type="http://schemas.openxmlformats.org/officeDocument/2006/relationships/tags" Target="../tags/tag892.xml"/><Relationship Id="rId10" Type="http://schemas.openxmlformats.org/officeDocument/2006/relationships/tags" Target="../tags/tag893.xml"/><Relationship Id="rId11" Type="http://schemas.openxmlformats.org/officeDocument/2006/relationships/tags" Target="../tags/tag894.xml"/><Relationship Id="rId12" Type="http://schemas.openxmlformats.org/officeDocument/2006/relationships/tags" Target="../tags/tag895.xml"/><Relationship Id="rId13" Type="http://schemas.openxmlformats.org/officeDocument/2006/relationships/tags" Target="../tags/tag896.xml"/><Relationship Id="rId14" Type="http://schemas.openxmlformats.org/officeDocument/2006/relationships/tags" Target="../tags/tag897.xml"/><Relationship Id="rId15" Type="http://schemas.openxmlformats.org/officeDocument/2006/relationships/tags" Target="../tags/tag898.xml"/><Relationship Id="rId16" Type="http://schemas.openxmlformats.org/officeDocument/2006/relationships/tags" Target="../tags/tag899.xml"/><Relationship Id="rId17" Type="http://schemas.openxmlformats.org/officeDocument/2006/relationships/tags" Target="../tags/tag900.xml"/><Relationship Id="rId18" Type="http://schemas.openxmlformats.org/officeDocument/2006/relationships/tags" Target="../tags/tag901.xml"/><Relationship Id="rId19" Type="http://schemas.openxmlformats.org/officeDocument/2006/relationships/tags" Target="../tags/tag902.xml"/><Relationship Id="rId20" Type="http://schemas.openxmlformats.org/officeDocument/2006/relationships/tags" Target="../tags/tag903.xml"/><Relationship Id="rId21" Type="http://schemas.openxmlformats.org/officeDocument/2006/relationships/tags" Target="../tags/tag904.xml"/><Relationship Id="rId22" Type="http://schemas.openxmlformats.org/officeDocument/2006/relationships/tags" Target="../tags/tag905.xml"/><Relationship Id="rId23" Type="http://schemas.openxmlformats.org/officeDocument/2006/relationships/tags" Target="../tags/tag906.xml"/><Relationship Id="rId24" Type="http://schemas.openxmlformats.org/officeDocument/2006/relationships/tags" Target="../tags/tag907.xml"/><Relationship Id="rId25" Type="http://schemas.openxmlformats.org/officeDocument/2006/relationships/tags" Target="../tags/tag908.xml"/><Relationship Id="rId26" Type="http://schemas.openxmlformats.org/officeDocument/2006/relationships/slideLayout" Target="../slideLayouts/slideLayout2.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1" Type="http://schemas.openxmlformats.org/officeDocument/2006/relationships/tags" Target="../tags/tag909.xml"/><Relationship Id="rId2" Type="http://schemas.openxmlformats.org/officeDocument/2006/relationships/slideLayout" Target="../slideLayouts/slideLayout2.xml"/><Relationship Id="rId3" Type="http://schemas.openxmlformats.org/officeDocument/2006/relationships/notesSlide" Target="../notesSlides/notesSlide268.xml"/></Relationships>
</file>

<file path=ppt/slides/_rels/slide271.xml.rels><?xml version='1.0' encoding='UTF-8' standalone='yes'?>
<Relationships xmlns="http://schemas.openxmlformats.org/package/2006/relationships"><Relationship Id="rId1" Type="http://schemas.openxmlformats.org/officeDocument/2006/relationships/tags" Target="../tags/tag910.xml"/><Relationship Id="rId2" Type="http://schemas.openxmlformats.org/officeDocument/2006/relationships/slideLayout" Target="../slideLayouts/slideLayout2.xml"/><Relationship Id="rId3" Type="http://schemas.openxmlformats.org/officeDocument/2006/relationships/notesSlide" Target="../notesSlides/notesSlide269.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1" Type="http://schemas.openxmlformats.org/officeDocument/2006/relationships/tags" Target="../tags/tag911.xml"/><Relationship Id="rId2" Type="http://schemas.openxmlformats.org/officeDocument/2006/relationships/tags" Target="../tags/tag912.xml"/><Relationship Id="rId3" Type="http://schemas.openxmlformats.org/officeDocument/2006/relationships/slideLayout" Target="../slideLayouts/slideLayout2.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1" Type="http://schemas.openxmlformats.org/officeDocument/2006/relationships/tags" Target="../tags/tag913.xml"/><Relationship Id="rId2" Type="http://schemas.openxmlformats.org/officeDocument/2006/relationships/tags" Target="../tags/tag914.xml"/><Relationship Id="rId3" Type="http://schemas.openxmlformats.org/officeDocument/2006/relationships/slideLayout" Target="../slideLayouts/slideLayout2.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1" Type="http://schemas.openxmlformats.org/officeDocument/2006/relationships/tags" Target="../tags/tag915.xml"/><Relationship Id="rId2" Type="http://schemas.openxmlformats.org/officeDocument/2006/relationships/tags" Target="../tags/tag916.xml"/><Relationship Id="rId3" Type="http://schemas.openxmlformats.org/officeDocument/2006/relationships/slideLayout" Target="../slideLayouts/slideLayout2.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1" Type="http://schemas.openxmlformats.org/officeDocument/2006/relationships/tags" Target="../tags/tag917.xml"/><Relationship Id="rId2" Type="http://schemas.openxmlformats.org/officeDocument/2006/relationships/tags" Target="../tags/tag918.xml"/><Relationship Id="rId3" Type="http://schemas.openxmlformats.org/officeDocument/2006/relationships/slideLayout" Target="../slideLayouts/slideLayout2.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1" Type="http://schemas.openxmlformats.org/officeDocument/2006/relationships/tags" Target="../tags/tag919.xml"/><Relationship Id="rId2" Type="http://schemas.openxmlformats.org/officeDocument/2006/relationships/tags" Target="../tags/tag920.xml"/><Relationship Id="rId3" Type="http://schemas.openxmlformats.org/officeDocument/2006/relationships/tags" Target="../tags/tag921.xml"/><Relationship Id="rId4" Type="http://schemas.openxmlformats.org/officeDocument/2006/relationships/tags" Target="../tags/tag922.xml"/><Relationship Id="rId5" Type="http://schemas.openxmlformats.org/officeDocument/2006/relationships/tags" Target="../tags/tag923.xml"/><Relationship Id="rId6" Type="http://schemas.openxmlformats.org/officeDocument/2006/relationships/slideLayout" Target="../slideLayouts/slideLayout2.xml"/><Relationship Id="rId7" Type="http://schemas.openxmlformats.org/officeDocument/2006/relationships/notesSlide" Target="../notesSlides/notesSlide274.xml"/></Relationships>
</file>

<file path=ppt/slides/_rels/slide277.xml.rels><?xml version='1.0' encoding='UTF-8' standalone='yes'?>
<Relationships xmlns="http://schemas.openxmlformats.org/package/2006/relationships"><Relationship Id="rId1" Type="http://schemas.openxmlformats.org/officeDocument/2006/relationships/tags" Target="../tags/tag924.xml"/><Relationship Id="rId2" Type="http://schemas.openxmlformats.org/officeDocument/2006/relationships/tags" Target="../tags/tag925.xml"/><Relationship Id="rId3" Type="http://schemas.openxmlformats.org/officeDocument/2006/relationships/tags" Target="../tags/tag926.xml"/><Relationship Id="rId4" Type="http://schemas.openxmlformats.org/officeDocument/2006/relationships/tags" Target="../tags/tag927.xml"/><Relationship Id="rId5" Type="http://schemas.openxmlformats.org/officeDocument/2006/relationships/tags" Target="../tags/tag928.xml"/><Relationship Id="rId6" Type="http://schemas.openxmlformats.org/officeDocument/2006/relationships/tags" Target="../tags/tag929.xml"/><Relationship Id="rId7" Type="http://schemas.openxmlformats.org/officeDocument/2006/relationships/tags" Target="../tags/tag930.xml"/><Relationship Id="rId8" Type="http://schemas.openxmlformats.org/officeDocument/2006/relationships/tags" Target="../tags/tag931.xml"/><Relationship Id="rId9" Type="http://schemas.openxmlformats.org/officeDocument/2006/relationships/tags" Target="../tags/tag932.xml"/><Relationship Id="rId10" Type="http://schemas.openxmlformats.org/officeDocument/2006/relationships/tags" Target="../tags/tag933.xml"/><Relationship Id="rId11" Type="http://schemas.openxmlformats.org/officeDocument/2006/relationships/tags" Target="../tags/tag934.xml"/><Relationship Id="rId12" Type="http://schemas.openxmlformats.org/officeDocument/2006/relationships/tags" Target="../tags/tag935.xml"/><Relationship Id="rId13" Type="http://schemas.openxmlformats.org/officeDocument/2006/relationships/tags" Target="../tags/tag936.xml"/><Relationship Id="rId14" Type="http://schemas.openxmlformats.org/officeDocument/2006/relationships/tags" Target="../tags/tag937.xml"/><Relationship Id="rId15" Type="http://schemas.openxmlformats.org/officeDocument/2006/relationships/tags" Target="../tags/tag938.xml"/><Relationship Id="rId16" Type="http://schemas.openxmlformats.org/officeDocument/2006/relationships/slideLayout" Target="../slideLayouts/slideLayout2.xml"/><Relationship Id="rId17" Type="http://schemas.openxmlformats.org/officeDocument/2006/relationships/notesSlide" Target="../notesSlides/notesSlide275.xml"/></Relationships>
</file>

<file path=ppt/slides/_rels/slide278.xml.rels><?xml version='1.0' encoding='UTF-8' standalone='yes'?>
<Relationships xmlns="http://schemas.openxmlformats.org/package/2006/relationships"><Relationship Id="rId1" Type="http://schemas.openxmlformats.org/officeDocument/2006/relationships/tags" Target="../tags/tag939.xml"/><Relationship Id="rId2" Type="http://schemas.openxmlformats.org/officeDocument/2006/relationships/tags" Target="../tags/tag940.xml"/><Relationship Id="rId3" Type="http://schemas.openxmlformats.org/officeDocument/2006/relationships/tags" Target="../tags/tag941.xml"/><Relationship Id="rId4" Type="http://schemas.openxmlformats.org/officeDocument/2006/relationships/tags" Target="../tags/tag942.xml"/><Relationship Id="rId5" Type="http://schemas.openxmlformats.org/officeDocument/2006/relationships/tags" Target="../tags/tag943.xml"/><Relationship Id="rId6" Type="http://schemas.openxmlformats.org/officeDocument/2006/relationships/tags" Target="../tags/tag944.xml"/><Relationship Id="rId7" Type="http://schemas.openxmlformats.org/officeDocument/2006/relationships/tags" Target="../tags/tag945.xml"/><Relationship Id="rId8" Type="http://schemas.openxmlformats.org/officeDocument/2006/relationships/tags" Target="../tags/tag946.xml"/><Relationship Id="rId9" Type="http://schemas.openxmlformats.org/officeDocument/2006/relationships/tags" Target="../tags/tag947.xml"/><Relationship Id="rId10" Type="http://schemas.openxmlformats.org/officeDocument/2006/relationships/tags" Target="../tags/tag948.xml"/><Relationship Id="rId11" Type="http://schemas.openxmlformats.org/officeDocument/2006/relationships/tags" Target="../tags/tag949.xml"/><Relationship Id="rId12" Type="http://schemas.openxmlformats.org/officeDocument/2006/relationships/tags" Target="../tags/tag950.xml"/><Relationship Id="rId13" Type="http://schemas.openxmlformats.org/officeDocument/2006/relationships/tags" Target="../tags/tag951.xml"/><Relationship Id="rId14" Type="http://schemas.openxmlformats.org/officeDocument/2006/relationships/tags" Target="../tags/tag952.xml"/><Relationship Id="rId15" Type="http://schemas.openxmlformats.org/officeDocument/2006/relationships/tags" Target="../tags/tag953.xml"/><Relationship Id="rId16" Type="http://schemas.openxmlformats.org/officeDocument/2006/relationships/tags" Target="../tags/tag954.xml"/><Relationship Id="rId17" Type="http://schemas.openxmlformats.org/officeDocument/2006/relationships/tags" Target="../tags/tag955.xml"/><Relationship Id="rId18" Type="http://schemas.openxmlformats.org/officeDocument/2006/relationships/tags" Target="../tags/tag956.xml"/><Relationship Id="rId19" Type="http://schemas.openxmlformats.org/officeDocument/2006/relationships/tags" Target="../tags/tag957.xml"/><Relationship Id="rId20" Type="http://schemas.openxmlformats.org/officeDocument/2006/relationships/tags" Target="../tags/tag958.xml"/><Relationship Id="rId21" Type="http://schemas.openxmlformats.org/officeDocument/2006/relationships/tags" Target="../tags/tag959.xml"/><Relationship Id="rId22" Type="http://schemas.openxmlformats.org/officeDocument/2006/relationships/slideLayout" Target="../slideLayouts/slideLayout2.xml"/><Relationship Id="rId23" Type="http://schemas.openxmlformats.org/officeDocument/2006/relationships/notesSlide" Target="../notesSlides/notesSlide276.xml"/></Relationships>
</file>

<file path=ppt/slides/_rels/slide279.xml.rels><?xml version='1.0' encoding='UTF-8' standalone='yes'?>
<Relationships xmlns="http://schemas.openxmlformats.org/package/2006/relationships"><Relationship Id="rId1" Type="http://schemas.openxmlformats.org/officeDocument/2006/relationships/tags" Target="../tags/tag960.xml"/><Relationship Id="rId2" Type="http://schemas.openxmlformats.org/officeDocument/2006/relationships/tags" Target="../tags/tag961.xml"/><Relationship Id="rId3" Type="http://schemas.openxmlformats.org/officeDocument/2006/relationships/tags" Target="../tags/tag962.xml"/><Relationship Id="rId4" Type="http://schemas.openxmlformats.org/officeDocument/2006/relationships/tags" Target="../tags/tag963.xml"/><Relationship Id="rId5" Type="http://schemas.openxmlformats.org/officeDocument/2006/relationships/tags" Target="../tags/tag964.xml"/><Relationship Id="rId6" Type="http://schemas.openxmlformats.org/officeDocument/2006/relationships/tags" Target="../tags/tag965.xml"/><Relationship Id="rId7" Type="http://schemas.openxmlformats.org/officeDocument/2006/relationships/tags" Target="../tags/tag966.xml"/><Relationship Id="rId8" Type="http://schemas.openxmlformats.org/officeDocument/2006/relationships/tags" Target="../tags/tag967.xml"/><Relationship Id="rId9" Type="http://schemas.openxmlformats.org/officeDocument/2006/relationships/tags" Target="../tags/tag968.xml"/><Relationship Id="rId10" Type="http://schemas.openxmlformats.org/officeDocument/2006/relationships/tags" Target="../tags/tag969.xml"/><Relationship Id="rId11" Type="http://schemas.openxmlformats.org/officeDocument/2006/relationships/tags" Target="../tags/tag970.xml"/><Relationship Id="rId12" Type="http://schemas.openxmlformats.org/officeDocument/2006/relationships/tags" Target="../tags/tag971.xml"/><Relationship Id="rId13" Type="http://schemas.openxmlformats.org/officeDocument/2006/relationships/tags" Target="../tags/tag972.xml"/><Relationship Id="rId14" Type="http://schemas.openxmlformats.org/officeDocument/2006/relationships/tags" Target="../tags/tag973.xml"/><Relationship Id="rId15" Type="http://schemas.openxmlformats.org/officeDocument/2006/relationships/tags" Target="../tags/tag974.xml"/><Relationship Id="rId16" Type="http://schemas.openxmlformats.org/officeDocument/2006/relationships/tags" Target="../tags/tag975.xml"/><Relationship Id="rId17" Type="http://schemas.openxmlformats.org/officeDocument/2006/relationships/tags" Target="../tags/tag976.xml"/><Relationship Id="rId18" Type="http://schemas.openxmlformats.org/officeDocument/2006/relationships/tags" Target="../tags/tag977.xml"/><Relationship Id="rId19" Type="http://schemas.openxmlformats.org/officeDocument/2006/relationships/slideLayout" Target="../slideLayouts/slideLayout2.xml"/><Relationship Id="rId20" Type="http://schemas.openxmlformats.org/officeDocument/2006/relationships/notesSlide" Target="../notesSlides/notesSlide277.xml"/></Relationships>
</file>

<file path=ppt/slides/_rels/slide280.xml.rels><?xml version='1.0' encoding='UTF-8' standalone='yes'?>
<Relationships xmlns="http://schemas.openxmlformats.org/package/2006/relationships"><Relationship Id="rId1" Type="http://schemas.openxmlformats.org/officeDocument/2006/relationships/tags" Target="../tags/tag978.xml"/><Relationship Id="rId2" Type="http://schemas.openxmlformats.org/officeDocument/2006/relationships/tags" Target="../tags/tag979.xml"/><Relationship Id="rId3" Type="http://schemas.openxmlformats.org/officeDocument/2006/relationships/tags" Target="../tags/tag980.xml"/><Relationship Id="rId4" Type="http://schemas.openxmlformats.org/officeDocument/2006/relationships/tags" Target="../tags/tag981.xml"/><Relationship Id="rId5" Type="http://schemas.openxmlformats.org/officeDocument/2006/relationships/tags" Target="../tags/tag982.xml"/><Relationship Id="rId6" Type="http://schemas.openxmlformats.org/officeDocument/2006/relationships/tags" Target="../tags/tag983.xml"/><Relationship Id="rId7" Type="http://schemas.openxmlformats.org/officeDocument/2006/relationships/tags" Target="../tags/tag984.xml"/><Relationship Id="rId8" Type="http://schemas.openxmlformats.org/officeDocument/2006/relationships/tags" Target="../tags/tag985.xml"/><Relationship Id="rId9" Type="http://schemas.openxmlformats.org/officeDocument/2006/relationships/tags" Target="../tags/tag986.xml"/><Relationship Id="rId10" Type="http://schemas.openxmlformats.org/officeDocument/2006/relationships/tags" Target="../tags/tag987.xml"/><Relationship Id="rId11" Type="http://schemas.openxmlformats.org/officeDocument/2006/relationships/tags" Target="../tags/tag988.xml"/><Relationship Id="rId12" Type="http://schemas.openxmlformats.org/officeDocument/2006/relationships/tags" Target="../tags/tag989.xml"/><Relationship Id="rId13" Type="http://schemas.openxmlformats.org/officeDocument/2006/relationships/tags" Target="../tags/tag990.xml"/><Relationship Id="rId14" Type="http://schemas.openxmlformats.org/officeDocument/2006/relationships/tags" Target="../tags/tag991.xml"/><Relationship Id="rId15" Type="http://schemas.openxmlformats.org/officeDocument/2006/relationships/tags" Target="../tags/tag992.xml"/><Relationship Id="rId16" Type="http://schemas.openxmlformats.org/officeDocument/2006/relationships/tags" Target="../tags/tag993.xml"/><Relationship Id="rId17" Type="http://schemas.openxmlformats.org/officeDocument/2006/relationships/tags" Target="../tags/tag994.xml"/><Relationship Id="rId18" Type="http://schemas.openxmlformats.org/officeDocument/2006/relationships/tags" Target="../tags/tag995.xml"/><Relationship Id="rId19" Type="http://schemas.openxmlformats.org/officeDocument/2006/relationships/slideLayout" Target="../slideLayouts/slideLayout2.xml"/><Relationship Id="rId20" Type="http://schemas.openxmlformats.org/officeDocument/2006/relationships/notesSlide" Target="../notesSlides/notesSlide27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1.xml"/></Relationships>
</file>

<file path=ppt/slides/_rels/slide284.xml.rels><?xml version='1.0' encoding='UTF-8' standalone='yes'?>
<Relationships xmlns="http://schemas.openxmlformats.org/package/2006/relationships"><Relationship Id="rId1" Type="http://schemas.openxmlformats.org/officeDocument/2006/relationships/tags" Target="../tags/tag996.xml"/><Relationship Id="rId2" Type="http://schemas.openxmlformats.org/officeDocument/2006/relationships/slideLayout" Target="../slideLayouts/slideLayout2.xml"/><Relationship Id="rId3" Type="http://schemas.openxmlformats.org/officeDocument/2006/relationships/notesSlide" Target="../notesSlides/notesSlide282.xml"/></Relationships>
</file>

<file path=ppt/slides/_rels/slide285.xml.rels><?xml version='1.0' encoding='UTF-8' standalone='yes'?>
<Relationships xmlns="http://schemas.openxmlformats.org/package/2006/relationships"><Relationship Id="rId1" Type="http://schemas.openxmlformats.org/officeDocument/2006/relationships/tags" Target="../tags/tag997.xml"/><Relationship Id="rId2" Type="http://schemas.openxmlformats.org/officeDocument/2006/relationships/tags" Target="../tags/tag998.xml"/><Relationship Id="rId3" Type="http://schemas.openxmlformats.org/officeDocument/2006/relationships/tags" Target="../tags/tag999.xml"/><Relationship Id="rId4" Type="http://schemas.openxmlformats.org/officeDocument/2006/relationships/tags" Target="../tags/tag1000.xml"/><Relationship Id="rId5" Type="http://schemas.openxmlformats.org/officeDocument/2006/relationships/slideLayout" Target="../slideLayouts/slideLayout2.xml"/><Relationship Id="rId6" Type="http://schemas.openxmlformats.org/officeDocument/2006/relationships/notesSlide" Target="../notesSlides/notesSlide28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5.xml"/></Relationships>
</file>

<file path=ppt/slides/_rels/slide288.xml.rels><?xml version='1.0' encoding='UTF-8' standalone='yes'?>
<Relationships xmlns="http://schemas.openxmlformats.org/package/2006/relationships"><Relationship Id="rId1" Type="http://schemas.openxmlformats.org/officeDocument/2006/relationships/tags" Target="../tags/tag1001.xml"/><Relationship Id="rId2" Type="http://schemas.openxmlformats.org/officeDocument/2006/relationships/tags" Target="../tags/tag1002.xml"/><Relationship Id="rId3" Type="http://schemas.openxmlformats.org/officeDocument/2006/relationships/tags" Target="../tags/tag1003.xml"/><Relationship Id="rId4" Type="http://schemas.openxmlformats.org/officeDocument/2006/relationships/tags" Target="../tags/tag1004.xml"/><Relationship Id="rId5" Type="http://schemas.openxmlformats.org/officeDocument/2006/relationships/tags" Target="../tags/tag1005.xml"/><Relationship Id="rId6" Type="http://schemas.openxmlformats.org/officeDocument/2006/relationships/tags" Target="../tags/tag1006.xml"/><Relationship Id="rId7" Type="http://schemas.openxmlformats.org/officeDocument/2006/relationships/tags" Target="../tags/tag1007.xml"/><Relationship Id="rId8" Type="http://schemas.openxmlformats.org/officeDocument/2006/relationships/tags" Target="../tags/tag1008.xml"/><Relationship Id="rId9" Type="http://schemas.openxmlformats.org/officeDocument/2006/relationships/tags" Target="../tags/tag1009.xml"/><Relationship Id="rId10" Type="http://schemas.openxmlformats.org/officeDocument/2006/relationships/tags" Target="../tags/tag1010.xml"/><Relationship Id="rId11" Type="http://schemas.openxmlformats.org/officeDocument/2006/relationships/tags" Target="../tags/tag1011.xml"/><Relationship Id="rId12" Type="http://schemas.openxmlformats.org/officeDocument/2006/relationships/slideLayout" Target="../slideLayouts/slideLayout2.xml"/><Relationship Id="rId13" Type="http://schemas.openxmlformats.org/officeDocument/2006/relationships/notesSlide" Target="../notesSlides/notesSlide28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7.xml"/></Relationships>
</file>

<file path=ppt/slides/_rels/slide290.xml.rels><?xml version='1.0' encoding='UTF-8' standalone='yes'?>
<Relationships xmlns="http://schemas.openxmlformats.org/package/2006/relationships"><Relationship Id="rId1" Type="http://schemas.openxmlformats.org/officeDocument/2006/relationships/tags" Target="../tags/tag1012.xml"/><Relationship Id="rId2" Type="http://schemas.openxmlformats.org/officeDocument/2006/relationships/slideLayout" Target="../slideLayouts/slideLayout2.xml"/><Relationship Id="rId3" Type="http://schemas.openxmlformats.org/officeDocument/2006/relationships/notesSlide" Target="../notesSlides/notesSlide288.xml"/></Relationships>
</file>

<file path=ppt/slides/_rels/slide291.xml.rels><?xml version='1.0' encoding='UTF-8' standalone='yes'?>
<Relationships xmlns="http://schemas.openxmlformats.org/package/2006/relationships"><Relationship Id="rId1" Type="http://schemas.openxmlformats.org/officeDocument/2006/relationships/tags" Target="../tags/tag1013.xml"/><Relationship Id="rId2" Type="http://schemas.openxmlformats.org/officeDocument/2006/relationships/slideLayout" Target="../slideLayouts/slideLayout2.xml"/><Relationship Id="rId3" Type="http://schemas.openxmlformats.org/officeDocument/2006/relationships/notesSlide" Target="../notesSlides/notesSlide289.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1.xml"/><Relationship Id="rId3" Type="http://schemas.openxmlformats.org/officeDocument/2006/relationships/image" Target="../media/image41.jpe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2.xml"/></Relationships>
</file>

<file path=ppt/slides/_rels/slide295.xml.rels><?xml version='1.0' encoding='UTF-8' standalone='yes'?>
<Relationships xmlns="http://schemas.openxmlformats.org/package/2006/relationships"><Relationship Id="rId1" Type="http://schemas.openxmlformats.org/officeDocument/2006/relationships/tags" Target="../tags/tag1014.xml"/><Relationship Id="rId2" Type="http://schemas.openxmlformats.org/officeDocument/2006/relationships/tags" Target="../tags/tag1015.xml"/><Relationship Id="rId3" Type="http://schemas.openxmlformats.org/officeDocument/2006/relationships/tags" Target="../tags/tag1016.xml"/><Relationship Id="rId4" Type="http://schemas.openxmlformats.org/officeDocument/2006/relationships/tags" Target="../tags/tag1017.xml"/><Relationship Id="rId5" Type="http://schemas.openxmlformats.org/officeDocument/2006/relationships/tags" Target="../tags/tag1018.xml"/><Relationship Id="rId6" Type="http://schemas.openxmlformats.org/officeDocument/2006/relationships/tags" Target="../tags/tag1019.xml"/><Relationship Id="rId7" Type="http://schemas.openxmlformats.org/officeDocument/2006/relationships/tags" Target="../tags/tag1020.xml"/><Relationship Id="rId8" Type="http://schemas.openxmlformats.org/officeDocument/2006/relationships/tags" Target="../tags/tag1021.xml"/><Relationship Id="rId9" Type="http://schemas.openxmlformats.org/officeDocument/2006/relationships/tags" Target="../tags/tag1022.xml"/><Relationship Id="rId10" Type="http://schemas.openxmlformats.org/officeDocument/2006/relationships/tags" Target="../tags/tag1023.xml"/><Relationship Id="rId11" Type="http://schemas.openxmlformats.org/officeDocument/2006/relationships/tags" Target="../tags/tag1024.xml"/><Relationship Id="rId12" Type="http://schemas.openxmlformats.org/officeDocument/2006/relationships/tags" Target="../tags/tag1025.xml"/><Relationship Id="rId13" Type="http://schemas.openxmlformats.org/officeDocument/2006/relationships/tags" Target="../tags/tag1026.xml"/><Relationship Id="rId14" Type="http://schemas.openxmlformats.org/officeDocument/2006/relationships/tags" Target="../tags/tag1027.xml"/><Relationship Id="rId15" Type="http://schemas.openxmlformats.org/officeDocument/2006/relationships/tags" Target="../tags/tag1028.xml"/><Relationship Id="rId16" Type="http://schemas.openxmlformats.org/officeDocument/2006/relationships/tags" Target="../tags/tag1029.xml"/><Relationship Id="rId17" Type="http://schemas.openxmlformats.org/officeDocument/2006/relationships/tags" Target="../tags/tag1030.xml"/><Relationship Id="rId18" Type="http://schemas.openxmlformats.org/officeDocument/2006/relationships/tags" Target="../tags/tag1031.xml"/><Relationship Id="rId19" Type="http://schemas.openxmlformats.org/officeDocument/2006/relationships/tags" Target="../tags/tag1032.xml"/><Relationship Id="rId20" Type="http://schemas.openxmlformats.org/officeDocument/2006/relationships/tags" Target="../tags/tag1033.xml"/><Relationship Id="rId21" Type="http://schemas.openxmlformats.org/officeDocument/2006/relationships/tags" Target="../tags/tag1034.xml"/><Relationship Id="rId22" Type="http://schemas.openxmlformats.org/officeDocument/2006/relationships/tags" Target="../tags/tag1035.xml"/><Relationship Id="rId23" Type="http://schemas.openxmlformats.org/officeDocument/2006/relationships/tags" Target="../tags/tag1036.xml"/><Relationship Id="rId24" Type="http://schemas.openxmlformats.org/officeDocument/2006/relationships/tags" Target="../tags/tag1037.xml"/><Relationship Id="rId25" Type="http://schemas.openxmlformats.org/officeDocument/2006/relationships/tags" Target="../tags/tag1038.xml"/><Relationship Id="rId26" Type="http://schemas.openxmlformats.org/officeDocument/2006/relationships/tags" Target="../tags/tag1039.xml"/><Relationship Id="rId27" Type="http://schemas.openxmlformats.org/officeDocument/2006/relationships/tags" Target="../tags/tag1040.xml"/><Relationship Id="rId28" Type="http://schemas.openxmlformats.org/officeDocument/2006/relationships/tags" Target="../tags/tag1041.xml"/><Relationship Id="rId29" Type="http://schemas.openxmlformats.org/officeDocument/2006/relationships/slideLayout" Target="../slideLayouts/slideLayout2.xml"/><Relationship Id="rId30" Type="http://schemas.openxmlformats.org/officeDocument/2006/relationships/notesSlide" Target="../notesSlides/notesSlide293.xml"/><Relationship Id="rId31" Type="http://schemas.openxmlformats.org/officeDocument/2006/relationships/image" Target="../media/image42.png"/></Relationships>
</file>

<file path=ppt/slides/_rels/slide296.xml.rels><?xml version='1.0' encoding='UTF-8' standalone='yes'?>
<Relationships xmlns="http://schemas.openxmlformats.org/package/2006/relationships"><Relationship Id="rId1" Type="http://schemas.openxmlformats.org/officeDocument/2006/relationships/tags" Target="../tags/tag1042.xml"/><Relationship Id="rId2" Type="http://schemas.openxmlformats.org/officeDocument/2006/relationships/slideLayout" Target="../slideLayouts/slideLayout2.xml"/><Relationship Id="rId3" Type="http://schemas.openxmlformats.org/officeDocument/2006/relationships/notesSlide" Target="../notesSlides/notesSlide294.xml"/></Relationships>
</file>

<file path=ppt/slides/_rels/slide297.xml.rels><?xml version='1.0' encoding='UTF-8' standalone='yes'?>
<Relationships xmlns="http://schemas.openxmlformats.org/package/2006/relationships"><Relationship Id="rId1" Type="http://schemas.openxmlformats.org/officeDocument/2006/relationships/tags" Target="../tags/tag1043.xml"/><Relationship Id="rId2" Type="http://schemas.openxmlformats.org/officeDocument/2006/relationships/slideLayout" Target="../slideLayouts/slideLayout2.xml"/><Relationship Id="rId3" Type="http://schemas.openxmlformats.org/officeDocument/2006/relationships/notesSlide" Target="../notesSlides/notesSlide295.xml"/></Relationships>
</file>

<file path=ppt/slides/_rels/slide298.xml.rels><?xml version='1.0' encoding='UTF-8' standalone='yes'?>
<Relationships xmlns="http://schemas.openxmlformats.org/package/2006/relationships"><Relationship Id="rId1" Type="http://schemas.openxmlformats.org/officeDocument/2006/relationships/tags" Target="../tags/tag1044.xml"/><Relationship Id="rId2" Type="http://schemas.openxmlformats.org/officeDocument/2006/relationships/tags" Target="../tags/tag1045.xml"/><Relationship Id="rId3" Type="http://schemas.openxmlformats.org/officeDocument/2006/relationships/slideLayout" Target="../slideLayouts/slideLayout2.xml"/><Relationship Id="rId4" Type="http://schemas.openxmlformats.org/officeDocument/2006/relationships/notesSlide" Target="../notesSlides/notesSlide29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8.xml"/></Relationships>
</file>

<file path=ppt/slides/_rels/slide301.xml.rels><?xml version='1.0' encoding='UTF-8' standalone='yes'?>
<Relationships xmlns="http://schemas.openxmlformats.org/package/2006/relationships"><Relationship Id="rId1" Type="http://schemas.openxmlformats.org/officeDocument/2006/relationships/tags" Target="../tags/tag1046.xml"/><Relationship Id="rId2" Type="http://schemas.openxmlformats.org/officeDocument/2006/relationships/slideLayout" Target="../slideLayouts/slideLayout2.xml"/><Relationship Id="rId3" Type="http://schemas.openxmlformats.org/officeDocument/2006/relationships/notesSlide" Target="../notesSlides/notesSlide299.xml"/></Relationships>
</file>

<file path=ppt/slides/_rels/slide302.xml.rels><?xml version='1.0' encoding='UTF-8' standalone='yes'?>
<Relationships xmlns="http://schemas.openxmlformats.org/package/2006/relationships"><Relationship Id="rId1" Type="http://schemas.openxmlformats.org/officeDocument/2006/relationships/tags" Target="../tags/tag1047.xml"/><Relationship Id="rId2" Type="http://schemas.openxmlformats.org/officeDocument/2006/relationships/slideLayout" Target="../slideLayouts/slideLayout2.xml"/><Relationship Id="rId3" Type="http://schemas.openxmlformats.org/officeDocument/2006/relationships/notesSlide" Target="../notesSlides/notesSlide300.xml"/></Relationships>
</file>

<file path=ppt/slides/_rels/slide303.xml.rels><?xml version='1.0' encoding='UTF-8' standalone='yes'?>
<Relationships xmlns="http://schemas.openxmlformats.org/package/2006/relationships"><Relationship Id="rId1" Type="http://schemas.openxmlformats.org/officeDocument/2006/relationships/tags" Target="../tags/tag1048.xml"/><Relationship Id="rId2" Type="http://schemas.openxmlformats.org/officeDocument/2006/relationships/slideLayout" Target="../slideLayouts/slideLayout2.xml"/><Relationship Id="rId3" Type="http://schemas.openxmlformats.org/officeDocument/2006/relationships/notesSlide" Target="../notesSlides/notesSlide301.xml"/></Relationships>
</file>

<file path=ppt/slides/_rels/slide304.xml.rels><?xml version='1.0' encoding='UTF-8' standalone='yes'?>
<Relationships xmlns="http://schemas.openxmlformats.org/package/2006/relationships"><Relationship Id="rId1" Type="http://schemas.openxmlformats.org/officeDocument/2006/relationships/tags" Target="../tags/tag1049.xml"/><Relationship Id="rId2" Type="http://schemas.openxmlformats.org/officeDocument/2006/relationships/tags" Target="../tags/tag1050.xml"/><Relationship Id="rId3" Type="http://schemas.openxmlformats.org/officeDocument/2006/relationships/tags" Target="../tags/tag1051.xml"/><Relationship Id="rId4" Type="http://schemas.openxmlformats.org/officeDocument/2006/relationships/tags" Target="../tags/tag1052.xml"/><Relationship Id="rId5" Type="http://schemas.openxmlformats.org/officeDocument/2006/relationships/slideLayout" Target="../slideLayouts/slideLayout2.xml"/><Relationship Id="rId6" Type="http://schemas.openxmlformats.org/officeDocument/2006/relationships/notesSlide" Target="../notesSlides/notesSlide302.xml"/></Relationships>
</file>

<file path=ppt/slides/_rels/slide305.xml.rels><?xml version='1.0' encoding='UTF-8' standalone='yes'?>
<Relationships xmlns="http://schemas.openxmlformats.org/package/2006/relationships"><Relationship Id="rId1" Type="http://schemas.openxmlformats.org/officeDocument/2006/relationships/tags" Target="../tags/tag1053.xml"/><Relationship Id="rId2" Type="http://schemas.openxmlformats.org/officeDocument/2006/relationships/slideLayout" Target="../slideLayouts/slideLayout2.xml"/><Relationship Id="rId3" Type="http://schemas.openxmlformats.org/officeDocument/2006/relationships/notesSlide" Target="../notesSlides/notesSlide303.xml"/></Relationships>
</file>

<file path=ppt/slides/_rels/slide306.xml.rels><?xml version='1.0' encoding='UTF-8' standalone='yes'?>
<Relationships xmlns="http://schemas.openxmlformats.org/package/2006/relationships"><Relationship Id="rId1" Type="http://schemas.openxmlformats.org/officeDocument/2006/relationships/tags" Target="../tags/tag1054.xml"/><Relationship Id="rId2" Type="http://schemas.openxmlformats.org/officeDocument/2006/relationships/tags" Target="../tags/tag1055.xml"/><Relationship Id="rId3" Type="http://schemas.openxmlformats.org/officeDocument/2006/relationships/tags" Target="../tags/tag1056.xml"/><Relationship Id="rId4" Type="http://schemas.openxmlformats.org/officeDocument/2006/relationships/tags" Target="../tags/tag1057.xml"/><Relationship Id="rId5" Type="http://schemas.openxmlformats.org/officeDocument/2006/relationships/tags" Target="../tags/tag1058.xml"/><Relationship Id="rId6" Type="http://schemas.openxmlformats.org/officeDocument/2006/relationships/slideLayout" Target="../slideLayouts/slideLayout2.xml"/><Relationship Id="rId7" Type="http://schemas.openxmlformats.org/officeDocument/2006/relationships/notesSlide" Target="../notesSlides/notesSlide304.xml"/></Relationships>
</file>

<file path=ppt/slides/_rels/slide307.xml.rels><?xml version='1.0' encoding='UTF-8' standalone='yes'?>
<Relationships xmlns="http://schemas.openxmlformats.org/package/2006/relationships"><Relationship Id="rId1" Type="http://schemas.openxmlformats.org/officeDocument/2006/relationships/tags" Target="../tags/tag1059.xml"/><Relationship Id="rId2" Type="http://schemas.openxmlformats.org/officeDocument/2006/relationships/slideLayout" Target="../slideLayouts/slideLayout2.xml"/><Relationship Id="rId3" Type="http://schemas.openxmlformats.org/officeDocument/2006/relationships/notesSlide" Target="../notesSlides/notesSlide305.xml"/></Relationships>
</file>

<file path=ppt/slides/_rels/slide308.xml.rels><?xml version='1.0' encoding='UTF-8' standalone='yes'?>
<Relationships xmlns="http://schemas.openxmlformats.org/package/2006/relationships"><Relationship Id="rId1" Type="http://schemas.openxmlformats.org/officeDocument/2006/relationships/tags" Target="../tags/tag1060.xml"/><Relationship Id="rId2" Type="http://schemas.openxmlformats.org/officeDocument/2006/relationships/tags" Target="../tags/tag1061.xml"/><Relationship Id="rId3" Type="http://schemas.openxmlformats.org/officeDocument/2006/relationships/tags" Target="../tags/tag1062.xml"/><Relationship Id="rId4" Type="http://schemas.openxmlformats.org/officeDocument/2006/relationships/tags" Target="../tags/tag1063.xml"/><Relationship Id="rId5" Type="http://schemas.openxmlformats.org/officeDocument/2006/relationships/tags" Target="../tags/tag1064.xml"/><Relationship Id="rId6" Type="http://schemas.openxmlformats.org/officeDocument/2006/relationships/tags" Target="../tags/tag1065.xml"/><Relationship Id="rId7" Type="http://schemas.openxmlformats.org/officeDocument/2006/relationships/tags" Target="../tags/tag1066.xml"/><Relationship Id="rId8" Type="http://schemas.openxmlformats.org/officeDocument/2006/relationships/tags" Target="../tags/tag1067.xml"/><Relationship Id="rId9" Type="http://schemas.openxmlformats.org/officeDocument/2006/relationships/tags" Target="../tags/tag1068.xml"/><Relationship Id="rId10" Type="http://schemas.openxmlformats.org/officeDocument/2006/relationships/tags" Target="../tags/tag1069.xml"/><Relationship Id="rId11" Type="http://schemas.openxmlformats.org/officeDocument/2006/relationships/slideLayout" Target="../slideLayouts/slideLayout2.xml"/><Relationship Id="rId12" Type="http://schemas.openxmlformats.org/officeDocument/2006/relationships/notesSlide" Target="../notesSlides/notesSlide306.xml"/></Relationships>
</file>

<file path=ppt/slides/_rels/slide309.xml.rels><?xml version='1.0' encoding='UTF-8' standalone='yes'?>
<Relationships xmlns="http://schemas.openxmlformats.org/package/2006/relationships"><Relationship Id="rId1" Type="http://schemas.openxmlformats.org/officeDocument/2006/relationships/tags" Target="../tags/tag1070.xml"/><Relationship Id="rId2" Type="http://schemas.openxmlformats.org/officeDocument/2006/relationships/tags" Target="../tags/tag1071.xml"/><Relationship Id="rId3" Type="http://schemas.openxmlformats.org/officeDocument/2006/relationships/tags" Target="../tags/tag1072.xml"/><Relationship Id="rId4" Type="http://schemas.openxmlformats.org/officeDocument/2006/relationships/tags" Target="../tags/tag1073.xml"/><Relationship Id="rId5" Type="http://schemas.openxmlformats.org/officeDocument/2006/relationships/tags" Target="../tags/tag1074.xml"/><Relationship Id="rId6" Type="http://schemas.openxmlformats.org/officeDocument/2006/relationships/tags" Target="../tags/tag1075.xml"/><Relationship Id="rId7" Type="http://schemas.openxmlformats.org/officeDocument/2006/relationships/tags" Target="../tags/tag1076.xml"/><Relationship Id="rId8" Type="http://schemas.openxmlformats.org/officeDocument/2006/relationships/tags" Target="../tags/tag1077.xml"/><Relationship Id="rId9" Type="http://schemas.openxmlformats.org/officeDocument/2006/relationships/tags" Target="../tags/tag1078.xml"/><Relationship Id="rId10" Type="http://schemas.openxmlformats.org/officeDocument/2006/relationships/tags" Target="../tags/tag1079.xml"/><Relationship Id="rId11" Type="http://schemas.openxmlformats.org/officeDocument/2006/relationships/slideLayout" Target="../slideLayouts/slideLayout2.xml"/><Relationship Id="rId12" Type="http://schemas.openxmlformats.org/officeDocument/2006/relationships/notesSlide" Target="../notesSlides/notesSlide307.xml"/></Relationships>
</file>

<file path=ppt/slides/_rels/slide310.xml.rels><?xml version='1.0' encoding='UTF-8' standalone='yes'?>
<Relationships xmlns="http://schemas.openxmlformats.org/package/2006/relationships"><Relationship Id="rId1" Type="http://schemas.openxmlformats.org/officeDocument/2006/relationships/tags" Target="../tags/tag1080.xml"/><Relationship Id="rId2" Type="http://schemas.openxmlformats.org/officeDocument/2006/relationships/tags" Target="../tags/tag1081.xml"/><Relationship Id="rId3" Type="http://schemas.openxmlformats.org/officeDocument/2006/relationships/tags" Target="../tags/tag1082.xml"/><Relationship Id="rId4" Type="http://schemas.openxmlformats.org/officeDocument/2006/relationships/tags" Target="../tags/tag1083.xml"/><Relationship Id="rId5" Type="http://schemas.openxmlformats.org/officeDocument/2006/relationships/tags" Target="../tags/tag1084.xml"/><Relationship Id="rId6" Type="http://schemas.openxmlformats.org/officeDocument/2006/relationships/tags" Target="../tags/tag1085.xml"/><Relationship Id="rId7" Type="http://schemas.openxmlformats.org/officeDocument/2006/relationships/tags" Target="../tags/tag1086.xml"/><Relationship Id="rId8" Type="http://schemas.openxmlformats.org/officeDocument/2006/relationships/tags" Target="../tags/tag1087.xml"/><Relationship Id="rId9" Type="http://schemas.openxmlformats.org/officeDocument/2006/relationships/tags" Target="../tags/tag1088.xml"/><Relationship Id="rId10" Type="http://schemas.openxmlformats.org/officeDocument/2006/relationships/tags" Target="../tags/tag1089.xml"/><Relationship Id="rId11" Type="http://schemas.openxmlformats.org/officeDocument/2006/relationships/slideLayout" Target="../slideLayouts/slideLayout2.xml"/><Relationship Id="rId12" Type="http://schemas.openxmlformats.org/officeDocument/2006/relationships/notesSlide" Target="../notesSlides/notesSlide308.xml"/></Relationships>
</file>

<file path=ppt/slides/_rels/slide311.xml.rels><?xml version='1.0' encoding='UTF-8' standalone='yes'?>
<Relationships xmlns="http://schemas.openxmlformats.org/package/2006/relationships"><Relationship Id="rId1" Type="http://schemas.openxmlformats.org/officeDocument/2006/relationships/tags" Target="../tags/tag1090.xml"/><Relationship Id="rId2" Type="http://schemas.openxmlformats.org/officeDocument/2006/relationships/slideLayout" Target="../slideLayouts/slideLayout2.xml"/><Relationship Id="rId3" Type="http://schemas.openxmlformats.org/officeDocument/2006/relationships/notesSlide" Target="../notesSlides/notesSlide309.xml"/></Relationships>
</file>

<file path=ppt/slides/_rels/slide312.xml.rels><?xml version='1.0' encoding='UTF-8' standalone='yes'?>
<Relationships xmlns="http://schemas.openxmlformats.org/package/2006/relationships"><Relationship Id="rId1" Type="http://schemas.openxmlformats.org/officeDocument/2006/relationships/tags" Target="../tags/tag1091.xml"/><Relationship Id="rId2" Type="http://schemas.openxmlformats.org/officeDocument/2006/relationships/tags" Target="../tags/tag1092.xml"/><Relationship Id="rId3" Type="http://schemas.openxmlformats.org/officeDocument/2006/relationships/tags" Target="../tags/tag1093.xml"/><Relationship Id="rId4" Type="http://schemas.openxmlformats.org/officeDocument/2006/relationships/tags" Target="../tags/tag1094.xml"/><Relationship Id="rId5" Type="http://schemas.openxmlformats.org/officeDocument/2006/relationships/tags" Target="../tags/tag1095.xml"/><Relationship Id="rId6" Type="http://schemas.openxmlformats.org/officeDocument/2006/relationships/tags" Target="../tags/tag1096.xml"/><Relationship Id="rId7" Type="http://schemas.openxmlformats.org/officeDocument/2006/relationships/tags" Target="../tags/tag1097.xml"/><Relationship Id="rId8" Type="http://schemas.openxmlformats.org/officeDocument/2006/relationships/tags" Target="../tags/tag1098.xml"/><Relationship Id="rId9" Type="http://schemas.openxmlformats.org/officeDocument/2006/relationships/tags" Target="../tags/tag1099.xml"/><Relationship Id="rId10" Type="http://schemas.openxmlformats.org/officeDocument/2006/relationships/tags" Target="../tags/tag1100.xml"/><Relationship Id="rId11" Type="http://schemas.openxmlformats.org/officeDocument/2006/relationships/tags" Target="../tags/tag1101.xml"/><Relationship Id="rId12" Type="http://schemas.openxmlformats.org/officeDocument/2006/relationships/slideLayout" Target="../slideLayouts/slideLayout2.xml"/><Relationship Id="rId13" Type="http://schemas.openxmlformats.org/officeDocument/2006/relationships/notesSlide" Target="../notesSlides/notesSlide310.xml"/></Relationships>
</file>

<file path=ppt/slides/_rels/slide313.xml.rels><?xml version='1.0' encoding='UTF-8' standalone='yes'?>
<Relationships xmlns="http://schemas.openxmlformats.org/package/2006/relationships"><Relationship Id="rId1" Type="http://schemas.openxmlformats.org/officeDocument/2006/relationships/tags" Target="../tags/tag1102.xml"/><Relationship Id="rId2" Type="http://schemas.openxmlformats.org/officeDocument/2006/relationships/slideLayout" Target="../slideLayouts/slideLayout2.xml"/><Relationship Id="rId3" Type="http://schemas.openxmlformats.org/officeDocument/2006/relationships/notesSlide" Target="../notesSlides/notesSlide311.xml"/></Relationships>
</file>

<file path=ppt/slides/_rels/slide314.xml.rels><?xml version='1.0' encoding='UTF-8' standalone='yes'?>
<Relationships xmlns="http://schemas.openxmlformats.org/package/2006/relationships"><Relationship Id="rId1" Type="http://schemas.openxmlformats.org/officeDocument/2006/relationships/tags" Target="../tags/tag1103.xml"/><Relationship Id="rId2" Type="http://schemas.openxmlformats.org/officeDocument/2006/relationships/tags" Target="../tags/tag1104.xml"/><Relationship Id="rId3" Type="http://schemas.openxmlformats.org/officeDocument/2006/relationships/tags" Target="../tags/tag1105.xml"/><Relationship Id="rId4" Type="http://schemas.openxmlformats.org/officeDocument/2006/relationships/tags" Target="../tags/tag1106.xml"/><Relationship Id="rId5" Type="http://schemas.openxmlformats.org/officeDocument/2006/relationships/tags" Target="../tags/tag1107.xml"/><Relationship Id="rId6" Type="http://schemas.openxmlformats.org/officeDocument/2006/relationships/tags" Target="../tags/tag1108.xml"/><Relationship Id="rId7" Type="http://schemas.openxmlformats.org/officeDocument/2006/relationships/tags" Target="../tags/tag1109.xml"/><Relationship Id="rId8" Type="http://schemas.openxmlformats.org/officeDocument/2006/relationships/tags" Target="../tags/tag1110.xml"/><Relationship Id="rId9" Type="http://schemas.openxmlformats.org/officeDocument/2006/relationships/tags" Target="../tags/tag1111.xml"/><Relationship Id="rId10" Type="http://schemas.openxmlformats.org/officeDocument/2006/relationships/tags" Target="../tags/tag1112.xml"/><Relationship Id="rId11" Type="http://schemas.openxmlformats.org/officeDocument/2006/relationships/tags" Target="../tags/tag1113.xml"/><Relationship Id="rId12" Type="http://schemas.openxmlformats.org/officeDocument/2006/relationships/slideLayout" Target="../slideLayouts/slideLayout2.xml"/><Relationship Id="rId13" Type="http://schemas.openxmlformats.org/officeDocument/2006/relationships/notesSlide" Target="../notesSlides/notesSlide3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7.xml"/></Relationships>
</file>

<file path=ppt/slides/_rels/slide320.xml.rels><?xml version='1.0' encoding='UTF-8' standalone='yes'?>
<Relationships xmlns="http://schemas.openxmlformats.org/package/2006/relationships"><Relationship Id="rId1" Type="http://schemas.openxmlformats.org/officeDocument/2006/relationships/tags" Target="../tags/tag1114.xml"/><Relationship Id="rId2" Type="http://schemas.openxmlformats.org/officeDocument/2006/relationships/slideLayout" Target="../slideLayouts/slideLayout2.xml"/><Relationship Id="rId3" Type="http://schemas.openxmlformats.org/officeDocument/2006/relationships/notesSlide" Target="../notesSlides/notesSlide318.xml"/></Relationships>
</file>

<file path=ppt/slides/_rels/slide321.xml.rels><?xml version='1.0' encoding='UTF-8' standalone='yes'?>
<Relationships xmlns="http://schemas.openxmlformats.org/package/2006/relationships"><Relationship Id="rId1" Type="http://schemas.openxmlformats.org/officeDocument/2006/relationships/tags" Target="../tags/tag1115.xml"/><Relationship Id="rId2" Type="http://schemas.openxmlformats.org/officeDocument/2006/relationships/slideLayout" Target="../slideLayouts/slideLayout2.xml"/><Relationship Id="rId3" Type="http://schemas.openxmlformats.org/officeDocument/2006/relationships/notesSlide" Target="../notesSlides/notesSlide319.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0.xml"/><Relationship Id="rId3" Type="http://schemas.openxmlformats.org/officeDocument/2006/relationships/chart" Target="../charts/chart22.xml"/></Relationships>
</file>

<file path=ppt/slides/_rels/slide323.xml.rels><?xml version='1.0' encoding='UTF-8' standalone='yes'?>
<Relationships xmlns="http://schemas.openxmlformats.org/package/2006/relationships"><Relationship Id="rId1" Type="http://schemas.openxmlformats.org/officeDocument/2006/relationships/tags" Target="../tags/tag1116.xml"/><Relationship Id="rId2" Type="http://schemas.openxmlformats.org/officeDocument/2006/relationships/slideLayout" Target="../slideLayouts/slideLayout2.xml"/><Relationship Id="rId3" Type="http://schemas.openxmlformats.org/officeDocument/2006/relationships/notesSlide" Target="../notesSlides/notesSlide321.xml"/></Relationships>
</file>

<file path=ppt/slides/_rels/slide324.xml.rels><?xml version='1.0' encoding='UTF-8' standalone='yes'?>
<Relationships xmlns="http://schemas.openxmlformats.org/package/2006/relationships"><Relationship Id="rId1" Type="http://schemas.openxmlformats.org/officeDocument/2006/relationships/tags" Target="../tags/tag1117.xml"/><Relationship Id="rId2" Type="http://schemas.openxmlformats.org/officeDocument/2006/relationships/slideLayout" Target="../slideLayouts/slideLayout2.xml"/><Relationship Id="rId3" Type="http://schemas.openxmlformats.org/officeDocument/2006/relationships/notesSlide" Target="../notesSlides/notesSlide322.xml"/></Relationships>
</file>

<file path=ppt/slides/_rels/slide325.xml.rels><?xml version='1.0' encoding='UTF-8' standalone='yes'?>
<Relationships xmlns="http://schemas.openxmlformats.org/package/2006/relationships"><Relationship Id="rId1" Type="http://schemas.openxmlformats.org/officeDocument/2006/relationships/tags" Target="../tags/tag1118.xml"/><Relationship Id="rId2" Type="http://schemas.openxmlformats.org/officeDocument/2006/relationships/slideLayout" Target="../slideLayouts/slideLayout2.xml"/><Relationship Id="rId3" Type="http://schemas.openxmlformats.org/officeDocument/2006/relationships/notesSlide" Target="../notesSlides/notesSlide323.xml"/></Relationships>
</file>

<file path=ppt/slides/_rels/slide326.xml.rels><?xml version='1.0' encoding='UTF-8' standalone='yes'?>
<Relationships xmlns="http://schemas.openxmlformats.org/package/2006/relationships"><Relationship Id="rId1" Type="http://schemas.openxmlformats.org/officeDocument/2006/relationships/tags" Target="../tags/tag1119.xml"/><Relationship Id="rId2" Type="http://schemas.openxmlformats.org/officeDocument/2006/relationships/slideLayout" Target="../slideLayouts/slideLayout2.xml"/><Relationship Id="rId3" Type="http://schemas.openxmlformats.org/officeDocument/2006/relationships/notesSlide" Target="../notesSlides/notesSlide32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5.xml"/><Relationship Id="rId3" Type="http://schemas.openxmlformats.org/officeDocument/2006/relationships/chart" Target="../charts/chart23.xml"/></Relationships>
</file>

<file path=ppt/slides/_rels/slide328.xml.rels><?xml version='1.0' encoding='UTF-8' standalone='yes'?>
<Relationships xmlns="http://schemas.openxmlformats.org/package/2006/relationships"><Relationship Id="rId1" Type="http://schemas.openxmlformats.org/officeDocument/2006/relationships/tags" Target="../tags/tag1120.xml"/><Relationship Id="rId2" Type="http://schemas.openxmlformats.org/officeDocument/2006/relationships/slideLayout" Target="../slideLayouts/slideLayout2.xml"/><Relationship Id="rId3" Type="http://schemas.openxmlformats.org/officeDocument/2006/relationships/notesSlide" Target="../notesSlides/notesSlide32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7.xml"/></Relationships>
</file>

<file path=ppt/slides/_rels/slide330.xml.rels><?xml version='1.0' encoding='UTF-8' standalone='yes'?>
<Relationships xmlns="http://schemas.openxmlformats.org/package/2006/relationships"><Relationship Id="rId1" Type="http://schemas.openxmlformats.org/officeDocument/2006/relationships/tags" Target="../tags/tag1121.xml"/><Relationship Id="rId2" Type="http://schemas.openxmlformats.org/officeDocument/2006/relationships/slideLayout" Target="../slideLayouts/slideLayout2.xml"/><Relationship Id="rId3" Type="http://schemas.openxmlformats.org/officeDocument/2006/relationships/notesSlide" Target="../notesSlides/notesSlide328.xm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1" Type="http://schemas.openxmlformats.org/officeDocument/2006/relationships/tags" Target="../tags/tag1122.xml"/><Relationship Id="rId2" Type="http://schemas.openxmlformats.org/officeDocument/2006/relationships/tags" Target="../tags/tag1123.xml"/><Relationship Id="rId3" Type="http://schemas.openxmlformats.org/officeDocument/2006/relationships/tags" Target="../tags/tag1124.xml"/><Relationship Id="rId4" Type="http://schemas.openxmlformats.org/officeDocument/2006/relationships/tags" Target="../tags/tag1125.xml"/><Relationship Id="rId5" Type="http://schemas.openxmlformats.org/officeDocument/2006/relationships/tags" Target="../tags/tag1126.xml"/><Relationship Id="rId6" Type="http://schemas.openxmlformats.org/officeDocument/2006/relationships/tags" Target="../tags/tag1127.xml"/><Relationship Id="rId7" Type="http://schemas.openxmlformats.org/officeDocument/2006/relationships/tags" Target="../tags/tag1128.xml"/><Relationship Id="rId8" Type="http://schemas.openxmlformats.org/officeDocument/2006/relationships/tags" Target="../tags/tag1129.xml"/><Relationship Id="rId9" Type="http://schemas.openxmlformats.org/officeDocument/2006/relationships/tags" Target="../tags/tag1130.xml"/><Relationship Id="rId10" Type="http://schemas.openxmlformats.org/officeDocument/2006/relationships/tags" Target="../tags/tag1131.xml"/><Relationship Id="rId11" Type="http://schemas.openxmlformats.org/officeDocument/2006/relationships/tags" Target="../tags/tag1132.xml"/><Relationship Id="rId12" Type="http://schemas.openxmlformats.org/officeDocument/2006/relationships/tags" Target="../tags/tag1133.xml"/><Relationship Id="rId13" Type="http://schemas.openxmlformats.org/officeDocument/2006/relationships/tags" Target="../tags/tag1134.xml"/><Relationship Id="rId14" Type="http://schemas.openxmlformats.org/officeDocument/2006/relationships/tags" Target="../tags/tag1135.xml"/><Relationship Id="rId15" Type="http://schemas.openxmlformats.org/officeDocument/2006/relationships/tags" Target="../tags/tag1136.xml"/><Relationship Id="rId16" Type="http://schemas.openxmlformats.org/officeDocument/2006/relationships/tags" Target="../tags/tag1137.xml"/><Relationship Id="rId17" Type="http://schemas.openxmlformats.org/officeDocument/2006/relationships/tags" Target="../tags/tag1138.xml"/><Relationship Id="rId18" Type="http://schemas.openxmlformats.org/officeDocument/2006/relationships/tags" Target="../tags/tag1139.xml"/><Relationship Id="rId19" Type="http://schemas.openxmlformats.org/officeDocument/2006/relationships/tags" Target="../tags/tag1140.xml"/><Relationship Id="rId20" Type="http://schemas.openxmlformats.org/officeDocument/2006/relationships/tags" Target="../tags/tag1141.xml"/><Relationship Id="rId21" Type="http://schemas.openxmlformats.org/officeDocument/2006/relationships/tags" Target="../tags/tag1142.xml"/><Relationship Id="rId22" Type="http://schemas.openxmlformats.org/officeDocument/2006/relationships/tags" Target="../tags/tag1143.xml"/><Relationship Id="rId23" Type="http://schemas.openxmlformats.org/officeDocument/2006/relationships/tags" Target="../tags/tag1144.xml"/><Relationship Id="rId24" Type="http://schemas.openxmlformats.org/officeDocument/2006/relationships/tags" Target="../tags/tag1145.xml"/><Relationship Id="rId25" Type="http://schemas.openxmlformats.org/officeDocument/2006/relationships/tags" Target="../tags/tag1146.xml"/><Relationship Id="rId26" Type="http://schemas.openxmlformats.org/officeDocument/2006/relationships/tags" Target="../tags/tag1147.xml"/><Relationship Id="rId27" Type="http://schemas.openxmlformats.org/officeDocument/2006/relationships/tags" Target="../tags/tag1148.xml"/><Relationship Id="rId28" Type="http://schemas.openxmlformats.org/officeDocument/2006/relationships/tags" Target="../tags/tag1149.xml"/><Relationship Id="rId29" Type="http://schemas.openxmlformats.org/officeDocument/2006/relationships/slideLayout" Target="../slideLayouts/slideLayout2.xml"/><Relationship Id="rId30" Type="http://schemas.openxmlformats.org/officeDocument/2006/relationships/notesSlide" Target="../notesSlides/notesSlide329.xml"/><Relationship Id="rId31" Type="http://schemas.openxmlformats.org/officeDocument/2006/relationships/oleObject" Target="../embeddings/oleObject2.bin"/><Relationship Id="rId32" Type="http://schemas.openxmlformats.org/officeDocument/2006/relationships/image" Target="../media/image14.emf"/></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1.xml"/></Relationships>
</file>

<file path=ppt/slides/_rels/slide334.xml.rels><?xml version='1.0' encoding='UTF-8' standalone='yes'?>
<Relationships xmlns="http://schemas.openxmlformats.org/package/2006/relationships"><Relationship Id="rId1" Type="http://schemas.openxmlformats.org/officeDocument/2006/relationships/tags" Target="../tags/tag1150.xml"/><Relationship Id="rId2" Type="http://schemas.openxmlformats.org/officeDocument/2006/relationships/slideLayout" Target="../slideLayouts/slideLayout2.xml"/><Relationship Id="rId3" Type="http://schemas.openxmlformats.org/officeDocument/2006/relationships/notesSlide" Target="../notesSlides/notesSlide33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3.xml"/></Relationships>
</file>

<file path=ppt/slides/_rels/slide336.xml.rels><?xml version='1.0' encoding='UTF-8' standalone='yes'?>
<Relationships xmlns="http://schemas.openxmlformats.org/package/2006/relationships"><Relationship Id="rId1" Type="http://schemas.openxmlformats.org/officeDocument/2006/relationships/tags" Target="../tags/tag1151.xml"/><Relationship Id="rId2" Type="http://schemas.openxmlformats.org/officeDocument/2006/relationships/slideLayout" Target="../slideLayouts/slideLayout2.xml"/><Relationship Id="rId3" Type="http://schemas.openxmlformats.org/officeDocument/2006/relationships/notesSlide" Target="../notesSlides/notesSlide334.xml"/></Relationships>
</file>

<file path=ppt/slides/_rels/slide337.xml.rels><?xml version='1.0' encoding='UTF-8' standalone='yes'?>
<Relationships xmlns="http://schemas.openxmlformats.org/package/2006/relationships"><Relationship Id="rId1" Type="http://schemas.openxmlformats.org/officeDocument/2006/relationships/tags" Target="../tags/tag1152.xml"/><Relationship Id="rId2" Type="http://schemas.openxmlformats.org/officeDocument/2006/relationships/slideLayout" Target="../slideLayouts/slideLayout2.xml"/><Relationship Id="rId3" Type="http://schemas.openxmlformats.org/officeDocument/2006/relationships/notesSlide" Target="../notesSlides/notesSlide335.xml"/></Relationships>
</file>

<file path=ppt/slides/_rels/slide338.xml.rels><?xml version='1.0' encoding='UTF-8' standalone='yes'?>
<Relationships xmlns="http://schemas.openxmlformats.org/package/2006/relationships"><Relationship Id="rId1" Type="http://schemas.openxmlformats.org/officeDocument/2006/relationships/tags" Target="../tags/tag1153.xml"/><Relationship Id="rId2" Type="http://schemas.openxmlformats.org/officeDocument/2006/relationships/tags" Target="../tags/tag1154.xml"/><Relationship Id="rId3" Type="http://schemas.openxmlformats.org/officeDocument/2006/relationships/tags" Target="../tags/tag1155.xml"/><Relationship Id="rId4" Type="http://schemas.openxmlformats.org/officeDocument/2006/relationships/tags" Target="../tags/tag1156.xml"/><Relationship Id="rId5" Type="http://schemas.openxmlformats.org/officeDocument/2006/relationships/tags" Target="../tags/tag1157.xml"/><Relationship Id="rId6" Type="http://schemas.openxmlformats.org/officeDocument/2006/relationships/tags" Target="../tags/tag1158.xml"/><Relationship Id="rId7" Type="http://schemas.openxmlformats.org/officeDocument/2006/relationships/tags" Target="../tags/tag1159.xml"/><Relationship Id="rId8" Type="http://schemas.openxmlformats.org/officeDocument/2006/relationships/tags" Target="../tags/tag1160.xml"/><Relationship Id="rId9" Type="http://schemas.openxmlformats.org/officeDocument/2006/relationships/tags" Target="../tags/tag1161.xml"/><Relationship Id="rId10" Type="http://schemas.openxmlformats.org/officeDocument/2006/relationships/tags" Target="../tags/tag1162.xml"/><Relationship Id="rId11" Type="http://schemas.openxmlformats.org/officeDocument/2006/relationships/tags" Target="../tags/tag1163.xml"/><Relationship Id="rId12" Type="http://schemas.openxmlformats.org/officeDocument/2006/relationships/tags" Target="../tags/tag1164.xml"/><Relationship Id="rId13" Type="http://schemas.openxmlformats.org/officeDocument/2006/relationships/tags" Target="../tags/tag1165.xml"/><Relationship Id="rId14" Type="http://schemas.openxmlformats.org/officeDocument/2006/relationships/tags" Target="../tags/tag1166.xml"/><Relationship Id="rId15" Type="http://schemas.openxmlformats.org/officeDocument/2006/relationships/tags" Target="../tags/tag1167.xml"/><Relationship Id="rId16" Type="http://schemas.openxmlformats.org/officeDocument/2006/relationships/tags" Target="../tags/tag1168.xml"/><Relationship Id="rId17" Type="http://schemas.openxmlformats.org/officeDocument/2006/relationships/tags" Target="../tags/tag1169.xml"/><Relationship Id="rId18" Type="http://schemas.openxmlformats.org/officeDocument/2006/relationships/tags" Target="../tags/tag1170.xml"/><Relationship Id="rId19" Type="http://schemas.openxmlformats.org/officeDocument/2006/relationships/tags" Target="../tags/tag1171.xml"/><Relationship Id="rId20" Type="http://schemas.openxmlformats.org/officeDocument/2006/relationships/tags" Target="../tags/tag1172.xml"/><Relationship Id="rId21" Type="http://schemas.openxmlformats.org/officeDocument/2006/relationships/tags" Target="../tags/tag1173.xml"/><Relationship Id="rId22" Type="http://schemas.openxmlformats.org/officeDocument/2006/relationships/tags" Target="../tags/tag1174.xml"/><Relationship Id="rId23" Type="http://schemas.openxmlformats.org/officeDocument/2006/relationships/tags" Target="../tags/tag1175.xml"/><Relationship Id="rId24" Type="http://schemas.openxmlformats.org/officeDocument/2006/relationships/tags" Target="../tags/tag1176.xml"/><Relationship Id="rId25" Type="http://schemas.openxmlformats.org/officeDocument/2006/relationships/tags" Target="../tags/tag1177.xml"/><Relationship Id="rId26" Type="http://schemas.openxmlformats.org/officeDocument/2006/relationships/tags" Target="../tags/tag1178.xml"/><Relationship Id="rId27" Type="http://schemas.openxmlformats.org/officeDocument/2006/relationships/tags" Target="../tags/tag1179.xml"/><Relationship Id="rId28" Type="http://schemas.openxmlformats.org/officeDocument/2006/relationships/tags" Target="../tags/tag1180.xml"/><Relationship Id="rId29" Type="http://schemas.openxmlformats.org/officeDocument/2006/relationships/tags" Target="../tags/tag1181.xml"/><Relationship Id="rId30" Type="http://schemas.openxmlformats.org/officeDocument/2006/relationships/tags" Target="../tags/tag1182.xml"/><Relationship Id="rId31" Type="http://schemas.openxmlformats.org/officeDocument/2006/relationships/tags" Target="../tags/tag1183.xml"/><Relationship Id="rId32" Type="http://schemas.openxmlformats.org/officeDocument/2006/relationships/tags" Target="../tags/tag1184.xml"/><Relationship Id="rId33" Type="http://schemas.openxmlformats.org/officeDocument/2006/relationships/tags" Target="../tags/tag1185.xml"/><Relationship Id="rId34" Type="http://schemas.openxmlformats.org/officeDocument/2006/relationships/tags" Target="../tags/tag1186.xml"/><Relationship Id="rId35" Type="http://schemas.openxmlformats.org/officeDocument/2006/relationships/tags" Target="../tags/tag1187.xml"/><Relationship Id="rId36" Type="http://schemas.openxmlformats.org/officeDocument/2006/relationships/tags" Target="../tags/tag1188.xml"/><Relationship Id="rId37" Type="http://schemas.openxmlformats.org/officeDocument/2006/relationships/tags" Target="../tags/tag1189.xml"/><Relationship Id="rId38" Type="http://schemas.openxmlformats.org/officeDocument/2006/relationships/tags" Target="../tags/tag1190.xml"/><Relationship Id="rId39" Type="http://schemas.openxmlformats.org/officeDocument/2006/relationships/tags" Target="../tags/tag1191.xml"/><Relationship Id="rId40" Type="http://schemas.openxmlformats.org/officeDocument/2006/relationships/tags" Target="../tags/tag1192.xml"/><Relationship Id="rId41" Type="http://schemas.openxmlformats.org/officeDocument/2006/relationships/tags" Target="../tags/tag1193.xml"/><Relationship Id="rId42" Type="http://schemas.openxmlformats.org/officeDocument/2006/relationships/tags" Target="../tags/tag1194.xml"/><Relationship Id="rId43" Type="http://schemas.openxmlformats.org/officeDocument/2006/relationships/tags" Target="../tags/tag1195.xml"/><Relationship Id="rId44" Type="http://schemas.openxmlformats.org/officeDocument/2006/relationships/tags" Target="../tags/tag1196.xml"/><Relationship Id="rId45" Type="http://schemas.openxmlformats.org/officeDocument/2006/relationships/tags" Target="../tags/tag1197.xml"/><Relationship Id="rId46" Type="http://schemas.openxmlformats.org/officeDocument/2006/relationships/tags" Target="../tags/tag1198.xml"/><Relationship Id="rId47" Type="http://schemas.openxmlformats.org/officeDocument/2006/relationships/tags" Target="../tags/tag1199.xml"/><Relationship Id="rId48" Type="http://schemas.openxmlformats.org/officeDocument/2006/relationships/tags" Target="../tags/tag1200.xml"/><Relationship Id="rId49" Type="http://schemas.openxmlformats.org/officeDocument/2006/relationships/tags" Target="../tags/tag1201.xml"/><Relationship Id="rId50" Type="http://schemas.openxmlformats.org/officeDocument/2006/relationships/tags" Target="../tags/tag1202.xml"/><Relationship Id="rId51" Type="http://schemas.openxmlformats.org/officeDocument/2006/relationships/tags" Target="../tags/tag1203.xml"/><Relationship Id="rId52" Type="http://schemas.openxmlformats.org/officeDocument/2006/relationships/tags" Target="../tags/tag1204.xml"/><Relationship Id="rId53" Type="http://schemas.openxmlformats.org/officeDocument/2006/relationships/tags" Target="../tags/tag1205.xml"/><Relationship Id="rId54" Type="http://schemas.openxmlformats.org/officeDocument/2006/relationships/tags" Target="../tags/tag1206.xml"/><Relationship Id="rId55" Type="http://schemas.openxmlformats.org/officeDocument/2006/relationships/slideLayout" Target="../slideLayouts/slideLayout2.xml"/><Relationship Id="rId56" Type="http://schemas.openxmlformats.org/officeDocument/2006/relationships/notesSlide" Target="../notesSlides/notesSlide336.xml"/></Relationships>
</file>

<file path=ppt/slides/_rels/slide339.xml.rels><?xml version='1.0' encoding='UTF-8' standalone='yes'?>
<Relationships xmlns="http://schemas.openxmlformats.org/package/2006/relationships"><Relationship Id="rId1" Type="http://schemas.openxmlformats.org/officeDocument/2006/relationships/tags" Target="../tags/tag1207.xml"/><Relationship Id="rId2" Type="http://schemas.openxmlformats.org/officeDocument/2006/relationships/slideLayout" Target="../slideLayouts/slideLayout2.xml"/><Relationship Id="rId3" Type="http://schemas.openxmlformats.org/officeDocument/2006/relationships/notesSlide" Target="../notesSlides/notesSlide33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8.xml"/></Relationships>
</file>

<file path=ppt/slides/_rels/slide341.xml.rels><?xml version='1.0' encoding='UTF-8' standalone='yes'?>
<Relationships xmlns="http://schemas.openxmlformats.org/package/2006/relationships"><Relationship Id="rId1" Type="http://schemas.openxmlformats.org/officeDocument/2006/relationships/tags" Target="../tags/tag1208.xml"/><Relationship Id="rId2" Type="http://schemas.openxmlformats.org/officeDocument/2006/relationships/slideLayout" Target="../slideLayouts/slideLayout2.xml"/><Relationship Id="rId3" Type="http://schemas.openxmlformats.org/officeDocument/2006/relationships/notesSlide" Target="../notesSlides/notesSlide339.xml"/></Relationships>
</file>

<file path=ppt/slides/_rels/slide342.xml.rels><?xml version='1.0' encoding='UTF-8' standalone='yes'?>
<Relationships xmlns="http://schemas.openxmlformats.org/package/2006/relationships"><Relationship Id="rId1" Type="http://schemas.openxmlformats.org/officeDocument/2006/relationships/tags" Target="../tags/tag1209.xml"/><Relationship Id="rId2" Type="http://schemas.openxmlformats.org/officeDocument/2006/relationships/slideLayout" Target="../slideLayouts/slideLayout2.xml"/><Relationship Id="rId3" Type="http://schemas.openxmlformats.org/officeDocument/2006/relationships/notesSlide" Target="../notesSlides/notesSlide340.xml"/></Relationships>
</file>

<file path=ppt/slides/_rels/slide343.xml.rels><?xml version='1.0' encoding='UTF-8' standalone='yes'?>
<Relationships xmlns="http://schemas.openxmlformats.org/package/2006/relationships"><Relationship Id="rId1" Type="http://schemas.openxmlformats.org/officeDocument/2006/relationships/tags" Target="../tags/tag1210.xml"/><Relationship Id="rId2" Type="http://schemas.openxmlformats.org/officeDocument/2006/relationships/tags" Target="../tags/tag1211.xml"/><Relationship Id="rId3" Type="http://schemas.openxmlformats.org/officeDocument/2006/relationships/slideLayout" Target="../slideLayouts/slideLayout2.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1" Type="http://schemas.openxmlformats.org/officeDocument/2006/relationships/tags" Target="../tags/tag1212.xml"/><Relationship Id="rId2" Type="http://schemas.openxmlformats.org/officeDocument/2006/relationships/slideLayout" Target="../slideLayouts/slideLayout2.xml"/><Relationship Id="rId3" Type="http://schemas.openxmlformats.org/officeDocument/2006/relationships/notesSlide" Target="../notesSlides/notesSlide342.xml"/></Relationships>
</file>

<file path=ppt/slides/_rels/slide345.xml.rels><?xml version='1.0' encoding='UTF-8' standalone='yes'?>
<Relationships xmlns="http://schemas.openxmlformats.org/package/2006/relationships"><Relationship Id="rId1" Type="http://schemas.openxmlformats.org/officeDocument/2006/relationships/tags" Target="../tags/tag1213.xml"/><Relationship Id="rId2" Type="http://schemas.openxmlformats.org/officeDocument/2006/relationships/tags" Target="../tags/tag1214.xml"/><Relationship Id="rId3" Type="http://schemas.openxmlformats.org/officeDocument/2006/relationships/slideLayout" Target="../slideLayouts/slideLayout2.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1" Type="http://schemas.openxmlformats.org/officeDocument/2006/relationships/tags" Target="../tags/tag1215.xml"/><Relationship Id="rId2" Type="http://schemas.openxmlformats.org/officeDocument/2006/relationships/slideLayout" Target="../slideLayouts/slideLayout2.xml"/><Relationship Id="rId3" Type="http://schemas.openxmlformats.org/officeDocument/2006/relationships/notesSlide" Target="../notesSlides/notesSlide344.xml"/></Relationships>
</file>

<file path=ppt/slides/_rels/slide347.xml.rels><?xml version='1.0' encoding='UTF-8' standalone='yes'?>
<Relationships xmlns="http://schemas.openxmlformats.org/package/2006/relationships"><Relationship Id="rId1" Type="http://schemas.openxmlformats.org/officeDocument/2006/relationships/tags" Target="../tags/tag1216.xml"/><Relationship Id="rId2" Type="http://schemas.openxmlformats.org/officeDocument/2006/relationships/slideLayout" Target="../slideLayouts/slideLayout2.xml"/><Relationship Id="rId3" Type="http://schemas.openxmlformats.org/officeDocument/2006/relationships/notesSlide" Target="../notesSlides/notesSlide345.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6.xml"/></Relationships>
</file>

<file path=ppt/slides/_rels/slide349.xml.rels><?xml version='1.0' encoding='UTF-8' standalone='yes'?>
<Relationships xmlns="http://schemas.openxmlformats.org/package/2006/relationships"><Relationship Id="rId1" Type="http://schemas.openxmlformats.org/officeDocument/2006/relationships/tags" Target="../tags/tag1217.xml"/><Relationship Id="rId2" Type="http://schemas.openxmlformats.org/officeDocument/2006/relationships/slideLayout" Target="../slideLayouts/slideLayout2.xml"/><Relationship Id="rId3" Type="http://schemas.openxmlformats.org/officeDocument/2006/relationships/notesSlide" Target="../notesSlides/notesSlide347.xml"/></Relationships>
</file>

<file path=ppt/slides/_rels/slide350.xml.rels><?xml version='1.0' encoding='UTF-8' standalone='yes'?>
<Relationships xmlns="http://schemas.openxmlformats.org/package/2006/relationships"><Relationship Id="rId1" Type="http://schemas.openxmlformats.org/officeDocument/2006/relationships/tags" Target="../tags/tag1218.xml"/><Relationship Id="rId2" Type="http://schemas.openxmlformats.org/officeDocument/2006/relationships/tags" Target="../tags/tag1219.xml"/><Relationship Id="rId3" Type="http://schemas.openxmlformats.org/officeDocument/2006/relationships/tags" Target="../tags/tag1220.xml"/><Relationship Id="rId4" Type="http://schemas.openxmlformats.org/officeDocument/2006/relationships/tags" Target="../tags/tag1221.xml"/><Relationship Id="rId5" Type="http://schemas.openxmlformats.org/officeDocument/2006/relationships/slideLayout" Target="../slideLayouts/slideLayout2.xml"/><Relationship Id="rId6" Type="http://schemas.openxmlformats.org/officeDocument/2006/relationships/notesSlide" Target="../notesSlides/notesSlide348.xml"/></Relationships>
</file>

<file path=ppt/slides/_rels/slide351.xml.rels><?xml version='1.0' encoding='UTF-8' standalone='yes'?>
<Relationships xmlns="http://schemas.openxmlformats.org/package/2006/relationships"><Relationship Id="rId1" Type="http://schemas.openxmlformats.org/officeDocument/2006/relationships/tags" Target="../tags/tag1222.xml"/><Relationship Id="rId2" Type="http://schemas.openxmlformats.org/officeDocument/2006/relationships/tags" Target="../tags/tag1223.xml"/><Relationship Id="rId3" Type="http://schemas.openxmlformats.org/officeDocument/2006/relationships/slideLayout" Target="../slideLayouts/slideLayout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1" Type="http://schemas.openxmlformats.org/officeDocument/2006/relationships/tags" Target="../tags/tag1224.xml"/><Relationship Id="rId2" Type="http://schemas.openxmlformats.org/officeDocument/2006/relationships/slideLayout" Target="../slideLayouts/slideLayout2.xml"/><Relationship Id="rId3" Type="http://schemas.openxmlformats.org/officeDocument/2006/relationships/notesSlide" Target="../notesSlides/notesSlide350.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1.xml"/></Relationships>
</file>

<file path=ppt/slides/_rels/slide354.xml.rels><?xml version='1.0' encoding='UTF-8' standalone='yes'?>
<Relationships xmlns="http://schemas.openxmlformats.org/package/2006/relationships"><Relationship Id="rId1" Type="http://schemas.openxmlformats.org/officeDocument/2006/relationships/tags" Target="../tags/tag1225.xml"/><Relationship Id="rId2" Type="http://schemas.openxmlformats.org/officeDocument/2006/relationships/slideLayout" Target="../slideLayouts/slideLayout2.xml"/><Relationship Id="rId3" Type="http://schemas.openxmlformats.org/officeDocument/2006/relationships/notesSlide" Target="../notesSlides/notesSlide352.xml"/></Relationships>
</file>

<file path=ppt/slides/_rels/slide355.xml.rels><?xml version='1.0' encoding='UTF-8' standalone='yes'?>
<Relationships xmlns="http://schemas.openxmlformats.org/package/2006/relationships"><Relationship Id="rId1" Type="http://schemas.openxmlformats.org/officeDocument/2006/relationships/tags" Target="../tags/tag1226.xml"/><Relationship Id="rId2" Type="http://schemas.openxmlformats.org/officeDocument/2006/relationships/slideLayout" Target="../slideLayouts/slideLayout2.xml"/><Relationship Id="rId3" Type="http://schemas.openxmlformats.org/officeDocument/2006/relationships/notesSlide" Target="../notesSlides/notesSlide353.xml"/></Relationships>
</file>

<file path=ppt/slides/_rels/slide356.xml.rels><?xml version='1.0' encoding='UTF-8' standalone='yes'?>
<Relationships xmlns="http://schemas.openxmlformats.org/package/2006/relationships"><Relationship Id="rId1" Type="http://schemas.openxmlformats.org/officeDocument/2006/relationships/tags" Target="../tags/tag1227.xml"/><Relationship Id="rId2" Type="http://schemas.openxmlformats.org/officeDocument/2006/relationships/slideLayout" Target="../slideLayouts/slideLayout2.xml"/><Relationship Id="rId3" Type="http://schemas.openxmlformats.org/officeDocument/2006/relationships/notesSlide" Target="../notesSlides/notesSlide35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6.xml"/></Relationships>
</file>

<file path=ppt/slides/_rels/slide359.xml.rels><?xml version='1.0' encoding='UTF-8' standalone='yes'?>
<Relationships xmlns="http://schemas.openxmlformats.org/package/2006/relationships"><Relationship Id="rId1" Type="http://schemas.openxmlformats.org/officeDocument/2006/relationships/tags" Target="../tags/tag1228.xml"/><Relationship Id="rId2" Type="http://schemas.openxmlformats.org/officeDocument/2006/relationships/slideLayout" Target="../slideLayouts/slideLayout2.xml"/><Relationship Id="rId3" Type="http://schemas.openxmlformats.org/officeDocument/2006/relationships/notesSlide" Target="../notesSlides/notesSlide357.xml"/></Relationships>
</file>

<file path=ppt/slides/_rels/slide360.xml.rels><?xml version='1.0' encoding='UTF-8' standalone='yes'?>
<Relationships xmlns="http://schemas.openxmlformats.org/package/2006/relationships"><Relationship Id="rId1" Type="http://schemas.openxmlformats.org/officeDocument/2006/relationships/tags" Target="../tags/tag1229.xml"/><Relationship Id="rId2" Type="http://schemas.openxmlformats.org/officeDocument/2006/relationships/slideLayout" Target="../slideLayouts/slideLayout2.xml"/><Relationship Id="rId3" Type="http://schemas.openxmlformats.org/officeDocument/2006/relationships/notesSlide" Target="../notesSlides/notesSlide35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9.xml"/></Relationships>
</file>

<file path=ppt/slides/_rels/slide362.xml.rels><?xml version='1.0' encoding='UTF-8' standalone='yes'?>
<Relationships xmlns="http://schemas.openxmlformats.org/package/2006/relationships"><Relationship Id="rId1" Type="http://schemas.openxmlformats.org/officeDocument/2006/relationships/tags" Target="../tags/tag1230.xml"/><Relationship Id="rId2" Type="http://schemas.openxmlformats.org/officeDocument/2006/relationships/slideLayout" Target="../slideLayouts/slideLayout2.xml"/><Relationship Id="rId3" Type="http://schemas.openxmlformats.org/officeDocument/2006/relationships/notesSlide" Target="../notesSlides/notesSlide360.xml"/></Relationships>
</file>

<file path=ppt/slides/_rels/slide363.xml.rels><?xml version='1.0' encoding='UTF-8' standalone='yes'?>
<Relationships xmlns="http://schemas.openxmlformats.org/package/2006/relationships"><Relationship Id="rId1" Type="http://schemas.openxmlformats.org/officeDocument/2006/relationships/tags" Target="../tags/tag1231.xml"/><Relationship Id="rId2" Type="http://schemas.openxmlformats.org/officeDocument/2006/relationships/slideLayout" Target="../slideLayouts/slideLayout2.xml"/><Relationship Id="rId3" Type="http://schemas.openxmlformats.org/officeDocument/2006/relationships/notesSlide" Target="../notesSlides/notesSlide361.xml"/></Relationships>
</file>

<file path=ppt/slides/_rels/slide364.xml.rels><?xml version='1.0' encoding='UTF-8' standalone='yes'?>
<Relationships xmlns="http://schemas.openxmlformats.org/package/2006/relationships"><Relationship Id="rId1" Type="http://schemas.openxmlformats.org/officeDocument/2006/relationships/tags" Target="../tags/tag1232.xml"/><Relationship Id="rId2" Type="http://schemas.openxmlformats.org/officeDocument/2006/relationships/slideLayout" Target="../slideLayouts/slideLayout2.xml"/><Relationship Id="rId3" Type="http://schemas.openxmlformats.org/officeDocument/2006/relationships/notesSlide" Target="../notesSlides/notesSlide362.xml"/></Relationships>
</file>

<file path=ppt/slides/_rels/slide365.xml.rels><?xml version='1.0' encoding='UTF-8' standalone='yes'?>
<Relationships xmlns="http://schemas.openxmlformats.org/package/2006/relationships"><Relationship Id="rId1" Type="http://schemas.openxmlformats.org/officeDocument/2006/relationships/tags" Target="../tags/tag1233.xml"/><Relationship Id="rId2" Type="http://schemas.openxmlformats.org/officeDocument/2006/relationships/tags" Target="../tags/tag1234.xml"/><Relationship Id="rId3" Type="http://schemas.openxmlformats.org/officeDocument/2006/relationships/tags" Target="../tags/tag1235.xml"/><Relationship Id="rId4" Type="http://schemas.openxmlformats.org/officeDocument/2006/relationships/slideLayout" Target="../slideLayouts/slideLayout2.xml"/><Relationship Id="rId5" Type="http://schemas.openxmlformats.org/officeDocument/2006/relationships/notesSlide" Target="../notesSlides/notesSlide363.xml"/><Relationship Id="rId6" Type="http://schemas.openxmlformats.org/officeDocument/2006/relationships/hyperlink" Target="mailto:contact@power-user-softwares.com" TargetMode="External"/><Relationship Id="rId7" Type="http://schemas.openxmlformats.org/officeDocument/2006/relationships/image" Target="../media/image43.png"/></Relationships>
</file>

<file path=ppt/slides/_rels/slide366.xml.rels><?xml version='1.0' encoding='UTF-8' standalone='yes'?>
<Relationships xmlns="http://schemas.openxmlformats.org/package/2006/relationships"><Relationship Id="rId1" Type="http://schemas.openxmlformats.org/officeDocument/2006/relationships/tags" Target="../tags/tag1236.xml"/><Relationship Id="rId2" Type="http://schemas.openxmlformats.org/officeDocument/2006/relationships/tags" Target="../tags/tag1237.xml"/><Relationship Id="rId3" Type="http://schemas.openxmlformats.org/officeDocument/2006/relationships/slideLayout" Target="../slideLayouts/slideLayout2.xml"/><Relationship Id="rId4" Type="http://schemas.openxmlformats.org/officeDocument/2006/relationships/notesSlide" Target="../notesSlides/notesSlide36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367.xml.rels><?xml version='1.0' encoding='UTF-8' standalone='yes'?>
<Relationships xmlns="http://schemas.openxmlformats.org/package/2006/relationships"><Relationship Id="rId1" Type="http://schemas.openxmlformats.org/officeDocument/2006/relationships/tags" Target="../tags/tag1238.xml"/><Relationship Id="rId2" Type="http://schemas.openxmlformats.org/officeDocument/2006/relationships/tags" Target="../tags/tag1239.xml"/><Relationship Id="rId3" Type="http://schemas.openxmlformats.org/officeDocument/2006/relationships/tags" Target="../tags/tag1240.xml"/><Relationship Id="rId4" Type="http://schemas.openxmlformats.org/officeDocument/2006/relationships/tags" Target="../tags/tag1241.xml"/><Relationship Id="rId5" Type="http://schemas.openxmlformats.org/officeDocument/2006/relationships/tags" Target="../tags/tag1242.xml"/><Relationship Id="rId6" Type="http://schemas.openxmlformats.org/officeDocument/2006/relationships/tags" Target="../tags/tag1243.xml"/><Relationship Id="rId7" Type="http://schemas.openxmlformats.org/officeDocument/2006/relationships/tags" Target="../tags/tag1244.xml"/><Relationship Id="rId8" Type="http://schemas.openxmlformats.org/officeDocument/2006/relationships/tags" Target="../tags/tag1245.xml"/><Relationship Id="rId9" Type="http://schemas.openxmlformats.org/officeDocument/2006/relationships/tags" Target="../tags/tag1246.xml"/><Relationship Id="rId10" Type="http://schemas.openxmlformats.org/officeDocument/2006/relationships/tags" Target="../tags/tag1247.xml"/><Relationship Id="rId11" Type="http://schemas.openxmlformats.org/officeDocument/2006/relationships/tags" Target="../tags/tag1248.xml"/><Relationship Id="rId12" Type="http://schemas.openxmlformats.org/officeDocument/2006/relationships/tags" Target="../tags/tag1249.xml"/><Relationship Id="rId13" Type="http://schemas.openxmlformats.org/officeDocument/2006/relationships/tags" Target="../tags/tag1250.xml"/><Relationship Id="rId14" Type="http://schemas.openxmlformats.org/officeDocument/2006/relationships/tags" Target="../tags/tag1251.xml"/><Relationship Id="rId15" Type="http://schemas.openxmlformats.org/officeDocument/2006/relationships/tags" Target="../tags/tag1252.xml"/><Relationship Id="rId16" Type="http://schemas.openxmlformats.org/officeDocument/2006/relationships/tags" Target="../tags/tag1253.xml"/><Relationship Id="rId17" Type="http://schemas.openxmlformats.org/officeDocument/2006/relationships/tags" Target="../tags/tag1254.xml"/><Relationship Id="rId18" Type="http://schemas.openxmlformats.org/officeDocument/2006/relationships/tags" Target="../tags/tag1255.xml"/><Relationship Id="rId19" Type="http://schemas.openxmlformats.org/officeDocument/2006/relationships/tags" Target="../tags/tag1256.xml"/><Relationship Id="rId20" Type="http://schemas.openxmlformats.org/officeDocument/2006/relationships/tags" Target="../tags/tag1257.xml"/><Relationship Id="rId21" Type="http://schemas.openxmlformats.org/officeDocument/2006/relationships/tags" Target="../tags/tag1258.xml"/><Relationship Id="rId22" Type="http://schemas.openxmlformats.org/officeDocument/2006/relationships/tags" Target="../tags/tag1259.xml"/><Relationship Id="rId23" Type="http://schemas.openxmlformats.org/officeDocument/2006/relationships/tags" Target="../tags/tag1260.xml"/><Relationship Id="rId24" Type="http://schemas.openxmlformats.org/officeDocument/2006/relationships/tags" Target="../tags/tag1261.xml"/><Relationship Id="rId25" Type="http://schemas.openxmlformats.org/officeDocument/2006/relationships/tags" Target="../tags/tag1262.xml"/><Relationship Id="rId26" Type="http://schemas.openxmlformats.org/officeDocument/2006/relationships/tags" Target="../tags/tag1263.xml"/><Relationship Id="rId27" Type="http://schemas.openxmlformats.org/officeDocument/2006/relationships/tags" Target="../tags/tag1264.xml"/><Relationship Id="rId28" Type="http://schemas.openxmlformats.org/officeDocument/2006/relationships/tags" Target="../tags/tag1265.xml"/><Relationship Id="rId29" Type="http://schemas.openxmlformats.org/officeDocument/2006/relationships/tags" Target="../tags/tag1266.xml"/><Relationship Id="rId30" Type="http://schemas.openxmlformats.org/officeDocument/2006/relationships/tags" Target="../tags/tag1267.xml"/><Relationship Id="rId31" Type="http://schemas.openxmlformats.org/officeDocument/2006/relationships/tags" Target="../tags/tag1268.xml"/><Relationship Id="rId32" Type="http://schemas.openxmlformats.org/officeDocument/2006/relationships/tags" Target="../tags/tag1269.xml"/><Relationship Id="rId33" Type="http://schemas.openxmlformats.org/officeDocument/2006/relationships/tags" Target="../tags/tag1270.xml"/><Relationship Id="rId34" Type="http://schemas.openxmlformats.org/officeDocument/2006/relationships/tags" Target="../tags/tag1271.xml"/><Relationship Id="rId35" Type="http://schemas.openxmlformats.org/officeDocument/2006/relationships/tags" Target="../tags/tag1272.xml"/><Relationship Id="rId36" Type="http://schemas.openxmlformats.org/officeDocument/2006/relationships/tags" Target="../tags/tag1273.xml"/><Relationship Id="rId37" Type="http://schemas.openxmlformats.org/officeDocument/2006/relationships/tags" Target="../tags/tag1274.xml"/><Relationship Id="rId38" Type="http://schemas.openxmlformats.org/officeDocument/2006/relationships/tags" Target="../tags/tag1275.xml"/><Relationship Id="rId39" Type="http://schemas.openxmlformats.org/officeDocument/2006/relationships/tags" Target="../tags/tag1276.xml"/><Relationship Id="rId40" Type="http://schemas.openxmlformats.org/officeDocument/2006/relationships/tags" Target="../tags/tag1277.xml"/><Relationship Id="rId41" Type="http://schemas.openxmlformats.org/officeDocument/2006/relationships/tags" Target="../tags/tag1278.xml"/><Relationship Id="rId42" Type="http://schemas.openxmlformats.org/officeDocument/2006/relationships/tags" Target="../tags/tag1279.xml"/><Relationship Id="rId43" Type="http://schemas.openxmlformats.org/officeDocument/2006/relationships/tags" Target="../tags/tag1280.xml"/><Relationship Id="rId44" Type="http://schemas.openxmlformats.org/officeDocument/2006/relationships/tags" Target="../tags/tag1281.xml"/><Relationship Id="rId45" Type="http://schemas.openxmlformats.org/officeDocument/2006/relationships/tags" Target="../tags/tag1282.xml"/><Relationship Id="rId46" Type="http://schemas.openxmlformats.org/officeDocument/2006/relationships/tags" Target="../tags/tag1283.xml"/><Relationship Id="rId47" Type="http://schemas.openxmlformats.org/officeDocument/2006/relationships/tags" Target="../tags/tag1284.xml"/><Relationship Id="rId48" Type="http://schemas.openxmlformats.org/officeDocument/2006/relationships/tags" Target="../tags/tag1285.xml"/><Relationship Id="rId49" Type="http://schemas.openxmlformats.org/officeDocument/2006/relationships/tags" Target="../tags/tag1286.xml"/><Relationship Id="rId50" Type="http://schemas.openxmlformats.org/officeDocument/2006/relationships/tags" Target="../tags/tag1287.xml"/><Relationship Id="rId51" Type="http://schemas.openxmlformats.org/officeDocument/2006/relationships/tags" Target="../tags/tag1288.xml"/><Relationship Id="rId52" Type="http://schemas.openxmlformats.org/officeDocument/2006/relationships/tags" Target="../tags/tag1289.xml"/><Relationship Id="rId53" Type="http://schemas.openxmlformats.org/officeDocument/2006/relationships/tags" Target="../tags/tag1290.xml"/><Relationship Id="rId54" Type="http://schemas.openxmlformats.org/officeDocument/2006/relationships/tags" Target="../tags/tag1291.xml"/><Relationship Id="rId55" Type="http://schemas.openxmlformats.org/officeDocument/2006/relationships/tags" Target="../tags/tag1292.xml"/><Relationship Id="rId56" Type="http://schemas.openxmlformats.org/officeDocument/2006/relationships/tags" Target="../tags/tag1293.xml"/><Relationship Id="rId57" Type="http://schemas.openxmlformats.org/officeDocument/2006/relationships/tags" Target="../tags/tag1294.xml"/><Relationship Id="rId58" Type="http://schemas.openxmlformats.org/officeDocument/2006/relationships/tags" Target="../tags/tag1295.xml"/><Relationship Id="rId59" Type="http://schemas.openxmlformats.org/officeDocument/2006/relationships/tags" Target="../tags/tag1296.xml"/><Relationship Id="rId60" Type="http://schemas.openxmlformats.org/officeDocument/2006/relationships/tags" Target="../tags/tag1297.xml"/><Relationship Id="rId61" Type="http://schemas.openxmlformats.org/officeDocument/2006/relationships/tags" Target="../tags/tag1298.xml"/><Relationship Id="rId62" Type="http://schemas.openxmlformats.org/officeDocument/2006/relationships/tags" Target="../tags/tag1299.xml"/><Relationship Id="rId63" Type="http://schemas.openxmlformats.org/officeDocument/2006/relationships/tags" Target="../tags/tag1300.xml"/><Relationship Id="rId64" Type="http://schemas.openxmlformats.org/officeDocument/2006/relationships/tags" Target="../tags/tag1301.xml"/><Relationship Id="rId65" Type="http://schemas.openxmlformats.org/officeDocument/2006/relationships/tags" Target="../tags/tag1302.xml"/><Relationship Id="rId66" Type="http://schemas.openxmlformats.org/officeDocument/2006/relationships/tags" Target="../tags/tag1303.xml"/><Relationship Id="rId67" Type="http://schemas.openxmlformats.org/officeDocument/2006/relationships/tags" Target="../tags/tag1304.xml"/><Relationship Id="rId68" Type="http://schemas.openxmlformats.org/officeDocument/2006/relationships/tags" Target="../tags/tag1305.xml"/><Relationship Id="rId69" Type="http://schemas.openxmlformats.org/officeDocument/2006/relationships/tags" Target="../tags/tag1306.xml"/><Relationship Id="rId70" Type="http://schemas.openxmlformats.org/officeDocument/2006/relationships/tags" Target="../tags/tag1307.xml"/><Relationship Id="rId71" Type="http://schemas.openxmlformats.org/officeDocument/2006/relationships/tags" Target="../tags/tag1308.xml"/><Relationship Id="rId72" Type="http://schemas.openxmlformats.org/officeDocument/2006/relationships/tags" Target="../tags/tag1309.xml"/><Relationship Id="rId73" Type="http://schemas.openxmlformats.org/officeDocument/2006/relationships/tags" Target="../tags/tag1310.xml"/><Relationship Id="rId74" Type="http://schemas.openxmlformats.org/officeDocument/2006/relationships/tags" Target="../tags/tag1311.xml"/><Relationship Id="rId75" Type="http://schemas.openxmlformats.org/officeDocument/2006/relationships/tags" Target="../tags/tag1312.xml"/><Relationship Id="rId76" Type="http://schemas.openxmlformats.org/officeDocument/2006/relationships/tags" Target="../tags/tag1313.xml"/><Relationship Id="rId77" Type="http://schemas.openxmlformats.org/officeDocument/2006/relationships/tags" Target="../tags/tag1314.xml"/><Relationship Id="rId78" Type="http://schemas.openxmlformats.org/officeDocument/2006/relationships/tags" Target="../tags/tag1315.xml"/><Relationship Id="rId79" Type="http://schemas.openxmlformats.org/officeDocument/2006/relationships/tags" Target="../tags/tag1316.xml"/><Relationship Id="rId80" Type="http://schemas.openxmlformats.org/officeDocument/2006/relationships/tags" Target="../tags/tag1317.xml"/><Relationship Id="rId81" Type="http://schemas.openxmlformats.org/officeDocument/2006/relationships/tags" Target="../tags/tag1318.xml"/><Relationship Id="rId82" Type="http://schemas.openxmlformats.org/officeDocument/2006/relationships/tags" Target="../tags/tag1319.xml"/><Relationship Id="rId83" Type="http://schemas.openxmlformats.org/officeDocument/2006/relationships/tags" Target="../tags/tag1320.xml"/><Relationship Id="rId84" Type="http://schemas.openxmlformats.org/officeDocument/2006/relationships/tags" Target="../tags/tag1321.xml"/><Relationship Id="rId85" Type="http://schemas.openxmlformats.org/officeDocument/2006/relationships/tags" Target="../tags/tag1322.xml"/><Relationship Id="rId86" Type="http://schemas.openxmlformats.org/officeDocument/2006/relationships/tags" Target="../tags/tag1323.xml"/><Relationship Id="rId87" Type="http://schemas.openxmlformats.org/officeDocument/2006/relationships/tags" Target="../tags/tag1324.xml"/><Relationship Id="rId88" Type="http://schemas.openxmlformats.org/officeDocument/2006/relationships/tags" Target="../tags/tag1325.xml"/><Relationship Id="rId89" Type="http://schemas.openxmlformats.org/officeDocument/2006/relationships/tags" Target="../tags/tag1326.xml"/><Relationship Id="rId90" Type="http://schemas.openxmlformats.org/officeDocument/2006/relationships/tags" Target="../tags/tag1327.xml"/><Relationship Id="rId91" Type="http://schemas.openxmlformats.org/officeDocument/2006/relationships/tags" Target="../tags/tag1328.xml"/><Relationship Id="rId92" Type="http://schemas.openxmlformats.org/officeDocument/2006/relationships/tags" Target="../tags/tag1329.xml"/><Relationship Id="rId93" Type="http://schemas.openxmlformats.org/officeDocument/2006/relationships/tags" Target="../tags/tag1330.xml"/><Relationship Id="rId94" Type="http://schemas.openxmlformats.org/officeDocument/2006/relationships/tags" Target="../tags/tag1331.xml"/><Relationship Id="rId95" Type="http://schemas.openxmlformats.org/officeDocument/2006/relationships/tags" Target="../tags/tag1332.xml"/><Relationship Id="rId96" Type="http://schemas.openxmlformats.org/officeDocument/2006/relationships/tags" Target="../tags/tag1333.xml"/><Relationship Id="rId97" Type="http://schemas.openxmlformats.org/officeDocument/2006/relationships/tags" Target="../tags/tag1334.xml"/><Relationship Id="rId98" Type="http://schemas.openxmlformats.org/officeDocument/2006/relationships/tags" Target="../tags/tag1335.xml"/><Relationship Id="rId99" Type="http://schemas.openxmlformats.org/officeDocument/2006/relationships/tags" Target="../tags/tag1336.xml"/><Relationship Id="rId100" Type="http://schemas.openxmlformats.org/officeDocument/2006/relationships/tags" Target="../tags/tag1337.xml"/><Relationship Id="rId101" Type="http://schemas.openxmlformats.org/officeDocument/2006/relationships/tags" Target="../tags/tag1338.xml"/><Relationship Id="rId102" Type="http://schemas.openxmlformats.org/officeDocument/2006/relationships/tags" Target="../tags/tag1339.xml"/><Relationship Id="rId103" Type="http://schemas.openxmlformats.org/officeDocument/2006/relationships/tags" Target="../tags/tag1340.xml"/><Relationship Id="rId104" Type="http://schemas.openxmlformats.org/officeDocument/2006/relationships/tags" Target="../tags/tag1341.xml"/><Relationship Id="rId105" Type="http://schemas.openxmlformats.org/officeDocument/2006/relationships/tags" Target="../tags/tag1342.xml"/><Relationship Id="rId106" Type="http://schemas.openxmlformats.org/officeDocument/2006/relationships/tags" Target="../tags/tag1343.xml"/><Relationship Id="rId107" Type="http://schemas.openxmlformats.org/officeDocument/2006/relationships/tags" Target="../tags/tag1344.xml"/><Relationship Id="rId108" Type="http://schemas.openxmlformats.org/officeDocument/2006/relationships/tags" Target="../tags/tag1345.xml"/><Relationship Id="rId109" Type="http://schemas.openxmlformats.org/officeDocument/2006/relationships/tags" Target="../tags/tag1346.xml"/><Relationship Id="rId110" Type="http://schemas.openxmlformats.org/officeDocument/2006/relationships/tags" Target="../tags/tag1347.xml"/><Relationship Id="rId111" Type="http://schemas.openxmlformats.org/officeDocument/2006/relationships/tags" Target="../tags/tag1348.xml"/><Relationship Id="rId112" Type="http://schemas.openxmlformats.org/officeDocument/2006/relationships/tags" Target="../tags/tag1349.xml"/><Relationship Id="rId113" Type="http://schemas.openxmlformats.org/officeDocument/2006/relationships/tags" Target="../tags/tag1350.xml"/><Relationship Id="rId114" Type="http://schemas.openxmlformats.org/officeDocument/2006/relationships/tags" Target="../tags/tag1351.xml"/><Relationship Id="rId115" Type="http://schemas.openxmlformats.org/officeDocument/2006/relationships/tags" Target="../tags/tag1352.xml"/><Relationship Id="rId116" Type="http://schemas.openxmlformats.org/officeDocument/2006/relationships/tags" Target="../tags/tag1353.xml"/><Relationship Id="rId117" Type="http://schemas.openxmlformats.org/officeDocument/2006/relationships/tags" Target="../tags/tag1354.xml"/><Relationship Id="rId118" Type="http://schemas.openxmlformats.org/officeDocument/2006/relationships/tags" Target="../tags/tag1355.xml"/><Relationship Id="rId119" Type="http://schemas.openxmlformats.org/officeDocument/2006/relationships/tags" Target="../tags/tag1356.xml"/><Relationship Id="rId120" Type="http://schemas.openxmlformats.org/officeDocument/2006/relationships/tags" Target="../tags/tag1357.xml"/><Relationship Id="rId121" Type="http://schemas.openxmlformats.org/officeDocument/2006/relationships/tags" Target="../tags/tag1358.xml"/><Relationship Id="rId122" Type="http://schemas.openxmlformats.org/officeDocument/2006/relationships/tags" Target="../tags/tag1359.xml"/><Relationship Id="rId123" Type="http://schemas.openxmlformats.org/officeDocument/2006/relationships/tags" Target="../tags/tag1360.xml"/><Relationship Id="rId124" Type="http://schemas.openxmlformats.org/officeDocument/2006/relationships/tags" Target="../tags/tag1361.xml"/><Relationship Id="rId125" Type="http://schemas.openxmlformats.org/officeDocument/2006/relationships/tags" Target="../tags/tag1362.xml"/><Relationship Id="rId126" Type="http://schemas.openxmlformats.org/officeDocument/2006/relationships/tags" Target="../tags/tag1363.xml"/><Relationship Id="rId127" Type="http://schemas.openxmlformats.org/officeDocument/2006/relationships/tags" Target="../tags/tag1364.xml"/><Relationship Id="rId128" Type="http://schemas.openxmlformats.org/officeDocument/2006/relationships/tags" Target="../tags/tag1365.xml"/><Relationship Id="rId129" Type="http://schemas.openxmlformats.org/officeDocument/2006/relationships/tags" Target="../tags/tag1366.xml"/><Relationship Id="rId130" Type="http://schemas.openxmlformats.org/officeDocument/2006/relationships/tags" Target="../tags/tag1367.xml"/><Relationship Id="rId131" Type="http://schemas.openxmlformats.org/officeDocument/2006/relationships/tags" Target="../tags/tag1368.xml"/><Relationship Id="rId132" Type="http://schemas.openxmlformats.org/officeDocument/2006/relationships/tags" Target="../tags/tag1369.xml"/><Relationship Id="rId133" Type="http://schemas.openxmlformats.org/officeDocument/2006/relationships/tags" Target="../tags/tag1370.xml"/><Relationship Id="rId134" Type="http://schemas.openxmlformats.org/officeDocument/2006/relationships/tags" Target="../tags/tag1371.xml"/><Relationship Id="rId135" Type="http://schemas.openxmlformats.org/officeDocument/2006/relationships/slideLayout" Target="../slideLayouts/slideLayout2.xml"/><Relationship Id="rId136" Type="http://schemas.openxmlformats.org/officeDocument/2006/relationships/notesSlide" Target="../notesSlides/notesSlide365.xml"/></Relationships>
</file>

<file path=ppt/slides/_rels/slide368.xml.rels><?xml version='1.0' encoding='UTF-8' standalone='yes'?>
<Relationships xmlns="http://schemas.openxmlformats.org/package/2006/relationships"><Relationship Id="rId1" Type="http://schemas.openxmlformats.org/officeDocument/2006/relationships/tags" Target="../tags/tag1372.xml"/><Relationship Id="rId2" Type="http://schemas.openxmlformats.org/officeDocument/2006/relationships/tags" Target="../tags/tag1373.xml"/><Relationship Id="rId3" Type="http://schemas.openxmlformats.org/officeDocument/2006/relationships/tags" Target="../tags/tag1374.xml"/><Relationship Id="rId4" Type="http://schemas.openxmlformats.org/officeDocument/2006/relationships/tags" Target="../tags/tag1375.xml"/><Relationship Id="rId5" Type="http://schemas.openxmlformats.org/officeDocument/2006/relationships/tags" Target="../tags/tag1376.xml"/><Relationship Id="rId6" Type="http://schemas.openxmlformats.org/officeDocument/2006/relationships/tags" Target="../tags/tag1377.xml"/><Relationship Id="rId7" Type="http://schemas.openxmlformats.org/officeDocument/2006/relationships/tags" Target="../tags/tag1378.xml"/><Relationship Id="rId8" Type="http://schemas.openxmlformats.org/officeDocument/2006/relationships/tags" Target="../tags/tag1379.xml"/><Relationship Id="rId9" Type="http://schemas.openxmlformats.org/officeDocument/2006/relationships/tags" Target="../tags/tag1380.xml"/><Relationship Id="rId10" Type="http://schemas.openxmlformats.org/officeDocument/2006/relationships/tags" Target="../tags/tag1381.xml"/><Relationship Id="rId11" Type="http://schemas.openxmlformats.org/officeDocument/2006/relationships/tags" Target="../tags/tag1382.xml"/><Relationship Id="rId12" Type="http://schemas.openxmlformats.org/officeDocument/2006/relationships/tags" Target="../tags/tag1383.xml"/><Relationship Id="rId13" Type="http://schemas.openxmlformats.org/officeDocument/2006/relationships/tags" Target="../tags/tag1384.xml"/><Relationship Id="rId14" Type="http://schemas.openxmlformats.org/officeDocument/2006/relationships/tags" Target="../tags/tag1385.xml"/><Relationship Id="rId15" Type="http://schemas.openxmlformats.org/officeDocument/2006/relationships/tags" Target="../tags/tag1386.xml"/><Relationship Id="rId16" Type="http://schemas.openxmlformats.org/officeDocument/2006/relationships/tags" Target="../tags/tag1387.xml"/><Relationship Id="rId17" Type="http://schemas.openxmlformats.org/officeDocument/2006/relationships/tags" Target="../tags/tag1388.xml"/><Relationship Id="rId18" Type="http://schemas.openxmlformats.org/officeDocument/2006/relationships/tags" Target="../tags/tag1389.xml"/><Relationship Id="rId19" Type="http://schemas.openxmlformats.org/officeDocument/2006/relationships/tags" Target="../tags/tag1390.xml"/><Relationship Id="rId20" Type="http://schemas.openxmlformats.org/officeDocument/2006/relationships/tags" Target="../tags/tag1391.xml"/><Relationship Id="rId21" Type="http://schemas.openxmlformats.org/officeDocument/2006/relationships/tags" Target="../tags/tag1392.xml"/><Relationship Id="rId22" Type="http://schemas.openxmlformats.org/officeDocument/2006/relationships/tags" Target="../tags/tag1393.xml"/><Relationship Id="rId23" Type="http://schemas.openxmlformats.org/officeDocument/2006/relationships/tags" Target="../tags/tag1394.xml"/><Relationship Id="rId24" Type="http://schemas.openxmlformats.org/officeDocument/2006/relationships/tags" Target="../tags/tag1395.xml"/><Relationship Id="rId25" Type="http://schemas.openxmlformats.org/officeDocument/2006/relationships/tags" Target="../tags/tag1396.xml"/><Relationship Id="rId26" Type="http://schemas.openxmlformats.org/officeDocument/2006/relationships/tags" Target="../tags/tag1397.xml"/><Relationship Id="rId27" Type="http://schemas.openxmlformats.org/officeDocument/2006/relationships/tags" Target="../tags/tag1398.xml"/><Relationship Id="rId28" Type="http://schemas.openxmlformats.org/officeDocument/2006/relationships/tags" Target="../tags/tag1399.xml"/><Relationship Id="rId29" Type="http://schemas.openxmlformats.org/officeDocument/2006/relationships/tags" Target="../tags/tag1400.xml"/><Relationship Id="rId30" Type="http://schemas.openxmlformats.org/officeDocument/2006/relationships/tags" Target="../tags/tag1401.xml"/><Relationship Id="rId31" Type="http://schemas.openxmlformats.org/officeDocument/2006/relationships/tags" Target="../tags/tag1402.xml"/><Relationship Id="rId32" Type="http://schemas.openxmlformats.org/officeDocument/2006/relationships/tags" Target="../tags/tag1403.xml"/><Relationship Id="rId33" Type="http://schemas.openxmlformats.org/officeDocument/2006/relationships/tags" Target="../tags/tag1404.xml"/><Relationship Id="rId34" Type="http://schemas.openxmlformats.org/officeDocument/2006/relationships/tags" Target="../tags/tag1405.xml"/><Relationship Id="rId35" Type="http://schemas.openxmlformats.org/officeDocument/2006/relationships/tags" Target="../tags/tag1406.xml"/><Relationship Id="rId36" Type="http://schemas.openxmlformats.org/officeDocument/2006/relationships/tags" Target="../tags/tag1407.xml"/><Relationship Id="rId37" Type="http://schemas.openxmlformats.org/officeDocument/2006/relationships/tags" Target="../tags/tag1408.xml"/><Relationship Id="rId38" Type="http://schemas.openxmlformats.org/officeDocument/2006/relationships/tags" Target="../tags/tag1409.xml"/><Relationship Id="rId39" Type="http://schemas.openxmlformats.org/officeDocument/2006/relationships/tags" Target="../tags/tag1410.xml"/><Relationship Id="rId40" Type="http://schemas.openxmlformats.org/officeDocument/2006/relationships/tags" Target="../tags/tag1411.xml"/><Relationship Id="rId41" Type="http://schemas.openxmlformats.org/officeDocument/2006/relationships/tags" Target="../tags/tag1412.xml"/><Relationship Id="rId42" Type="http://schemas.openxmlformats.org/officeDocument/2006/relationships/tags" Target="../tags/tag1413.xml"/><Relationship Id="rId43" Type="http://schemas.openxmlformats.org/officeDocument/2006/relationships/tags" Target="../tags/tag1414.xml"/><Relationship Id="rId44" Type="http://schemas.openxmlformats.org/officeDocument/2006/relationships/tags" Target="../tags/tag1415.xml"/><Relationship Id="rId45" Type="http://schemas.openxmlformats.org/officeDocument/2006/relationships/tags" Target="../tags/tag1416.xml"/><Relationship Id="rId46" Type="http://schemas.openxmlformats.org/officeDocument/2006/relationships/tags" Target="../tags/tag1417.xml"/><Relationship Id="rId47" Type="http://schemas.openxmlformats.org/officeDocument/2006/relationships/tags" Target="../tags/tag1418.xml"/><Relationship Id="rId48" Type="http://schemas.openxmlformats.org/officeDocument/2006/relationships/tags" Target="../tags/tag1419.xml"/><Relationship Id="rId49" Type="http://schemas.openxmlformats.org/officeDocument/2006/relationships/tags" Target="../tags/tag1420.xml"/><Relationship Id="rId50" Type="http://schemas.openxmlformats.org/officeDocument/2006/relationships/tags" Target="../tags/tag1421.xml"/><Relationship Id="rId51" Type="http://schemas.openxmlformats.org/officeDocument/2006/relationships/tags" Target="../tags/tag1422.xml"/><Relationship Id="rId52" Type="http://schemas.openxmlformats.org/officeDocument/2006/relationships/tags" Target="../tags/tag1423.xml"/><Relationship Id="rId53" Type="http://schemas.openxmlformats.org/officeDocument/2006/relationships/tags" Target="../tags/tag1424.xml"/><Relationship Id="rId54" Type="http://schemas.openxmlformats.org/officeDocument/2006/relationships/tags" Target="../tags/tag1425.xml"/><Relationship Id="rId55" Type="http://schemas.openxmlformats.org/officeDocument/2006/relationships/tags" Target="../tags/tag1426.xml"/><Relationship Id="rId56" Type="http://schemas.openxmlformats.org/officeDocument/2006/relationships/tags" Target="../tags/tag1427.xml"/><Relationship Id="rId57" Type="http://schemas.openxmlformats.org/officeDocument/2006/relationships/tags" Target="../tags/tag1428.xml"/><Relationship Id="rId58" Type="http://schemas.openxmlformats.org/officeDocument/2006/relationships/tags" Target="../tags/tag1429.xml"/><Relationship Id="rId59" Type="http://schemas.openxmlformats.org/officeDocument/2006/relationships/tags" Target="../tags/tag1430.xml"/><Relationship Id="rId60" Type="http://schemas.openxmlformats.org/officeDocument/2006/relationships/tags" Target="../tags/tag1431.xml"/><Relationship Id="rId61" Type="http://schemas.openxmlformats.org/officeDocument/2006/relationships/tags" Target="../tags/tag1432.xml"/><Relationship Id="rId62" Type="http://schemas.openxmlformats.org/officeDocument/2006/relationships/tags" Target="../tags/tag1433.xml"/><Relationship Id="rId63" Type="http://schemas.openxmlformats.org/officeDocument/2006/relationships/tags" Target="../tags/tag1434.xml"/><Relationship Id="rId64" Type="http://schemas.openxmlformats.org/officeDocument/2006/relationships/tags" Target="../tags/tag1435.xml"/><Relationship Id="rId65" Type="http://schemas.openxmlformats.org/officeDocument/2006/relationships/tags" Target="../tags/tag1436.xml"/><Relationship Id="rId66" Type="http://schemas.openxmlformats.org/officeDocument/2006/relationships/tags" Target="../tags/tag1437.xml"/><Relationship Id="rId67" Type="http://schemas.openxmlformats.org/officeDocument/2006/relationships/tags" Target="../tags/tag1438.xml"/><Relationship Id="rId68" Type="http://schemas.openxmlformats.org/officeDocument/2006/relationships/tags" Target="../tags/tag1439.xml"/><Relationship Id="rId69" Type="http://schemas.openxmlformats.org/officeDocument/2006/relationships/tags" Target="../tags/tag1440.xml"/><Relationship Id="rId70" Type="http://schemas.openxmlformats.org/officeDocument/2006/relationships/tags" Target="../tags/tag1441.xml"/><Relationship Id="rId71" Type="http://schemas.openxmlformats.org/officeDocument/2006/relationships/tags" Target="../tags/tag1442.xml"/><Relationship Id="rId72" Type="http://schemas.openxmlformats.org/officeDocument/2006/relationships/tags" Target="../tags/tag1443.xml"/><Relationship Id="rId73" Type="http://schemas.openxmlformats.org/officeDocument/2006/relationships/tags" Target="../tags/tag1444.xml"/><Relationship Id="rId74" Type="http://schemas.openxmlformats.org/officeDocument/2006/relationships/tags" Target="../tags/tag1445.xml"/><Relationship Id="rId75" Type="http://schemas.openxmlformats.org/officeDocument/2006/relationships/tags" Target="../tags/tag1446.xml"/><Relationship Id="rId76" Type="http://schemas.openxmlformats.org/officeDocument/2006/relationships/tags" Target="../tags/tag1447.xml"/><Relationship Id="rId77" Type="http://schemas.openxmlformats.org/officeDocument/2006/relationships/tags" Target="../tags/tag1448.xml"/><Relationship Id="rId78" Type="http://schemas.openxmlformats.org/officeDocument/2006/relationships/tags" Target="../tags/tag1449.xml"/><Relationship Id="rId79" Type="http://schemas.openxmlformats.org/officeDocument/2006/relationships/tags" Target="../tags/tag1450.xml"/><Relationship Id="rId80" Type="http://schemas.openxmlformats.org/officeDocument/2006/relationships/tags" Target="../tags/tag1451.xml"/><Relationship Id="rId81" Type="http://schemas.openxmlformats.org/officeDocument/2006/relationships/tags" Target="../tags/tag1452.xml"/><Relationship Id="rId82" Type="http://schemas.openxmlformats.org/officeDocument/2006/relationships/tags" Target="../tags/tag1453.xml"/><Relationship Id="rId83" Type="http://schemas.openxmlformats.org/officeDocument/2006/relationships/tags" Target="../tags/tag1454.xml"/><Relationship Id="rId84" Type="http://schemas.openxmlformats.org/officeDocument/2006/relationships/tags" Target="../tags/tag1455.xml"/><Relationship Id="rId85" Type="http://schemas.openxmlformats.org/officeDocument/2006/relationships/tags" Target="../tags/tag1456.xml"/><Relationship Id="rId86" Type="http://schemas.openxmlformats.org/officeDocument/2006/relationships/tags" Target="../tags/tag1457.xml"/><Relationship Id="rId87" Type="http://schemas.openxmlformats.org/officeDocument/2006/relationships/tags" Target="../tags/tag1458.xml"/><Relationship Id="rId88" Type="http://schemas.openxmlformats.org/officeDocument/2006/relationships/tags" Target="../tags/tag1459.xml"/><Relationship Id="rId89" Type="http://schemas.openxmlformats.org/officeDocument/2006/relationships/tags" Target="../tags/tag1460.xml"/><Relationship Id="rId90" Type="http://schemas.openxmlformats.org/officeDocument/2006/relationships/tags" Target="../tags/tag1461.xml"/><Relationship Id="rId91" Type="http://schemas.openxmlformats.org/officeDocument/2006/relationships/tags" Target="../tags/tag1462.xml"/><Relationship Id="rId92" Type="http://schemas.openxmlformats.org/officeDocument/2006/relationships/slideLayout" Target="../slideLayouts/slideLayout2.xml"/><Relationship Id="rId93" Type="http://schemas.openxmlformats.org/officeDocument/2006/relationships/notesSlide" Target="../notesSlides/notesSlide366.xml"/><Relationship Id="rId94" Type="http://schemas.openxmlformats.org/officeDocument/2006/relationships/image" Target="../media/image30.png"/><Relationship Id="rId95" Type="http://schemas.openxmlformats.org/officeDocument/2006/relationships/image" Target="../media/image32.svg"/><Relationship Id="rId96" Type="http://schemas.openxmlformats.org/officeDocument/2006/relationships/image" Target="../media/image31.png"/></Relationships>
</file>

<file path=ppt/slides/_rels/slide369.xml.rels><?xml version='1.0' encoding='UTF-8' standalone='yes'?>
<Relationships xmlns="http://schemas.openxmlformats.org/package/2006/relationships"><Relationship Id="rId1" Type="http://schemas.openxmlformats.org/officeDocument/2006/relationships/tags" Target="../tags/tag1463.xml"/><Relationship Id="rId2" Type="http://schemas.openxmlformats.org/officeDocument/2006/relationships/tags" Target="../tags/tag1464.xml"/><Relationship Id="rId3" Type="http://schemas.openxmlformats.org/officeDocument/2006/relationships/tags" Target="../tags/tag1465.xml"/><Relationship Id="rId4" Type="http://schemas.openxmlformats.org/officeDocument/2006/relationships/tags" Target="../tags/tag1466.xml"/><Relationship Id="rId5" Type="http://schemas.openxmlformats.org/officeDocument/2006/relationships/tags" Target="../tags/tag1467.xml"/><Relationship Id="rId6" Type="http://schemas.openxmlformats.org/officeDocument/2006/relationships/tags" Target="../tags/tag1468.xml"/><Relationship Id="rId7" Type="http://schemas.openxmlformats.org/officeDocument/2006/relationships/tags" Target="../tags/tag1469.xml"/><Relationship Id="rId8" Type="http://schemas.openxmlformats.org/officeDocument/2006/relationships/tags" Target="../tags/tag1470.xml"/><Relationship Id="rId9" Type="http://schemas.openxmlformats.org/officeDocument/2006/relationships/tags" Target="../tags/tag1471.xml"/><Relationship Id="rId10" Type="http://schemas.openxmlformats.org/officeDocument/2006/relationships/tags" Target="../tags/tag1472.xml"/><Relationship Id="rId11" Type="http://schemas.openxmlformats.org/officeDocument/2006/relationships/tags" Target="../tags/tag1473.xml"/><Relationship Id="rId12" Type="http://schemas.openxmlformats.org/officeDocument/2006/relationships/tags" Target="../tags/tag1474.xml"/><Relationship Id="rId13" Type="http://schemas.openxmlformats.org/officeDocument/2006/relationships/tags" Target="../tags/tag1475.xml"/><Relationship Id="rId14" Type="http://schemas.openxmlformats.org/officeDocument/2006/relationships/tags" Target="../tags/tag1476.xml"/><Relationship Id="rId15" Type="http://schemas.openxmlformats.org/officeDocument/2006/relationships/tags" Target="../tags/tag1477.xml"/><Relationship Id="rId16" Type="http://schemas.openxmlformats.org/officeDocument/2006/relationships/tags" Target="../tags/tag1478.xml"/><Relationship Id="rId17" Type="http://schemas.openxmlformats.org/officeDocument/2006/relationships/tags" Target="../tags/tag1479.xml"/><Relationship Id="rId18" Type="http://schemas.openxmlformats.org/officeDocument/2006/relationships/tags" Target="../tags/tag1480.xml"/><Relationship Id="rId19" Type="http://schemas.openxmlformats.org/officeDocument/2006/relationships/tags" Target="../tags/tag1481.xml"/><Relationship Id="rId20" Type="http://schemas.openxmlformats.org/officeDocument/2006/relationships/tags" Target="../tags/tag1482.xml"/><Relationship Id="rId21" Type="http://schemas.openxmlformats.org/officeDocument/2006/relationships/tags" Target="../tags/tag1483.xml"/><Relationship Id="rId22" Type="http://schemas.openxmlformats.org/officeDocument/2006/relationships/tags" Target="../tags/tag1484.xml"/><Relationship Id="rId23" Type="http://schemas.openxmlformats.org/officeDocument/2006/relationships/tags" Target="../tags/tag1485.xml"/><Relationship Id="rId24" Type="http://schemas.openxmlformats.org/officeDocument/2006/relationships/tags" Target="../tags/tag1486.xml"/><Relationship Id="rId25" Type="http://schemas.openxmlformats.org/officeDocument/2006/relationships/tags" Target="../tags/tag1487.xml"/><Relationship Id="rId26" Type="http://schemas.openxmlformats.org/officeDocument/2006/relationships/tags" Target="../tags/tag1488.xml"/><Relationship Id="rId27" Type="http://schemas.openxmlformats.org/officeDocument/2006/relationships/tags" Target="../tags/tag1489.xml"/><Relationship Id="rId28" Type="http://schemas.openxmlformats.org/officeDocument/2006/relationships/tags" Target="../tags/tag1490.xml"/><Relationship Id="rId29" Type="http://schemas.openxmlformats.org/officeDocument/2006/relationships/tags" Target="../tags/tag1491.xml"/><Relationship Id="rId30" Type="http://schemas.openxmlformats.org/officeDocument/2006/relationships/tags" Target="../tags/tag1492.xml"/><Relationship Id="rId31" Type="http://schemas.openxmlformats.org/officeDocument/2006/relationships/tags" Target="../tags/tag1493.xml"/><Relationship Id="rId32" Type="http://schemas.openxmlformats.org/officeDocument/2006/relationships/tags" Target="../tags/tag1494.xml"/><Relationship Id="rId33" Type="http://schemas.openxmlformats.org/officeDocument/2006/relationships/tags" Target="../tags/tag1495.xml"/><Relationship Id="rId34" Type="http://schemas.openxmlformats.org/officeDocument/2006/relationships/tags" Target="../tags/tag1496.xml"/><Relationship Id="rId35" Type="http://schemas.openxmlformats.org/officeDocument/2006/relationships/tags" Target="../tags/tag1497.xml"/><Relationship Id="rId36" Type="http://schemas.openxmlformats.org/officeDocument/2006/relationships/tags" Target="../tags/tag1498.xml"/><Relationship Id="rId37" Type="http://schemas.openxmlformats.org/officeDocument/2006/relationships/tags" Target="../tags/tag1499.xml"/><Relationship Id="rId38" Type="http://schemas.openxmlformats.org/officeDocument/2006/relationships/tags" Target="../tags/tag1500.xml"/><Relationship Id="rId39" Type="http://schemas.openxmlformats.org/officeDocument/2006/relationships/tags" Target="../tags/tag1501.xml"/><Relationship Id="rId40" Type="http://schemas.openxmlformats.org/officeDocument/2006/relationships/tags" Target="../tags/tag1502.xml"/><Relationship Id="rId41" Type="http://schemas.openxmlformats.org/officeDocument/2006/relationships/tags" Target="../tags/tag1503.xml"/><Relationship Id="rId42" Type="http://schemas.openxmlformats.org/officeDocument/2006/relationships/tags" Target="../tags/tag1504.xml"/><Relationship Id="rId43" Type="http://schemas.openxmlformats.org/officeDocument/2006/relationships/tags" Target="../tags/tag1505.xml"/><Relationship Id="rId44" Type="http://schemas.openxmlformats.org/officeDocument/2006/relationships/tags" Target="../tags/tag1506.xml"/><Relationship Id="rId45" Type="http://schemas.openxmlformats.org/officeDocument/2006/relationships/tags" Target="../tags/tag1507.xml"/><Relationship Id="rId46" Type="http://schemas.openxmlformats.org/officeDocument/2006/relationships/tags" Target="../tags/tag1508.xml"/><Relationship Id="rId47" Type="http://schemas.openxmlformats.org/officeDocument/2006/relationships/tags" Target="../tags/tag1509.xml"/><Relationship Id="rId48" Type="http://schemas.openxmlformats.org/officeDocument/2006/relationships/tags" Target="../tags/tag1510.xml"/><Relationship Id="rId49" Type="http://schemas.openxmlformats.org/officeDocument/2006/relationships/tags" Target="../tags/tag1511.xml"/><Relationship Id="rId50" Type="http://schemas.openxmlformats.org/officeDocument/2006/relationships/tags" Target="../tags/tag1512.xml"/><Relationship Id="rId51" Type="http://schemas.openxmlformats.org/officeDocument/2006/relationships/tags" Target="../tags/tag1513.xml"/><Relationship Id="rId52" Type="http://schemas.openxmlformats.org/officeDocument/2006/relationships/tags" Target="../tags/tag1514.xml"/><Relationship Id="rId53" Type="http://schemas.openxmlformats.org/officeDocument/2006/relationships/tags" Target="../tags/tag1515.xml"/><Relationship Id="rId54" Type="http://schemas.openxmlformats.org/officeDocument/2006/relationships/tags" Target="../tags/tag1516.xml"/><Relationship Id="rId55" Type="http://schemas.openxmlformats.org/officeDocument/2006/relationships/tags" Target="../tags/tag1517.xml"/><Relationship Id="rId56" Type="http://schemas.openxmlformats.org/officeDocument/2006/relationships/tags" Target="../tags/tag1518.xml"/><Relationship Id="rId57" Type="http://schemas.openxmlformats.org/officeDocument/2006/relationships/tags" Target="../tags/tag1519.xml"/><Relationship Id="rId58" Type="http://schemas.openxmlformats.org/officeDocument/2006/relationships/tags" Target="../tags/tag1520.xml"/><Relationship Id="rId59" Type="http://schemas.openxmlformats.org/officeDocument/2006/relationships/tags" Target="../tags/tag1521.xml"/><Relationship Id="rId60" Type="http://schemas.openxmlformats.org/officeDocument/2006/relationships/tags" Target="../tags/tag1522.xml"/><Relationship Id="rId61" Type="http://schemas.openxmlformats.org/officeDocument/2006/relationships/tags" Target="../tags/tag1523.xml"/><Relationship Id="rId62" Type="http://schemas.openxmlformats.org/officeDocument/2006/relationships/tags" Target="../tags/tag1524.xml"/><Relationship Id="rId63" Type="http://schemas.openxmlformats.org/officeDocument/2006/relationships/tags" Target="../tags/tag1525.xml"/><Relationship Id="rId64" Type="http://schemas.openxmlformats.org/officeDocument/2006/relationships/tags" Target="../tags/tag1526.xml"/><Relationship Id="rId65" Type="http://schemas.openxmlformats.org/officeDocument/2006/relationships/tags" Target="../tags/tag1527.xml"/><Relationship Id="rId66" Type="http://schemas.openxmlformats.org/officeDocument/2006/relationships/tags" Target="../tags/tag1528.xml"/><Relationship Id="rId67" Type="http://schemas.openxmlformats.org/officeDocument/2006/relationships/tags" Target="../tags/tag1529.xml"/><Relationship Id="rId68" Type="http://schemas.openxmlformats.org/officeDocument/2006/relationships/tags" Target="../tags/tag1530.xml"/><Relationship Id="rId69" Type="http://schemas.openxmlformats.org/officeDocument/2006/relationships/tags" Target="../tags/tag1531.xml"/><Relationship Id="rId70" Type="http://schemas.openxmlformats.org/officeDocument/2006/relationships/tags" Target="../tags/tag1532.xml"/><Relationship Id="rId71" Type="http://schemas.openxmlformats.org/officeDocument/2006/relationships/tags" Target="../tags/tag1533.xml"/><Relationship Id="rId72" Type="http://schemas.openxmlformats.org/officeDocument/2006/relationships/tags" Target="../tags/tag1534.xml"/><Relationship Id="rId73" Type="http://schemas.openxmlformats.org/officeDocument/2006/relationships/tags" Target="../tags/tag1535.xml"/><Relationship Id="rId74" Type="http://schemas.openxmlformats.org/officeDocument/2006/relationships/tags" Target="../tags/tag1536.xml"/><Relationship Id="rId75" Type="http://schemas.openxmlformats.org/officeDocument/2006/relationships/tags" Target="../tags/tag1537.xml"/><Relationship Id="rId76" Type="http://schemas.openxmlformats.org/officeDocument/2006/relationships/tags" Target="../tags/tag1538.xml"/><Relationship Id="rId77" Type="http://schemas.openxmlformats.org/officeDocument/2006/relationships/tags" Target="../tags/tag1539.xml"/><Relationship Id="rId78" Type="http://schemas.openxmlformats.org/officeDocument/2006/relationships/tags" Target="../tags/tag1540.xml"/><Relationship Id="rId79" Type="http://schemas.openxmlformats.org/officeDocument/2006/relationships/tags" Target="../tags/tag1541.xml"/><Relationship Id="rId80" Type="http://schemas.openxmlformats.org/officeDocument/2006/relationships/tags" Target="../tags/tag1542.xml"/><Relationship Id="rId81" Type="http://schemas.openxmlformats.org/officeDocument/2006/relationships/tags" Target="../tags/tag1543.xml"/><Relationship Id="rId82" Type="http://schemas.openxmlformats.org/officeDocument/2006/relationships/tags" Target="../tags/tag1544.xml"/><Relationship Id="rId83" Type="http://schemas.openxmlformats.org/officeDocument/2006/relationships/tags" Target="../tags/tag1545.xml"/><Relationship Id="rId84" Type="http://schemas.openxmlformats.org/officeDocument/2006/relationships/tags" Target="../tags/tag1546.xml"/><Relationship Id="rId85" Type="http://schemas.openxmlformats.org/officeDocument/2006/relationships/tags" Target="../tags/tag1547.xml"/><Relationship Id="rId86" Type="http://schemas.openxmlformats.org/officeDocument/2006/relationships/tags" Target="../tags/tag1548.xml"/><Relationship Id="rId87" Type="http://schemas.openxmlformats.org/officeDocument/2006/relationships/tags" Target="../tags/tag1549.xml"/><Relationship Id="rId88" Type="http://schemas.openxmlformats.org/officeDocument/2006/relationships/tags" Target="../tags/tag1550.xml"/><Relationship Id="rId89" Type="http://schemas.openxmlformats.org/officeDocument/2006/relationships/tags" Target="../tags/tag1551.xml"/><Relationship Id="rId90" Type="http://schemas.openxmlformats.org/officeDocument/2006/relationships/tags" Target="../tags/tag1552.xml"/><Relationship Id="rId91" Type="http://schemas.openxmlformats.org/officeDocument/2006/relationships/tags" Target="../tags/tag1553.xml"/><Relationship Id="rId92" Type="http://schemas.openxmlformats.org/officeDocument/2006/relationships/tags" Target="../tags/tag1554.xml"/><Relationship Id="rId93" Type="http://schemas.openxmlformats.org/officeDocument/2006/relationships/tags" Target="../tags/tag1555.xml"/><Relationship Id="rId94" Type="http://schemas.openxmlformats.org/officeDocument/2006/relationships/tags" Target="../tags/tag1556.xml"/><Relationship Id="rId95" Type="http://schemas.openxmlformats.org/officeDocument/2006/relationships/tags" Target="../tags/tag1557.xml"/><Relationship Id="rId96" Type="http://schemas.openxmlformats.org/officeDocument/2006/relationships/tags" Target="../tags/tag1558.xml"/><Relationship Id="rId97" Type="http://schemas.openxmlformats.org/officeDocument/2006/relationships/tags" Target="../tags/tag1559.xml"/><Relationship Id="rId98" Type="http://schemas.openxmlformats.org/officeDocument/2006/relationships/tags" Target="../tags/tag1560.xml"/><Relationship Id="rId99" Type="http://schemas.openxmlformats.org/officeDocument/2006/relationships/tags" Target="../tags/tag1561.xml"/><Relationship Id="rId100" Type="http://schemas.openxmlformats.org/officeDocument/2006/relationships/tags" Target="../tags/tag1562.xml"/><Relationship Id="rId101" Type="http://schemas.openxmlformats.org/officeDocument/2006/relationships/tags" Target="../tags/tag1563.xml"/><Relationship Id="rId102" Type="http://schemas.openxmlformats.org/officeDocument/2006/relationships/tags" Target="../tags/tag1564.xml"/><Relationship Id="rId103" Type="http://schemas.openxmlformats.org/officeDocument/2006/relationships/tags" Target="../tags/tag1565.xml"/><Relationship Id="rId104" Type="http://schemas.openxmlformats.org/officeDocument/2006/relationships/tags" Target="../tags/tag1566.xml"/><Relationship Id="rId105" Type="http://schemas.openxmlformats.org/officeDocument/2006/relationships/tags" Target="../tags/tag1567.xml"/><Relationship Id="rId106" Type="http://schemas.openxmlformats.org/officeDocument/2006/relationships/tags" Target="../tags/tag1568.xml"/><Relationship Id="rId107" Type="http://schemas.openxmlformats.org/officeDocument/2006/relationships/tags" Target="../tags/tag1569.xml"/><Relationship Id="rId108" Type="http://schemas.openxmlformats.org/officeDocument/2006/relationships/tags" Target="../tags/tag1570.xml"/><Relationship Id="rId109" Type="http://schemas.openxmlformats.org/officeDocument/2006/relationships/tags" Target="../tags/tag1571.xml"/><Relationship Id="rId110" Type="http://schemas.openxmlformats.org/officeDocument/2006/relationships/tags" Target="../tags/tag1572.xml"/><Relationship Id="rId111" Type="http://schemas.openxmlformats.org/officeDocument/2006/relationships/tags" Target="../tags/tag1573.xml"/><Relationship Id="rId112" Type="http://schemas.openxmlformats.org/officeDocument/2006/relationships/tags" Target="../tags/tag1574.xml"/><Relationship Id="rId113" Type="http://schemas.openxmlformats.org/officeDocument/2006/relationships/tags" Target="../tags/tag1575.xml"/><Relationship Id="rId114" Type="http://schemas.openxmlformats.org/officeDocument/2006/relationships/tags" Target="../tags/tag1576.xml"/><Relationship Id="rId115" Type="http://schemas.openxmlformats.org/officeDocument/2006/relationships/tags" Target="../tags/tag1577.xml"/><Relationship Id="rId116" Type="http://schemas.openxmlformats.org/officeDocument/2006/relationships/tags" Target="../tags/tag1578.xml"/><Relationship Id="rId117" Type="http://schemas.openxmlformats.org/officeDocument/2006/relationships/tags" Target="../tags/tag1579.xml"/><Relationship Id="rId118" Type="http://schemas.openxmlformats.org/officeDocument/2006/relationships/tags" Target="../tags/tag1580.xml"/><Relationship Id="rId119" Type="http://schemas.openxmlformats.org/officeDocument/2006/relationships/tags" Target="../tags/tag1581.xml"/><Relationship Id="rId120" Type="http://schemas.openxmlformats.org/officeDocument/2006/relationships/tags" Target="../tags/tag1582.xml"/><Relationship Id="rId121" Type="http://schemas.openxmlformats.org/officeDocument/2006/relationships/tags" Target="../tags/tag1583.xml"/><Relationship Id="rId122" Type="http://schemas.openxmlformats.org/officeDocument/2006/relationships/slideLayout" Target="../slideLayouts/slideLayout2.xml"/><Relationship Id="rId123" Type="http://schemas.openxmlformats.org/officeDocument/2006/relationships/notesSlide" Target="../notesSlides/notesSlide367.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8.xml"/><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image" Target="../media/image44.svg"/><Relationship Id="rId8" Type="http://schemas.openxmlformats.org/officeDocument/2006/relationships/image" Target="../media/image45.svg"/><Relationship Id="rId9" Type="http://schemas.openxmlformats.org/officeDocument/2006/relationships/image" Target="../media/image46.svg"/><Relationship Id="rId10" Type="http://schemas.openxmlformats.org/officeDocument/2006/relationships/image" Target="../media/image32.svg"/></Relationships>
</file>

<file path=ppt/slides/_rels/slide371.xml.rels><?xml version='1.0' encoding='UTF-8' standalone='yes'?>
<Relationships xmlns="http://schemas.openxmlformats.org/package/2006/relationships"><Relationship Id="rId1" Type="http://schemas.openxmlformats.org/officeDocument/2006/relationships/tags" Target="../tags/tag1584.xml"/><Relationship Id="rId2" Type="http://schemas.openxmlformats.org/officeDocument/2006/relationships/tags" Target="../tags/tag1585.xml"/><Relationship Id="rId3" Type="http://schemas.openxmlformats.org/officeDocument/2006/relationships/slideLayout" Target="../slideLayouts/slideLayout2.xml"/><Relationship Id="rId4" Type="http://schemas.openxmlformats.org/officeDocument/2006/relationships/notesSlide" Target="../notesSlides/notesSlide369.xml"/><Relationship Id="rId5" Type="http://schemas.openxmlformats.org/officeDocument/2006/relationships/image" Target="../media/image47.jpg"/></Relationships>
</file>

<file path=ppt/slides/_rels/slide372.xml.rels><?xml version='1.0' encoding='UTF-8' standalone='yes'?>
<Relationships xmlns="http://schemas.openxmlformats.org/package/2006/relationships"><Relationship Id="rId1" Type="http://schemas.openxmlformats.org/officeDocument/2006/relationships/tags" Target="../tags/tag1586.xml"/><Relationship Id="rId2" Type="http://schemas.openxmlformats.org/officeDocument/2006/relationships/tags" Target="../tags/tag1587.xml"/><Relationship Id="rId3" Type="http://schemas.openxmlformats.org/officeDocument/2006/relationships/tags" Target="../tags/tag1588.xml"/><Relationship Id="rId4" Type="http://schemas.openxmlformats.org/officeDocument/2006/relationships/slideLayout" Target="../slideLayouts/slideLayout2.xml"/><Relationship Id="rId5" Type="http://schemas.openxmlformats.org/officeDocument/2006/relationships/notesSlide" Target="../notesSlides/notesSlide370.xml"/><Relationship Id="rId6" Type="http://schemas.openxmlformats.org/officeDocument/2006/relationships/image" Target="../media/image48.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1.xml"/></Relationships>
</file>

<file path=ppt/slides/_rels/slide374.xml.rels><?xml version='1.0' encoding='UTF-8' standalone='yes'?>
<Relationships xmlns="http://schemas.openxmlformats.org/package/2006/relationships"><Relationship Id="rId1" Type="http://schemas.openxmlformats.org/officeDocument/2006/relationships/tags" Target="../tags/tag1589.xml"/><Relationship Id="rId2" Type="http://schemas.openxmlformats.org/officeDocument/2006/relationships/slideLayout" Target="../slideLayouts/slideLayout2.xml"/><Relationship Id="rId3" Type="http://schemas.openxmlformats.org/officeDocument/2006/relationships/notesSlide" Target="../notesSlides/notesSlide372.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1" Type="http://schemas.openxmlformats.org/officeDocument/2006/relationships/tags" Target="../tags/tag1590.xml"/><Relationship Id="rId2" Type="http://schemas.openxmlformats.org/officeDocument/2006/relationships/tags" Target="../tags/tag1591.xml"/><Relationship Id="rId3" Type="http://schemas.openxmlformats.org/officeDocument/2006/relationships/tags" Target="../tags/tag1592.xml"/><Relationship Id="rId4" Type="http://schemas.openxmlformats.org/officeDocument/2006/relationships/tags" Target="../tags/tag1593.xml"/><Relationship Id="rId5" Type="http://schemas.openxmlformats.org/officeDocument/2006/relationships/tags" Target="../tags/tag1594.xml"/><Relationship Id="rId6" Type="http://schemas.openxmlformats.org/officeDocument/2006/relationships/tags" Target="../tags/tag1595.xml"/><Relationship Id="rId7" Type="http://schemas.openxmlformats.org/officeDocument/2006/relationships/tags" Target="../tags/tag1596.xml"/><Relationship Id="rId8" Type="http://schemas.openxmlformats.org/officeDocument/2006/relationships/tags" Target="../tags/tag1597.xml"/><Relationship Id="rId9" Type="http://schemas.openxmlformats.org/officeDocument/2006/relationships/tags" Target="../tags/tag1598.xml"/><Relationship Id="rId10" Type="http://schemas.openxmlformats.org/officeDocument/2006/relationships/tags" Target="../tags/tag1599.xml"/><Relationship Id="rId11" Type="http://schemas.openxmlformats.org/officeDocument/2006/relationships/tags" Target="../tags/tag1600.xml"/><Relationship Id="rId12" Type="http://schemas.openxmlformats.org/officeDocument/2006/relationships/tags" Target="../tags/tag1601.xml"/><Relationship Id="rId13" Type="http://schemas.openxmlformats.org/officeDocument/2006/relationships/tags" Target="../tags/tag1602.xml"/><Relationship Id="rId14" Type="http://schemas.openxmlformats.org/officeDocument/2006/relationships/slideLayout" Target="../slideLayouts/slideLayout2.xml"/><Relationship Id="rId15" Type="http://schemas.openxmlformats.org/officeDocument/2006/relationships/notesSlide" Target="../notesSlides/notesSlide373.xml"/></Relationships>
</file>

<file path=ppt/slides/_rels/slide376.xml.rels><?xml version='1.0' encoding='UTF-8' standalone='yes'?>
<Relationships xmlns="http://schemas.openxmlformats.org/package/2006/relationships"><Relationship Id="rId1" Type="http://schemas.openxmlformats.org/officeDocument/2006/relationships/tags" Target="../tags/tag1603.xml"/><Relationship Id="rId2" Type="http://schemas.openxmlformats.org/officeDocument/2006/relationships/tags" Target="../tags/tag1604.xml"/><Relationship Id="rId3" Type="http://schemas.openxmlformats.org/officeDocument/2006/relationships/tags" Target="../tags/tag1605.xml"/><Relationship Id="rId4" Type="http://schemas.openxmlformats.org/officeDocument/2006/relationships/tags" Target="../tags/tag1606.xml"/><Relationship Id="rId5" Type="http://schemas.openxmlformats.org/officeDocument/2006/relationships/tags" Target="../tags/tag1607.xml"/><Relationship Id="rId6" Type="http://schemas.openxmlformats.org/officeDocument/2006/relationships/tags" Target="../tags/tag1608.xml"/><Relationship Id="rId7" Type="http://schemas.openxmlformats.org/officeDocument/2006/relationships/slideLayout" Target="../slideLayouts/slideLayout2.xml"/><Relationship Id="rId8" Type="http://schemas.openxmlformats.org/officeDocument/2006/relationships/notesSlide" Target="../notesSlides/notesSlide374.xml"/></Relationships>
</file>

<file path=ppt/slides/_rels/slide377.xml.rels><?xml version='1.0' encoding='UTF-8' standalone='yes'?>
<Relationships xmlns="http://schemas.openxmlformats.org/package/2006/relationships"><Relationship Id="rId1" Type="http://schemas.openxmlformats.org/officeDocument/2006/relationships/tags" Target="../tags/tag1609.xml"/><Relationship Id="rId2" Type="http://schemas.openxmlformats.org/officeDocument/2006/relationships/tags" Target="../tags/tag1610.xml"/><Relationship Id="rId3" Type="http://schemas.openxmlformats.org/officeDocument/2006/relationships/slideLayout" Target="../slideLayouts/slideLayout2.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1" Type="http://schemas.openxmlformats.org/officeDocument/2006/relationships/tags" Target="../tags/tag1611.xml"/><Relationship Id="rId2" Type="http://schemas.openxmlformats.org/officeDocument/2006/relationships/slideLayout" Target="../slideLayouts/slideLayout2.xml"/><Relationship Id="rId3" Type="http://schemas.openxmlformats.org/officeDocument/2006/relationships/notesSlide" Target="../notesSlides/notesSlide376.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chart" Target="../charts/chart31.xml"/></Relationships>
</file>

<file path=ppt/slides/_rels/slide379.xml.rels><?xml version='1.0' encoding='UTF-8' standalone='yes'?>
<Relationships xmlns="http://schemas.openxmlformats.org/package/2006/relationships"><Relationship Id="rId1" Type="http://schemas.openxmlformats.org/officeDocument/2006/relationships/tags" Target="../tags/tag1612.xml"/><Relationship Id="rId2" Type="http://schemas.openxmlformats.org/officeDocument/2006/relationships/slideLayout" Target="../slideLayouts/slideLayout2.xml"/><Relationship Id="rId3" Type="http://schemas.openxmlformats.org/officeDocument/2006/relationships/notesSlide" Target="../notesSlides/notesSlide377.xml"/></Relationships>
</file>

<file path=ppt/slides/_rels/slide380.xml.rels><?xml version='1.0' encoding='UTF-8' standalone='yes'?>
<Relationships xmlns="http://schemas.openxmlformats.org/package/2006/relationships"><Relationship Id="rId1" Type="http://schemas.openxmlformats.org/officeDocument/2006/relationships/tags" Target="../tags/tag1613.xml"/><Relationship Id="rId2" Type="http://schemas.openxmlformats.org/officeDocument/2006/relationships/slideLayout" Target="../slideLayouts/slideLayout2.xml"/><Relationship Id="rId3" Type="http://schemas.openxmlformats.org/officeDocument/2006/relationships/notesSlide" Target="../notesSlides/notesSlide378.xml"/></Relationships>
</file>

<file path=ppt/slides/_rels/slide381.xml.rels><?xml version='1.0' encoding='UTF-8' standalone='yes'?>
<Relationships xmlns="http://schemas.openxmlformats.org/package/2006/relationships"><Relationship Id="rId1" Type="http://schemas.openxmlformats.org/officeDocument/2006/relationships/tags" Target="../tags/tag1614.xml"/><Relationship Id="rId2" Type="http://schemas.openxmlformats.org/officeDocument/2006/relationships/tags" Target="../tags/tag1615.xml"/><Relationship Id="rId3" Type="http://schemas.openxmlformats.org/officeDocument/2006/relationships/tags" Target="../tags/tag1616.xml"/><Relationship Id="rId4" Type="http://schemas.openxmlformats.org/officeDocument/2006/relationships/tags" Target="../tags/tag1617.xml"/><Relationship Id="rId5" Type="http://schemas.openxmlformats.org/officeDocument/2006/relationships/tags" Target="../tags/tag1618.xml"/><Relationship Id="rId6" Type="http://schemas.openxmlformats.org/officeDocument/2006/relationships/tags" Target="../tags/tag1619.xml"/><Relationship Id="rId7" Type="http://schemas.openxmlformats.org/officeDocument/2006/relationships/tags" Target="../tags/tag1620.xml"/><Relationship Id="rId8" Type="http://schemas.openxmlformats.org/officeDocument/2006/relationships/tags" Target="../tags/tag1621.xml"/><Relationship Id="rId9" Type="http://schemas.openxmlformats.org/officeDocument/2006/relationships/tags" Target="../tags/tag1622.xml"/><Relationship Id="rId10" Type="http://schemas.openxmlformats.org/officeDocument/2006/relationships/tags" Target="../tags/tag1623.xml"/><Relationship Id="rId11" Type="http://schemas.openxmlformats.org/officeDocument/2006/relationships/tags" Target="../tags/tag1624.xml"/><Relationship Id="rId12" Type="http://schemas.openxmlformats.org/officeDocument/2006/relationships/tags" Target="../tags/tag1625.xml"/><Relationship Id="rId13" Type="http://schemas.openxmlformats.org/officeDocument/2006/relationships/tags" Target="../tags/tag1626.xml"/><Relationship Id="rId14" Type="http://schemas.openxmlformats.org/officeDocument/2006/relationships/tags" Target="../tags/tag1627.xml"/><Relationship Id="rId15" Type="http://schemas.openxmlformats.org/officeDocument/2006/relationships/tags" Target="../tags/tag1628.xml"/><Relationship Id="rId16" Type="http://schemas.openxmlformats.org/officeDocument/2006/relationships/tags" Target="../tags/tag1629.xml"/><Relationship Id="rId17" Type="http://schemas.openxmlformats.org/officeDocument/2006/relationships/tags" Target="../tags/tag1630.xml"/><Relationship Id="rId18" Type="http://schemas.openxmlformats.org/officeDocument/2006/relationships/tags" Target="../tags/tag1631.xml"/><Relationship Id="rId19" Type="http://schemas.openxmlformats.org/officeDocument/2006/relationships/tags" Target="../tags/tag1632.xml"/><Relationship Id="rId20" Type="http://schemas.openxmlformats.org/officeDocument/2006/relationships/tags" Target="../tags/tag1633.xml"/><Relationship Id="rId21" Type="http://schemas.openxmlformats.org/officeDocument/2006/relationships/tags" Target="../tags/tag1634.xml"/><Relationship Id="rId22" Type="http://schemas.openxmlformats.org/officeDocument/2006/relationships/tags" Target="../tags/tag1635.xml"/><Relationship Id="rId23" Type="http://schemas.openxmlformats.org/officeDocument/2006/relationships/tags" Target="../tags/tag1636.xml"/><Relationship Id="rId24" Type="http://schemas.openxmlformats.org/officeDocument/2006/relationships/tags" Target="../tags/tag1637.xml"/><Relationship Id="rId25" Type="http://schemas.openxmlformats.org/officeDocument/2006/relationships/tags" Target="../tags/tag1638.xml"/><Relationship Id="rId26" Type="http://schemas.openxmlformats.org/officeDocument/2006/relationships/tags" Target="../tags/tag1639.xml"/><Relationship Id="rId27" Type="http://schemas.openxmlformats.org/officeDocument/2006/relationships/tags" Target="../tags/tag1640.xml"/><Relationship Id="rId28" Type="http://schemas.openxmlformats.org/officeDocument/2006/relationships/tags" Target="../tags/tag1641.xml"/><Relationship Id="rId29" Type="http://schemas.openxmlformats.org/officeDocument/2006/relationships/tags" Target="../tags/tag1642.xml"/><Relationship Id="rId30" Type="http://schemas.openxmlformats.org/officeDocument/2006/relationships/tags" Target="../tags/tag1643.xml"/><Relationship Id="rId31" Type="http://schemas.openxmlformats.org/officeDocument/2006/relationships/tags" Target="../tags/tag1644.xml"/><Relationship Id="rId32" Type="http://schemas.openxmlformats.org/officeDocument/2006/relationships/tags" Target="../tags/tag1645.xml"/><Relationship Id="rId33" Type="http://schemas.openxmlformats.org/officeDocument/2006/relationships/tags" Target="../tags/tag1646.xml"/><Relationship Id="rId34" Type="http://schemas.openxmlformats.org/officeDocument/2006/relationships/tags" Target="../tags/tag1647.xml"/><Relationship Id="rId35" Type="http://schemas.openxmlformats.org/officeDocument/2006/relationships/tags" Target="../tags/tag1648.xml"/><Relationship Id="rId36" Type="http://schemas.openxmlformats.org/officeDocument/2006/relationships/tags" Target="../tags/tag1649.xml"/><Relationship Id="rId37" Type="http://schemas.openxmlformats.org/officeDocument/2006/relationships/tags" Target="../tags/tag1650.xml"/><Relationship Id="rId38" Type="http://schemas.openxmlformats.org/officeDocument/2006/relationships/tags" Target="../tags/tag1651.xml"/><Relationship Id="rId39" Type="http://schemas.openxmlformats.org/officeDocument/2006/relationships/tags" Target="../tags/tag1652.xml"/><Relationship Id="rId40" Type="http://schemas.openxmlformats.org/officeDocument/2006/relationships/tags" Target="../tags/tag1653.xml"/><Relationship Id="rId41" Type="http://schemas.openxmlformats.org/officeDocument/2006/relationships/tags" Target="../tags/tag1654.xml"/><Relationship Id="rId42" Type="http://schemas.openxmlformats.org/officeDocument/2006/relationships/tags" Target="../tags/tag1655.xml"/><Relationship Id="rId43" Type="http://schemas.openxmlformats.org/officeDocument/2006/relationships/tags" Target="../tags/tag1656.xml"/><Relationship Id="rId44" Type="http://schemas.openxmlformats.org/officeDocument/2006/relationships/tags" Target="../tags/tag1657.xml"/><Relationship Id="rId45" Type="http://schemas.openxmlformats.org/officeDocument/2006/relationships/tags" Target="../tags/tag1658.xml"/><Relationship Id="rId46" Type="http://schemas.openxmlformats.org/officeDocument/2006/relationships/tags" Target="../tags/tag1659.xml"/><Relationship Id="rId47" Type="http://schemas.openxmlformats.org/officeDocument/2006/relationships/tags" Target="../tags/tag1660.xml"/><Relationship Id="rId48" Type="http://schemas.openxmlformats.org/officeDocument/2006/relationships/tags" Target="../tags/tag1661.xml"/><Relationship Id="rId49" Type="http://schemas.openxmlformats.org/officeDocument/2006/relationships/tags" Target="../tags/tag1662.xml"/><Relationship Id="rId50" Type="http://schemas.openxmlformats.org/officeDocument/2006/relationships/tags" Target="../tags/tag1663.xml"/><Relationship Id="rId51" Type="http://schemas.openxmlformats.org/officeDocument/2006/relationships/tags" Target="../tags/tag1664.xml"/><Relationship Id="rId52" Type="http://schemas.openxmlformats.org/officeDocument/2006/relationships/tags" Target="../tags/tag1665.xml"/><Relationship Id="rId53" Type="http://schemas.openxmlformats.org/officeDocument/2006/relationships/tags" Target="../tags/tag1666.xml"/><Relationship Id="rId54" Type="http://schemas.openxmlformats.org/officeDocument/2006/relationships/tags" Target="../tags/tag1667.xml"/><Relationship Id="rId55" Type="http://schemas.openxmlformats.org/officeDocument/2006/relationships/tags" Target="../tags/tag1668.xml"/><Relationship Id="rId56" Type="http://schemas.openxmlformats.org/officeDocument/2006/relationships/tags" Target="../tags/tag1669.xml"/><Relationship Id="rId57" Type="http://schemas.openxmlformats.org/officeDocument/2006/relationships/tags" Target="../tags/tag1670.xml"/><Relationship Id="rId58" Type="http://schemas.openxmlformats.org/officeDocument/2006/relationships/tags" Target="../tags/tag1671.xml"/><Relationship Id="rId59" Type="http://schemas.openxmlformats.org/officeDocument/2006/relationships/tags" Target="../tags/tag1672.xml"/><Relationship Id="rId60" Type="http://schemas.openxmlformats.org/officeDocument/2006/relationships/tags" Target="../tags/tag1673.xml"/><Relationship Id="rId61" Type="http://schemas.openxmlformats.org/officeDocument/2006/relationships/tags" Target="../tags/tag1674.xml"/><Relationship Id="rId62" Type="http://schemas.openxmlformats.org/officeDocument/2006/relationships/tags" Target="../tags/tag1675.xml"/><Relationship Id="rId63" Type="http://schemas.openxmlformats.org/officeDocument/2006/relationships/tags" Target="../tags/tag1676.xml"/><Relationship Id="rId64" Type="http://schemas.openxmlformats.org/officeDocument/2006/relationships/tags" Target="../tags/tag1677.xml"/><Relationship Id="rId65" Type="http://schemas.openxmlformats.org/officeDocument/2006/relationships/tags" Target="../tags/tag1678.xml"/><Relationship Id="rId66" Type="http://schemas.openxmlformats.org/officeDocument/2006/relationships/tags" Target="../tags/tag1679.xml"/><Relationship Id="rId67" Type="http://schemas.openxmlformats.org/officeDocument/2006/relationships/tags" Target="../tags/tag1680.xml"/><Relationship Id="rId68" Type="http://schemas.openxmlformats.org/officeDocument/2006/relationships/tags" Target="../tags/tag1681.xml"/><Relationship Id="rId69" Type="http://schemas.openxmlformats.org/officeDocument/2006/relationships/tags" Target="../tags/tag1682.xml"/><Relationship Id="rId70" Type="http://schemas.openxmlformats.org/officeDocument/2006/relationships/tags" Target="../tags/tag1683.xml"/><Relationship Id="rId71" Type="http://schemas.openxmlformats.org/officeDocument/2006/relationships/tags" Target="../tags/tag1684.xml"/><Relationship Id="rId72" Type="http://schemas.openxmlformats.org/officeDocument/2006/relationships/tags" Target="../tags/tag1685.xml"/><Relationship Id="rId73" Type="http://schemas.openxmlformats.org/officeDocument/2006/relationships/tags" Target="../tags/tag1686.xml"/><Relationship Id="rId74" Type="http://schemas.openxmlformats.org/officeDocument/2006/relationships/tags" Target="../tags/tag1687.xml"/><Relationship Id="rId75" Type="http://schemas.openxmlformats.org/officeDocument/2006/relationships/tags" Target="../tags/tag1688.xml"/><Relationship Id="rId76" Type="http://schemas.openxmlformats.org/officeDocument/2006/relationships/tags" Target="../tags/tag1689.xml"/><Relationship Id="rId77" Type="http://schemas.openxmlformats.org/officeDocument/2006/relationships/tags" Target="../tags/tag1690.xml"/><Relationship Id="rId78" Type="http://schemas.openxmlformats.org/officeDocument/2006/relationships/tags" Target="../tags/tag1691.xml"/><Relationship Id="rId79" Type="http://schemas.openxmlformats.org/officeDocument/2006/relationships/tags" Target="../tags/tag1692.xml"/><Relationship Id="rId80" Type="http://schemas.openxmlformats.org/officeDocument/2006/relationships/tags" Target="../tags/tag1693.xml"/><Relationship Id="rId81" Type="http://schemas.openxmlformats.org/officeDocument/2006/relationships/tags" Target="../tags/tag1694.xml"/><Relationship Id="rId82" Type="http://schemas.openxmlformats.org/officeDocument/2006/relationships/tags" Target="../tags/tag1695.xml"/><Relationship Id="rId83" Type="http://schemas.openxmlformats.org/officeDocument/2006/relationships/tags" Target="../tags/tag1696.xml"/><Relationship Id="rId84" Type="http://schemas.openxmlformats.org/officeDocument/2006/relationships/tags" Target="../tags/tag1697.xml"/><Relationship Id="rId85" Type="http://schemas.openxmlformats.org/officeDocument/2006/relationships/tags" Target="../tags/tag1698.xml"/><Relationship Id="rId86" Type="http://schemas.openxmlformats.org/officeDocument/2006/relationships/tags" Target="../tags/tag1699.xml"/><Relationship Id="rId87" Type="http://schemas.openxmlformats.org/officeDocument/2006/relationships/tags" Target="../tags/tag1700.xml"/><Relationship Id="rId88" Type="http://schemas.openxmlformats.org/officeDocument/2006/relationships/tags" Target="../tags/tag1701.xml"/><Relationship Id="rId89" Type="http://schemas.openxmlformats.org/officeDocument/2006/relationships/tags" Target="../tags/tag1702.xml"/><Relationship Id="rId90" Type="http://schemas.openxmlformats.org/officeDocument/2006/relationships/tags" Target="../tags/tag1703.xml"/><Relationship Id="rId91" Type="http://schemas.openxmlformats.org/officeDocument/2006/relationships/tags" Target="../tags/tag1704.xml"/><Relationship Id="rId92" Type="http://schemas.openxmlformats.org/officeDocument/2006/relationships/slideLayout" Target="../slideLayouts/slideLayout2.xml"/><Relationship Id="rId93" Type="http://schemas.openxmlformats.org/officeDocument/2006/relationships/notesSlide" Target="../notesSlides/notesSlide379.xml"/></Relationships>
</file>

<file path=ppt/slides/_rels/slide382.xml.rels><?xml version='1.0' encoding='UTF-8' standalone='yes'?>
<Relationships xmlns="http://schemas.openxmlformats.org/package/2006/relationships"><Relationship Id="rId1" Type="http://schemas.openxmlformats.org/officeDocument/2006/relationships/tags" Target="../tags/tag1705.xml"/><Relationship Id="rId2" Type="http://schemas.openxmlformats.org/officeDocument/2006/relationships/tags" Target="../tags/tag1706.xml"/><Relationship Id="rId3" Type="http://schemas.openxmlformats.org/officeDocument/2006/relationships/tags" Target="../tags/tag1707.xml"/><Relationship Id="rId4" Type="http://schemas.openxmlformats.org/officeDocument/2006/relationships/tags" Target="../tags/tag1708.xml"/><Relationship Id="rId5" Type="http://schemas.openxmlformats.org/officeDocument/2006/relationships/tags" Target="../tags/tag1709.xml"/><Relationship Id="rId6" Type="http://schemas.openxmlformats.org/officeDocument/2006/relationships/tags" Target="../tags/tag1710.xml"/><Relationship Id="rId7" Type="http://schemas.openxmlformats.org/officeDocument/2006/relationships/tags" Target="../tags/tag1711.xml"/><Relationship Id="rId8" Type="http://schemas.openxmlformats.org/officeDocument/2006/relationships/tags" Target="../tags/tag1712.xml"/><Relationship Id="rId9" Type="http://schemas.openxmlformats.org/officeDocument/2006/relationships/tags" Target="../tags/tag1713.xml"/><Relationship Id="rId10" Type="http://schemas.openxmlformats.org/officeDocument/2006/relationships/tags" Target="../tags/tag1714.xml"/><Relationship Id="rId11" Type="http://schemas.openxmlformats.org/officeDocument/2006/relationships/tags" Target="../tags/tag1715.xml"/><Relationship Id="rId12" Type="http://schemas.openxmlformats.org/officeDocument/2006/relationships/tags" Target="../tags/tag1716.xml"/><Relationship Id="rId13" Type="http://schemas.openxmlformats.org/officeDocument/2006/relationships/tags" Target="../tags/tag1717.xml"/><Relationship Id="rId14" Type="http://schemas.openxmlformats.org/officeDocument/2006/relationships/tags" Target="../tags/tag1718.xml"/><Relationship Id="rId15" Type="http://schemas.openxmlformats.org/officeDocument/2006/relationships/tags" Target="../tags/tag1719.xml"/><Relationship Id="rId16" Type="http://schemas.openxmlformats.org/officeDocument/2006/relationships/tags" Target="../tags/tag1720.xml"/><Relationship Id="rId17" Type="http://schemas.openxmlformats.org/officeDocument/2006/relationships/tags" Target="../tags/tag1721.xml"/><Relationship Id="rId18" Type="http://schemas.openxmlformats.org/officeDocument/2006/relationships/tags" Target="../tags/tag1722.xml"/><Relationship Id="rId19" Type="http://schemas.openxmlformats.org/officeDocument/2006/relationships/tags" Target="../tags/tag1723.xml"/><Relationship Id="rId20" Type="http://schemas.openxmlformats.org/officeDocument/2006/relationships/tags" Target="../tags/tag1724.xml"/><Relationship Id="rId21" Type="http://schemas.openxmlformats.org/officeDocument/2006/relationships/tags" Target="../tags/tag1725.xml"/><Relationship Id="rId22" Type="http://schemas.openxmlformats.org/officeDocument/2006/relationships/tags" Target="../tags/tag1726.xml"/><Relationship Id="rId23" Type="http://schemas.openxmlformats.org/officeDocument/2006/relationships/tags" Target="../tags/tag1727.xml"/><Relationship Id="rId24" Type="http://schemas.openxmlformats.org/officeDocument/2006/relationships/tags" Target="../tags/tag1728.xml"/><Relationship Id="rId25" Type="http://schemas.openxmlformats.org/officeDocument/2006/relationships/tags" Target="../tags/tag1729.xml"/><Relationship Id="rId26" Type="http://schemas.openxmlformats.org/officeDocument/2006/relationships/tags" Target="../tags/tag1730.xml"/><Relationship Id="rId27" Type="http://schemas.openxmlformats.org/officeDocument/2006/relationships/tags" Target="../tags/tag1731.xml"/><Relationship Id="rId28" Type="http://schemas.openxmlformats.org/officeDocument/2006/relationships/tags" Target="../tags/tag1732.xml"/><Relationship Id="rId29" Type="http://schemas.openxmlformats.org/officeDocument/2006/relationships/tags" Target="../tags/tag1733.xml"/><Relationship Id="rId30" Type="http://schemas.openxmlformats.org/officeDocument/2006/relationships/tags" Target="../tags/tag1734.xml"/><Relationship Id="rId31" Type="http://schemas.openxmlformats.org/officeDocument/2006/relationships/tags" Target="../tags/tag1735.xml"/><Relationship Id="rId32" Type="http://schemas.openxmlformats.org/officeDocument/2006/relationships/tags" Target="../tags/tag1736.xml"/><Relationship Id="rId33" Type="http://schemas.openxmlformats.org/officeDocument/2006/relationships/tags" Target="../tags/tag1737.xml"/><Relationship Id="rId34" Type="http://schemas.openxmlformats.org/officeDocument/2006/relationships/tags" Target="../tags/tag1738.xml"/><Relationship Id="rId35" Type="http://schemas.openxmlformats.org/officeDocument/2006/relationships/tags" Target="../tags/tag1739.xml"/><Relationship Id="rId36" Type="http://schemas.openxmlformats.org/officeDocument/2006/relationships/tags" Target="../tags/tag1740.xml"/><Relationship Id="rId37" Type="http://schemas.openxmlformats.org/officeDocument/2006/relationships/tags" Target="../tags/tag1741.xml"/><Relationship Id="rId38" Type="http://schemas.openxmlformats.org/officeDocument/2006/relationships/tags" Target="../tags/tag1742.xml"/><Relationship Id="rId39" Type="http://schemas.openxmlformats.org/officeDocument/2006/relationships/tags" Target="../tags/tag1743.xml"/><Relationship Id="rId40" Type="http://schemas.openxmlformats.org/officeDocument/2006/relationships/tags" Target="../tags/tag1744.xml"/><Relationship Id="rId41" Type="http://schemas.openxmlformats.org/officeDocument/2006/relationships/tags" Target="../tags/tag1745.xml"/><Relationship Id="rId42" Type="http://schemas.openxmlformats.org/officeDocument/2006/relationships/tags" Target="../tags/tag1746.xml"/><Relationship Id="rId43" Type="http://schemas.openxmlformats.org/officeDocument/2006/relationships/tags" Target="../tags/tag1747.xml"/><Relationship Id="rId44" Type="http://schemas.openxmlformats.org/officeDocument/2006/relationships/tags" Target="../tags/tag1748.xml"/><Relationship Id="rId45" Type="http://schemas.openxmlformats.org/officeDocument/2006/relationships/tags" Target="../tags/tag1749.xml"/><Relationship Id="rId46" Type="http://schemas.openxmlformats.org/officeDocument/2006/relationships/tags" Target="../tags/tag1750.xml"/><Relationship Id="rId47" Type="http://schemas.openxmlformats.org/officeDocument/2006/relationships/tags" Target="../tags/tag1751.xml"/><Relationship Id="rId48" Type="http://schemas.openxmlformats.org/officeDocument/2006/relationships/tags" Target="../tags/tag1752.xml"/><Relationship Id="rId49" Type="http://schemas.openxmlformats.org/officeDocument/2006/relationships/tags" Target="../tags/tag1753.xml"/><Relationship Id="rId50" Type="http://schemas.openxmlformats.org/officeDocument/2006/relationships/tags" Target="../tags/tag1754.xml"/><Relationship Id="rId51" Type="http://schemas.openxmlformats.org/officeDocument/2006/relationships/tags" Target="../tags/tag1755.xml"/><Relationship Id="rId52" Type="http://schemas.openxmlformats.org/officeDocument/2006/relationships/tags" Target="../tags/tag1756.xml"/><Relationship Id="rId53" Type="http://schemas.openxmlformats.org/officeDocument/2006/relationships/tags" Target="../tags/tag1757.xml"/><Relationship Id="rId54" Type="http://schemas.openxmlformats.org/officeDocument/2006/relationships/tags" Target="../tags/tag1758.xml"/><Relationship Id="rId55" Type="http://schemas.openxmlformats.org/officeDocument/2006/relationships/tags" Target="../tags/tag1759.xml"/><Relationship Id="rId56" Type="http://schemas.openxmlformats.org/officeDocument/2006/relationships/tags" Target="../tags/tag1760.xml"/><Relationship Id="rId57" Type="http://schemas.openxmlformats.org/officeDocument/2006/relationships/tags" Target="../tags/tag1761.xml"/><Relationship Id="rId58" Type="http://schemas.openxmlformats.org/officeDocument/2006/relationships/tags" Target="../tags/tag1762.xml"/><Relationship Id="rId59" Type="http://schemas.openxmlformats.org/officeDocument/2006/relationships/tags" Target="../tags/tag1763.xml"/><Relationship Id="rId60" Type="http://schemas.openxmlformats.org/officeDocument/2006/relationships/tags" Target="../tags/tag1764.xml"/><Relationship Id="rId61" Type="http://schemas.openxmlformats.org/officeDocument/2006/relationships/tags" Target="../tags/tag1765.xml"/><Relationship Id="rId62" Type="http://schemas.openxmlformats.org/officeDocument/2006/relationships/tags" Target="../tags/tag1766.xml"/><Relationship Id="rId63" Type="http://schemas.openxmlformats.org/officeDocument/2006/relationships/tags" Target="../tags/tag1767.xml"/><Relationship Id="rId64" Type="http://schemas.openxmlformats.org/officeDocument/2006/relationships/tags" Target="../tags/tag1768.xml"/><Relationship Id="rId65" Type="http://schemas.openxmlformats.org/officeDocument/2006/relationships/tags" Target="../tags/tag1769.xml"/><Relationship Id="rId66" Type="http://schemas.openxmlformats.org/officeDocument/2006/relationships/tags" Target="../tags/tag1770.xml"/><Relationship Id="rId67" Type="http://schemas.openxmlformats.org/officeDocument/2006/relationships/tags" Target="../tags/tag1771.xml"/><Relationship Id="rId68" Type="http://schemas.openxmlformats.org/officeDocument/2006/relationships/tags" Target="../tags/tag1772.xml"/><Relationship Id="rId69" Type="http://schemas.openxmlformats.org/officeDocument/2006/relationships/tags" Target="../tags/tag1773.xml"/><Relationship Id="rId70" Type="http://schemas.openxmlformats.org/officeDocument/2006/relationships/tags" Target="../tags/tag1774.xml"/><Relationship Id="rId71" Type="http://schemas.openxmlformats.org/officeDocument/2006/relationships/tags" Target="../tags/tag1775.xml"/><Relationship Id="rId72" Type="http://schemas.openxmlformats.org/officeDocument/2006/relationships/tags" Target="../tags/tag1776.xml"/><Relationship Id="rId73" Type="http://schemas.openxmlformats.org/officeDocument/2006/relationships/tags" Target="../tags/tag1777.xml"/><Relationship Id="rId74" Type="http://schemas.openxmlformats.org/officeDocument/2006/relationships/tags" Target="../tags/tag1778.xml"/><Relationship Id="rId75" Type="http://schemas.openxmlformats.org/officeDocument/2006/relationships/tags" Target="../tags/tag1779.xml"/><Relationship Id="rId76" Type="http://schemas.openxmlformats.org/officeDocument/2006/relationships/tags" Target="../tags/tag1780.xml"/><Relationship Id="rId77" Type="http://schemas.openxmlformats.org/officeDocument/2006/relationships/tags" Target="../tags/tag1781.xml"/><Relationship Id="rId78" Type="http://schemas.openxmlformats.org/officeDocument/2006/relationships/tags" Target="../tags/tag1782.xml"/><Relationship Id="rId79" Type="http://schemas.openxmlformats.org/officeDocument/2006/relationships/tags" Target="../tags/tag1783.xml"/><Relationship Id="rId80" Type="http://schemas.openxmlformats.org/officeDocument/2006/relationships/tags" Target="../tags/tag1784.xml"/><Relationship Id="rId81" Type="http://schemas.openxmlformats.org/officeDocument/2006/relationships/tags" Target="../tags/tag1785.xml"/><Relationship Id="rId82" Type="http://schemas.openxmlformats.org/officeDocument/2006/relationships/tags" Target="../tags/tag1786.xml"/><Relationship Id="rId83" Type="http://schemas.openxmlformats.org/officeDocument/2006/relationships/slideLayout" Target="../slideLayouts/slideLayout2.xml"/><Relationship Id="rId84" Type="http://schemas.openxmlformats.org/officeDocument/2006/relationships/notesSlide" Target="../notesSlides/notesSlide38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1.xml"/></Relationships>
</file>

<file path=ppt/slides/_rels/slide384.xml.rels><?xml version='1.0' encoding='UTF-8' standalone='yes'?>
<Relationships xmlns="http://schemas.openxmlformats.org/package/2006/relationships"><Relationship Id="rId1" Type="http://schemas.openxmlformats.org/officeDocument/2006/relationships/tags" Target="../tags/tag1787.xml"/><Relationship Id="rId2" Type="http://schemas.openxmlformats.org/officeDocument/2006/relationships/tags" Target="../tags/tag1788.xml"/><Relationship Id="rId3" Type="http://schemas.openxmlformats.org/officeDocument/2006/relationships/tags" Target="../tags/tag1789.xml"/><Relationship Id="rId4" Type="http://schemas.openxmlformats.org/officeDocument/2006/relationships/tags" Target="../tags/tag1790.xml"/><Relationship Id="rId5" Type="http://schemas.openxmlformats.org/officeDocument/2006/relationships/tags" Target="../tags/tag1791.xml"/><Relationship Id="rId6" Type="http://schemas.openxmlformats.org/officeDocument/2006/relationships/tags" Target="../tags/tag1792.xml"/><Relationship Id="rId7" Type="http://schemas.openxmlformats.org/officeDocument/2006/relationships/tags" Target="../tags/tag1793.xml"/><Relationship Id="rId8" Type="http://schemas.openxmlformats.org/officeDocument/2006/relationships/tags" Target="../tags/tag1794.xml"/><Relationship Id="rId9" Type="http://schemas.openxmlformats.org/officeDocument/2006/relationships/tags" Target="../tags/tag1795.xml"/><Relationship Id="rId10" Type="http://schemas.openxmlformats.org/officeDocument/2006/relationships/tags" Target="../tags/tag1796.xml"/><Relationship Id="rId11" Type="http://schemas.openxmlformats.org/officeDocument/2006/relationships/tags" Target="../tags/tag1797.xml"/><Relationship Id="rId12" Type="http://schemas.openxmlformats.org/officeDocument/2006/relationships/tags" Target="../tags/tag1798.xml"/><Relationship Id="rId13" Type="http://schemas.openxmlformats.org/officeDocument/2006/relationships/tags" Target="../tags/tag1799.xml"/><Relationship Id="rId14" Type="http://schemas.openxmlformats.org/officeDocument/2006/relationships/tags" Target="../tags/tag1800.xml"/><Relationship Id="rId15" Type="http://schemas.openxmlformats.org/officeDocument/2006/relationships/tags" Target="../tags/tag1801.xml"/><Relationship Id="rId16" Type="http://schemas.openxmlformats.org/officeDocument/2006/relationships/tags" Target="../tags/tag1802.xml"/><Relationship Id="rId17" Type="http://schemas.openxmlformats.org/officeDocument/2006/relationships/tags" Target="../tags/tag1803.xml"/><Relationship Id="rId18" Type="http://schemas.openxmlformats.org/officeDocument/2006/relationships/tags" Target="../tags/tag1804.xml"/><Relationship Id="rId19" Type="http://schemas.openxmlformats.org/officeDocument/2006/relationships/tags" Target="../tags/tag1805.xml"/><Relationship Id="rId20" Type="http://schemas.openxmlformats.org/officeDocument/2006/relationships/tags" Target="../tags/tag1806.xml"/><Relationship Id="rId21" Type="http://schemas.openxmlformats.org/officeDocument/2006/relationships/tags" Target="../tags/tag1807.xml"/><Relationship Id="rId22" Type="http://schemas.openxmlformats.org/officeDocument/2006/relationships/tags" Target="../tags/tag1808.xml"/><Relationship Id="rId23" Type="http://schemas.openxmlformats.org/officeDocument/2006/relationships/tags" Target="../tags/tag1809.xml"/><Relationship Id="rId24" Type="http://schemas.openxmlformats.org/officeDocument/2006/relationships/tags" Target="../tags/tag1810.xml"/><Relationship Id="rId25" Type="http://schemas.openxmlformats.org/officeDocument/2006/relationships/tags" Target="../tags/tag1811.xml"/><Relationship Id="rId26" Type="http://schemas.openxmlformats.org/officeDocument/2006/relationships/tags" Target="../tags/tag1812.xml"/><Relationship Id="rId27" Type="http://schemas.openxmlformats.org/officeDocument/2006/relationships/tags" Target="../tags/tag1813.xml"/><Relationship Id="rId28" Type="http://schemas.openxmlformats.org/officeDocument/2006/relationships/tags" Target="../tags/tag1814.xml"/><Relationship Id="rId29" Type="http://schemas.openxmlformats.org/officeDocument/2006/relationships/tags" Target="../tags/tag1815.xml"/><Relationship Id="rId30" Type="http://schemas.openxmlformats.org/officeDocument/2006/relationships/tags" Target="../tags/tag1816.xml"/><Relationship Id="rId31" Type="http://schemas.openxmlformats.org/officeDocument/2006/relationships/tags" Target="../tags/tag1817.xml"/><Relationship Id="rId32" Type="http://schemas.openxmlformats.org/officeDocument/2006/relationships/tags" Target="../tags/tag1818.xml"/><Relationship Id="rId33" Type="http://schemas.openxmlformats.org/officeDocument/2006/relationships/tags" Target="../tags/tag1819.xml"/><Relationship Id="rId34" Type="http://schemas.openxmlformats.org/officeDocument/2006/relationships/tags" Target="../tags/tag1820.xml"/><Relationship Id="rId35" Type="http://schemas.openxmlformats.org/officeDocument/2006/relationships/tags" Target="../tags/tag1821.xml"/><Relationship Id="rId36" Type="http://schemas.openxmlformats.org/officeDocument/2006/relationships/tags" Target="../tags/tag1822.xml"/><Relationship Id="rId37" Type="http://schemas.openxmlformats.org/officeDocument/2006/relationships/tags" Target="../tags/tag1823.xml"/><Relationship Id="rId38" Type="http://schemas.openxmlformats.org/officeDocument/2006/relationships/tags" Target="../tags/tag1824.xml"/><Relationship Id="rId39" Type="http://schemas.openxmlformats.org/officeDocument/2006/relationships/tags" Target="../tags/tag1825.xml"/><Relationship Id="rId40" Type="http://schemas.openxmlformats.org/officeDocument/2006/relationships/tags" Target="../tags/tag1826.xml"/><Relationship Id="rId41" Type="http://schemas.openxmlformats.org/officeDocument/2006/relationships/slideLayout" Target="../slideLayouts/slideLayout2.xml"/><Relationship Id="rId42" Type="http://schemas.openxmlformats.org/officeDocument/2006/relationships/notesSlide" Target="../notesSlides/notesSlide38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3.xml"/></Relationships>
</file>

<file path=ppt/slides/_rels/slide386.xml.rels><?xml version='1.0' encoding='UTF-8' standalone='yes'?>
<Relationships xmlns="http://schemas.openxmlformats.org/package/2006/relationships"><Relationship Id="rId1" Type="http://schemas.openxmlformats.org/officeDocument/2006/relationships/tags" Target="../tags/tag1827.xml"/><Relationship Id="rId2" Type="http://schemas.openxmlformats.org/officeDocument/2006/relationships/slideLayout" Target="../slideLayouts/slideLayout2.xml"/><Relationship Id="rId3" Type="http://schemas.openxmlformats.org/officeDocument/2006/relationships/notesSlide" Target="../notesSlides/notesSlide384.xml"/><Relationship Id="rId4" Type="http://schemas.openxmlformats.org/officeDocument/2006/relationships/image" Target="../media/image50.png"/><Relationship Id="rId5" Type="http://schemas.openxmlformats.org/officeDocument/2006/relationships/image" Target="../media/image51.png"/><Relationship Id="rId6" Type="http://schemas.openxmlformats.org/officeDocument/2006/relationships/image" Target="../media/image52.png"/><Relationship Id="rId7" Type="http://schemas.openxmlformats.org/officeDocument/2006/relationships/image" Target="../media/image53.png"/><Relationship Id="rId8" Type="http://schemas.openxmlformats.org/officeDocument/2006/relationships/image" Target="../media/image54.png"/><Relationship Id="rId9" Type="http://schemas.openxmlformats.org/officeDocument/2006/relationships/image" Target="../media/image55.png"/><Relationship Id="rId10" Type="http://schemas.openxmlformats.org/officeDocument/2006/relationships/image" Target="../media/image56.png"/><Relationship Id="rId11" Type="http://schemas.openxmlformats.org/officeDocument/2006/relationships/image" Target="../media/image57.png"/><Relationship Id="rId12" Type="http://schemas.openxmlformats.org/officeDocument/2006/relationships/image" Target="../media/image58.png"/><Relationship Id="rId13" Type="http://schemas.openxmlformats.org/officeDocument/2006/relationships/image" Target="../media/image48.png"/></Relationships>
</file>

<file path=ppt/slides/_rels/slide387.xml.rels><?xml version='1.0' encoding='UTF-8' standalone='yes'?>
<Relationships xmlns="http://schemas.openxmlformats.org/package/2006/relationships"><Relationship Id="rId1" Type="http://schemas.openxmlformats.org/officeDocument/2006/relationships/tags" Target="../tags/tag1828.xml"/><Relationship Id="rId2" Type="http://schemas.openxmlformats.org/officeDocument/2006/relationships/slideLayout" Target="../slideLayouts/slideLayout2.xml"/><Relationship Id="rId3" Type="http://schemas.openxmlformats.org/officeDocument/2006/relationships/notesSlide" Target="../notesSlides/notesSlide385.xml"/></Relationships>
</file>

<file path=ppt/slides/_rels/slide388.xml.rels><?xml version='1.0' encoding='UTF-8' standalone='yes'?>
<Relationships xmlns="http://schemas.openxmlformats.org/package/2006/relationships"><Relationship Id="rId1" Type="http://schemas.openxmlformats.org/officeDocument/2006/relationships/tags" Target="../tags/tag1829.xml"/><Relationship Id="rId2" Type="http://schemas.openxmlformats.org/officeDocument/2006/relationships/slideLayout" Target="../slideLayouts/slideLayout2.xml"/><Relationship Id="rId3" Type="http://schemas.openxmlformats.org/officeDocument/2006/relationships/notesSlide" Target="../notesSlides/notesSlide386.xml"/></Relationships>
</file>

<file path=ppt/slides/_rels/slide389.xml.rels><?xml version='1.0' encoding='UTF-8' standalone='yes'?>
<Relationships xmlns="http://schemas.openxmlformats.org/package/2006/relationships"><Relationship Id="rId1" Type="http://schemas.openxmlformats.org/officeDocument/2006/relationships/tags" Target="../tags/tag1830.xml"/><Relationship Id="rId2" Type="http://schemas.openxmlformats.org/officeDocument/2006/relationships/slideLayout" Target="../slideLayouts/slideLayout2.xml"/><Relationship Id="rId3" Type="http://schemas.openxmlformats.org/officeDocument/2006/relationships/notesSlide" Target="../notesSlides/notesSlide387.xml"/></Relationships>
</file>

<file path=ppt/slides/_rels/slide390.xml.rels><?xml version='1.0' encoding='UTF-8' standalone='yes'?>
<Relationships xmlns="http://schemas.openxmlformats.org/package/2006/relationships"><Relationship Id="rId1" Type="http://schemas.openxmlformats.org/officeDocument/2006/relationships/tags" Target="../tags/tag1831.xml"/><Relationship Id="rId2" Type="http://schemas.openxmlformats.org/officeDocument/2006/relationships/slideLayout" Target="../slideLayouts/slideLayout2.xml"/><Relationship Id="rId3" Type="http://schemas.openxmlformats.org/officeDocument/2006/relationships/notesSlide" Target="../notesSlides/notesSlide388.xml"/></Relationships>
</file>

<file path=ppt/slides/_rels/slide391.xml.rels><?xml version='1.0' encoding='UTF-8' standalone='yes'?>
<Relationships xmlns="http://schemas.openxmlformats.org/package/2006/relationships"><Relationship Id="rId1" Type="http://schemas.openxmlformats.org/officeDocument/2006/relationships/tags" Target="../tags/tag1832.xml"/><Relationship Id="rId2" Type="http://schemas.openxmlformats.org/officeDocument/2006/relationships/slideLayout" Target="../slideLayouts/slideLayout2.xml"/><Relationship Id="rId3" Type="http://schemas.openxmlformats.org/officeDocument/2006/relationships/notesSlide" Target="../notesSlides/notesSlide389.xml"/></Relationships>
</file>

<file path=ppt/slides/_rels/slide392.xml.rels><?xml version='1.0' encoding='UTF-8' standalone='yes'?>
<Relationships xmlns="http://schemas.openxmlformats.org/package/2006/relationships"><Relationship Id="rId1" Type="http://schemas.openxmlformats.org/officeDocument/2006/relationships/tags" Target="../tags/tag1833.xml"/><Relationship Id="rId2" Type="http://schemas.openxmlformats.org/officeDocument/2006/relationships/slideLayout" Target="../slideLayouts/slideLayout2.xml"/><Relationship Id="rId3" Type="http://schemas.openxmlformats.org/officeDocument/2006/relationships/notesSlide" Target="../notesSlides/notes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1.xml"/><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none">
            <a:spAutoFit/>
          </a:bodyPr>
          <a:lstStyle/>
          <a:p>
            <a:r>
              <a:rPr lang="en-US" b="1" dirty="0">
                <a:solidFill>
                  <a:schemeClr val="accent1"/>
                </a:solidFill>
              </a:rPr>
              <a:t>LOREM IPSUM</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non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a:lstStyle/>
          <a:p>
            <a:r>
              <a:rPr lang="en-US" dirty="0"/>
              <a:t>Doughnut 1</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spAutoFit/>
          </a:bodyPr>
          <a:lstStyle/>
          <a:p>
            <a:r>
              <a:rPr lang="en-US" sz="1600" b="1" dirty="0">
                <a:solidFill>
                  <a:schemeClr val="accent1"/>
                </a:solidFill>
              </a:rPr>
              <a:t>1. Lorem ipsum</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spAutoFit/>
          </a:bodyPr>
          <a:lstStyle/>
          <a:p>
            <a:r>
              <a:rPr lang="en-US" sz="1600" b="1" dirty="0">
                <a:solidFill>
                  <a:schemeClr val="accent2"/>
                </a:solidFill>
              </a:rPr>
              <a:t>2. Lorem ipsum</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Fusce posuere, magna sed pulvinar ultricies, purus lectus malesuada libero, sit amet commodo magna eros quis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Fusce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posuere</a:t>
            </a:r>
            <a:r>
              <a:rPr kumimoji="0" lang="en-US" sz="1600" b="0" i="0" u="none" strike="noStrike" kern="1200" cap="none" spc="0" normalizeH="0" baseline="0" noProof="0" dirty="0">
                <a:ln>
                  <a:noFill/>
                </a:ln>
                <a:solidFill>
                  <a:prstClr val="black"/>
                </a:solidFill>
                <a:effectLst/>
                <a:uLnTx/>
                <a:uFillTx/>
                <a:ea typeface="+mn-ea"/>
                <a:cs typeface="+mn-cs"/>
              </a:rPr>
              <a:t>, magna sed pulvinar </a:t>
            </a:r>
            <a:r>
              <a:rPr kumimoji="0" lang="en-US" sz="1600" b="0" i="0" u="none" strike="noStrike" kern="1200" cap="none" spc="0" normalizeH="0" baseline="0" noProof="0" dirty="0" err="1">
                <a:ln>
                  <a:noFill/>
                </a:ln>
                <a:solidFill>
                  <a:prstClr val="black"/>
                </a:solidFill>
                <a:effectLst/>
                <a:uLnTx/>
                <a:uFillTx/>
                <a:ea typeface="+mn-ea"/>
                <a:cs typeface="+mn-cs"/>
              </a:rPr>
              <a:t>ultricies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purus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lectus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malesuada</a:t>
            </a:r>
            <a:r>
              <a:rPr kumimoji="0" lang="en-US" sz="1600" b="0" i="0" u="none" strike="noStrike" kern="1200" cap="none" spc="0" normalizeH="0" baseline="0" noProof="0" dirty="0">
                <a:ln>
                  <a:noFill/>
                </a:ln>
                <a:solidFill>
                  <a:prstClr val="black"/>
                </a:solidFill>
                <a:effectLst/>
                <a:uLnTx/>
                <a:uFillTx/>
                <a:ea typeface="+mn-ea"/>
                <a:cs typeface="+mn-cs"/>
              </a:rPr>
              <a:t> libero,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commodo</a:t>
            </a:r>
            <a:r>
              <a:rPr kumimoji="0" lang="en-US" sz="1600" b="0" i="0" u="none" strike="noStrike" kern="1200" cap="none" spc="0" normalizeH="0" baseline="0" noProof="0" dirty="0">
                <a:ln>
                  <a:noFill/>
                </a:ln>
                <a:solidFill>
                  <a:prstClr val="black"/>
                </a:solidFill>
                <a:effectLst/>
                <a:uLnTx/>
                <a:uFillTx/>
                <a:ea typeface="+mn-ea"/>
                <a:cs typeface="+mn-cs"/>
              </a:rPr>
              <a:t> magna eros </a:t>
            </a:r>
            <a:r>
              <a:rPr kumimoji="0" lang="en-US" sz="1600" b="0" i="0" u="none" strike="noStrike" kern="1200" cap="none" spc="0" normalizeH="0" baseline="0" noProof="0" dirty="0" err="1">
                <a:ln>
                  <a:noFill/>
                </a:ln>
                <a:solidFill>
                  <a:prstClr val="black"/>
                </a:solidFill>
                <a:effectLst/>
                <a:uLnTx/>
                <a:uFillTx/>
                <a:ea typeface="+mn-ea"/>
                <a:cs typeface="+mn-cs"/>
              </a:rPr>
              <a:t>quis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a:lstStyle/>
          <a:p>
            <a:pPr defTabSz="914172"/>
            <a:r>
              <a:rPr lang="en-US" sz="2000" b="1" dirty="0"/>
              <a:t>Before</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amet, consectetuer adipiscing elit. </a:t>
            </a:r>
          </a:p>
          <a:p>
            <a:pPr marL="285750" indent="-285750" defTabSz="914172">
              <a:buFont typeface="Arial" panose="020B0604020202020204" pitchFamily="34" charset="0"/>
              <a:buChar char="•"/>
            </a:pPr>
            <a:r>
              <a:rPr lang="en-US" sz="1600" dirty="0"/>
              <a:t>Maecenas porttitor congue massa. </a:t>
            </a:r>
          </a:p>
          <a:p>
            <a:pPr marL="285750" indent="-285750" defTabSz="914172">
              <a:buFont typeface="Arial" panose="020B0604020202020204" pitchFamily="34" charset="0"/>
              <a:buChar char="•"/>
            </a:pPr>
            <a:r>
              <a:rPr lang="en-US" sz="1600" dirty="0" err="1"/>
              <a:t>Fusce</a:t>
            </a:r>
            <a:r>
              <a:rPr lang="en-US" sz="1600" dirty="0"/>
              <a:t> posuere, magna sed pulvinar ultricies, purus lectus malesuada libero, sit amet commodo magna eros quis </a:t>
            </a:r>
            <a:r>
              <a:rPr lang="en-US" sz="1600" dirty="0" err="1"/>
              <a:t>urna</a:t>
            </a:r>
            <a:r>
              <a:rPr lang="en-US" sz="1600" dirty="0"/>
              <a:t>.</a:t>
            </a:r>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Autofit/>
          </a:bodyPr>
          <a:lstStyle/>
          <a:p>
            <a:pPr defTabSz="914172"/>
            <a:r>
              <a:rPr lang="en-US" sz="2000" b="1" dirty="0"/>
              <a:t>After</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defTabSz="914172">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defTabSz="914172">
              <a:buFont typeface="Arial" panose="020B0604020202020204" pitchFamily="34" charset="0"/>
              <a:buChar cha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sz="1600" b="1" kern="0" dirty="0"/>
              <a:t>Lorem ipsum</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t>Lorem ipsum</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en-US" dirty="0"/>
              <a:t>Lorem ipsum</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1"/>
                  </a:solidFill>
                  <a:ea typeface="Lato" panose="020F0502020204030203" pitchFamily="34" charset="0"/>
                  <a:cs typeface="Poppins Medium" pitchFamily="2" charset="77"/>
                </a:rPr>
                <a:t>Lorem ipsum</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2"/>
                  </a:solidFill>
                  <a:ea typeface="Lato" panose="020F0502020204030203" pitchFamily="34" charset="0"/>
                  <a:cs typeface="Poppins Medium" pitchFamily="2" charset="77"/>
                </a:rPr>
                <a:t>Lorem ipsum</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rgbClr val="FFFFFF"/>
                </a:solidFill>
              </a:rPr>
              <a:t>Lorem ipsum</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Lorem ipsum</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
        <p:nvSpPr>
          <p:cNvPr id="22" name="Title 1"/>
          <p:cNvSpPr>
            <a:spLocks noGrp="1"/>
          </p:cNvSpPr>
          <p:nvPr>
            <p:ph type="title"/>
          </p:nvPr>
        </p:nvSpPr>
        <p:spPr>
          <a:xfrm>
            <a:off x="214184" y="13663"/>
            <a:ext cx="9728886" cy="678316"/>
          </a:xfrm>
        </p:spPr>
        <p:txBody>
          <a:bodyPr>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spAutoFit/>
          </a:bodyPr>
          <a:lstStyle/>
          <a:p>
            <a:pPr lvl="0" algn="ctr">
              <a:defRPr/>
            </a:pPr>
            <a:r>
              <a:rPr lang="en-US" sz="2800" b="1" kern="0" dirty="0">
                <a:solidFill>
                  <a:schemeClr val="accent2"/>
                </a:solidFill>
              </a:rPr>
              <a:t>Lorem ipsum</a:t>
            </a:r>
          </a:p>
        </p:txBody>
      </p:sp>
      <p:sp>
        <p:nvSpPr>
          <p:cNvPr id="22" name="TextBox 21"/>
          <p:cNvSpPr txBox="1"/>
          <p:nvPr/>
        </p:nvSpPr>
        <p:spPr>
          <a:xfrm>
            <a:off x="4598627"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Lorem ipsum</a:t>
            </a:r>
          </a:p>
        </p:txBody>
      </p:sp>
      <p:sp>
        <p:nvSpPr>
          <p:cNvPr id="21" name="TextBox 20"/>
          <p:cNvSpPr txBox="1"/>
          <p:nvPr/>
        </p:nvSpPr>
        <p:spPr>
          <a:xfrm>
            <a:off x="943373" y="4000534"/>
            <a:ext cx="3502631" cy="181588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spAutoFit/>
          </a:bodyPr>
          <a:lstStyle/>
          <a:p>
            <a:pPr lvl="0" algn="ctr">
              <a:defRPr/>
            </a:pPr>
            <a:r>
              <a:rPr lang="en-US" sz="2800" b="1" kern="0" dirty="0">
                <a:solidFill>
                  <a:schemeClr val="accent3"/>
                </a:solidFill>
              </a:rPr>
              <a:t>Lorem ipsum</a:t>
            </a:r>
          </a:p>
        </p:txBody>
      </p:sp>
      <p:sp>
        <p:nvSpPr>
          <p:cNvPr id="23" name="TextBox 22"/>
          <p:cNvSpPr txBox="1"/>
          <p:nvPr/>
        </p:nvSpPr>
        <p:spPr>
          <a:xfrm>
            <a:off x="8262873"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endParaRPr lang="en-US" sz="1600" dirty="0"/>
          </a:p>
        </p:txBody>
      </p:sp>
      <p:sp>
        <p:nvSpPr>
          <p:cNvPr id="19" name="Title 1"/>
          <p:cNvSpPr>
            <a:spLocks noGrp="1"/>
          </p:cNvSpPr>
          <p:nvPr>
            <p:ph type="title"/>
          </p:nvPr>
        </p:nvSpPr>
        <p:spPr>
          <a:xfrm>
            <a:off x="214184" y="13663"/>
            <a:ext cx="9728886" cy="678316"/>
          </a:xfrm>
        </p:spPr>
        <p:txBody>
          <a:bodyPr>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5" name="TextBox 104"/>
          <p:cNvSpPr txBox="1"/>
          <p:nvPr/>
        </p:nvSpPr>
        <p:spPr>
          <a:xfrm>
            <a:off x="4459571" y="3147451"/>
            <a:ext cx="689422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6" name="TextBox 105"/>
          <p:cNvSpPr txBox="1"/>
          <p:nvPr/>
        </p:nvSpPr>
        <p:spPr>
          <a:xfrm>
            <a:off x="3626687" y="4488540"/>
            <a:ext cx="7727113"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spAutoFit/>
          </a:bodyPr>
          <a:lstStyle/>
          <a:p>
            <a:r>
              <a:rPr lang="en-US" sz="1600" b="1" dirty="0">
                <a:solidFill>
                  <a:schemeClr val="accent2"/>
                </a:solidFill>
              </a:rPr>
              <a:t>2.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amet, consectetuer adipiscing elit. Maecenas porttitor congue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1</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r>
              <a:rPr lang="en-US" sz="1600" kern="0" dirty="0" err="1"/>
              <a:t>urna</a:t>
            </a:r>
            <a:r>
              <a:rPr lang="en-US" sz="1600" kern="0" dirty="0"/>
              <a:t>.</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L</a:t>
            </a:r>
            <a:r>
              <a:rPr kumimoji="0" lang="en-US" sz="1400" b="0" i="0" u="none" strike="noStrike" kern="0" cap="none" spc="0" normalizeH="0" baseline="0" noProof="0" dirty="0">
                <a:ln>
                  <a:noFill/>
                </a:ln>
                <a:solidFill>
                  <a:schemeClr val="tx1"/>
                </a:solidFill>
                <a:effectLst/>
                <a:uLnTx/>
                <a:uFillTx/>
                <a:cs typeface="Arial" pitchFamily="34" charset="0"/>
              </a:rPr>
              <a:t>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12" name="TextBox 11"/>
          <p:cNvSpPr txBox="1"/>
          <p:nvPr/>
        </p:nvSpPr>
        <p:spPr>
          <a:xfrm>
            <a:off x="842857"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3" name="TextBox 12"/>
          <p:cNvSpPr txBox="1"/>
          <p:nvPr/>
        </p:nvSpPr>
        <p:spPr>
          <a:xfrm>
            <a:off x="4384844"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4" name="TextBox 13"/>
          <p:cNvSpPr txBox="1"/>
          <p:nvPr/>
        </p:nvSpPr>
        <p:spPr>
          <a:xfrm>
            <a:off x="7926831"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a:normAutofit/>
          </a:bodyPr>
          <a:lstStyle/>
          <a:p>
            <a:r>
              <a:rPr lang="en-US" dirty="0"/>
              <a:t>Arrows 13</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spAutoFit/>
          </a:bodyPr>
          <a:lstStyle/>
          <a:p>
            <a:r>
              <a:rPr lang="en-US" b="1" dirty="0">
                <a:solidFill>
                  <a:schemeClr val="accent1"/>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spAutoFit/>
          </a:bodyPr>
          <a:lstStyle/>
          <a:p>
            <a:r>
              <a:rPr lang="en-US" b="1" dirty="0">
                <a:solidFill>
                  <a:schemeClr val="accent2"/>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spAutoFit/>
          </a:bodyPr>
          <a:lstStyle/>
          <a:p>
            <a:r>
              <a:rPr lang="en-US" b="1" dirty="0">
                <a:solidFill>
                  <a:schemeClr val="accent3"/>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Lorem ipsum dolor sit amet, consectetur adipiscing elit. Sed non risus. Suspendisse lectus tortor, dignissim sit amet, adipiscing nec, ultricies sed, dolor. Cras elementum ultrices diam. Maecenas ligula massa, varius a, semper congue, euismod non, mi. Proin porttitor, orci nec nonummy molestie, enim est eleifend mi, non fermentum diam nisl sit amet erat.</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spAutoFit/>
          </a:bodyPr>
          <a:lstStyle/>
          <a:p>
            <a:r>
              <a:rPr lang="en-US" sz="2400" b="1" dirty="0"/>
              <a:t>Lorem ipsum </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LOREM IPSUM</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LOREM IPSUM</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LOREM IPSUM</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LOREM IPSUM</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spAutoFit/>
          </a:bodyPr>
          <a:lstStyle/>
          <a:p>
            <a:r>
              <a:rPr lang="en-US" sz="1400" kern="0" dirty="0">
                <a:solidFill>
                  <a:schemeClr val="accent1"/>
                </a:solidFill>
              </a:rPr>
              <a:t>Lorem ipsum dolor sit </a:t>
            </a:r>
            <a:r>
              <a:rPr lang="en-US" sz="1400" kern="0" dirty="0" err="1">
                <a:solidFill>
                  <a:schemeClr val="accent1"/>
                </a:solidFill>
              </a:rPr>
              <a:t>amet</a:t>
            </a:r>
            <a:r>
              <a:rPr lang="en-US" sz="1400" kern="0" dirty="0">
                <a:solidFill>
                  <a:schemeClr val="accent1"/>
                </a:solidFill>
              </a:rPr>
              <a:t>, </a:t>
            </a:r>
            <a:r>
              <a:rPr lang="en-US" sz="1400" kern="0" dirty="0" err="1">
                <a:solidFill>
                  <a:schemeClr val="accent1"/>
                </a:solidFill>
              </a:rPr>
              <a:t>consectetur</a:t>
            </a:r>
            <a:r>
              <a:rPr lang="en-US" sz="1400" kern="0" dirty="0">
                <a:solidFill>
                  <a:schemeClr val="accent1"/>
                </a:solidFill>
              </a:rPr>
              <a:t> </a:t>
            </a:r>
            <a:r>
              <a:rPr lang="en-US" sz="1400" kern="0" dirty="0" err="1">
                <a:solidFill>
                  <a:schemeClr val="accent1"/>
                </a:solidFill>
              </a:rPr>
              <a:t>adipiscing</a:t>
            </a:r>
            <a:r>
              <a:rPr lang="en-US" sz="1400" kern="0" dirty="0">
                <a:solidFill>
                  <a:schemeClr val="accent1"/>
                </a:solidFill>
              </a:rPr>
              <a:t> </a:t>
            </a:r>
            <a:r>
              <a:rPr lang="en-US" sz="1400" kern="0" dirty="0" err="1">
                <a:solidFill>
                  <a:schemeClr val="accent1"/>
                </a:solidFill>
              </a:rPr>
              <a:t>elit</a:t>
            </a:r>
            <a:r>
              <a:rPr lang="en-US" sz="1400" kern="0" dirty="0">
                <a:solidFill>
                  <a:schemeClr val="accent1"/>
                </a:solidFill>
              </a:rPr>
              <a:t>. </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spAutoFit/>
          </a:bodyPr>
          <a:lstStyle/>
          <a:p>
            <a:pPr algn="r"/>
            <a:r>
              <a:rPr lang="en-US" sz="1600" b="1" kern="0" dirty="0">
                <a:solidFill>
                  <a:schemeClr val="accent1"/>
                </a:solidFill>
              </a:rPr>
              <a:t>LOREM IPSUM</a:t>
            </a:r>
          </a:p>
        </p:txBody>
      </p:sp>
      <p:sp>
        <p:nvSpPr>
          <p:cNvPr id="35" name="Rectangle 34"/>
          <p:cNvSpPr/>
          <p:nvPr/>
        </p:nvSpPr>
        <p:spPr>
          <a:xfrm>
            <a:off x="6190503" y="2796945"/>
            <a:ext cx="2125471" cy="738664"/>
          </a:xfrm>
          <a:prstGeom prst="rect">
            <a:avLst/>
          </a:prstGeom>
        </p:spPr>
        <p:txBody>
          <a:bodyPr wrap="square">
            <a:spAutoFit/>
          </a:bodyPr>
          <a:lstStyle/>
          <a:p>
            <a:pPr algn="r"/>
            <a:r>
              <a:rPr lang="en-US" sz="1400" kern="0" dirty="0">
                <a:solidFill>
                  <a:schemeClr val="accent2"/>
                </a:solidFill>
              </a:rPr>
              <a:t>Lorem ipsum dolor sit </a:t>
            </a:r>
            <a:r>
              <a:rPr lang="en-US" sz="1400" kern="0" dirty="0" err="1">
                <a:solidFill>
                  <a:schemeClr val="accent2"/>
                </a:solidFill>
              </a:rPr>
              <a:t>amet</a:t>
            </a:r>
            <a:r>
              <a:rPr lang="en-US" sz="1400" kern="0" dirty="0">
                <a:solidFill>
                  <a:schemeClr val="accent2"/>
                </a:solidFill>
              </a:rPr>
              <a:t>, </a:t>
            </a:r>
            <a:r>
              <a:rPr lang="en-US" sz="1400" kern="0" dirty="0" err="1">
                <a:solidFill>
                  <a:schemeClr val="accent2"/>
                </a:solidFill>
              </a:rPr>
              <a:t>consectetur</a:t>
            </a:r>
            <a:r>
              <a:rPr lang="en-US" sz="1400" kern="0" dirty="0">
                <a:solidFill>
                  <a:schemeClr val="accent2"/>
                </a:solidFill>
              </a:rPr>
              <a:t> </a:t>
            </a:r>
            <a:r>
              <a:rPr lang="en-US" sz="1400" kern="0" dirty="0" err="1">
                <a:solidFill>
                  <a:schemeClr val="accent2"/>
                </a:solidFill>
              </a:rPr>
              <a:t>adipiscing</a:t>
            </a:r>
            <a:r>
              <a:rPr lang="en-US" sz="1400" kern="0" dirty="0">
                <a:solidFill>
                  <a:schemeClr val="accent2"/>
                </a:solidFill>
              </a:rPr>
              <a:t> </a:t>
            </a:r>
            <a:r>
              <a:rPr lang="en-US" sz="1400" kern="0" dirty="0" err="1">
                <a:solidFill>
                  <a:schemeClr val="accent2"/>
                </a:solidFill>
              </a:rPr>
              <a:t>elit</a:t>
            </a:r>
            <a:r>
              <a:rPr lang="en-US" sz="1400" kern="0" dirty="0">
                <a:solidFill>
                  <a:schemeClr val="accent2"/>
                </a:solidFill>
              </a:rPr>
              <a:t>. </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spAutoFit/>
          </a:bodyPr>
          <a:lstStyle/>
          <a:p>
            <a:pPr algn="r"/>
            <a:r>
              <a:rPr lang="en-US" sz="1600" b="1" kern="0" dirty="0">
                <a:solidFill>
                  <a:schemeClr val="accent2"/>
                </a:solidFill>
              </a:rPr>
              <a:t>LOREM IPSUM</a:t>
            </a:r>
          </a:p>
        </p:txBody>
      </p:sp>
      <p:sp>
        <p:nvSpPr>
          <p:cNvPr id="37" name="Rectangle 36"/>
          <p:cNvSpPr/>
          <p:nvPr/>
        </p:nvSpPr>
        <p:spPr>
          <a:xfrm>
            <a:off x="3948588" y="4081980"/>
            <a:ext cx="2125471" cy="738664"/>
          </a:xfrm>
          <a:prstGeom prst="rect">
            <a:avLst/>
          </a:prstGeom>
        </p:spPr>
        <p:txBody>
          <a:bodyPr wrap="square">
            <a:spAutoFit/>
          </a:bodyPr>
          <a:lstStyle/>
          <a:p>
            <a:r>
              <a:rPr lang="en-US" sz="1400" kern="0" dirty="0">
                <a:solidFill>
                  <a:schemeClr val="accent4"/>
                </a:solidFill>
              </a:rPr>
              <a:t>Lorem ipsum dolor sit </a:t>
            </a:r>
            <a:r>
              <a:rPr lang="en-US" sz="1400" kern="0" dirty="0" err="1">
                <a:solidFill>
                  <a:schemeClr val="accent4"/>
                </a:solidFill>
              </a:rPr>
              <a:t>amet</a:t>
            </a:r>
            <a:r>
              <a:rPr lang="en-US" sz="1400" kern="0" dirty="0">
                <a:solidFill>
                  <a:schemeClr val="accent4"/>
                </a:solidFill>
              </a:rPr>
              <a:t>, </a:t>
            </a:r>
            <a:r>
              <a:rPr lang="en-US" sz="1400" kern="0" dirty="0" err="1">
                <a:solidFill>
                  <a:schemeClr val="accent4"/>
                </a:solidFill>
              </a:rPr>
              <a:t>consectetur</a:t>
            </a:r>
            <a:r>
              <a:rPr lang="en-US" sz="1400" kern="0" dirty="0">
                <a:solidFill>
                  <a:schemeClr val="accent4"/>
                </a:solidFill>
              </a:rPr>
              <a:t> </a:t>
            </a:r>
            <a:r>
              <a:rPr lang="en-US" sz="1400" kern="0" dirty="0" err="1">
                <a:solidFill>
                  <a:schemeClr val="accent4"/>
                </a:solidFill>
              </a:rPr>
              <a:t>adipiscing</a:t>
            </a:r>
            <a:r>
              <a:rPr lang="en-US" sz="1400" kern="0" dirty="0">
                <a:solidFill>
                  <a:schemeClr val="accent4"/>
                </a:solidFill>
              </a:rPr>
              <a:t> </a:t>
            </a:r>
            <a:r>
              <a:rPr lang="en-US" sz="1400" kern="0" dirty="0" err="1">
                <a:solidFill>
                  <a:schemeClr val="accent4"/>
                </a:solidFill>
              </a:rPr>
              <a:t>elit</a:t>
            </a:r>
            <a:r>
              <a:rPr lang="en-US" sz="1400" kern="0" dirty="0">
                <a:solidFill>
                  <a:schemeClr val="accent4"/>
                </a:solidFill>
              </a:rPr>
              <a:t>. </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spAutoFit/>
          </a:bodyPr>
          <a:lstStyle/>
          <a:p>
            <a:pPr algn="r"/>
            <a:r>
              <a:rPr lang="en-US" sz="1600" b="1" kern="0" dirty="0">
                <a:solidFill>
                  <a:schemeClr val="accent4"/>
                </a:solidFill>
              </a:rPr>
              <a:t>LOREM IPSUM</a:t>
            </a:r>
          </a:p>
        </p:txBody>
      </p:sp>
      <p:sp>
        <p:nvSpPr>
          <p:cNvPr id="39" name="Rectangle 38"/>
          <p:cNvSpPr/>
          <p:nvPr/>
        </p:nvSpPr>
        <p:spPr>
          <a:xfrm>
            <a:off x="6237837" y="4081980"/>
            <a:ext cx="2125471" cy="738664"/>
          </a:xfrm>
          <a:prstGeom prst="rect">
            <a:avLst/>
          </a:prstGeom>
        </p:spPr>
        <p:txBody>
          <a:bodyPr wrap="square">
            <a:spAutoFit/>
          </a:bodyPr>
          <a:lstStyle/>
          <a:p>
            <a:pPr algn="r"/>
            <a:r>
              <a:rPr lang="en-US" sz="1400" kern="0" dirty="0">
                <a:solidFill>
                  <a:schemeClr val="accent3"/>
                </a:solidFill>
              </a:rPr>
              <a:t>Lorem ipsum dolor sit </a:t>
            </a:r>
            <a:r>
              <a:rPr lang="en-US" sz="1400" kern="0" dirty="0" err="1">
                <a:solidFill>
                  <a:schemeClr val="accent3"/>
                </a:solidFill>
              </a:rPr>
              <a:t>amet</a:t>
            </a:r>
            <a:r>
              <a:rPr lang="en-US" sz="1400" kern="0" dirty="0">
                <a:solidFill>
                  <a:schemeClr val="accent3"/>
                </a:solidFill>
              </a:rPr>
              <a:t>, </a:t>
            </a:r>
            <a:r>
              <a:rPr lang="en-US" sz="1400" kern="0" dirty="0" err="1">
                <a:solidFill>
                  <a:schemeClr val="accent3"/>
                </a:solidFill>
              </a:rPr>
              <a:t>consectetur</a:t>
            </a:r>
            <a:r>
              <a:rPr lang="en-US" sz="1400" kern="0" dirty="0">
                <a:solidFill>
                  <a:schemeClr val="accent3"/>
                </a:solidFill>
              </a:rPr>
              <a:t> </a:t>
            </a:r>
            <a:r>
              <a:rPr lang="en-US" sz="1400" kern="0" dirty="0" err="1">
                <a:solidFill>
                  <a:schemeClr val="accent3"/>
                </a:solidFill>
              </a:rPr>
              <a:t>adipiscing</a:t>
            </a:r>
            <a:r>
              <a:rPr lang="en-US" sz="1400" kern="0" dirty="0">
                <a:solidFill>
                  <a:schemeClr val="accent3"/>
                </a:solidFill>
              </a:rPr>
              <a:t> </a:t>
            </a:r>
            <a:r>
              <a:rPr lang="en-US" sz="1400" kern="0" dirty="0" err="1">
                <a:solidFill>
                  <a:schemeClr val="accent3"/>
                </a:solidFill>
              </a:rPr>
              <a:t>elit</a:t>
            </a:r>
            <a:r>
              <a:rPr lang="en-US" sz="1400" kern="0" dirty="0">
                <a:solidFill>
                  <a:schemeClr val="accent3"/>
                </a:solidFill>
              </a:rPr>
              <a:t>. </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spAutoFit/>
          </a:bodyPr>
          <a:lstStyle/>
          <a:p>
            <a:pPr algn="r"/>
            <a:r>
              <a:rPr lang="en-US" sz="1600" b="1" kern="0" dirty="0">
                <a:solidFill>
                  <a:schemeClr val="accent3"/>
                </a:solidFill>
              </a:rPr>
              <a:t>LOREM IPSUM</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spAutoFit/>
          </a:bodyPr>
          <a:lstStyle/>
          <a:p>
            <a:pPr algn="ctr"/>
            <a:r>
              <a:rPr lang="en-US" sz="2000" b="1" dirty="0">
                <a:latin typeface="+mj-lt"/>
                <a:ea typeface="Adobe Heiti Std R" panose="020B0400000000000000" pitchFamily="34" charset="-128"/>
              </a:rPr>
              <a:t>Lorem Ipsum</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9087212" y="499739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38200" y="1533369"/>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38200" y="3800323"/>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none" rtlCol="0">
              <a:spAutoFit/>
            </a:bodyPr>
            <a:lstStyle/>
            <a:p>
              <a:pPr algn="ctr"/>
              <a:r>
                <a:rPr lang="en-US" dirty="0"/>
                <a:t>LOREM IPSUM</a:t>
              </a:r>
            </a:p>
          </p:txBody>
        </p:sp>
        <p:sp>
          <p:nvSpPr>
            <p:cNvPr id="6" name="TextBox 5"/>
            <p:cNvSpPr txBox="1"/>
            <p:nvPr/>
          </p:nvSpPr>
          <p:spPr>
            <a:xfrm>
              <a:off x="4937515" y="2406983"/>
              <a:ext cx="2262670" cy="406265"/>
            </a:xfrm>
            <a:prstGeom prst="rect">
              <a:avLst/>
            </a:prstGeom>
            <a:noFill/>
          </p:spPr>
          <p:txBody>
            <a:bodyPr wrap="none" rtlCol="0">
              <a:spAutoFit/>
            </a:bodyPr>
            <a:lstStyle/>
            <a:p>
              <a:pPr algn="ctr"/>
              <a:r>
                <a:rPr lang="en-US" dirty="0">
                  <a:solidFill>
                    <a:schemeClr val="lt1"/>
                  </a:solidFill>
                </a:rPr>
                <a:t>1. LOREM IPSUM</a:t>
              </a:r>
            </a:p>
          </p:txBody>
        </p:sp>
        <p:sp>
          <p:nvSpPr>
            <p:cNvPr id="7" name="TextBox 6"/>
            <p:cNvSpPr txBox="1"/>
            <p:nvPr/>
          </p:nvSpPr>
          <p:spPr>
            <a:xfrm>
              <a:off x="4937519" y="5296311"/>
              <a:ext cx="2262670" cy="406265"/>
            </a:xfrm>
            <a:prstGeom prst="rect">
              <a:avLst/>
            </a:prstGeom>
            <a:noFill/>
          </p:spPr>
          <p:txBody>
            <a:bodyPr wrap="none" rtlCol="0">
              <a:spAutoFit/>
            </a:bodyPr>
            <a:lstStyle/>
            <a:p>
              <a:pPr algn="ctr"/>
              <a:r>
                <a:rPr lang="en-US" dirty="0">
                  <a:solidFill>
                    <a:schemeClr val="lt1"/>
                  </a:solidFill>
                </a:rPr>
                <a:t>3. LOREM IPSUM</a:t>
              </a:r>
            </a:p>
          </p:txBody>
        </p:sp>
        <p:sp>
          <p:nvSpPr>
            <p:cNvPr id="8" name="TextBox 7"/>
            <p:cNvSpPr txBox="1"/>
            <p:nvPr/>
          </p:nvSpPr>
          <p:spPr>
            <a:xfrm>
              <a:off x="3722439" y="3531185"/>
              <a:ext cx="1159847" cy="1015663"/>
            </a:xfrm>
            <a:prstGeom prst="rect">
              <a:avLst/>
            </a:prstGeom>
            <a:noFill/>
          </p:spPr>
          <p:txBody>
            <a:bodyPr wrap="square" rtlCol="0" anchor="ctr">
              <a:spAutoFit/>
            </a:bodyPr>
            <a:lstStyle/>
            <a:p>
              <a:pPr algn="ctr"/>
              <a:r>
                <a:rPr lang="en-US" dirty="0">
                  <a:solidFill>
                    <a:schemeClr val="lt1"/>
                  </a:solidFill>
                </a:rPr>
                <a:t>4. LOREM IPSUM</a:t>
              </a:r>
            </a:p>
          </p:txBody>
        </p:sp>
        <p:sp>
          <p:nvSpPr>
            <p:cNvPr id="9" name="TextBox 8"/>
            <p:cNvSpPr txBox="1"/>
            <p:nvPr/>
          </p:nvSpPr>
          <p:spPr>
            <a:xfrm>
              <a:off x="7282564" y="3531185"/>
              <a:ext cx="1159847" cy="1015663"/>
            </a:xfrm>
            <a:prstGeom prst="rect">
              <a:avLst/>
            </a:prstGeom>
            <a:noFill/>
          </p:spPr>
          <p:txBody>
            <a:bodyPr wrap="square" rtlCol="0" anchor="ctr">
              <a:spAutoFit/>
            </a:bodyPr>
            <a:lstStyle/>
            <a:p>
              <a:pPr algn="ctr"/>
              <a:r>
                <a:rPr lang="en-US" dirty="0">
                  <a:solidFill>
                    <a:schemeClr val="lt1"/>
                  </a:solidFill>
                </a:rPr>
                <a:t>2. LOREM IPSUM</a:t>
              </a:r>
            </a:p>
          </p:txBody>
        </p:sp>
      </p:grpSp>
      <p:sp>
        <p:nvSpPr>
          <p:cNvPr id="16" name="Rectangle 15"/>
          <p:cNvSpPr/>
          <p:nvPr/>
        </p:nvSpPr>
        <p:spPr>
          <a:xfrm>
            <a:off x="576108" y="1600063"/>
            <a:ext cx="3923463" cy="1323439"/>
          </a:xfrm>
          <a:prstGeom prst="rect">
            <a:avLst/>
          </a:prstGeom>
        </p:spPr>
        <p:txBody>
          <a:bodyPr wrap="square">
            <a:spAutoFit/>
          </a:bodyPr>
          <a:lstStyle/>
          <a:p>
            <a:r>
              <a:rPr lang="en-US" sz="1600" b="1" kern="0" dirty="0">
                <a:solidFill>
                  <a:schemeClr val="accent1"/>
                </a:solidFill>
              </a:rPr>
              <a:t>1.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7" name="Rectangle 16"/>
          <p:cNvSpPr/>
          <p:nvPr/>
        </p:nvSpPr>
        <p:spPr>
          <a:xfrm>
            <a:off x="7692429" y="1600063"/>
            <a:ext cx="3923463" cy="1323439"/>
          </a:xfrm>
          <a:prstGeom prst="rect">
            <a:avLst/>
          </a:prstGeom>
        </p:spPr>
        <p:txBody>
          <a:bodyPr wrap="square">
            <a:spAutoFit/>
          </a:bodyPr>
          <a:lstStyle/>
          <a:p>
            <a:r>
              <a:rPr lang="en-US" sz="1600" b="1" kern="0" dirty="0">
                <a:solidFill>
                  <a:schemeClr val="accent2"/>
                </a:solidFill>
              </a:rPr>
              <a:t>2.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8" name="Rectangle 17"/>
          <p:cNvSpPr/>
          <p:nvPr/>
        </p:nvSpPr>
        <p:spPr>
          <a:xfrm>
            <a:off x="576108" y="4883986"/>
            <a:ext cx="3923463" cy="1323439"/>
          </a:xfrm>
          <a:prstGeom prst="rect">
            <a:avLst/>
          </a:prstGeom>
        </p:spPr>
        <p:txBody>
          <a:bodyPr wrap="square" anchor="b">
            <a:spAutoFit/>
          </a:bodyPr>
          <a:lstStyle/>
          <a:p>
            <a:r>
              <a:rPr lang="en-US" sz="1600" b="1" kern="0" dirty="0">
                <a:solidFill>
                  <a:schemeClr val="accent4"/>
                </a:solidFill>
              </a:rPr>
              <a:t>4.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9" name="Rectangle 18"/>
          <p:cNvSpPr/>
          <p:nvPr/>
        </p:nvSpPr>
        <p:spPr>
          <a:xfrm>
            <a:off x="7692429" y="4883986"/>
            <a:ext cx="3923463" cy="1323439"/>
          </a:xfrm>
          <a:prstGeom prst="rect">
            <a:avLst/>
          </a:prstGeom>
        </p:spPr>
        <p:txBody>
          <a:bodyPr wrap="square" anchor="b">
            <a:spAutoFit/>
          </a:bodyPr>
          <a:lstStyle/>
          <a:p>
            <a:r>
              <a:rPr lang="en-US" sz="1600" b="1" kern="0" dirty="0">
                <a:solidFill>
                  <a:schemeClr val="accent3"/>
                </a:solidFill>
              </a:rPr>
              <a:t>3.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a:lstStyle/>
          <a:p>
            <a:r>
              <a:rPr lang="en-US" dirty="0"/>
              <a:t>Puzzle </a:t>
            </a:r>
            <a:r>
              <a:rPr lang="en-US"/>
              <a:t>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2"/>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1.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3.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2"/>
                </a:solidFill>
                <a:effectLst/>
                <a:uLnTx/>
                <a:uFillTx/>
              </a:rPr>
              <a:t>2.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5"/>
                </a:solidFill>
                <a:effectLst/>
                <a:uLnTx/>
                <a:uFillTx/>
              </a:rPr>
              <a:t>4.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6"/>
                </a:solidFill>
                <a:effectLst/>
                <a:uLnTx/>
                <a:uFillTx/>
              </a:rPr>
              <a:t>5.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4"/>
                </a:solidFill>
                <a:effectLst/>
                <a:uLnTx/>
                <a:uFillTx/>
              </a:rPr>
              <a:t>6.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spAutoFit/>
          </a:bodyPr>
          <a:lstStyle/>
          <a:p>
            <a:r>
              <a:rPr lang="en-US" sz="1600" b="1" dirty="0">
                <a:solidFill>
                  <a:schemeClr val="accent1"/>
                </a:solidFill>
              </a:rPr>
              <a:t>LOREM IPSUM</a:t>
            </a:r>
          </a:p>
          <a:p>
            <a:r>
              <a:rPr lang="en-US" sz="1600" dirty="0"/>
              <a:t>Lorem ipsum dolor sit amet, consectetuer adipiscing elit. Maecenas porttitor </a:t>
            </a:r>
            <a:r>
              <a:rPr lang="en-US" sz="1600" dirty="0" err="1"/>
              <a:t>congue</a:t>
            </a:r>
            <a:r>
              <a:rPr lang="en-US" sz="1600" dirty="0"/>
              <a:t> </a:t>
            </a:r>
            <a:r>
              <a:rPr lang="en-US" sz="1600" dirty="0" err="1"/>
              <a:t>massa</a:t>
            </a:r>
            <a:r>
              <a:rPr lang="en-US" sz="1600" dirty="0"/>
              <a:t>.</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1800" b="1" dirty="0">
                    <a:solidFill>
                      <a:schemeClr val="lt1"/>
                    </a:solidFill>
                    <a:latin typeface="+mj-lt"/>
                  </a:rPr>
                  <a:t>Lorem ipsum</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Lorem ipsum</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a:t>
            </a:r>
            <a:r>
              <a:rPr lang="en-US" sz="1600" kern="0" dirty="0" err="1"/>
              <a:t>massa</a:t>
            </a:r>
            <a:r>
              <a:rPr lang="en-US" sz="1600" kern="0" dirty="0"/>
              <a:t>.</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4.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09" name="TextBox 408"/>
          <p:cNvSpPr txBox="1"/>
          <p:nvPr/>
        </p:nvSpPr>
        <p:spPr>
          <a:xfrm>
            <a:off x="5593717" y="1343068"/>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5" name="TextBox 414"/>
          <p:cNvSpPr txBox="1"/>
          <p:nvPr/>
        </p:nvSpPr>
        <p:spPr>
          <a:xfrm>
            <a:off x="3541729" y="5514580"/>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8" name="TextBox 417"/>
          <p:cNvSpPr txBox="1"/>
          <p:nvPr/>
        </p:nvSpPr>
        <p:spPr>
          <a:xfrm>
            <a:off x="7635130" y="5497885"/>
            <a:ext cx="3056555" cy="954107"/>
          </a:xfrm>
          <a:prstGeom prst="rect">
            <a:avLst/>
          </a:prstGeom>
          <a:noFill/>
        </p:spPr>
        <p:txBody>
          <a:bodyPr wrap="square" rtlCol="0">
            <a:spAutoFit/>
          </a:bodyPr>
          <a:lstStyle/>
          <a:p>
            <a:pPr lvl="0" algn="ctr">
              <a:defRPr/>
            </a:pPr>
            <a:r>
              <a:rPr lang="en-US" sz="1400" b="1" kern="0" dirty="0">
                <a:solidFill>
                  <a:schemeClr val="accent4"/>
                </a:solidFill>
              </a:rPr>
              <a:t>Lorem ipsum</a:t>
            </a:r>
            <a:endParaRPr lang="en-US" sz="1400" kern="0" dirty="0"/>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Lorem ipsum</a:t>
            </a:r>
          </a:p>
        </p:txBody>
      </p:sp>
      <p:sp>
        <p:nvSpPr>
          <p:cNvPr id="12" name="TextBox 11"/>
          <p:cNvSpPr txBox="1"/>
          <p:nvPr/>
        </p:nvSpPr>
        <p:spPr>
          <a:xfrm>
            <a:off x="621517" y="3551911"/>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amet, consectetuer adipiscing elit. Maecenas porttitor congue massa. Fusce posuere, magna sed pulvinar ultricies, purus lectus malesuada libero, sit amet commodo magna eros quis urna.</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viverra imperdiet enim. Fusce est. Vivamus a </a:t>
            </a:r>
            <a:r>
              <a:rPr lang="en-US" sz="1200" kern="0" dirty="0" err="1"/>
              <a:t>tellus</a:t>
            </a:r>
            <a:r>
              <a:rPr lang="en-US" sz="1200" kern="0" dirty="0"/>
              <a:t>.</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Lorem ipsum</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rPr>
              <a:t>Lorem ipsum</a:t>
            </a:r>
          </a:p>
        </p:txBody>
      </p:sp>
      <p:sp>
        <p:nvSpPr>
          <p:cNvPr id="14" name="TextBox 13"/>
          <p:cNvSpPr txBox="1"/>
          <p:nvPr/>
        </p:nvSpPr>
        <p:spPr>
          <a:xfrm>
            <a:off x="8942483"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Lorem ipsum</a:t>
            </a:r>
          </a:p>
        </p:txBody>
      </p:sp>
      <p:sp>
        <p:nvSpPr>
          <p:cNvPr id="13" name="TextBox 12"/>
          <p:cNvSpPr txBox="1"/>
          <p:nvPr/>
        </p:nvSpPr>
        <p:spPr>
          <a:xfrm>
            <a:off x="3395172"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spAutoFit/>
          </a:bodyPr>
          <a:lstStyle/>
          <a:p>
            <a:r>
              <a:rPr lang="en-US" b="1" dirty="0">
                <a:solidFill>
                  <a:schemeClr val="accent3"/>
                </a:solidFill>
              </a:rPr>
              <a:t>LOREM IPSUM</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spAutoFit/>
          </a:bodyPr>
          <a:lstStyle/>
          <a:p>
            <a:r>
              <a:rPr lang="en-US" b="1" dirty="0">
                <a:solidFill>
                  <a:schemeClr val="accent1"/>
                </a:solidFill>
              </a:rPr>
              <a:t>LOREM IPSUM</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spAutoFit/>
          </a:bodyPr>
          <a:lstStyle/>
          <a:p>
            <a:r>
              <a:rPr lang="en-US" b="1" dirty="0">
                <a:solidFill>
                  <a:schemeClr val="accent4"/>
                </a:solidFill>
              </a:rPr>
              <a:t>LOREM IPSUM</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spAutoFit/>
          </a:bodyPr>
          <a:lstStyle/>
          <a:p>
            <a:pPr algn="ctr"/>
            <a:r>
              <a:rPr lang="en-US" sz="1600" b="1" dirty="0">
                <a:solidFill>
                  <a:schemeClr val="accent4"/>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a:no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spAutoFit/>
          </a:bodyPr>
          <a:lstStyle/>
          <a:p>
            <a:pPr algn="ctr"/>
            <a:r>
              <a:rPr lang="en-US" sz="1600" b="1" dirty="0">
                <a:solidFill>
                  <a:schemeClr val="accent1"/>
                </a:solidFill>
              </a:rPr>
              <a:t>LOREM IPSUM</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spAutoFit/>
          </a:bodyPr>
          <a:lstStyle/>
          <a:p>
            <a:pPr algn="ctr"/>
            <a:r>
              <a:rPr lang="en-US" sz="1600" b="1" dirty="0">
                <a:solidFill>
                  <a:schemeClr val="accent2"/>
                </a:solidFill>
              </a:rPr>
              <a:t>LOREM IPSUM</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spAutoFit/>
          </a:bodyPr>
          <a:lstStyle/>
          <a:p>
            <a:pPr algn="ctr"/>
            <a:r>
              <a:rPr lang="en-US" sz="1600" b="1" dirty="0">
                <a:solidFill>
                  <a:schemeClr val="accent3"/>
                </a:solidFill>
              </a:rPr>
              <a:t>LOREM IPSUM</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spAutoFit/>
          </a:bodyPr>
          <a:lstStyle/>
          <a:p>
            <a:pPr algn="ctr"/>
            <a:r>
              <a:rPr lang="en-US" sz="1600" b="1" dirty="0">
                <a:solidFill>
                  <a:schemeClr val="accent4"/>
                </a:solidFill>
              </a:rPr>
              <a:t>LOREM IPSUM</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a:t>
            </a:r>
            <a:r>
              <a:rPr lang="en-US" sz="1600" dirty="0" err="1"/>
              <a:t>elit</a:t>
            </a:r>
            <a:r>
              <a:rPr lang="en-US" sz="1600" dirty="0"/>
              <a:t>.</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amet, consectetuer adipiscing </a:t>
            </a:r>
            <a:r>
              <a:rPr lang="en-US" sz="1600" dirty="0" err="1"/>
              <a:t>elit</a:t>
            </a:r>
            <a:r>
              <a:rPr lang="en-US" sz="1600" dirty="0"/>
              <a:t>.</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t>
            </a:r>
            <a:r>
              <a:rPr lang="en-US" sz="1600" dirty="0" err="1"/>
              <a:t>adipiscing</a:t>
            </a:r>
            <a:r>
              <a:rPr lang="en-US" sz="1600" dirty="0"/>
              <a:t> </a:t>
            </a:r>
            <a:r>
              <a:rPr lang="en-US" sz="1600" dirty="0" err="1"/>
              <a:t>elit</a:t>
            </a:r>
            <a:r>
              <a:rPr lang="en-US" sz="1600" dirty="0"/>
              <a:t>.</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spAutoFit/>
          </a:bodyPr>
          <a:lstStyle/>
          <a:p>
            <a:pPr algn="ctr"/>
            <a:r>
              <a:rPr lang="en-US" sz="1600" b="1" dirty="0">
                <a:solidFill>
                  <a:schemeClr val="accent4"/>
                </a:solidFill>
              </a:rPr>
              <a:t>LOREM IPSUM</a:t>
            </a:r>
          </a:p>
          <a:p>
            <a:pPr algn="ctr"/>
            <a:r>
              <a:rPr lang="en-US" sz="1600" dirty="0"/>
              <a:t>Lorem ipsum dolor sit amet, consectetuer </a:t>
            </a:r>
            <a:r>
              <a:rPr lang="en-US" sz="1600" dirty="0" err="1"/>
              <a:t>adipiscing</a:t>
            </a:r>
            <a:r>
              <a:rPr lang="en-US" sz="1600" dirty="0"/>
              <a:t> </a:t>
            </a:r>
            <a:r>
              <a:rPr lang="en-US" sz="1600" dirty="0" err="1"/>
              <a:t>elit</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spAutoFit/>
          </a:bodyPr>
          <a:lstStyle/>
          <a:p>
            <a:pPr algn="ctr"/>
            <a:r>
              <a:rPr lang="en-US" sz="2400" b="1" dirty="0"/>
              <a:t>Lorem Ipsum</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r>
              <a:rPr kumimoji="0" lang="en-US" sz="1600" b="0" i="0" u="none" strike="noStrike" kern="1200" cap="none" spc="0" normalizeH="0" baseline="0" noProof="0" dirty="0">
                <a:ln>
                  <a:noFill/>
                </a:ln>
                <a:solidFill>
                  <a:schemeClr val="accent2"/>
                </a:solidFill>
                <a:effectLst/>
                <a:uLnTx/>
                <a:uFillTx/>
                <a:ea typeface="+mn-ea"/>
                <a:cs typeface="+mn-cs"/>
              </a:rPr>
              <a:t> </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r>
              <a:rPr kumimoji="0" lang="en-US" sz="1600" b="0" i="0" u="none" strike="noStrike" kern="1200" cap="none" spc="0" normalizeH="0" baseline="0" noProof="0" dirty="0">
                <a:ln>
                  <a:noFill/>
                </a:ln>
                <a:solidFill>
                  <a:schemeClr val="accent3"/>
                </a:solidFill>
                <a:effectLst/>
                <a:uLnTx/>
                <a:uFillTx/>
                <a:ea typeface="+mn-ea"/>
                <a:cs typeface="+mn-cs"/>
              </a:rPr>
              <a:t> </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r>
              <a:rPr kumimoji="0" lang="en-US" sz="1600" b="0" i="0" u="none" strike="noStrike" kern="1200" cap="none" spc="0" normalizeH="0" baseline="0" noProof="0" dirty="0">
                <a:ln>
                  <a:noFill/>
                </a:ln>
                <a:solidFill>
                  <a:schemeClr val="accent4"/>
                </a:solidFill>
                <a:effectLst/>
                <a:uLnTx/>
                <a:uFillTx/>
                <a:ea typeface="+mn-ea"/>
                <a:cs typeface="+mn-cs"/>
              </a:rPr>
              <a:t> </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TextBox 16"/>
          <p:cNvSpPr txBox="1"/>
          <p:nvPr/>
        </p:nvSpPr>
        <p:spPr>
          <a:xfrm>
            <a:off x="5385166" y="3717564"/>
            <a:ext cx="1518364" cy="369332"/>
          </a:xfrm>
          <a:prstGeom prst="rect">
            <a:avLst/>
          </a:prstGeom>
          <a:noFill/>
        </p:spPr>
        <p:txBody>
          <a:bodyPr wrap="none" rtlCol="0">
            <a:spAutoFit/>
          </a:bodyPr>
          <a:lstStyle/>
          <a:p>
            <a:r>
              <a:rPr lang="en-US" dirty="0"/>
              <a:t>Lorem ipsum</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04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0" name="TextBox 19"/>
          <p:cNvSpPr txBox="1"/>
          <p:nvPr/>
        </p:nvSpPr>
        <p:spPr>
          <a:xfrm flipH="1">
            <a:off x="6502975" y="2820869"/>
            <a:ext cx="4894814"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1" name="TextBox 20"/>
          <p:cNvSpPr txBox="1"/>
          <p:nvPr/>
        </p:nvSpPr>
        <p:spPr>
          <a:xfrm flipH="1">
            <a:off x="7359380" y="4265438"/>
            <a:ext cx="403841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2" name="TextBox 21"/>
          <p:cNvSpPr txBox="1"/>
          <p:nvPr/>
        </p:nvSpPr>
        <p:spPr>
          <a:xfrm flipH="1">
            <a:off x="8207006" y="5710008"/>
            <a:ext cx="3190785"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spAutoFit/>
          </a:bodyPr>
          <a:lstStyle/>
          <a:p>
            <a:pPr lvl="0" algn="r">
              <a:defRPr/>
            </a:pPr>
            <a:r>
              <a:rPr lang="en-US" sz="1600" b="1" kern="0" dirty="0">
                <a:solidFill>
                  <a:schemeClr val="accent1"/>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8" name="Rectangle 7"/>
          <p:cNvSpPr/>
          <p:nvPr/>
        </p:nvSpPr>
        <p:spPr>
          <a:xfrm>
            <a:off x="8293234" y="2423316"/>
            <a:ext cx="3060566" cy="1323439"/>
          </a:xfrm>
          <a:prstGeom prst="rect">
            <a:avLst/>
          </a:prstGeom>
        </p:spPr>
        <p:txBody>
          <a:bodyPr wrap="square">
            <a:spAutoFit/>
          </a:bodyPr>
          <a:lstStyle/>
          <a:p>
            <a:pPr lvl="0">
              <a:defRPr/>
            </a:pPr>
            <a:r>
              <a:rPr lang="en-US" sz="1600" b="1" kern="0" dirty="0">
                <a:solidFill>
                  <a:schemeClr val="accent2"/>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9" name="Rectangle 8"/>
          <p:cNvSpPr/>
          <p:nvPr/>
        </p:nvSpPr>
        <p:spPr>
          <a:xfrm>
            <a:off x="8401998" y="4221461"/>
            <a:ext cx="3060566" cy="1323439"/>
          </a:xfrm>
          <a:prstGeom prst="rect">
            <a:avLst/>
          </a:prstGeom>
        </p:spPr>
        <p:txBody>
          <a:bodyPr wrap="square">
            <a:spAutoFit/>
          </a:bodyPr>
          <a:lstStyle/>
          <a:p>
            <a:pPr lvl="0">
              <a:defRPr/>
            </a:pPr>
            <a:r>
              <a:rPr lang="en-US" sz="1600" b="1" kern="0" dirty="0">
                <a:solidFill>
                  <a:schemeClr val="accent3"/>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0" name="Rectangle 9"/>
          <p:cNvSpPr/>
          <p:nvPr/>
        </p:nvSpPr>
        <p:spPr>
          <a:xfrm>
            <a:off x="838200" y="4221461"/>
            <a:ext cx="3060566" cy="1323439"/>
          </a:xfrm>
          <a:prstGeom prst="rect">
            <a:avLst/>
          </a:prstGeom>
        </p:spPr>
        <p:txBody>
          <a:bodyPr wrap="square">
            <a:spAutoFit/>
          </a:bodyPr>
          <a:lstStyle/>
          <a:p>
            <a:pPr lvl="0" algn="r">
              <a:defRPr/>
            </a:pPr>
            <a:r>
              <a:rPr lang="en-US" sz="1600" b="1" kern="0" dirty="0">
                <a:solidFill>
                  <a:schemeClr val="accent4"/>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1"/>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2"/>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3"/>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4"/>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spAutoFit/>
          </a:bodyPr>
          <a:lstStyle/>
          <a:p>
            <a:r>
              <a:rPr lang="en-US" sz="2400" b="1" dirty="0"/>
              <a:t>Lorem Ipsum</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spAutoFit/>
          </a:bodyPr>
          <a:lstStyle/>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spAutoFit/>
          </a:bodyPr>
          <a:lstStyle/>
          <a:p>
            <a:r>
              <a:rPr lang="en-US" sz="2000" b="1" dirty="0">
                <a:solidFill>
                  <a:schemeClr val="accent4"/>
                </a:solidFill>
              </a:rPr>
              <a:t>	</a:t>
            </a:r>
            <a:r>
              <a:rPr lang="en-US" sz="2000" b="1" dirty="0">
                <a:solidFill>
                  <a:schemeClr val="accent5"/>
                </a:solidFill>
              </a:rPr>
              <a:t>Lorem ipsum</a:t>
            </a:r>
            <a:endParaRPr lang="en-US" sz="2000" dirty="0">
              <a:solidFill>
                <a:schemeClr val="accent5"/>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spAutoFit/>
          </a:bodyPr>
          <a:lstStyle/>
          <a:p>
            <a:r>
              <a:rPr lang="en-US" sz="1600" b="1" dirty="0">
                <a:solidFill>
                  <a:schemeClr val="accent5"/>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spAutoFit/>
          </a:bodyPr>
          <a:lstStyle/>
          <a:p>
            <a:r>
              <a:rPr lang="en-US" sz="1600" b="1" dirty="0">
                <a:solidFill>
                  <a:schemeClr val="accent4"/>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spAutoFit/>
          </a:bodyPr>
          <a:lstStyle/>
          <a:p>
            <a:r>
              <a:rPr lang="en-US" sz="1600" b="1" dirty="0">
                <a:solidFill>
                  <a:schemeClr val="accent5"/>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spAutoFit/>
          </a:bodyPr>
          <a:lstStyle/>
          <a:p>
            <a:r>
              <a:rPr lang="en-US" sz="1600" b="1" dirty="0">
                <a:solidFill>
                  <a:schemeClr val="accent1"/>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5"/>
                </a:solidFill>
              </a:rPr>
              <a:t>LOREM IPSUM</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6" name="TextBox 65"/>
          <p:cNvSpPr txBox="1"/>
          <p:nvPr/>
        </p:nvSpPr>
        <p:spPr>
          <a:xfrm>
            <a:off x="5561135" y="5048053"/>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7" name="TextBox 66"/>
          <p:cNvSpPr txBox="1"/>
          <p:nvPr/>
        </p:nvSpPr>
        <p:spPr>
          <a:xfrm>
            <a:off x="2110356" y="4855557"/>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8" name="TextBox 67"/>
          <p:cNvSpPr txBox="1"/>
          <p:nvPr/>
        </p:nvSpPr>
        <p:spPr>
          <a:xfrm>
            <a:off x="8672762"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9" name="TextBox 68"/>
          <p:cNvSpPr txBox="1"/>
          <p:nvPr/>
        </p:nvSpPr>
        <p:spPr>
          <a:xfrm>
            <a:off x="4077580"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1796902" y="234699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2" name="TextBox 11"/>
          <p:cNvSpPr txBox="1"/>
          <p:nvPr/>
        </p:nvSpPr>
        <p:spPr>
          <a:xfrm>
            <a:off x="1796902" y="314982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3" name="TextBox 12"/>
          <p:cNvSpPr txBox="1"/>
          <p:nvPr/>
        </p:nvSpPr>
        <p:spPr>
          <a:xfrm>
            <a:off x="1796902" y="395266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4" name="TextBox 13"/>
          <p:cNvSpPr txBox="1"/>
          <p:nvPr/>
        </p:nvSpPr>
        <p:spPr>
          <a:xfrm>
            <a:off x="1796902" y="475549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spAutoFit/>
          </a:bodyPr>
          <a:lstStyle/>
          <a:p>
            <a:r>
              <a:rPr lang="en-US" sz="1600" b="1" dirty="0">
                <a:solidFill>
                  <a:schemeClr val="accent1"/>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spAutoFit/>
          </a:bodyPr>
          <a:lstStyle/>
          <a:p>
            <a:r>
              <a:rPr lang="en-US" sz="1600" b="1" dirty="0">
                <a:solidFill>
                  <a:schemeClr val="accent5"/>
                </a:solidFill>
              </a:rPr>
              <a:t>LOREM IPSUM</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spAutoFit/>
          </a:bodyPr>
          <a:lstStyle/>
          <a:p>
            <a:r>
              <a:rPr lang="en-US" sz="1600" b="1" dirty="0">
                <a:solidFill>
                  <a:schemeClr val="tx2"/>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spAutoFit/>
          </a:bodyPr>
          <a:lstStyle/>
          <a:p>
            <a:r>
              <a:rPr lang="en-US" sz="1600" b="1" dirty="0">
                <a:solidFill>
                  <a:schemeClr val="accent6"/>
                </a:solidFill>
              </a:rPr>
              <a:t>LOREM IPSUM</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spAutoFit/>
          </a:bodyPr>
          <a:lstStyle/>
          <a:p>
            <a:r>
              <a:rPr lang="en-US" sz="1600" b="1" dirty="0">
                <a:solidFill>
                  <a:schemeClr val="accent4"/>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defRPr/>
            </a:pPr>
            <a:r>
              <a:rPr lang="en-US" kern="0" dirty="0"/>
              <a:t>Lorem ipsum</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spAutoFit/>
          </a:bodyPr>
          <a:lstStyle/>
          <a:p>
            <a:pPr lvl="0">
              <a:defRPr/>
            </a:pPr>
            <a:r>
              <a:rPr lang="en-US" sz="1600" b="1" kern="0" dirty="0">
                <a:solidFill>
                  <a:schemeClr val="accent1"/>
                </a:solidFill>
              </a:rPr>
              <a:t>Lorem ipsum dolor sit </a:t>
            </a:r>
            <a:r>
              <a:rPr lang="en-US" sz="1600" b="1" kern="0" dirty="0" err="1">
                <a:solidFill>
                  <a:schemeClr val="accent1"/>
                </a:solidFill>
              </a:rPr>
              <a:t>amet</a:t>
            </a:r>
            <a:endParaRPr lang="en-US" sz="1600" b="1" kern="0" dirty="0">
              <a:solidFill>
                <a:schemeClr val="accent1"/>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spAutoFit/>
          </a:bodyPr>
          <a:lstStyle/>
          <a:p>
            <a:pPr lvl="0">
              <a:defRPr/>
            </a:pPr>
            <a:r>
              <a:rPr lang="en-US" sz="1600" b="1" kern="0" dirty="0">
                <a:solidFill>
                  <a:schemeClr val="accent6"/>
                </a:solidFill>
              </a:rPr>
              <a:t>Lorem ipsum dolor sit </a:t>
            </a:r>
            <a:r>
              <a:rPr lang="en-US" sz="1600" b="1" kern="0" dirty="0" err="1">
                <a:solidFill>
                  <a:schemeClr val="accent6"/>
                </a:solidFill>
              </a:rPr>
              <a:t>amet</a:t>
            </a:r>
            <a:endParaRPr lang="en-US" sz="1600" b="1" kern="0" dirty="0">
              <a:solidFill>
                <a:schemeClr val="accent6"/>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spAutoFit/>
          </a:bodyPr>
          <a:lstStyle/>
          <a:p>
            <a:pPr lvl="0">
              <a:defRPr/>
            </a:pPr>
            <a:r>
              <a:rPr lang="en-US" sz="1600" b="1" kern="0" dirty="0">
                <a:solidFill>
                  <a:schemeClr val="accent5"/>
                </a:solidFill>
              </a:rPr>
              <a:t>Lorem ipsum dolor sit </a:t>
            </a:r>
            <a:r>
              <a:rPr lang="en-US" sz="1600" b="1" kern="0" dirty="0" err="1">
                <a:solidFill>
                  <a:schemeClr val="accent5"/>
                </a:solidFill>
              </a:rPr>
              <a:t>amet</a:t>
            </a:r>
            <a:endParaRPr lang="en-US" sz="1600" b="1" kern="0" dirty="0">
              <a:solidFill>
                <a:schemeClr val="accent5"/>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spAutoFit/>
          </a:bodyPr>
          <a:lstStyle/>
          <a:p>
            <a:pPr lvl="0" algn="r">
              <a:defRPr/>
            </a:pPr>
            <a:r>
              <a:rPr lang="en-US" sz="1600" b="1" kern="0" dirty="0">
                <a:solidFill>
                  <a:schemeClr val="accent2"/>
                </a:solidFill>
              </a:rPr>
              <a:t>Lorem ipsum dolor sit </a:t>
            </a:r>
            <a:r>
              <a:rPr lang="en-US" sz="1600" b="1" kern="0" dirty="0" err="1">
                <a:solidFill>
                  <a:schemeClr val="accent2"/>
                </a:solidFill>
              </a:rPr>
              <a:t>amet</a:t>
            </a:r>
            <a:endParaRPr lang="en-US" sz="1600" b="1" kern="0" dirty="0">
              <a:solidFill>
                <a:schemeClr val="accent2"/>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spAutoFit/>
          </a:bodyPr>
          <a:lstStyle/>
          <a:p>
            <a:pPr lvl="0" algn="r">
              <a:defRPr/>
            </a:pPr>
            <a:r>
              <a:rPr lang="en-US" sz="1600" b="1" kern="0" dirty="0">
                <a:solidFill>
                  <a:schemeClr val="accent3"/>
                </a:solidFill>
              </a:rPr>
              <a:t>Lorem ipsum dolor sit </a:t>
            </a:r>
            <a:r>
              <a:rPr lang="en-US" sz="1600" b="1" kern="0" dirty="0" err="1">
                <a:solidFill>
                  <a:schemeClr val="accent3"/>
                </a:solidFill>
              </a:rPr>
              <a:t>amet</a:t>
            </a:r>
            <a:endParaRPr lang="en-US" sz="1600" b="1" kern="0" dirty="0">
              <a:solidFill>
                <a:schemeClr val="accent3"/>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spAutoFit/>
          </a:bodyPr>
          <a:lstStyle/>
          <a:p>
            <a:pPr lvl="0" algn="r">
              <a:defRPr/>
            </a:pPr>
            <a:r>
              <a:rPr lang="en-US" sz="1600" b="1" kern="0" dirty="0">
                <a:solidFill>
                  <a:schemeClr val="accent4"/>
                </a:solidFill>
              </a:rPr>
              <a:t>Lorem ipsum dolor sit </a:t>
            </a:r>
            <a:r>
              <a:rPr lang="en-US" sz="1600" b="1" kern="0" dirty="0" err="1">
                <a:solidFill>
                  <a:schemeClr val="accent4"/>
                </a:solidFill>
              </a:rPr>
              <a:t>amet</a:t>
            </a:r>
            <a:endParaRPr lang="en-US" sz="1600" b="1" kern="0" dirty="0">
              <a:solidFill>
                <a:schemeClr val="accent4"/>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6"/>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5"/>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spAutoFit/>
          </a:bodyPr>
          <a:lstStyle/>
          <a:p>
            <a:pPr algn="r"/>
            <a:r>
              <a:rPr lang="en-US" sz="1600" b="1" dirty="0">
                <a:solidFill>
                  <a:schemeClr val="accent6"/>
                </a:solidFill>
              </a:rPr>
              <a:t>6.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spAutoFit/>
          </a:bodyPr>
          <a:lstStyle/>
          <a:p>
            <a:r>
              <a:rPr lang="en-US" sz="1600" b="1" dirty="0">
                <a:solidFill>
                  <a:schemeClr val="accent5"/>
                </a:solidFill>
              </a:rPr>
              <a:t>5.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a:lstStyle/>
          <a:p>
            <a:r>
              <a:rPr lang="en-US" dirty="0"/>
              <a:t>Key </a:t>
            </a:r>
            <a:r>
              <a:rPr lang="en-US"/>
              <a:t>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5"/>
                </a:solidFill>
                <a:cs typeface="Arial" pitchFamily="34" charset="0"/>
              </a:rPr>
              <a:t>LOREM IPSUM</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6"/>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fontScale="92500"/>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fontScale="92500"/>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fontScale="92500"/>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fontScale="92500"/>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fontScale="92500"/>
          </a:bodyPr>
          <a:lstStyle/>
          <a:p>
            <a:r>
              <a:rPr lang="en-US" sz="1600" b="1" dirty="0">
                <a:solidFill>
                  <a:schemeClr val="accent6"/>
                </a:solidFill>
              </a:rPr>
              <a:t>Lorem ipsum dolor sit </a:t>
            </a:r>
            <a:r>
              <a:rPr lang="en-US" sz="1600" b="1" dirty="0" err="1">
                <a:solidFill>
                  <a:schemeClr val="accent6"/>
                </a:solidFill>
              </a:rPr>
              <a:t>amet</a:t>
            </a:r>
            <a:endParaRPr lang="en-US" sz="1600" b="1" dirty="0">
              <a:solidFill>
                <a:schemeClr val="accent6"/>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fontScale="92500"/>
          </a:bodyPr>
          <a:lstStyle/>
          <a:p>
            <a:r>
              <a:rPr lang="en-US" sz="1600" b="1" dirty="0">
                <a:solidFill>
                  <a:schemeClr val="accent5"/>
                </a:solidFill>
              </a:rPr>
              <a:t>Lorem ipsum dolor sit </a:t>
            </a:r>
            <a:r>
              <a:rPr lang="en-US" sz="1600" b="1" dirty="0" err="1">
                <a:solidFill>
                  <a:schemeClr val="accent5"/>
                </a:solidFill>
              </a:rPr>
              <a:t>amet</a:t>
            </a:r>
            <a:endParaRPr lang="en-US" sz="1600" b="1" dirty="0">
              <a:solidFill>
                <a:schemeClr val="accent5"/>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9" name="TextBox 408"/>
          <p:cNvSpPr txBox="1"/>
          <p:nvPr/>
        </p:nvSpPr>
        <p:spPr>
          <a:xfrm>
            <a:off x="4049624" y="1354905"/>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2" name="TextBox 411"/>
          <p:cNvSpPr txBox="1"/>
          <p:nvPr/>
        </p:nvSpPr>
        <p:spPr>
          <a:xfrm>
            <a:off x="7125055" y="1342361"/>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5"/>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8" name="TextBox 417"/>
          <p:cNvSpPr txBox="1"/>
          <p:nvPr/>
        </p:nvSpPr>
        <p:spPr>
          <a:xfrm>
            <a:off x="5599833" y="5147706"/>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4"/>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6"/>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Lorem ipsum</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spAutoFit/>
          </a:bodyPr>
          <a:lstStyle/>
          <a:p>
            <a:pPr algn="r"/>
            <a:r>
              <a:rPr lang="en-US" sz="1600" b="1" dirty="0">
                <a:solidFill>
                  <a:schemeClr val="accent5"/>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spAutoFit/>
          </a:bodyPr>
          <a:lstStyle/>
          <a:p>
            <a:pPr algn="r"/>
            <a:r>
              <a:rPr lang="en-US" sz="1600" b="1" dirty="0">
                <a:solidFill>
                  <a:schemeClr val="accent6"/>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Lorem ipsum</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7" name="TextBox 16"/>
          <p:cNvSpPr txBox="1"/>
          <p:nvPr/>
        </p:nvSpPr>
        <p:spPr>
          <a:xfrm>
            <a:off x="2342801" y="1443205"/>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8" name="TextBox 17"/>
          <p:cNvSpPr txBox="1"/>
          <p:nvPr/>
        </p:nvSpPr>
        <p:spPr>
          <a:xfrm>
            <a:off x="321356" y="3815069"/>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9" name="TextBox 18"/>
          <p:cNvSpPr txBox="1"/>
          <p:nvPr/>
        </p:nvSpPr>
        <p:spPr>
          <a:xfrm>
            <a:off x="900283" y="5001000"/>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0" name="TextBox 19"/>
          <p:cNvSpPr txBox="1"/>
          <p:nvPr/>
        </p:nvSpPr>
        <p:spPr>
          <a:xfrm>
            <a:off x="6904843" y="5761105"/>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3" name="TextBox 22"/>
          <p:cNvSpPr txBox="1"/>
          <p:nvPr/>
        </p:nvSpPr>
        <p:spPr>
          <a:xfrm>
            <a:off x="8282581" y="4691286"/>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4" name="TextBox 23"/>
          <p:cNvSpPr txBox="1"/>
          <p:nvPr/>
        </p:nvSpPr>
        <p:spPr>
          <a:xfrm>
            <a:off x="8861508" y="3531493"/>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5" name="TextBox 24"/>
          <p:cNvSpPr txBox="1"/>
          <p:nvPr/>
        </p:nvSpPr>
        <p:spPr>
          <a:xfrm>
            <a:off x="8282581" y="2371700"/>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3" name="TextBox 42"/>
          <p:cNvSpPr txBox="1"/>
          <p:nvPr/>
        </p:nvSpPr>
        <p:spPr>
          <a:xfrm>
            <a:off x="4620284"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4" name="TextBox 43"/>
          <p:cNvSpPr txBox="1"/>
          <p:nvPr/>
        </p:nvSpPr>
        <p:spPr>
          <a:xfrm>
            <a:off x="8077102"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Balance 3</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 dolor sit amet, consectetuer adipiscing elit. Maecenas porttitor congue massa. Fusce posuere, magna sed pulvinar ultricies, purus lectus malesuada libero, sit amet commodo magna eros quis urna.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Nunc viverra imperdiet enim. Fusce est. Vivamus a tellus.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Pellentesque habitant morbi tristique senectus et netus et malesuada fames ac turpis egestas. Proin pharetra nonummy pede. Mauris et </a:t>
            </a:r>
            <a:r>
              <a:rPr kumimoji="0" lang="en-US" sz="1600" b="0" i="0" u="none" strike="noStrike" kern="1200" cap="none" spc="0" normalizeH="0" baseline="0" noProof="0" dirty="0" err="1">
                <a:ln>
                  <a:noFill/>
                </a:ln>
                <a:effectLst/>
                <a:uLnTx/>
                <a:uFillTx/>
                <a:cs typeface="Calibri" panose="020F0502020204030204" pitchFamily="34" charset="0"/>
                <a:sym typeface="Calibri" panose="020F0502020204030204" pitchFamily="34" charset="0"/>
              </a:rPr>
              <a:t>orci</a:t>
            </a: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2" name="Title 1"/>
          <p:cNvSpPr>
            <a:spLocks noGrp="1"/>
          </p:cNvSpPr>
          <p:nvPr>
            <p:ph type="title"/>
          </p:nvPr>
        </p:nvSpPr>
        <p:spPr>
          <a:xfrm>
            <a:off x="214184" y="13663"/>
            <a:ext cx="9728886" cy="678316"/>
          </a:xfrm>
        </p:spPr>
        <p:txBody>
          <a:bodyPr>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Lorem ipsum</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accent1"/>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4"/>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2"/>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3"/>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432000" rtlCol="0" anchor="ctr"/>
          <a:lstStyle/>
          <a:p>
            <a:r>
              <a:rPr lang="en-US" dirty="0">
                <a:solidFill>
                  <a:schemeClr val="tx1"/>
                </a:solidFill>
              </a:rPr>
              <a:t>Lorem ipsum</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504000" rtlCol="0" anchor="ctr"/>
          <a:lstStyle/>
          <a:p>
            <a:r>
              <a:rPr lang="en-US" dirty="0">
                <a:solidFill>
                  <a:schemeClr val="tx1"/>
                </a:solidFill>
              </a:rPr>
              <a:t>Lorem ipsum</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3456000" rIns="72000" rtlCol="0" anchor="ctr"/>
            <a:lstStyle/>
            <a:p>
              <a:pPr algn="ctr"/>
              <a:r>
                <a:rPr lang="en-US" dirty="0">
                  <a:solidFill>
                    <a:schemeClr val="tx1"/>
                  </a:solidFill>
                </a:rPr>
                <a:t>Lorem ipsum dolor sit </a:t>
              </a:r>
              <a:r>
                <a:rPr lang="en-US" dirty="0" err="1">
                  <a:solidFill>
                    <a:schemeClr val="tx1"/>
                  </a:solidFill>
                </a:rPr>
                <a:t>amet</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2232000" rtlCol="0" anchor="ctr"/>
          <a:lstStyle/>
          <a:p>
            <a:pPr algn="ctr"/>
            <a:r>
              <a:rPr lang="en-US" dirty="0">
                <a:solidFill>
                  <a:schemeClr val="tx1"/>
                </a:solidFill>
              </a:rPr>
              <a:t>Lorem ipsum</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
        <p:nvSpPr>
          <p:cNvPr id="39" name="TextBox 38"/>
          <p:cNvSpPr txBox="1"/>
          <p:nvPr/>
        </p:nvSpPr>
        <p:spPr>
          <a:xfrm>
            <a:off x="8469745"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none" rtlCol="0">
            <a:spAutoFit/>
          </a:bodyPr>
          <a:lstStyle/>
          <a:p>
            <a:pPr algn="ctr"/>
            <a:r>
              <a:rPr lang="en-US" b="1" dirty="0">
                <a:solidFill>
                  <a:schemeClr val="accent1"/>
                </a:solidFill>
              </a:rPr>
              <a:t>01. Lorem ipsum</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none" rtlCol="0">
            <a:spAutoFit/>
          </a:bodyPr>
          <a:lstStyle/>
          <a:p>
            <a:pPr algn="ctr"/>
            <a:r>
              <a:rPr lang="en-US" b="1" dirty="0">
                <a:solidFill>
                  <a:schemeClr val="accent2"/>
                </a:solidFill>
              </a:rPr>
              <a:t>02. Lorem ipsum</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none" rtlCol="0">
            <a:spAutoFit/>
          </a:bodyPr>
          <a:lstStyle/>
          <a:p>
            <a:pPr algn="ctr"/>
            <a:r>
              <a:rPr lang="en-US" b="1" dirty="0">
                <a:solidFill>
                  <a:schemeClr val="accent3"/>
                </a:solidFill>
              </a:rPr>
              <a:t>03. Lorem ipsum</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none" rtlCol="0">
            <a:spAutoFit/>
          </a:bodyPr>
          <a:lstStyle/>
          <a:p>
            <a:pPr algn="ctr"/>
            <a:r>
              <a:rPr lang="en-US" b="1" dirty="0">
                <a:solidFill>
                  <a:schemeClr val="accent4"/>
                </a:solidFill>
              </a:rPr>
              <a:t>04. Lorem ipsum</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none" rtlCol="0">
            <a:spAutoFit/>
          </a:bodyPr>
          <a:lstStyle/>
          <a:p>
            <a:pPr algn="ctr"/>
            <a:r>
              <a:rPr lang="en-US" b="1" dirty="0">
                <a:solidFill>
                  <a:schemeClr val="accent6"/>
                </a:solidFill>
              </a:rPr>
              <a:t>06. Lorem ipsum</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none" rtlCol="0">
            <a:spAutoFit/>
          </a:bodyPr>
          <a:lstStyle/>
          <a:p>
            <a:pPr algn="ctr"/>
            <a:r>
              <a:rPr lang="en-US" b="1" dirty="0">
                <a:solidFill>
                  <a:schemeClr val="accent5"/>
                </a:solidFill>
              </a:rPr>
              <a:t>05. Lorem ipsum</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none" rtlCol="0">
            <a:spAutoFit/>
          </a:bodyPr>
          <a:lstStyle/>
          <a:p>
            <a:pPr algn="ctr"/>
            <a:r>
              <a:rPr lang="en-US" b="1" dirty="0">
                <a:solidFill>
                  <a:schemeClr val="tx2"/>
                </a:solidFill>
              </a:rPr>
              <a:t>07. Lorem ipsum</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fontScale="92500"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Suspendisse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tortor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dignissim</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ultricies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dolor.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diam. Maecenas ligula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varius</a:t>
            </a:r>
            <a:r>
              <a:rPr kumimoji="0" lang="en-US" sz="1400" b="0" i="0" u="none" strike="noStrike" kern="0" cap="none" spc="0" normalizeH="0" baseline="0" noProof="0" dirty="0">
                <a:ln>
                  <a:noFill/>
                </a:ln>
                <a:effectLst/>
                <a:uLnTx/>
                <a:uFillTx/>
              </a:rPr>
              <a:t> a, semper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euismod</a:t>
            </a:r>
            <a:r>
              <a:rPr kumimoji="0" lang="en-US" sz="1400" b="0" i="0" u="none" strike="noStrike" kern="0" cap="none" spc="0" normalizeH="0" baseline="0" noProof="0" dirty="0">
                <a:ln>
                  <a:noFill/>
                </a:ln>
                <a:effectLst/>
                <a:uLnTx/>
                <a:uFillTx/>
              </a:rPr>
              <a:t> non, mi. </a:t>
            </a:r>
            <a:r>
              <a:rPr kumimoji="0" lang="en-US" sz="1400" b="0" i="0" u="none" strike="noStrike" kern="0" cap="none" spc="0" normalizeH="0" baseline="0" noProof="0" dirty="0" err="1">
                <a:ln>
                  <a:noFill/>
                </a:ln>
                <a:effectLst/>
                <a:uLnTx/>
                <a:uFillTx/>
              </a:rPr>
              <a:t>Proin</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porttitor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nonummy</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molestie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est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eleifend</a:t>
            </a:r>
            <a:r>
              <a:rPr kumimoji="0" lang="en-US" sz="1400" b="0" i="0" u="none" strike="noStrike" kern="0" cap="none" spc="0" normalizeH="0" baseline="0" noProof="0" dirty="0">
                <a:ln>
                  <a:noFill/>
                </a:ln>
                <a:effectLst/>
                <a:uLnTx/>
                <a:uFillTx/>
              </a:rPr>
              <a:t> mi, non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nisl</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semper.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arcu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vitae, </a:t>
            </a:r>
            <a:r>
              <a:rPr kumimoji="0" lang="en-US" sz="1400" b="0" i="0" u="none" strike="noStrike" kern="0" cap="none" spc="0" normalizeH="0" baseline="0" noProof="0" dirty="0" err="1">
                <a:ln>
                  <a:noFill/>
                </a:ln>
                <a:effectLst/>
                <a:uLnTx/>
                <a:uFillTx/>
              </a:rPr>
              <a:t>consequat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volutpat</a:t>
            </a:r>
            <a:r>
              <a:rPr kumimoji="0" lang="en-US" sz="1400" b="0" i="0" u="none" strike="noStrike" kern="0" cap="none" spc="0" normalizeH="0" baseline="0" noProof="0" dirty="0">
                <a:ln>
                  <a:noFill/>
                </a:ln>
                <a:effectLst/>
                <a:uLnTx/>
                <a:uFillTx/>
              </a:rPr>
              <a:t> libero pharetra </a:t>
            </a:r>
            <a:r>
              <a:rPr kumimoji="0" lang="en-US" sz="1400" b="0" i="0" u="none" strike="noStrike" kern="0" cap="none" spc="0" normalizeH="0" baseline="0" noProof="0" dirty="0" err="1">
                <a:ln>
                  <a:noFill/>
                </a:ln>
                <a:effectLst/>
                <a:uLnTx/>
                <a:uFillTx/>
              </a:rPr>
              <a:t>tempor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bibendum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egestas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leo</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dui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ante ipsum </a:t>
            </a:r>
            <a:r>
              <a:rPr kumimoji="0" lang="en-US" sz="1400" b="0" i="0" u="none" strike="noStrike" kern="0" cap="none" spc="0" normalizeH="0" baseline="0" noProof="0" dirty="0" err="1">
                <a:ln>
                  <a:noFill/>
                </a:ln>
                <a:effectLst/>
                <a:uLnTx/>
                <a:uFillTx/>
              </a:rPr>
              <a:t>primis</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faucibus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luctus</a:t>
            </a:r>
            <a:r>
              <a:rPr kumimoji="0" lang="en-US" sz="1400" b="0" i="0" u="none" strike="noStrike" kern="0" cap="none" spc="0" normalizeH="0" baseline="0" noProof="0" dirty="0">
                <a:ln>
                  <a:noFill/>
                </a:ln>
                <a:effectLst/>
                <a:uLnTx/>
                <a:uFillTx/>
              </a:rPr>
              <a:t> et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posuere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cubilia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Curae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nibh</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ac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Maecenas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ante non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hendrerit</a:t>
            </a:r>
            <a:r>
              <a:rPr kumimoji="0" lang="en-US" sz="1400" b="0" i="0" u="none" strike="noStrike" kern="0" cap="none" spc="0" normalizeH="0" baseline="0" noProof="0" dirty="0">
                <a:ln>
                  <a:noFill/>
                </a:ln>
                <a:effectLst/>
                <a:uLnTx/>
                <a:uFillTx/>
              </a:rPr>
              <a:t>.</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 dolor sit </a:t>
            </a:r>
            <a:r>
              <a:rPr kumimoji="0" lang="en-US" sz="1800" b="0" i="0" u="none" strike="noStrike" kern="0" cap="none" spc="0" normalizeH="0" baseline="0" noProof="0" dirty="0" err="1">
                <a:ln>
                  <a:noFill/>
                </a:ln>
                <a:solidFill>
                  <a:schemeClr val="tx1"/>
                </a:solidFill>
                <a:effectLst/>
                <a:uLnTx/>
                <a:uFillTx/>
              </a:rPr>
              <a:t>amet</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1"/>
                  </a:solidFill>
                </a:rPr>
                <a:t>LOREM IPSUM</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2"/>
                  </a:solidFill>
                </a:rPr>
                <a:t>LOREM IPSUM</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3"/>
                  </a:solidFill>
                </a:rPr>
                <a:t>LOREM IPSUM</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spAutoFit/>
          </a:bodyPr>
          <a:lstStyle/>
          <a:p>
            <a:pPr>
              <a:defRPr/>
            </a:pPr>
            <a:r>
              <a:rPr lang="en-US" sz="1600" b="1" dirty="0">
                <a:solidFill>
                  <a:schemeClr val="accent1"/>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spAutoFit/>
          </a:bodyPr>
          <a:lstStyle/>
          <a:p>
            <a:pPr>
              <a:defRPr/>
            </a:pPr>
            <a:r>
              <a:rPr lang="en-US" sz="1600" b="1" dirty="0">
                <a:solidFill>
                  <a:schemeClr val="accent2"/>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spAutoFit/>
          </a:bodyPr>
          <a:lstStyle/>
          <a:p>
            <a:pPr>
              <a:defRPr/>
            </a:pPr>
            <a:r>
              <a:rPr lang="en-US" sz="1600" b="1" dirty="0">
                <a:solidFill>
                  <a:schemeClr val="accent3"/>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1"/>
                </a:solidFill>
                <a:cs typeface="Arial" pitchFamily="34" charset="0"/>
              </a:rPr>
              <a:t>LOREM IPSUM</a:t>
            </a: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450850"/>
            <a:r>
              <a:rPr lang="en-US" b="1" kern="0" dirty="0">
                <a:solidFill>
                  <a:schemeClr val="accent2"/>
                </a:solidFill>
                <a:cs typeface="Arial" pitchFamily="34" charset="0"/>
              </a:rPr>
              <a:t>LOREM IPSUM</a:t>
            </a:r>
            <a:endParaRPr lang="en-US" kern="0" dirty="0">
              <a:solidFill>
                <a:schemeClr val="accent2"/>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3"/>
                </a:solidFill>
                <a:cs typeface="Arial" pitchFamily="34" charset="0"/>
              </a:rPr>
              <a:t>LOREM IPSUM</a:t>
            </a:r>
            <a:endParaRPr lang="en-US" kern="0" dirty="0">
              <a:solidFill>
                <a:schemeClr val="accent3"/>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TextBox 37"/>
          <p:cNvSpPr txBox="1"/>
          <p:nvPr/>
        </p:nvSpPr>
        <p:spPr>
          <a:xfrm>
            <a:off x="2117053" y="3549315"/>
            <a:ext cx="1832607" cy="2062103"/>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9" name="TextBox 38"/>
          <p:cNvSpPr txBox="1"/>
          <p:nvPr/>
        </p:nvSpPr>
        <p:spPr>
          <a:xfrm>
            <a:off x="3922197" y="3559438"/>
            <a:ext cx="1832607" cy="2062103"/>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40" name="TextBox 39"/>
          <p:cNvSpPr txBox="1"/>
          <p:nvPr/>
        </p:nvSpPr>
        <p:spPr>
          <a:xfrm>
            <a:off x="5727341" y="3569561"/>
            <a:ext cx="1832607" cy="2062103"/>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41" name="TextBox 40"/>
          <p:cNvSpPr txBox="1"/>
          <p:nvPr/>
        </p:nvSpPr>
        <p:spPr>
          <a:xfrm>
            <a:off x="7532485" y="3579684"/>
            <a:ext cx="1832607" cy="2062103"/>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42" name="TextBox 41"/>
          <p:cNvSpPr txBox="1"/>
          <p:nvPr/>
        </p:nvSpPr>
        <p:spPr>
          <a:xfrm>
            <a:off x="9337629" y="3589807"/>
            <a:ext cx="1832607" cy="2062103"/>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
        <p:nvSpPr>
          <p:cNvPr id="4" name="Title 3"/>
          <p:cNvSpPr>
            <a:spLocks noGrp="1"/>
          </p:cNvSpPr>
          <p:nvPr>
            <p:ph type="title"/>
          </p:nvPr>
        </p:nvSpPr>
        <p:spPr>
          <a:xfrm>
            <a:off x="214184" y="13663"/>
            <a:ext cx="9728886" cy="678316"/>
          </a:xfrm>
        </p:spPr>
        <p:txBody>
          <a:bodyPr>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spAutoFit/>
          </a:bodyPr>
          <a:lstStyle/>
          <a:p>
            <a:pPr algn="ctr"/>
            <a:r>
              <a:rPr lang="en-US" sz="1600" b="1" dirty="0">
                <a:solidFill>
                  <a:schemeClr val="accent1"/>
                </a:solidFill>
              </a:rPr>
              <a:t>LOREM IPSUM</a:t>
            </a:r>
          </a:p>
          <a:p>
            <a:pPr algn="ctr"/>
            <a:r>
              <a:rPr lang="en-US" sz="1600" dirty="0"/>
              <a:t>Lorem ipsum dolor sit amet, consectetuer adipiscing elit. Maecenas porttitor congue massa. </a:t>
            </a:r>
          </a:p>
        </p:txBody>
      </p:sp>
      <p:sp>
        <p:nvSpPr>
          <p:cNvPr id="12" name="TextBox 11"/>
          <p:cNvSpPr txBox="1"/>
          <p:nvPr/>
        </p:nvSpPr>
        <p:spPr>
          <a:xfrm>
            <a:off x="2595719" y="4107067"/>
            <a:ext cx="1728000" cy="1723549"/>
          </a:xfrm>
          <a:prstGeom prst="rect">
            <a:avLst/>
          </a:prstGeom>
          <a:noFill/>
        </p:spPr>
        <p:txBody>
          <a:bodyPr wrap="square" lIns="0" tIns="0" rIns="0" bIns="0" rtlCol="0">
            <a:spAutoFit/>
          </a:bodyPr>
          <a:lstStyle/>
          <a:p>
            <a:pPr algn="ctr"/>
            <a:r>
              <a:rPr lang="en-US" sz="1600" b="1" dirty="0">
                <a:solidFill>
                  <a:schemeClr val="accent2"/>
                </a:solidFill>
              </a:rPr>
              <a:t>LOREM IPSUM</a:t>
            </a:r>
          </a:p>
          <a:p>
            <a:pPr algn="ctr"/>
            <a:r>
              <a:rPr lang="en-US" sz="1600" dirty="0"/>
              <a:t>Lorem ipsum dolor sit amet, consectetuer adipiscing elit. Maecenas porttitor congue massa. </a:t>
            </a:r>
          </a:p>
        </p:txBody>
      </p:sp>
      <p:sp>
        <p:nvSpPr>
          <p:cNvPr id="14" name="TextBox 13"/>
          <p:cNvSpPr txBox="1"/>
          <p:nvPr/>
        </p:nvSpPr>
        <p:spPr>
          <a:xfrm>
            <a:off x="4353239" y="4107067"/>
            <a:ext cx="1728000" cy="1723549"/>
          </a:xfrm>
          <a:prstGeom prst="rect">
            <a:avLst/>
          </a:prstGeom>
          <a:noFill/>
        </p:spPr>
        <p:txBody>
          <a:bodyPr wrap="square" lIns="0" tIns="0" rIns="0" bIns="0"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15" name="TextBox 14"/>
          <p:cNvSpPr txBox="1"/>
          <p:nvPr/>
        </p:nvSpPr>
        <p:spPr>
          <a:xfrm>
            <a:off x="6110759" y="4107067"/>
            <a:ext cx="1728000" cy="1723549"/>
          </a:xfrm>
          <a:prstGeom prst="rect">
            <a:avLst/>
          </a:prstGeom>
          <a:noFill/>
        </p:spPr>
        <p:txBody>
          <a:bodyPr wrap="square" lIns="0" tIns="0" rIns="0" bIns="0"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16" name="TextBox 15"/>
          <p:cNvSpPr txBox="1"/>
          <p:nvPr/>
        </p:nvSpPr>
        <p:spPr>
          <a:xfrm>
            <a:off x="7868279" y="4107067"/>
            <a:ext cx="1728000" cy="1723549"/>
          </a:xfrm>
          <a:prstGeom prst="rect">
            <a:avLst/>
          </a:prstGeom>
          <a:noFill/>
        </p:spPr>
        <p:txBody>
          <a:bodyPr wrap="square" lIns="0" tIns="0" rIns="0" bIns="0"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17" name="TextBox 16"/>
          <p:cNvSpPr txBox="1"/>
          <p:nvPr/>
        </p:nvSpPr>
        <p:spPr>
          <a:xfrm>
            <a:off x="9625801" y="4107067"/>
            <a:ext cx="1728000" cy="1723549"/>
          </a:xfrm>
          <a:prstGeom prst="rect">
            <a:avLst/>
          </a:prstGeom>
          <a:noFill/>
        </p:spPr>
        <p:txBody>
          <a:bodyPr wrap="square" lIns="0" tIns="0" rIns="0" bIns="0"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a:bodyPr>
          <a:lstStyle/>
          <a:p>
            <a:pPr algn="ctr"/>
            <a:r>
              <a:rPr lang="en-US" sz="700" dirty="0">
                <a:solidFill>
                  <a:schemeClr val="tx1"/>
                </a:solidFill>
              </a:rPr>
              <a:t>Lorem ipsum</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Lorem ipsum dolor sit </a:t>
            </a:r>
            <a:r>
              <a:rPr lang="en-US" sz="900" b="1" dirty="0" err="1"/>
              <a:t>amet</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6" name="TextBox 65"/>
          <p:cNvSpPr txBox="1"/>
          <p:nvPr/>
        </p:nvSpPr>
        <p:spPr>
          <a:xfrm>
            <a:off x="4309511" y="1855964"/>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7" name="TextBox 66"/>
          <p:cNvSpPr txBox="1"/>
          <p:nvPr/>
        </p:nvSpPr>
        <p:spPr>
          <a:xfrm>
            <a:off x="6410067" y="1858470"/>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8" name="TextBox 67"/>
          <p:cNvSpPr txBox="1"/>
          <p:nvPr/>
        </p:nvSpPr>
        <p:spPr>
          <a:xfrm>
            <a:off x="8510623" y="1860976"/>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9" name="TextBox 68"/>
          <p:cNvSpPr txBox="1"/>
          <p:nvPr/>
        </p:nvSpPr>
        <p:spPr>
          <a:xfrm>
            <a:off x="3990679" y="4790303"/>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0" name="TextBox 69"/>
          <p:cNvSpPr txBox="1"/>
          <p:nvPr/>
        </p:nvSpPr>
        <p:spPr>
          <a:xfrm>
            <a:off x="6091235" y="4792809"/>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1" name="TextBox 70"/>
          <p:cNvSpPr txBox="1"/>
          <p:nvPr/>
        </p:nvSpPr>
        <p:spPr>
          <a:xfrm>
            <a:off x="8191791" y="4795315"/>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a:t>
            </a:r>
          </a:p>
        </p:txBody>
      </p:sp>
      <p:sp>
        <p:nvSpPr>
          <p:cNvPr id="2" name="Title 1"/>
          <p:cNvSpPr>
            <a:spLocks noGrp="1"/>
          </p:cNvSpPr>
          <p:nvPr>
            <p:ph type="title"/>
          </p:nvPr>
        </p:nvSpPr>
        <p:spPr>
          <a:xfrm>
            <a:off x="214184" y="13663"/>
            <a:ext cx="9728886" cy="678316"/>
          </a:xfrm>
        </p:spPr>
        <p:txBody>
          <a:bodyPr>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2"/>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3"/>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4"/>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01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02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03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04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05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06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a:t>
            </a:r>
            <a:r>
              <a:rPr lang="en-US" sz="1600" dirty="0" err="1">
                <a:solidFill>
                  <a:srgbClr val="FFFFFF"/>
                </a:solidFill>
              </a:rPr>
              <a:t>massa</a:t>
            </a:r>
            <a:r>
              <a:rPr lang="en-US" sz="1600" dirty="0">
                <a:solidFill>
                  <a:srgbClr val="FFFFFF"/>
                </a:solidFill>
              </a:rPr>
              <a:t>.</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massa. </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Lorem ipsum dolor sit amet, consectetuer adipiscing elit. Maecenas porttitor congue massa. </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3876801"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6" name="TextBox 65"/>
          <p:cNvSpPr txBox="1"/>
          <p:nvPr/>
        </p:nvSpPr>
        <p:spPr>
          <a:xfrm>
            <a:off x="3861946" y="2347416"/>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7" name="TextBox 66"/>
          <p:cNvSpPr txBox="1"/>
          <p:nvPr/>
        </p:nvSpPr>
        <p:spPr>
          <a:xfrm>
            <a:off x="3861946" y="3408522"/>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8" name="TextBox 67"/>
          <p:cNvSpPr txBox="1"/>
          <p:nvPr/>
        </p:nvSpPr>
        <p:spPr>
          <a:xfrm>
            <a:off x="3861946" y="4469628"/>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9" name="TextBox 68"/>
          <p:cNvSpPr txBox="1"/>
          <p:nvPr/>
        </p:nvSpPr>
        <p:spPr>
          <a:xfrm>
            <a:off x="3861946" y="5530734"/>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p:txBody>
      </p:sp>
      <p:sp>
        <p:nvSpPr>
          <p:cNvPr id="18" name="TextBox 17"/>
          <p:cNvSpPr txBox="1"/>
          <p:nvPr/>
        </p:nvSpPr>
        <p:spPr>
          <a:xfrm>
            <a:off x="21381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19" name="TextBox 18"/>
          <p:cNvSpPr txBox="1"/>
          <p:nvPr/>
        </p:nvSpPr>
        <p:spPr>
          <a:xfrm>
            <a:off x="372129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0" name="TextBox 19"/>
          <p:cNvSpPr txBox="1"/>
          <p:nvPr/>
        </p:nvSpPr>
        <p:spPr>
          <a:xfrm>
            <a:off x="530443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1" name="TextBox 20"/>
          <p:cNvSpPr txBox="1"/>
          <p:nvPr/>
        </p:nvSpPr>
        <p:spPr>
          <a:xfrm>
            <a:off x="688757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2" name="TextBox 21"/>
          <p:cNvSpPr txBox="1"/>
          <p:nvPr/>
        </p:nvSpPr>
        <p:spPr>
          <a:xfrm>
            <a:off x="84707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3" name="TextBox 22"/>
          <p:cNvSpPr txBox="1"/>
          <p:nvPr/>
        </p:nvSpPr>
        <p:spPr>
          <a:xfrm>
            <a:off x="100538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wrap="square">
            <a:normAutofit/>
          </a:bodyPr>
          <a:lstStyle/>
          <a:p>
            <a:r>
              <a:rPr lang="en-US" dirty="0"/>
              <a:t>Untitled</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Automation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Touchless POs and auto-approvals cut cycle time and free up the team.</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Visibility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Unified spend data across every category gives leaders a single source of truth.</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Intelligence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AI surfaces savings, risk and supplier insights before they become problems.</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Challenges</a:t>
            </a:r>
          </a:p>
        </p:txBody>
      </p:sp>
      <p:sp>
        <p:nvSpPr>
          <p:cNvPr id="5" name="TextBox 4"/>
          <p:cNvSpPr txBox="1"/>
          <p:nvPr/>
        </p:nvSpPr>
        <p:spPr>
          <a:xfrm>
            <a:off x="1465027" y="2055182"/>
            <a:ext cx="4425422" cy="861774"/>
          </a:xfrm>
          <a:prstGeom prst="rect">
            <a:avLst/>
          </a:prstGeom>
          <a:noFill/>
        </p:spPr>
        <p:txBody>
          <a:bodyPr wrap="square" rtlCol="0">
            <a:spAutoFit/>
          </a:bodyPr>
          <a:lstStyle/>
          <a:p>
            <a:r>
              <a:rPr lang="en-US"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spAutoFit/>
          </a:bodyPr>
          <a:lstStyle/>
          <a:p>
            <a:r>
              <a:rPr lang="en-US"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spAutoFit/>
          </a:bodyPr>
          <a:lstStyle/>
          <a:p>
            <a:r>
              <a:rPr lang="en-US"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6" name="TextBox 95"/>
          <p:cNvSpPr txBox="1"/>
          <p:nvPr/>
        </p:nvSpPr>
        <p:spPr>
          <a:xfrm>
            <a:off x="4543922" y="2280045"/>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4" name="TextBox 163"/>
          <p:cNvSpPr txBox="1"/>
          <p:nvPr/>
        </p:nvSpPr>
        <p:spPr>
          <a:xfrm>
            <a:off x="4543922" y="4128516"/>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3" name="TextBox 172"/>
          <p:cNvSpPr txBox="1"/>
          <p:nvPr/>
        </p:nvSpPr>
        <p:spPr>
          <a:xfrm>
            <a:off x="4543922" y="5997467"/>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r>
              <a:rPr lang="en-US" sz="900" dirty="0" err="1">
                <a:solidFill>
                  <a:schemeClr val="tx1"/>
                </a:solidFill>
              </a:rPr>
              <a:t>consectetuer</a:t>
            </a:r>
            <a:r>
              <a:rPr lang="en-US" sz="900" dirty="0">
                <a:solidFill>
                  <a:schemeClr val="tx1"/>
                </a:solidFill>
              </a:rPr>
              <a:t> </a:t>
            </a:r>
            <a:r>
              <a:rPr lang="en-US" sz="900" dirty="0" err="1">
                <a:solidFill>
                  <a:schemeClr val="tx1"/>
                </a:solidFill>
              </a:rPr>
              <a:t>adipiscing</a:t>
            </a:r>
            <a:r>
              <a:rPr lang="en-US" sz="900" dirty="0">
                <a:solidFill>
                  <a:schemeClr val="tx1"/>
                </a:solidFill>
              </a:rPr>
              <a:t> </a:t>
            </a:r>
            <a:r>
              <a:rPr lang="en-US" sz="900" dirty="0" err="1">
                <a:solidFill>
                  <a:schemeClr val="tx1"/>
                </a:solidFill>
              </a:rPr>
              <a:t>elit</a:t>
            </a:r>
            <a:r>
              <a:rPr lang="en-US" sz="900" dirty="0">
                <a:solidFill>
                  <a:schemeClr val="tx1"/>
                </a:solidFill>
              </a:rPr>
              <a:t>. Maecenas </a:t>
            </a:r>
            <a:r>
              <a:rPr lang="en-US" sz="900" dirty="0" err="1">
                <a:solidFill>
                  <a:schemeClr val="tx1"/>
                </a:solidFill>
              </a:rPr>
              <a:t>porttitor</a:t>
            </a:r>
            <a:r>
              <a:rPr lang="en-US" sz="900" dirty="0">
                <a:solidFill>
                  <a:schemeClr val="tx1"/>
                </a:solidFill>
              </a:rPr>
              <a:t> </a:t>
            </a:r>
            <a:r>
              <a:rPr lang="en-US" sz="900" dirty="0" err="1">
                <a:solidFill>
                  <a:schemeClr val="tx1"/>
                </a:solidFill>
              </a:rPr>
              <a:t>congue</a:t>
            </a:r>
            <a:r>
              <a:rPr lang="en-US" sz="900" dirty="0">
                <a:solidFill>
                  <a:schemeClr val="tx1"/>
                </a:solidFill>
              </a:rPr>
              <a:t> </a:t>
            </a:r>
            <a:r>
              <a:rPr lang="en-US" sz="900" dirty="0" err="1">
                <a:solidFill>
                  <a:schemeClr val="tx1"/>
                </a:solidFill>
              </a:rPr>
              <a:t>massa</a:t>
            </a:r>
            <a:r>
              <a:rPr lang="en-US" sz="900" dirty="0">
                <a:solidFill>
                  <a:schemeClr val="tx1"/>
                </a:solidFill>
              </a:rPr>
              <a:t>. </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spAutoFit/>
          </a:bodyPr>
          <a:lstStyle/>
          <a:p>
            <a:r>
              <a:rPr lang="en-US" b="1" dirty="0">
                <a:solidFill>
                  <a:schemeClr val="accent1"/>
                </a:solidFill>
              </a:rPr>
              <a:t>Identify value</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spAutoFit/>
          </a:bodyPr>
          <a:lstStyle/>
          <a:p>
            <a:r>
              <a:rPr lang="en-US" b="1" dirty="0">
                <a:solidFill>
                  <a:schemeClr val="accent2"/>
                </a:solidFill>
              </a:rPr>
              <a:t>Map value stream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spAutoFit/>
          </a:bodyPr>
          <a:lstStyle/>
          <a:p>
            <a:pPr algn="ctr"/>
            <a:r>
              <a:rPr lang="en-US" b="1" dirty="0">
                <a:solidFill>
                  <a:schemeClr val="accent3"/>
                </a:solidFill>
              </a:rPr>
              <a:t>Create flow</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spAutoFit/>
          </a:bodyPr>
          <a:lstStyle/>
          <a:p>
            <a:pPr lvl="1" algn="r"/>
            <a:r>
              <a:rPr lang="en-US" b="1" dirty="0">
                <a:solidFill>
                  <a:schemeClr val="accent4"/>
                </a:solidFill>
              </a:rPr>
              <a:t>Establish pull system</a:t>
            </a:r>
          </a:p>
          <a:p>
            <a:pPr lvl="1"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spAutoFit/>
          </a:bodyPr>
          <a:lstStyle/>
          <a:p>
            <a:pPr algn="r"/>
            <a:r>
              <a:rPr lang="en-US" b="1" dirty="0">
                <a:solidFill>
                  <a:schemeClr val="accent5"/>
                </a:solidFill>
              </a:rPr>
              <a:t>Pursue perfection</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493200"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19" name="Rectangle 18"/>
          <p:cNvSpPr/>
          <p:nvPr/>
        </p:nvSpPr>
        <p:spPr>
          <a:xfrm>
            <a:off x="4882013"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0" name="Rectangle 19"/>
          <p:cNvSpPr/>
          <p:nvPr/>
        </p:nvSpPr>
        <p:spPr>
          <a:xfrm>
            <a:off x="9029240"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1" name="Rectangle 20"/>
          <p:cNvSpPr/>
          <p:nvPr/>
        </p:nvSpPr>
        <p:spPr>
          <a:xfrm>
            <a:off x="2808399"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2" name="Rectangle 21"/>
          <p:cNvSpPr/>
          <p:nvPr/>
        </p:nvSpPr>
        <p:spPr>
          <a:xfrm>
            <a:off x="6955627"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2.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1.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3.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err="1">
                    <a:ln>
                      <a:noFill/>
                    </a:ln>
                    <a:solidFill>
                      <a:schemeClr val="tx1"/>
                    </a:solidFill>
                    <a:effectLst/>
                    <a:uLnTx/>
                    <a:uFillTx/>
                  </a:rPr>
                  <a:t>Fusce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tempor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finibus</a:t>
                </a:r>
                <a:r>
                  <a:rPr kumimoji="0" lang="en-US" sz="1200" b="0" i="0" u="none" strike="noStrike" kern="0" cap="none" spc="0" normalizeH="0" baseline="0" noProof="0" dirty="0">
                    <a:ln>
                      <a:noFill/>
                    </a:ln>
                    <a:solidFill>
                      <a:schemeClr val="tx1"/>
                    </a:solidFill>
                    <a:effectLst/>
                    <a:uLnTx/>
                    <a:uFillTx/>
                  </a:rPr>
                  <a:t> nisi ac </a:t>
                </a:r>
                <a:r>
                  <a:rPr kumimoji="0" lang="en-US" sz="1200" b="0" i="0" u="none" strike="noStrike" kern="0" cap="none" spc="0" normalizeH="0" baseline="0" noProof="0" dirty="0" err="1">
                    <a:ln>
                      <a:noFill/>
                    </a:ln>
                    <a:solidFill>
                      <a:schemeClr val="tx1"/>
                    </a:solidFill>
                    <a:effectLst/>
                    <a:uLnTx/>
                    <a:uFillTx/>
                  </a:rPr>
                  <a:t>tincidunt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Morbi</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rhoncus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urna</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ligula </a:t>
                </a:r>
                <a:r>
                  <a:rPr kumimoji="0" lang="en-US" sz="1200" b="0" i="0" u="none" strike="noStrike" kern="0" cap="none" spc="0" normalizeH="0" baseline="0" noProof="0" dirty="0" err="1">
                    <a:ln>
                      <a:noFill/>
                    </a:ln>
                    <a:solidFill>
                      <a:schemeClr val="tx1"/>
                    </a:solidFill>
                    <a:effectLst/>
                    <a:uLnTx/>
                    <a:uFillTx/>
                  </a:rPr>
                  <a:t>eleifend</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vestibulum</a:t>
                </a:r>
                <a:r>
                  <a:rPr kumimoji="0" lang="en-US" sz="1200" b="0" i="0" u="none" strike="noStrike" kern="0" cap="none" spc="0" normalizeH="0" baseline="0" noProof="0" dirty="0">
                    <a:ln>
                      <a:noFill/>
                    </a:ln>
                    <a:solidFill>
                      <a:schemeClr val="tx1"/>
                    </a:solidFill>
                    <a:effectLst/>
                    <a:uLnTx/>
                    <a:uFillTx/>
                  </a:rPr>
                  <a:t> libero </a:t>
                </a:r>
                <a:r>
                  <a:rPr kumimoji="0" lang="en-US" sz="1200" b="0" i="0" u="none" strike="noStrike" kern="0" cap="none" spc="0" normalizeH="0" baseline="0" noProof="0" dirty="0" err="1">
                    <a:ln>
                      <a:noFill/>
                    </a:ln>
                    <a:solidFill>
                      <a:schemeClr val="tx1"/>
                    </a:solidFill>
                    <a:effectLst/>
                    <a:uLnTx/>
                    <a:uFillTx/>
                  </a:rPr>
                  <a:t>malesuada</a:t>
                </a:r>
                <a:r>
                  <a:rPr kumimoji="0" lang="en-US" sz="1200" b="0" i="0" u="none" strike="noStrike" kern="0" cap="none" spc="0" normalizeH="0" baseline="0" noProof="0" dirty="0">
                    <a:ln>
                      <a:noFill/>
                    </a:ln>
                    <a:solidFill>
                      <a:schemeClr val="tx1"/>
                    </a:solidFill>
                    <a:effectLst/>
                    <a:uLnTx/>
                    <a:uFillTx/>
                  </a:rPr>
                  <a:t>. </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4.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19" name="TextBox 18"/>
          <p:cNvSpPr txBox="1"/>
          <p:nvPr/>
        </p:nvSpPr>
        <p:spPr>
          <a:xfrm>
            <a:off x="1659772"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0" name="TextBox 19"/>
          <p:cNvSpPr txBox="1"/>
          <p:nvPr/>
        </p:nvSpPr>
        <p:spPr>
          <a:xfrm>
            <a:off x="1659772"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1" name="TextBox 20"/>
          <p:cNvSpPr txBox="1"/>
          <p:nvPr/>
        </p:nvSpPr>
        <p:spPr>
          <a:xfrm>
            <a:off x="1659772"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4" name="TextBox 23"/>
          <p:cNvSpPr txBox="1"/>
          <p:nvPr/>
        </p:nvSpPr>
        <p:spPr>
          <a:xfrm>
            <a:off x="6962935"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5" name="TextBox 24"/>
          <p:cNvSpPr txBox="1"/>
          <p:nvPr/>
        </p:nvSpPr>
        <p:spPr>
          <a:xfrm>
            <a:off x="6962935"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6" name="TextBox 25"/>
          <p:cNvSpPr txBox="1"/>
          <p:nvPr/>
        </p:nvSpPr>
        <p:spPr>
          <a:xfrm>
            <a:off x="6962935"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4" name="TextBox 13"/>
          <p:cNvSpPr txBox="1"/>
          <p:nvPr/>
        </p:nvSpPr>
        <p:spPr>
          <a:xfrm>
            <a:off x="1352093" y="2698693"/>
            <a:ext cx="2249063"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6" name="TextBox 15"/>
          <p:cNvSpPr txBox="1"/>
          <p:nvPr/>
        </p:nvSpPr>
        <p:spPr>
          <a:xfrm>
            <a:off x="619584" y="1532242"/>
            <a:ext cx="3327042" cy="86177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Lorem ipsum</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spAutoFit/>
          </a:bodyPr>
          <a:lstStyle/>
          <a:p>
            <a:r>
              <a:rPr lang="en-US" sz="1200" dirty="0">
                <a:solidFill>
                  <a:srgbClr val="FFFFFF"/>
                </a:solidFill>
              </a:rPr>
              <a:t>Lorem ipsum dolor sit amet, consectetuer adipiscing elit. </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a:no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7.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algn="ctr" fontAlgn="base">
              <a:lnSpc>
                <a:spcPct val="90000"/>
              </a:lnSpc>
              <a:defRPr/>
            </a:pPr>
            <a:r>
              <a:rPr lang="en-US" sz="1600" kern="0" dirty="0">
                <a:solidFill>
                  <a:schemeClr val="tx1"/>
                </a:solidFill>
                <a:cs typeface="Arial" pitchFamily="34" charset="0"/>
              </a:rPr>
              <a:t>Lorem ipsum dolor sit amet, consectetuer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sp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sp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sp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sp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0" name="TextBox 29"/>
          <p:cNvSpPr txBox="1"/>
          <p:nvPr/>
        </p:nvSpPr>
        <p:spPr>
          <a:xfrm>
            <a:off x="7385490" y="2051113"/>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2"/>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7385490" y="4246655"/>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3"/>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4" name="TextBox 33"/>
          <p:cNvSpPr txBox="1"/>
          <p:nvPr/>
        </p:nvSpPr>
        <p:spPr>
          <a:xfrm>
            <a:off x="834593" y="4246655"/>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Lorem ipsum</a:t>
            </a:r>
          </a:p>
        </p:txBody>
      </p:sp>
      <p:sp>
        <p:nvSpPr>
          <p:cNvPr id="32" name="TextBox 31"/>
          <p:cNvSpPr txBox="1"/>
          <p:nvPr/>
        </p:nvSpPr>
        <p:spPr>
          <a:xfrm>
            <a:off x="1711668" y="1790296"/>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33" name="TextBox 32"/>
          <p:cNvSpPr txBox="1"/>
          <p:nvPr/>
        </p:nvSpPr>
        <p:spPr>
          <a:xfrm>
            <a:off x="1711667" y="3735067"/>
            <a:ext cx="4196909" cy="369332"/>
          </a:xfrm>
          <a:prstGeom prst="rect">
            <a:avLst/>
          </a:prstGeom>
          <a:noFill/>
        </p:spPr>
        <p:txBody>
          <a:bodyPr wrap="square" rtlCol="0" anchor="ctr">
            <a:spAutoFit/>
          </a:bodyPr>
          <a:lstStyle/>
          <a:p>
            <a:pPr>
              <a:defRPr/>
            </a:pPr>
            <a:r>
              <a:rPr lang="en-US" b="1" kern="0" dirty="0">
                <a:solidFill>
                  <a:schemeClr val="accent3"/>
                </a:solidFill>
              </a:rPr>
              <a:t>Lorem ipsum</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Lorem ipsum</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spAutoFit/>
          </a:bodyPr>
          <a:lstStyle/>
          <a:p>
            <a:pPr>
              <a:defRPr/>
            </a:pPr>
            <a:r>
              <a:rPr lang="en-US" b="1" kern="0" dirty="0">
                <a:solidFill>
                  <a:schemeClr val="accent4"/>
                </a:solidFill>
              </a:rPr>
              <a:t>Lorem ipsum</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amet, consectetuer adipiscing elit. </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 name="Title 2"/>
          <p:cNvSpPr>
            <a:spLocks noGrp="1"/>
          </p:cNvSpPr>
          <p:nvPr>
            <p:ph type="title"/>
          </p:nvPr>
        </p:nvSpPr>
        <p:spPr>
          <a:xfrm>
            <a:off x="214184" y="13663"/>
            <a:ext cx="9728886" cy="678316"/>
          </a:xfrm>
        </p:spPr>
        <p:txBody>
          <a:bodyPr>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Goal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Goal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Goal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sp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7" name="TextBox 16"/>
          <p:cNvSpPr txBox="1"/>
          <p:nvPr/>
        </p:nvSpPr>
        <p:spPr>
          <a:xfrm>
            <a:off x="838200" y="2396984"/>
            <a:ext cx="5190699" cy="769441"/>
          </a:xfrm>
          <a:prstGeom prst="rect">
            <a:avLst/>
          </a:prstGeom>
          <a:noFill/>
        </p:spPr>
        <p:txBody>
          <a:bodyPr wrap="square" rtlCol="0">
            <a:sp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8" name="TextBox 17"/>
          <p:cNvSpPr txBox="1"/>
          <p:nvPr/>
        </p:nvSpPr>
        <p:spPr>
          <a:xfrm>
            <a:off x="838200" y="3163853"/>
            <a:ext cx="5190699" cy="769441"/>
          </a:xfrm>
          <a:prstGeom prst="rect">
            <a:avLst/>
          </a:prstGeom>
          <a:noFill/>
        </p:spPr>
        <p:txBody>
          <a:bodyPr wrap="square" rtlCol="0">
            <a:sp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9" name="TextBox 18"/>
          <p:cNvSpPr txBox="1"/>
          <p:nvPr/>
        </p:nvSpPr>
        <p:spPr>
          <a:xfrm>
            <a:off x="838200" y="3930721"/>
            <a:ext cx="5190699" cy="769441"/>
          </a:xfrm>
          <a:prstGeom prst="rect">
            <a:avLst/>
          </a:prstGeom>
          <a:noFill/>
        </p:spPr>
        <p:txBody>
          <a:bodyPr wrap="square" rtlCol="0">
            <a:sp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 name="TextBox 10"/>
          <p:cNvSpPr txBox="1"/>
          <p:nvPr/>
        </p:nvSpPr>
        <p:spPr>
          <a:xfrm>
            <a:off x="6799763" y="5346328"/>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 name="TextBox 11"/>
          <p:cNvSpPr txBox="1"/>
          <p:nvPr/>
        </p:nvSpPr>
        <p:spPr>
          <a:xfrm>
            <a:off x="7436165" y="1474414"/>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3" name="TextBox 12"/>
          <p:cNvSpPr txBox="1"/>
          <p:nvPr/>
        </p:nvSpPr>
        <p:spPr>
          <a:xfrm>
            <a:off x="2092800" y="1474413"/>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a:t>
            </a:r>
            <a:r>
              <a:rPr lang="en-US" sz="1400" dirty="0" err="1"/>
              <a:t>quis</a:t>
            </a:r>
            <a:r>
              <a:rPr lang="en-US" sz="1400" dirty="0"/>
              <a:t> </a:t>
            </a:r>
            <a:r>
              <a:rPr lang="en-US" sz="1400" dirty="0" err="1"/>
              <a:t>urna</a:t>
            </a:r>
            <a:r>
              <a:rPr lang="en-US" sz="1400" dirty="0"/>
              <a:t>.</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spAutoFit/>
          </a:bodyPr>
          <a:lstStyle/>
          <a:p>
            <a:pPr algn="ctr"/>
            <a:r>
              <a:rPr lang="en-US" sz="1400" b="1" dirty="0">
                <a:solidFill>
                  <a:schemeClr val="accent1"/>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spAutoFit/>
          </a:bodyPr>
          <a:lstStyle/>
          <a:p>
            <a:pPr algn="ctr"/>
            <a:r>
              <a:rPr lang="en-US" sz="1400" b="1" dirty="0">
                <a:solidFill>
                  <a:schemeClr val="accent4"/>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spAutoFit/>
          </a:bodyPr>
          <a:lstStyle/>
          <a:p>
            <a:pPr algn="ctr"/>
            <a:r>
              <a:rPr lang="en-US" sz="1400" b="1" dirty="0">
                <a:solidFill>
                  <a:schemeClr val="accent3"/>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spAutoFit/>
          </a:bodyPr>
          <a:lstStyle/>
          <a:p>
            <a:pPr algn="ctr"/>
            <a:r>
              <a:rPr lang="en-US" sz="1400" b="1" dirty="0">
                <a:solidFill>
                  <a:schemeClr val="accent2"/>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urna.</a:t>
            </a:r>
          </a:p>
          <a:p>
            <a:endParaRPr lang="en-US" sz="1600" dirty="0">
              <a:solidFill>
                <a:schemeClr val="tx1"/>
              </a:solidFill>
            </a:endParaRPr>
          </a:p>
          <a:p>
            <a:r>
              <a:rPr lang="en-US" sz="1600" dirty="0">
                <a:solidFill>
                  <a:schemeClr val="tx1"/>
                </a:solidFill>
              </a:rPr>
              <a:t>Nunc viverra imperdiet enim. Fusce est. Vivamus a tellus.</a:t>
            </a:r>
          </a:p>
          <a:p>
            <a:endParaRPr lang="en-US" sz="1600" dirty="0">
              <a:solidFill>
                <a:schemeClr val="tx1"/>
              </a:solidFill>
            </a:endParaRPr>
          </a:p>
          <a:p>
            <a:r>
              <a:rPr lang="en-US" sz="1600" dirty="0">
                <a:solidFill>
                  <a:schemeClr val="tx1"/>
                </a:solidFill>
              </a:rPr>
              <a:t>Pellentesque habitant morbi tristique senectus et netus et malesuada fames ac turpis egestas. Proin pharetra nonummy pede. Mauris et orci.</a:t>
            </a:r>
          </a:p>
          <a:p>
            <a:endParaRPr lang="en-US" sz="1600" dirty="0">
              <a:solidFill>
                <a:schemeClr val="tx1"/>
              </a:solidFill>
            </a:endParaRP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amet, consectetuer adipiscing elit. Maecenas porttitor congue massa. </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1" name="TextBox 70"/>
          <p:cNvSpPr txBox="1"/>
          <p:nvPr/>
        </p:nvSpPr>
        <p:spPr>
          <a:xfrm>
            <a:off x="2036116"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2" name="TextBox 71"/>
          <p:cNvSpPr txBox="1"/>
          <p:nvPr/>
        </p:nvSpPr>
        <p:spPr>
          <a:xfrm>
            <a:off x="397446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3" name="TextBox 72"/>
          <p:cNvSpPr txBox="1"/>
          <p:nvPr/>
        </p:nvSpPr>
        <p:spPr>
          <a:xfrm>
            <a:off x="3730441" y="1801091"/>
            <a:ext cx="2813550" cy="781136"/>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4" name="TextBox 73"/>
          <p:cNvSpPr txBox="1"/>
          <p:nvPr/>
        </p:nvSpPr>
        <p:spPr>
          <a:xfrm>
            <a:off x="6360081" y="2478028"/>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5" name="TextBox 74"/>
          <p:cNvSpPr txBox="1"/>
          <p:nvPr/>
        </p:nvSpPr>
        <p:spPr>
          <a:xfrm>
            <a:off x="9044263" y="2381947"/>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6" name="TextBox 75"/>
          <p:cNvSpPr txBox="1"/>
          <p:nvPr/>
        </p:nvSpPr>
        <p:spPr>
          <a:xfrm>
            <a:off x="8698504" y="5363096"/>
            <a:ext cx="2813550" cy="773704"/>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7" name="TextBox 76"/>
          <p:cNvSpPr txBox="1"/>
          <p:nvPr/>
        </p:nvSpPr>
        <p:spPr>
          <a:xfrm>
            <a:off x="7058552" y="4530464"/>
            <a:ext cx="2813550" cy="754558"/>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8" name="TextBox 77"/>
          <p:cNvSpPr txBox="1"/>
          <p:nvPr/>
        </p:nvSpPr>
        <p:spPr>
          <a:xfrm>
            <a:off x="5504960"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9" name="Title 1"/>
          <p:cNvSpPr>
            <a:spLocks noGrp="1"/>
          </p:cNvSpPr>
          <p:nvPr>
            <p:ph type="title"/>
          </p:nvPr>
        </p:nvSpPr>
        <p:spPr>
          <a:xfrm>
            <a:off x="214184" y="13663"/>
            <a:ext cx="9728886" cy="678316"/>
          </a:xfrm>
        </p:spPr>
        <p:txBody>
          <a:bodyPr>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p:cNvSpPr txBox="1"/>
          <p:nvPr/>
        </p:nvSpPr>
        <p:spPr>
          <a:xfrm>
            <a:off x="2348755" y="218149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p:cNvSpPr txBox="1"/>
          <p:nvPr/>
        </p:nvSpPr>
        <p:spPr>
          <a:xfrm>
            <a:off x="2348755" y="2891732"/>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p:cNvSpPr txBox="1"/>
          <p:nvPr/>
        </p:nvSpPr>
        <p:spPr>
          <a:xfrm>
            <a:off x="2348755" y="3601966"/>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p:cNvSpPr txBox="1"/>
          <p:nvPr/>
        </p:nvSpPr>
        <p:spPr>
          <a:xfrm>
            <a:off x="2348755" y="4312200"/>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7" name="TextBox 26"/>
          <p:cNvSpPr txBox="1"/>
          <p:nvPr/>
        </p:nvSpPr>
        <p:spPr>
          <a:xfrm>
            <a:off x="2348755" y="502243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2348755" y="573266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7" name="TextBox 156"/>
          <p:cNvSpPr txBox="1"/>
          <p:nvPr/>
        </p:nvSpPr>
        <p:spPr>
          <a:xfrm>
            <a:off x="-39980"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8" name="TextBox 157"/>
          <p:cNvSpPr txBox="1"/>
          <p:nvPr/>
        </p:nvSpPr>
        <p:spPr>
          <a:xfrm>
            <a:off x="397239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9" name="TextBox 158"/>
          <p:cNvSpPr txBox="1"/>
          <p:nvPr/>
        </p:nvSpPr>
        <p:spPr>
          <a:xfrm>
            <a:off x="2787192"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4" name="TextBox 163"/>
          <p:cNvSpPr txBox="1"/>
          <p:nvPr/>
        </p:nvSpPr>
        <p:spPr>
          <a:xfrm>
            <a:off x="680898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5" name="TextBox 164"/>
          <p:cNvSpPr txBox="1"/>
          <p:nvPr/>
        </p:nvSpPr>
        <p:spPr>
          <a:xfrm>
            <a:off x="5633018"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6" name="TextBox 165"/>
          <p:cNvSpPr txBox="1"/>
          <p:nvPr/>
        </p:nvSpPr>
        <p:spPr>
          <a:xfrm>
            <a:off x="9666202"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7" name="TextBox 166"/>
          <p:cNvSpPr txBox="1"/>
          <p:nvPr/>
        </p:nvSpPr>
        <p:spPr>
          <a:xfrm>
            <a:off x="8484139"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7" name="Rectangle 86"/>
          <p:cNvSpPr/>
          <p:nvPr/>
        </p:nvSpPr>
        <p:spPr>
          <a:xfrm>
            <a:off x="3111477" y="1487885"/>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8" name="Rectangle 87"/>
          <p:cNvSpPr/>
          <p:nvPr/>
        </p:nvSpPr>
        <p:spPr>
          <a:xfrm>
            <a:off x="5604024"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9" name="Rectangle 88"/>
          <p:cNvSpPr/>
          <p:nvPr/>
        </p:nvSpPr>
        <p:spPr>
          <a:xfrm>
            <a:off x="8105901" y="1473044"/>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90" name="Rectangle 89"/>
          <p:cNvSpPr/>
          <p:nvPr/>
        </p:nvSpPr>
        <p:spPr>
          <a:xfrm>
            <a:off x="9776458"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0" name="TextBox 49"/>
          <p:cNvSpPr txBox="1"/>
          <p:nvPr/>
        </p:nvSpPr>
        <p:spPr>
          <a:xfrm>
            <a:off x="2444111"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1" name="TextBox 50"/>
          <p:cNvSpPr txBox="1"/>
          <p:nvPr/>
        </p:nvSpPr>
        <p:spPr>
          <a:xfrm>
            <a:off x="4760008"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2" name="TextBox 51"/>
          <p:cNvSpPr txBox="1"/>
          <p:nvPr/>
        </p:nvSpPr>
        <p:spPr>
          <a:xfrm>
            <a:off x="7075905"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3" name="TextBox 52"/>
          <p:cNvSpPr txBox="1"/>
          <p:nvPr/>
        </p:nvSpPr>
        <p:spPr>
          <a:xfrm>
            <a:off x="9391802"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7" name="TextBox 56"/>
          <p:cNvSpPr txBox="1"/>
          <p:nvPr/>
        </p:nvSpPr>
        <p:spPr>
          <a:xfrm>
            <a:off x="1286165"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8" name="TextBox 57"/>
          <p:cNvSpPr txBox="1"/>
          <p:nvPr/>
        </p:nvSpPr>
        <p:spPr>
          <a:xfrm>
            <a:off x="3602062"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9" name="TextBox 58"/>
          <p:cNvSpPr txBox="1"/>
          <p:nvPr/>
        </p:nvSpPr>
        <p:spPr>
          <a:xfrm>
            <a:off x="5917959"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60" name="TextBox 59"/>
          <p:cNvSpPr txBox="1"/>
          <p:nvPr/>
        </p:nvSpPr>
        <p:spPr>
          <a:xfrm>
            <a:off x="8233856"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6" name="Rectangle 25"/>
          <p:cNvSpPr/>
          <p:nvPr/>
        </p:nvSpPr>
        <p:spPr>
          <a:xfrm>
            <a:off x="3623441"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7" name="Rectangle 26"/>
          <p:cNvSpPr/>
          <p:nvPr/>
        </p:nvSpPr>
        <p:spPr>
          <a:xfrm>
            <a:off x="6173274"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8" name="Rectangle 27"/>
          <p:cNvSpPr/>
          <p:nvPr/>
        </p:nvSpPr>
        <p:spPr>
          <a:xfrm>
            <a:off x="8723107"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9" name="Rectangle 28"/>
          <p:cNvSpPr/>
          <p:nvPr/>
        </p:nvSpPr>
        <p:spPr>
          <a:xfrm>
            <a:off x="1453244"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a:t>
            </a:r>
            <a:r>
              <a:rPr kumimoji="0" lang="en-US" sz="1600" b="1" i="0" u="none" strike="noStrike" kern="0" cap="none" spc="0" normalizeH="0" noProof="0" dirty="0">
                <a:ln>
                  <a:noFill/>
                </a:ln>
                <a:solidFill>
                  <a:schemeClr val="accent1"/>
                </a:solidFill>
                <a:effectLst/>
                <a:uLnTx/>
                <a:uFillTx/>
              </a:rPr>
              <a:t> ipsum</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a:t>
            </a:r>
            <a:r>
              <a:rPr kumimoji="0" lang="en-US" sz="1600" b="1" i="0" u="none" strike="noStrike" kern="0" cap="none" spc="0" normalizeH="0" noProof="0" dirty="0">
                <a:ln>
                  <a:noFill/>
                </a:ln>
                <a:solidFill>
                  <a:schemeClr val="accent2"/>
                </a:solidFill>
                <a:effectLst/>
                <a:uLnTx/>
                <a:uFillTx/>
              </a:rPr>
              <a:t> ipsum</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a:t>
            </a:r>
            <a:r>
              <a:rPr kumimoji="0" lang="en-US" sz="1600" b="1" i="0" u="none" strike="noStrike" kern="0" cap="none" spc="0" normalizeH="0" noProof="0" dirty="0">
                <a:ln>
                  <a:noFill/>
                </a:ln>
                <a:solidFill>
                  <a:schemeClr val="accent3"/>
                </a:solidFill>
                <a:effectLst/>
                <a:uLnTx/>
                <a:uFillTx/>
              </a:rPr>
              <a:t> ipsum</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a:t>
            </a:r>
            <a:r>
              <a:rPr kumimoji="0" lang="en-US" sz="1600" b="1" i="0" u="none" strike="noStrike" kern="0" cap="none" spc="0" normalizeH="0" noProof="0" dirty="0">
                <a:ln>
                  <a:noFill/>
                </a:ln>
                <a:solidFill>
                  <a:schemeClr val="accent4"/>
                </a:solidFill>
                <a:effectLst/>
                <a:uLnTx/>
                <a:uFillTx/>
              </a:rPr>
              <a:t> ipsum</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8" name="TextBox 17"/>
          <p:cNvSpPr txBox="1"/>
          <p:nvPr/>
        </p:nvSpPr>
        <p:spPr>
          <a:xfrm>
            <a:off x="4191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9" name="TextBox 18"/>
          <p:cNvSpPr txBox="1"/>
          <p:nvPr/>
        </p:nvSpPr>
        <p:spPr>
          <a:xfrm>
            <a:off x="7874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4" name="TextBox 23"/>
          <p:cNvSpPr txBox="1"/>
          <p:nvPr/>
        </p:nvSpPr>
        <p:spPr>
          <a:xfrm>
            <a:off x="6039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5" name="TextBox 24"/>
          <p:cNvSpPr txBox="1"/>
          <p:nvPr/>
        </p:nvSpPr>
        <p:spPr>
          <a:xfrm>
            <a:off x="9722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spAutoFit/>
          </a:bodyPr>
          <a:lstStyle/>
          <a:p>
            <a:pPr algn="ctr"/>
            <a:r>
              <a:rPr lang="en-US" sz="1400" dirty="0"/>
              <a:t>Lorem ipsum dolor sit amet, consectetuer adipiscing elit. Maecenas porttitor congue massa. </a:t>
            </a:r>
          </a:p>
        </p:txBody>
      </p:sp>
      <p:sp>
        <p:nvSpPr>
          <p:cNvPr id="18" name="TextBox 17"/>
          <p:cNvSpPr txBox="1"/>
          <p:nvPr/>
        </p:nvSpPr>
        <p:spPr>
          <a:xfrm>
            <a:off x="3886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19" name="TextBox 18"/>
          <p:cNvSpPr txBox="1"/>
          <p:nvPr/>
        </p:nvSpPr>
        <p:spPr>
          <a:xfrm>
            <a:off x="7569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3" name="TextBox 22"/>
          <p:cNvSpPr txBox="1"/>
          <p:nvPr/>
        </p:nvSpPr>
        <p:spPr>
          <a:xfrm>
            <a:off x="2051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4" name="TextBox 23"/>
          <p:cNvSpPr txBox="1"/>
          <p:nvPr/>
        </p:nvSpPr>
        <p:spPr>
          <a:xfrm>
            <a:off x="5734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5" name="TextBox 24"/>
          <p:cNvSpPr txBox="1"/>
          <p:nvPr/>
        </p:nvSpPr>
        <p:spPr>
          <a:xfrm>
            <a:off x="9417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defRPr/>
            </a:pPr>
            <a:r>
              <a:rPr lang="en-US" kern="0" dirty="0">
                <a:solidFill>
                  <a:schemeClr val="tx1"/>
                </a:solidFill>
              </a:rPr>
              <a:t>Lorem ipsum</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2" name="Title 1"/>
          <p:cNvSpPr>
            <a:spLocks noGrp="1"/>
          </p:cNvSpPr>
          <p:nvPr>
            <p:ph type="title"/>
          </p:nvPr>
        </p:nvSpPr>
        <p:spPr>
          <a:xfrm>
            <a:off x="214184" y="13663"/>
            <a:ext cx="9728886" cy="678316"/>
          </a:xfrm>
        </p:spPr>
        <p:txBody>
          <a:bodyPr>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Lorem</a:t>
            </a:r>
            <a:r>
              <a:rPr kumimoji="0" lang="en-US" sz="1400" b="0" i="0" u="none" strike="noStrike" kern="0" cap="none" spc="0" normalizeH="0" noProof="0" dirty="0">
                <a:ln>
                  <a:noFill/>
                </a:ln>
                <a:solidFill>
                  <a:srgbClr val="FFFFFF"/>
                </a:solidFill>
                <a:effectLst/>
                <a:uLnTx/>
                <a:uFillTx/>
              </a:rPr>
              <a:t> ipsum</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43" name="Title 1"/>
          <p:cNvSpPr>
            <a:spLocks noGrp="1"/>
          </p:cNvSpPr>
          <p:nvPr>
            <p:ph type="title"/>
          </p:nvPr>
        </p:nvSpPr>
        <p:spPr>
          <a:xfrm>
            <a:off x="214184" y="13663"/>
            <a:ext cx="9728886" cy="678316"/>
          </a:xfrm>
        </p:spPr>
        <p:txBody>
          <a:bodyPr>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ea typeface="Lato Light" panose="020F0502020204030203" pitchFamily="34" charset="0"/>
                <a:cs typeface="Poppins Medium" pitchFamily="2" charset="77"/>
              </a:rPr>
              <a:t>Lorem ipsum</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ea typeface="Lato Light" panose="020F0502020204030203" pitchFamily="34" charset="0"/>
                <a:cs typeface="Poppins Medium" pitchFamily="2" charset="77"/>
              </a:rPr>
              <a:t>Lorem ipsum</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ea typeface="Lato Light" panose="020F0502020204030203" pitchFamily="34" charset="0"/>
                <a:cs typeface="Poppins Medium" pitchFamily="2" charset="77"/>
              </a:rPr>
              <a:t>Lorem ipsum</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ea typeface="Lato Light" panose="020F0502020204030203" pitchFamily="34" charset="0"/>
                <a:cs typeface="Poppins Medium" pitchFamily="2" charset="77"/>
              </a:rPr>
              <a:t>Lorem ipsum</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ea typeface="Lato Light" panose="020F0502020204030203" pitchFamily="34" charset="0"/>
                <a:cs typeface="Poppins Medium" pitchFamily="2" charset="77"/>
              </a:rPr>
              <a:t>Lorem ipsum</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ea typeface="Lato Light" panose="020F0502020204030203" pitchFamily="34" charset="0"/>
                <a:cs typeface="Poppins Medium" pitchFamily="2" charset="77"/>
              </a:rPr>
              <a:t>Lorem ipsum</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STAR</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CASH COW</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DOG</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QUESTION MARK</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r>
              <a:rPr lang="en-US" sz="1600" kern="0" dirty="0">
                <a:solidFill>
                  <a:schemeClr val="tx1"/>
                </a:solidFill>
              </a:rPr>
              <a:t>.</a:t>
            </a:r>
            <a:endParaRPr kumimoji="0" lang="en-US" sz="1600" b="0"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spAutoFit/>
          </a:bodyPr>
          <a:lstStyle/>
          <a:p>
            <a:pPr algn="r">
              <a:defRPr/>
            </a:pPr>
            <a:r>
              <a:rPr lang="en-US" sz="1600" b="1" kern="0" dirty="0">
                <a:solidFill>
                  <a:schemeClr val="accent2"/>
                </a:solidFill>
              </a:rPr>
              <a:t>2. SET IN ORDER</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4" name="TextBox 93"/>
          <p:cNvSpPr txBox="1"/>
          <p:nvPr/>
        </p:nvSpPr>
        <p:spPr>
          <a:xfrm>
            <a:off x="8381112" y="4416427"/>
            <a:ext cx="3339362" cy="1077218"/>
          </a:xfrm>
          <a:prstGeom prst="rect">
            <a:avLst/>
          </a:prstGeom>
          <a:noFill/>
        </p:spPr>
        <p:txBody>
          <a:bodyPr wrap="square" rtlCol="0">
            <a:spAutoFit/>
          </a:bodyPr>
          <a:lstStyle/>
          <a:p>
            <a:pPr algn="r">
              <a:defRPr/>
            </a:pPr>
            <a:r>
              <a:rPr lang="en-US" sz="1600" b="1" kern="0" dirty="0">
                <a:solidFill>
                  <a:schemeClr val="accent4"/>
                </a:solidFill>
              </a:rPr>
              <a:t>4. SHINE</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8381112" y="3054091"/>
            <a:ext cx="3339362" cy="1077218"/>
          </a:xfrm>
          <a:prstGeom prst="rect">
            <a:avLst/>
          </a:prstGeom>
          <a:noFill/>
        </p:spPr>
        <p:txBody>
          <a:bodyPr wrap="square" rtlCol="0">
            <a:spAutoFit/>
          </a:bodyPr>
          <a:lstStyle/>
          <a:p>
            <a:pPr algn="r">
              <a:defRPr/>
            </a:pPr>
            <a:r>
              <a:rPr lang="en-US" sz="1600" b="1" kern="0" dirty="0">
                <a:solidFill>
                  <a:schemeClr val="accent3"/>
                </a:solidFill>
              </a:rPr>
              <a:t>3. SAFETY</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51636" y="4416427"/>
            <a:ext cx="3339362" cy="1077218"/>
          </a:xfrm>
          <a:prstGeom prst="rect">
            <a:avLst/>
          </a:prstGeom>
          <a:noFill/>
        </p:spPr>
        <p:txBody>
          <a:bodyPr wrap="square" rtlCol="0">
            <a:spAutoFit/>
          </a:bodyPr>
          <a:lstStyle/>
          <a:p>
            <a:pPr>
              <a:defRPr/>
            </a:pPr>
            <a:r>
              <a:rPr lang="en-US" sz="1600" b="1" kern="0" dirty="0">
                <a:solidFill>
                  <a:schemeClr val="accent5"/>
                </a:solidFill>
              </a:rPr>
              <a:t>5. STANDARDIZE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51636" y="3054091"/>
            <a:ext cx="3339362" cy="1077218"/>
          </a:xfrm>
          <a:prstGeom prst="rect">
            <a:avLst/>
          </a:prstGeom>
          <a:noFill/>
        </p:spPr>
        <p:txBody>
          <a:bodyPr wrap="square" rtlCol="0">
            <a:spAutoFit/>
          </a:bodyPr>
          <a:lstStyle/>
          <a:p>
            <a:pPr>
              <a:defRPr/>
            </a:pPr>
            <a:r>
              <a:rPr lang="en-US" sz="1600" b="1" kern="0" dirty="0">
                <a:solidFill>
                  <a:schemeClr val="accent6"/>
                </a:solidFill>
              </a:rPr>
              <a:t>6. SUSTAIN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8" name="TextBox 97"/>
          <p:cNvSpPr txBox="1"/>
          <p:nvPr/>
        </p:nvSpPr>
        <p:spPr>
          <a:xfrm>
            <a:off x="851636" y="1691755"/>
            <a:ext cx="3339362" cy="1077218"/>
          </a:xfrm>
          <a:prstGeom prst="rect">
            <a:avLst/>
          </a:prstGeom>
          <a:noFill/>
        </p:spPr>
        <p:txBody>
          <a:bodyPr wrap="square" rtlCol="0">
            <a:spAutoFit/>
          </a:bodyPr>
          <a:lstStyle/>
          <a:p>
            <a:pPr lvl="0">
              <a:defRPr/>
            </a:pPr>
            <a:r>
              <a:rPr lang="en-US" sz="1600" b="1" kern="0" dirty="0">
                <a:solidFill>
                  <a:schemeClr val="accent1"/>
                </a:solidFill>
              </a:rPr>
              <a:t>1. SORT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solidFill>
              </a:rPr>
              <a:t>LOREM IPSUM</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Strengths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Needs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Improvements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Opportunities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Exceptions</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Lorem ipsum dolor sit </a:t>
            </a:r>
            <a:r>
              <a:rPr kumimoji="0" lang="en-US" sz="1800" b="0" i="0" u="none" strike="noStrike" kern="0" cap="none" spc="0" normalizeH="0" baseline="0" noProof="0" dirty="0" err="1">
                <a:ln>
                  <a:noFill/>
                </a:ln>
                <a:solidFill>
                  <a:schemeClr val="bg1"/>
                </a:solidFill>
                <a:effectLst/>
                <a:uLnTx/>
                <a:uFillTx/>
              </a:rPr>
              <a:t>amet</a:t>
            </a:r>
            <a:r>
              <a:rPr kumimoji="0" lang="en-US" sz="1800" b="0" i="0" u="none" strike="noStrike" kern="0" cap="none" spc="0" normalizeH="0" baseline="0" noProof="0" dirty="0">
                <a:ln>
                  <a:noFill/>
                </a:ln>
                <a:solidFill>
                  <a:schemeClr val="bg1"/>
                </a:solidFill>
                <a:effectLst/>
                <a:uLnTx/>
                <a:uFillTx/>
              </a:rPr>
              <a:t>.</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POLITICAL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ECONOMICAL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SOCIAL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TECHNOLOGICAL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ENVIRONMENTAL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LEGAL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6" name="TextBox 25"/>
          <p:cNvSpPr txBox="1"/>
          <p:nvPr/>
        </p:nvSpPr>
        <p:spPr>
          <a:xfrm>
            <a:off x="3509066"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7" name="TextBox 26"/>
          <p:cNvSpPr txBox="1"/>
          <p:nvPr/>
        </p:nvSpPr>
        <p:spPr>
          <a:xfrm>
            <a:off x="625143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8" name="TextBox 27"/>
          <p:cNvSpPr txBox="1"/>
          <p:nvPr/>
        </p:nvSpPr>
        <p:spPr>
          <a:xfrm>
            <a:off x="8993797"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Strengths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Weaknesses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Opportunities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Threats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62645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217193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762645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amet, consectetuer adipiscing elit. </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spAutoFit/>
          </a:bodyPr>
          <a:lstStyle/>
          <a:p>
            <a:pPr algn="ctr">
              <a:defRPr/>
            </a:pPr>
            <a:r>
              <a:rPr lang="en-US" sz="1600" b="1" dirty="0">
                <a:solidFill>
                  <a:schemeClr val="accent1"/>
                </a:solidFill>
              </a:rPr>
              <a:t>STRENGTHS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12"/>
          <p:cNvSpPr txBox="1"/>
          <p:nvPr/>
        </p:nvSpPr>
        <p:spPr>
          <a:xfrm>
            <a:off x="8521112" y="1839870"/>
            <a:ext cx="2832689" cy="1323439"/>
          </a:xfrm>
          <a:prstGeom prst="rect">
            <a:avLst/>
          </a:prstGeom>
          <a:noFill/>
        </p:spPr>
        <p:txBody>
          <a:bodyPr wrap="square" rtlCol="0" anchor="ctr">
            <a:spAutoFit/>
          </a:bodyPr>
          <a:lstStyle/>
          <a:p>
            <a:pPr algn="ctr">
              <a:defRPr/>
            </a:pPr>
            <a:r>
              <a:rPr lang="en-US" sz="1600" b="1" dirty="0">
                <a:solidFill>
                  <a:schemeClr val="accent2"/>
                </a:solidFill>
              </a:rPr>
              <a:t>WEAKNESSES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13"/>
          <p:cNvSpPr txBox="1"/>
          <p:nvPr/>
        </p:nvSpPr>
        <p:spPr>
          <a:xfrm>
            <a:off x="838199" y="4218501"/>
            <a:ext cx="2832689" cy="1323439"/>
          </a:xfrm>
          <a:prstGeom prst="rect">
            <a:avLst/>
          </a:prstGeom>
          <a:noFill/>
        </p:spPr>
        <p:txBody>
          <a:bodyPr wrap="square" rtlCol="0" anchor="ctr">
            <a:spAutoFit/>
          </a:bodyPr>
          <a:lstStyle/>
          <a:p>
            <a:pPr algn="ctr">
              <a:defRPr/>
            </a:pPr>
            <a:r>
              <a:rPr lang="en-US" sz="1600" b="1" dirty="0">
                <a:solidFill>
                  <a:schemeClr val="accent4"/>
                </a:solidFill>
              </a:rPr>
              <a:t>THREATS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14"/>
          <p:cNvSpPr txBox="1"/>
          <p:nvPr/>
        </p:nvSpPr>
        <p:spPr>
          <a:xfrm>
            <a:off x="8521112" y="4218501"/>
            <a:ext cx="2832689" cy="1323439"/>
          </a:xfrm>
          <a:prstGeom prst="rect">
            <a:avLst/>
          </a:prstGeom>
          <a:noFill/>
        </p:spPr>
        <p:txBody>
          <a:bodyPr wrap="square" rtlCol="0" anchor="ctr">
            <a:spAutoFit/>
          </a:bodyPr>
          <a:lstStyle/>
          <a:p>
            <a:pPr algn="ctr">
              <a:defRPr/>
            </a:pPr>
            <a:r>
              <a:rPr lang="en-US" sz="1600" b="1" dirty="0">
                <a:solidFill>
                  <a:schemeClr val="accent3"/>
                </a:solidFill>
              </a:rPr>
              <a:t>OPPORTUNITIES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amet, consectetuer adipiscing elit. Maecenas porttitor congue massa. </a:t>
            </a:r>
          </a:p>
          <a:p>
            <a:pPr algn="ct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STRENGTHS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WEAKNESSES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OPPORTUNITIES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THREATS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3"/>
                </a:solidFill>
              </a:rPr>
              <a:t>Lorem ipsum </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1"/>
                </a:solidFill>
              </a:rPr>
              <a:t>Lorem ipsum</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2"/>
                </a:solidFill>
              </a:rPr>
              <a:t>Lorem ipsum</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urna.</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Nunc viverra imperdiet enim. Fusce est. Vivamus a tellus.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Pellentesque habitant morbi tristique senectus et netus et malesuada fames ac turpis egestas. Proin pharetra nonummy pede. Mauris et </a:t>
            </a:r>
            <a:r>
              <a:rPr kumimoji="0" lang="en-US" sz="1600" b="0" i="0" u="none" strike="noStrike" kern="0" cap="none" spc="0" normalizeH="0" baseline="0" noProof="0" dirty="0" err="1">
                <a:ln>
                  <a:noFill/>
                </a:ln>
                <a:effectLst/>
                <a:uLnTx/>
                <a:uFillTx/>
              </a:rPr>
              <a:t>orci</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Nunc </a:t>
            </a:r>
            <a:r>
              <a:rPr kumimoji="0" lang="en-US" sz="1400" i="0" u="none" strike="noStrike" kern="0" cap="none" spc="0" normalizeH="0" baseline="0" noProof="0" dirty="0" err="1">
                <a:ln>
                  <a:noFill/>
                </a:ln>
                <a:solidFill>
                  <a:schemeClr val="tx1"/>
                </a:solidFill>
                <a:effectLst/>
                <a:uLnTx/>
                <a:uFillTx/>
              </a:rPr>
              <a:t>viverra</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imperdiet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enim</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est. </a:t>
            </a:r>
            <a:r>
              <a:rPr kumimoji="0" lang="en-US" sz="1400" i="0" u="none" strike="noStrike" kern="0" cap="none" spc="0" normalizeH="0" baseline="0" noProof="0" dirty="0" err="1">
                <a:ln>
                  <a:noFill/>
                </a:ln>
                <a:solidFill>
                  <a:schemeClr val="tx1"/>
                </a:solidFill>
                <a:effectLst/>
                <a:uLnTx/>
                <a:uFillTx/>
              </a:rPr>
              <a:t>Vivamus</a:t>
            </a:r>
            <a:r>
              <a:rPr kumimoji="0" lang="en-US" sz="1400" i="0" u="none" strike="noStrike" kern="0" cap="none" spc="0" normalizeH="0" baseline="0" noProof="0" dirty="0">
                <a:ln>
                  <a:noFill/>
                </a:ln>
                <a:solidFill>
                  <a:schemeClr val="tx1"/>
                </a:solidFill>
                <a:effectLst/>
                <a:uLnTx/>
                <a:uFillTx/>
              </a:rPr>
              <a:t> a </a:t>
            </a:r>
            <a:r>
              <a:rPr kumimoji="0" lang="en-US" sz="1400" i="0" u="none" strike="noStrike" kern="0" cap="none" spc="0" normalizeH="0" baseline="0" noProof="0" dirty="0" err="1">
                <a:ln>
                  <a:noFill/>
                </a:ln>
                <a:solidFill>
                  <a:schemeClr val="tx1"/>
                </a:solidFill>
                <a:effectLst/>
                <a:uLnTx/>
                <a:uFillTx/>
              </a:rPr>
              <a:t>tellus</a:t>
            </a:r>
            <a:r>
              <a:rPr kumimoji="0" lang="en-US" sz="1400" i="0" u="none" strike="noStrike" kern="0" cap="none" spc="0" normalizeH="0" baseline="0" noProof="0" dirty="0">
                <a:ln>
                  <a:noFill/>
                </a:ln>
                <a:solidFill>
                  <a:schemeClr val="tx1"/>
                </a:solidFill>
                <a:effectLst/>
                <a:uLnTx/>
                <a:uFillTx/>
              </a:rPr>
              <a:t>.</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LOREM IPSUM</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LOREM IPSUM</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LOREM IPSUM</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LOREM IPSUM</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441682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4415796"/>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4721996"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8397338"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527279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59" name="TextBox 158"/>
          <p:cNvSpPr txBox="1"/>
          <p:nvPr/>
        </p:nvSpPr>
        <p:spPr>
          <a:xfrm>
            <a:off x="4584595"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60" name="TextBox 159"/>
          <p:cNvSpPr txBox="1"/>
          <p:nvPr/>
        </p:nvSpPr>
        <p:spPr>
          <a:xfrm>
            <a:off x="8348526"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1" name="TextBox 20"/>
          <p:cNvSpPr txBox="1"/>
          <p:nvPr/>
        </p:nvSpPr>
        <p:spPr>
          <a:xfrm>
            <a:off x="6799006" y="2913942"/>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2" name="TextBox 21"/>
          <p:cNvSpPr txBox="1"/>
          <p:nvPr/>
        </p:nvSpPr>
        <p:spPr>
          <a:xfrm>
            <a:off x="6799006" y="4025124"/>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3" name="TextBox 22"/>
          <p:cNvSpPr txBox="1"/>
          <p:nvPr/>
        </p:nvSpPr>
        <p:spPr>
          <a:xfrm>
            <a:off x="6799006" y="5136306"/>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spAutoFit/>
          </a:bodyPr>
          <a:lstStyle/>
          <a:p>
            <a:pPr lvl="0" algn="ctr">
              <a:defRPr/>
            </a:pPr>
            <a:r>
              <a:rPr lang="en-US" sz="1600" b="1" kern="0" dirty="0">
                <a:solidFill>
                  <a:schemeClr val="accent1"/>
                </a:solidFill>
              </a:rPr>
              <a:t>Lorem ipsum</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4" name="TextBox 73"/>
          <p:cNvSpPr txBox="1"/>
          <p:nvPr/>
        </p:nvSpPr>
        <p:spPr>
          <a:xfrm>
            <a:off x="3321337" y="4751483"/>
            <a:ext cx="2780577" cy="830997"/>
          </a:xfrm>
          <a:prstGeom prst="rect">
            <a:avLst/>
          </a:prstGeom>
          <a:noFill/>
        </p:spPr>
        <p:txBody>
          <a:bodyPr wrap="square" rtlCol="0">
            <a:spAutoFit/>
          </a:bodyPr>
          <a:lstStyle/>
          <a:p>
            <a:pPr lvl="0" algn="ctr">
              <a:defRPr/>
            </a:pPr>
            <a:r>
              <a:rPr lang="en-US" sz="1600" b="1" kern="0" dirty="0">
                <a:solidFill>
                  <a:schemeClr val="accent2"/>
                </a:solidFill>
              </a:rPr>
              <a:t>Lorem ipsum</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5" name="TextBox 74"/>
          <p:cNvSpPr txBox="1"/>
          <p:nvPr/>
        </p:nvSpPr>
        <p:spPr>
          <a:xfrm>
            <a:off x="6090086" y="4751483"/>
            <a:ext cx="2780577" cy="830997"/>
          </a:xfrm>
          <a:prstGeom prst="rect">
            <a:avLst/>
          </a:prstGeom>
          <a:noFill/>
        </p:spPr>
        <p:txBody>
          <a:bodyPr wrap="square" rtlCol="0">
            <a:spAutoFit/>
          </a:bodyPr>
          <a:lstStyle/>
          <a:p>
            <a:pPr lvl="0" algn="ctr">
              <a:defRPr/>
            </a:pPr>
            <a:r>
              <a:rPr lang="en-US" sz="1600" b="1" kern="0" dirty="0">
                <a:solidFill>
                  <a:schemeClr val="accent3"/>
                </a:solidFill>
              </a:rPr>
              <a:t>Lorem ipsum</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6" name="TextBox 75"/>
          <p:cNvSpPr txBox="1"/>
          <p:nvPr/>
        </p:nvSpPr>
        <p:spPr>
          <a:xfrm>
            <a:off x="8858836" y="4751483"/>
            <a:ext cx="2780577" cy="830997"/>
          </a:xfrm>
          <a:prstGeom prst="rect">
            <a:avLst/>
          </a:prstGeom>
          <a:noFill/>
        </p:spPr>
        <p:txBody>
          <a:bodyPr wrap="square" rtlCol="0">
            <a:spAutoFit/>
          </a:bodyPr>
          <a:lstStyle/>
          <a:p>
            <a:pPr lvl="0" algn="ctr">
              <a:defRPr/>
            </a:pPr>
            <a:r>
              <a:rPr lang="en-US" sz="1600" b="1" kern="0" dirty="0">
                <a:solidFill>
                  <a:schemeClr val="accent4"/>
                </a:solidFill>
              </a:rPr>
              <a:t>Lorem ipsum</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amet, consectetuer adipiscing elit. Maecenas porttitor congue massa. Fusce posuere, magna sed pulvinar ultricies, purus lectus malesuada libero, sit amet commodo magna eros quis urna.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Nunc viverra imperdiet enim. Fusce est. Vivamus a tellus.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Pellentesque habitant morbi tristique senectus et netus et malesuada fames ac turpis egestas. Proin pharetra nonummy pede. Mauris et orci.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effectLst/>
              <a:uLnTx/>
              <a:uFillTx/>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r>
              <a:rPr lang="en-US" sz="1400" kern="0" dirty="0" err="1"/>
              <a:t>Fusce</a:t>
            </a:r>
            <a:r>
              <a:rPr lang="en-US" sz="1400" kern="0" dirty="0"/>
              <a:t> </a:t>
            </a:r>
            <a:r>
              <a:rPr lang="en-US" sz="1400" kern="0" dirty="0" err="1"/>
              <a:t>posuere</a:t>
            </a:r>
            <a:r>
              <a:rPr lang="en-US" sz="1400" kern="0" dirty="0"/>
              <a:t>, magna sed pulvinar </a:t>
            </a:r>
            <a:r>
              <a:rPr lang="en-US" sz="1400" kern="0" dirty="0" err="1"/>
              <a:t>ultricies</a:t>
            </a:r>
            <a:r>
              <a:rPr lang="en-US" sz="1400" kern="0" dirty="0"/>
              <a:t>, </a:t>
            </a:r>
            <a:r>
              <a:rPr lang="en-US" sz="1400" kern="0" dirty="0" err="1"/>
              <a:t>purus</a:t>
            </a:r>
            <a:r>
              <a:rPr lang="en-US" sz="1400" kern="0" dirty="0"/>
              <a:t> </a:t>
            </a:r>
            <a:r>
              <a:rPr lang="en-US" sz="1400" kern="0" dirty="0" err="1"/>
              <a:t>lectus</a:t>
            </a:r>
            <a:r>
              <a:rPr lang="en-US" sz="1400" kern="0" dirty="0"/>
              <a:t> </a:t>
            </a:r>
            <a:r>
              <a:rPr lang="en-US" sz="1400" kern="0" dirty="0" err="1"/>
              <a:t>malesuada</a:t>
            </a:r>
            <a:r>
              <a:rPr lang="en-US" sz="1400" kern="0" dirty="0"/>
              <a:t> libero, sit </a:t>
            </a:r>
            <a:r>
              <a:rPr lang="en-US" sz="1400" kern="0" dirty="0" err="1"/>
              <a:t>amet</a:t>
            </a:r>
            <a:r>
              <a:rPr lang="en-US" sz="1400" kern="0" dirty="0"/>
              <a:t> </a:t>
            </a:r>
            <a:r>
              <a:rPr lang="en-US" sz="1400" kern="0" dirty="0" err="1"/>
              <a:t>commodo</a:t>
            </a:r>
            <a:r>
              <a:rPr lang="en-US" sz="1400" kern="0" dirty="0"/>
              <a:t> magna eros </a:t>
            </a:r>
            <a:r>
              <a:rPr lang="en-US" sz="1400" kern="0" dirty="0" err="1"/>
              <a:t>quis</a:t>
            </a:r>
            <a:r>
              <a:rPr lang="en-US" sz="1400" kern="0" dirty="0"/>
              <a:t> </a:t>
            </a:r>
            <a:r>
              <a:rPr lang="en-US" sz="1400" kern="0" dirty="0" err="1"/>
              <a:t>urna</a:t>
            </a:r>
            <a:r>
              <a:rPr lang="en-US" sz="1400" kern="0" dirty="0"/>
              <a:t>.</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Lorem Ipsum</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srgbClr val="FFFFFF"/>
                </a:solidFill>
              </a:rPr>
              <a:t>Lorem Ipsum</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