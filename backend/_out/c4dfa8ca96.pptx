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14.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CBE8"/>
    <a:srgbClr val="C0B8DD"/>
    <a:srgbClr val="9464B8"/>
    <a:srgbClr val="60A6D8"/>
    <a:srgbClr val="9A8DC8"/>
    <a:srgbClr val="E6E3F1"/>
    <a:srgbClr val="EDE5F3"/>
    <a:srgbClr val="2082C8"/>
    <a:srgbClr val="8D6FBD"/>
    <a:srgbClr val="B898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54EBF-59B4-E22D-3194-32D919D02354}" v="24" dt="2025-08-14T10:12:02.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pnil Panchal" userId="S::swapnil.panchal@gep.com::6251b766-1b09-4eeb-8cb6-52721fab216f" providerId="AD" clId="Web-{0FB54EBF-59B4-E22D-3194-32D919D02354}"/>
    <pc:docChg chg="modSld">
      <pc:chgData name="Swapnil Panchal" userId="S::swapnil.panchal@gep.com::6251b766-1b09-4eeb-8cb6-52721fab216f" providerId="AD" clId="Web-{0FB54EBF-59B4-E22D-3194-32D919D02354}" dt="2025-08-14T10:12:02.277" v="23"/>
      <pc:docMkLst>
        <pc:docMk/>
      </pc:docMkLst>
      <pc:sldChg chg="delSp">
        <pc:chgData name="Swapnil Panchal" userId="S::swapnil.panchal@gep.com::6251b766-1b09-4eeb-8cb6-52721fab216f" providerId="AD" clId="Web-{0FB54EBF-59B4-E22D-3194-32D919D02354}" dt="2025-08-14T10:12:02.277" v="23"/>
        <pc:sldMkLst>
          <pc:docMk/>
          <pc:sldMk cId="530813028" sldId="263"/>
        </pc:sldMkLst>
        <pc:spChg chg="del">
          <ac:chgData name="Swapnil Panchal" userId="S::swapnil.panchal@gep.com::6251b766-1b09-4eeb-8cb6-52721fab216f" providerId="AD" clId="Web-{0FB54EBF-59B4-E22D-3194-32D919D02354}" dt="2025-08-14T10:12:02.277" v="23"/>
          <ac:spMkLst>
            <pc:docMk/>
            <pc:sldMk cId="530813028" sldId="263"/>
            <ac:spMk id="4" creationId="{1F6A90A0-7CC9-57A1-951F-6B86FB536BE6}"/>
          </ac:spMkLst>
        </pc:spChg>
        <pc:spChg chg="del">
          <ac:chgData name="Swapnil Panchal" userId="S::swapnil.panchal@gep.com::6251b766-1b09-4eeb-8cb6-52721fab216f" providerId="AD" clId="Web-{0FB54EBF-59B4-E22D-3194-32D919D02354}" dt="2025-08-14T10:12:02.277" v="22"/>
          <ac:spMkLst>
            <pc:docMk/>
            <pc:sldMk cId="530813028" sldId="263"/>
            <ac:spMk id="5" creationId="{4585C0B6-192B-52E9-91FA-555A1D0A6EED}"/>
          </ac:spMkLst>
        </pc:spChg>
        <pc:spChg chg="del">
          <ac:chgData name="Swapnil Panchal" userId="S::swapnil.panchal@gep.com::6251b766-1b09-4eeb-8cb6-52721fab216f" providerId="AD" clId="Web-{0FB54EBF-59B4-E22D-3194-32D919D02354}" dt="2025-08-14T10:12:02.277" v="21"/>
          <ac:spMkLst>
            <pc:docMk/>
            <pc:sldMk cId="530813028" sldId="263"/>
            <ac:spMk id="6" creationId="{9436290A-E504-25A9-4227-D7092B3BA5C2}"/>
          </ac:spMkLst>
        </pc:spChg>
        <pc:spChg chg="del">
          <ac:chgData name="Swapnil Panchal" userId="S::swapnil.panchal@gep.com::6251b766-1b09-4eeb-8cb6-52721fab216f" providerId="AD" clId="Web-{0FB54EBF-59B4-E22D-3194-32D919D02354}" dt="2025-08-14T10:12:02.277" v="20"/>
          <ac:spMkLst>
            <pc:docMk/>
            <pc:sldMk cId="530813028" sldId="263"/>
            <ac:spMk id="7" creationId="{F601D6A0-81C2-AEDA-9453-C3A9C873EEFE}"/>
          </ac:spMkLst>
        </pc:spChg>
        <pc:spChg chg="del">
          <ac:chgData name="Swapnil Panchal" userId="S::swapnil.panchal@gep.com::6251b766-1b09-4eeb-8cb6-52721fab216f" providerId="AD" clId="Web-{0FB54EBF-59B4-E22D-3194-32D919D02354}" dt="2025-08-14T10:12:02.277" v="19"/>
          <ac:spMkLst>
            <pc:docMk/>
            <pc:sldMk cId="530813028" sldId="263"/>
            <ac:spMk id="8" creationId="{221F2FCC-2D22-D14B-92A4-2AE91838E1AA}"/>
          </ac:spMkLst>
        </pc:spChg>
        <pc:spChg chg="del">
          <ac:chgData name="Swapnil Panchal" userId="S::swapnil.panchal@gep.com::6251b766-1b09-4eeb-8cb6-52721fab216f" providerId="AD" clId="Web-{0FB54EBF-59B4-E22D-3194-32D919D02354}" dt="2025-08-14T10:12:02.277" v="18"/>
          <ac:spMkLst>
            <pc:docMk/>
            <pc:sldMk cId="530813028" sldId="263"/>
            <ac:spMk id="9" creationId="{4A652FE7-BC88-F94F-3BCB-7134AF01EB62}"/>
          </ac:spMkLst>
        </pc:spChg>
        <pc:spChg chg="del">
          <ac:chgData name="Swapnil Panchal" userId="S::swapnil.panchal@gep.com::6251b766-1b09-4eeb-8cb6-52721fab216f" providerId="AD" clId="Web-{0FB54EBF-59B4-E22D-3194-32D919D02354}" dt="2025-08-14T10:12:02.277" v="17"/>
          <ac:spMkLst>
            <pc:docMk/>
            <pc:sldMk cId="530813028" sldId="263"/>
            <ac:spMk id="10" creationId="{59F47C38-9886-0D1E-12F2-0096486744FA}"/>
          </ac:spMkLst>
        </pc:spChg>
        <pc:spChg chg="del">
          <ac:chgData name="Swapnil Panchal" userId="S::swapnil.panchal@gep.com::6251b766-1b09-4eeb-8cb6-52721fab216f" providerId="AD" clId="Web-{0FB54EBF-59B4-E22D-3194-32D919D02354}" dt="2025-08-14T10:12:02.277" v="16"/>
          <ac:spMkLst>
            <pc:docMk/>
            <pc:sldMk cId="530813028" sldId="263"/>
            <ac:spMk id="11" creationId="{34DF1DA5-55EC-96B6-F627-779485F11875}"/>
          </ac:spMkLst>
        </pc:spChg>
        <pc:spChg chg="del">
          <ac:chgData name="Swapnil Panchal" userId="S::swapnil.panchal@gep.com::6251b766-1b09-4eeb-8cb6-52721fab216f" providerId="AD" clId="Web-{0FB54EBF-59B4-E22D-3194-32D919D02354}" dt="2025-08-14T10:12:02.277" v="15"/>
          <ac:spMkLst>
            <pc:docMk/>
            <pc:sldMk cId="530813028" sldId="263"/>
            <ac:spMk id="12" creationId="{DEF7C253-EA01-DDDB-20FD-B377EC37D581}"/>
          </ac:spMkLst>
        </pc:spChg>
        <pc:spChg chg="del">
          <ac:chgData name="Swapnil Panchal" userId="S::swapnil.panchal@gep.com::6251b766-1b09-4eeb-8cb6-52721fab216f" providerId="AD" clId="Web-{0FB54EBF-59B4-E22D-3194-32D919D02354}" dt="2025-08-14T10:12:02.261" v="14"/>
          <ac:spMkLst>
            <pc:docMk/>
            <pc:sldMk cId="530813028" sldId="263"/>
            <ac:spMk id="13" creationId="{ADFC39DD-0B16-2216-F5D7-C6DAD3DB9368}"/>
          </ac:spMkLst>
        </pc:spChg>
        <pc:spChg chg="del">
          <ac:chgData name="Swapnil Panchal" userId="S::swapnil.panchal@gep.com::6251b766-1b09-4eeb-8cb6-52721fab216f" providerId="AD" clId="Web-{0FB54EBF-59B4-E22D-3194-32D919D02354}" dt="2025-08-14T10:12:02.261" v="13"/>
          <ac:spMkLst>
            <pc:docMk/>
            <pc:sldMk cId="530813028" sldId="263"/>
            <ac:spMk id="14" creationId="{7286E4E7-DE78-8E40-A181-800A7EA51EA8}"/>
          </ac:spMkLst>
        </pc:spChg>
        <pc:spChg chg="del">
          <ac:chgData name="Swapnil Panchal" userId="S::swapnil.panchal@gep.com::6251b766-1b09-4eeb-8cb6-52721fab216f" providerId="AD" clId="Web-{0FB54EBF-59B4-E22D-3194-32D919D02354}" dt="2025-08-14T10:12:02.261" v="12"/>
          <ac:spMkLst>
            <pc:docMk/>
            <pc:sldMk cId="530813028" sldId="263"/>
            <ac:spMk id="15" creationId="{CB1E898E-3CE4-57B2-677C-23BF8D4CB3FA}"/>
          </ac:spMkLst>
        </pc:spChg>
        <pc:spChg chg="del">
          <ac:chgData name="Swapnil Panchal" userId="S::swapnil.panchal@gep.com::6251b766-1b09-4eeb-8cb6-52721fab216f" providerId="AD" clId="Web-{0FB54EBF-59B4-E22D-3194-32D919D02354}" dt="2025-08-14T10:12:02.261" v="11"/>
          <ac:spMkLst>
            <pc:docMk/>
            <pc:sldMk cId="530813028" sldId="263"/>
            <ac:spMk id="16" creationId="{D3D63831-4FDE-93CD-37CE-36981B42D58A}"/>
          </ac:spMkLst>
        </pc:spChg>
        <pc:spChg chg="del">
          <ac:chgData name="Swapnil Panchal" userId="S::swapnil.panchal@gep.com::6251b766-1b09-4eeb-8cb6-52721fab216f" providerId="AD" clId="Web-{0FB54EBF-59B4-E22D-3194-32D919D02354}" dt="2025-08-14T10:12:02.261" v="10"/>
          <ac:spMkLst>
            <pc:docMk/>
            <pc:sldMk cId="530813028" sldId="263"/>
            <ac:spMk id="17" creationId="{B15849B5-686F-50C7-0465-77A2E5A19497}"/>
          </ac:spMkLst>
        </pc:spChg>
        <pc:spChg chg="del">
          <ac:chgData name="Swapnil Panchal" userId="S::swapnil.panchal@gep.com::6251b766-1b09-4eeb-8cb6-52721fab216f" providerId="AD" clId="Web-{0FB54EBF-59B4-E22D-3194-32D919D02354}" dt="2025-08-14T10:12:02.261" v="9"/>
          <ac:spMkLst>
            <pc:docMk/>
            <pc:sldMk cId="530813028" sldId="263"/>
            <ac:spMk id="18" creationId="{0534277B-0ECF-19EB-620E-B57D6222F147}"/>
          </ac:spMkLst>
        </pc:spChg>
        <pc:spChg chg="del">
          <ac:chgData name="Swapnil Panchal" userId="S::swapnil.panchal@gep.com::6251b766-1b09-4eeb-8cb6-52721fab216f" providerId="AD" clId="Web-{0FB54EBF-59B4-E22D-3194-32D919D02354}" dt="2025-08-14T10:12:02.261" v="8"/>
          <ac:spMkLst>
            <pc:docMk/>
            <pc:sldMk cId="530813028" sldId="263"/>
            <ac:spMk id="19" creationId="{7A5FEF2A-EBD5-8331-4E7C-F2E18B835D76}"/>
          </ac:spMkLst>
        </pc:spChg>
        <pc:spChg chg="del">
          <ac:chgData name="Swapnil Panchal" userId="S::swapnil.panchal@gep.com::6251b766-1b09-4eeb-8cb6-52721fab216f" providerId="AD" clId="Web-{0FB54EBF-59B4-E22D-3194-32D919D02354}" dt="2025-08-14T10:12:02.261" v="7"/>
          <ac:spMkLst>
            <pc:docMk/>
            <pc:sldMk cId="530813028" sldId="263"/>
            <ac:spMk id="20" creationId="{049F4589-DDDA-1C5D-7312-09F6B9FF17EE}"/>
          </ac:spMkLst>
        </pc:spChg>
        <pc:spChg chg="del">
          <ac:chgData name="Swapnil Panchal" userId="S::swapnil.panchal@gep.com::6251b766-1b09-4eeb-8cb6-52721fab216f" providerId="AD" clId="Web-{0FB54EBF-59B4-E22D-3194-32D919D02354}" dt="2025-08-14T10:12:02.261" v="6"/>
          <ac:spMkLst>
            <pc:docMk/>
            <pc:sldMk cId="530813028" sldId="263"/>
            <ac:spMk id="21" creationId="{0D026673-3352-A568-03CE-7D7CDE37D94D}"/>
          </ac:spMkLst>
        </pc:spChg>
        <pc:spChg chg="del">
          <ac:chgData name="Swapnil Panchal" userId="S::swapnil.panchal@gep.com::6251b766-1b09-4eeb-8cb6-52721fab216f" providerId="AD" clId="Web-{0FB54EBF-59B4-E22D-3194-32D919D02354}" dt="2025-08-14T10:12:02.261" v="5"/>
          <ac:spMkLst>
            <pc:docMk/>
            <pc:sldMk cId="530813028" sldId="263"/>
            <ac:spMk id="22" creationId="{7C76F4BC-5A7F-B3C8-9E27-59DC38128978}"/>
          </ac:spMkLst>
        </pc:spChg>
        <pc:spChg chg="del">
          <ac:chgData name="Swapnil Panchal" userId="S::swapnil.panchal@gep.com::6251b766-1b09-4eeb-8cb6-52721fab216f" providerId="AD" clId="Web-{0FB54EBF-59B4-E22D-3194-32D919D02354}" dt="2025-08-14T10:12:02.261" v="4"/>
          <ac:spMkLst>
            <pc:docMk/>
            <pc:sldMk cId="530813028" sldId="263"/>
            <ac:spMk id="23" creationId="{5449A459-1643-1F4F-F850-E58C6515BA4E}"/>
          </ac:spMkLst>
        </pc:spChg>
        <pc:spChg chg="del">
          <ac:chgData name="Swapnil Panchal" userId="S::swapnil.panchal@gep.com::6251b766-1b09-4eeb-8cb6-52721fab216f" providerId="AD" clId="Web-{0FB54EBF-59B4-E22D-3194-32D919D02354}" dt="2025-08-14T10:12:02.261" v="3"/>
          <ac:spMkLst>
            <pc:docMk/>
            <pc:sldMk cId="530813028" sldId="263"/>
            <ac:spMk id="24" creationId="{793B323E-2808-BE40-9F4D-F8F6BB2E2122}"/>
          </ac:spMkLst>
        </pc:spChg>
        <pc:spChg chg="del">
          <ac:chgData name="Swapnil Panchal" userId="S::swapnil.panchal@gep.com::6251b766-1b09-4eeb-8cb6-52721fab216f" providerId="AD" clId="Web-{0FB54EBF-59B4-E22D-3194-32D919D02354}" dt="2025-08-14T10:12:02.261" v="2"/>
          <ac:spMkLst>
            <pc:docMk/>
            <pc:sldMk cId="530813028" sldId="263"/>
            <ac:spMk id="25" creationId="{9CEA4976-733C-987E-75DA-D062C8341E0C}"/>
          </ac:spMkLst>
        </pc:spChg>
        <pc:spChg chg="del">
          <ac:chgData name="Swapnil Panchal" userId="S::swapnil.panchal@gep.com::6251b766-1b09-4eeb-8cb6-52721fab216f" providerId="AD" clId="Web-{0FB54EBF-59B4-E22D-3194-32D919D02354}" dt="2025-08-14T10:12:02.261" v="1"/>
          <ac:spMkLst>
            <pc:docMk/>
            <pc:sldMk cId="530813028" sldId="263"/>
            <ac:spMk id="26" creationId="{56A70C7F-B8F6-85C0-D7B9-CABEB110B370}"/>
          </ac:spMkLst>
        </pc:spChg>
        <pc:spChg chg="del">
          <ac:chgData name="Swapnil Panchal" userId="S::swapnil.panchal@gep.com::6251b766-1b09-4eeb-8cb6-52721fab216f" providerId="AD" clId="Web-{0FB54EBF-59B4-E22D-3194-32D919D02354}" dt="2025-08-14T10:12:02.261" v="0"/>
          <ac:spMkLst>
            <pc:docMk/>
            <pc:sldMk cId="530813028" sldId="263"/>
            <ac:spMk id="27" creationId="{44612BA7-F115-BA6D-7BD0-153AC6643881}"/>
          </ac:spMkLst>
        </pc:spChg>
      </pc:sldChg>
    </pc:docChg>
  </pc:docChgLst>
  <pc:docChgLst>
    <pc:chgData name="Vasanti Kadam" userId="2d2c718a-941c-44c5-9fc1-bfc327de9193" providerId="ADAL" clId="{80D42371-AC25-4680-BEB6-1E10C3406D49}"/>
    <pc:docChg chg="undo custSel addSld modSld">
      <pc:chgData name="Vasanti Kadam" userId="2d2c718a-941c-44c5-9fc1-bfc327de9193" providerId="ADAL" clId="{80D42371-AC25-4680-BEB6-1E10C3406D49}" dt="2025-07-17T11:32:35.524" v="1053" actId="1582"/>
      <pc:docMkLst>
        <pc:docMk/>
      </pc:docMkLst>
      <pc:sldChg chg="delSp modSp mod">
        <pc:chgData name="Vasanti Kadam" userId="2d2c718a-941c-44c5-9fc1-bfc327de9193" providerId="ADAL" clId="{80D42371-AC25-4680-BEB6-1E10C3406D49}" dt="2025-07-17T11:32:12.226" v="1044" actId="478"/>
        <pc:sldMkLst>
          <pc:docMk/>
          <pc:sldMk cId="805133492" sldId="256"/>
        </pc:sldMkLst>
        <pc:spChg chg="mod">
          <ac:chgData name="Vasanti Kadam" userId="2d2c718a-941c-44c5-9fc1-bfc327de9193" providerId="ADAL" clId="{80D42371-AC25-4680-BEB6-1E10C3406D49}" dt="2025-07-17T08:26:47.714" v="354" actId="1076"/>
          <ac:spMkLst>
            <pc:docMk/>
            <pc:sldMk cId="805133492" sldId="256"/>
            <ac:spMk id="102" creationId="{7D3C9298-5676-3DAE-5BFD-4103700FE45F}"/>
          </ac:spMkLst>
        </pc:spChg>
        <pc:spChg chg="mod">
          <ac:chgData name="Vasanti Kadam" userId="2d2c718a-941c-44c5-9fc1-bfc327de9193" providerId="ADAL" clId="{80D42371-AC25-4680-BEB6-1E10C3406D49}" dt="2025-07-17T08:26:47.714" v="354" actId="1076"/>
          <ac:spMkLst>
            <pc:docMk/>
            <pc:sldMk cId="805133492" sldId="256"/>
            <ac:spMk id="104" creationId="{B6BFC3FB-28D4-10EF-91BA-462A349AF826}"/>
          </ac:spMkLst>
        </pc:spChg>
        <pc:spChg chg="mod">
          <ac:chgData name="Vasanti Kadam" userId="2d2c718a-941c-44c5-9fc1-bfc327de9193" providerId="ADAL" clId="{80D42371-AC25-4680-BEB6-1E10C3406D49}" dt="2025-07-17T08:26:47.714" v="354" actId="1076"/>
          <ac:spMkLst>
            <pc:docMk/>
            <pc:sldMk cId="805133492" sldId="256"/>
            <ac:spMk id="105" creationId="{72360BE1-C1EB-E29C-EB40-2BB9C2870049}"/>
          </ac:spMkLst>
        </pc:spChg>
      </pc:sldChg>
      <pc:sldChg chg="addSp delSp modSp add mod">
        <pc:chgData name="Vasanti Kadam" userId="2d2c718a-941c-44c5-9fc1-bfc327de9193" providerId="ADAL" clId="{80D42371-AC25-4680-BEB6-1E10C3406D49}" dt="2025-07-17T11:32:14.037" v="1045" actId="478"/>
        <pc:sldMkLst>
          <pc:docMk/>
          <pc:sldMk cId="3125107723" sldId="257"/>
        </pc:sldMkLst>
        <pc:spChg chg="mod topLvl">
          <ac:chgData name="Vasanti Kadam" userId="2d2c718a-941c-44c5-9fc1-bfc327de9193" providerId="ADAL" clId="{80D42371-AC25-4680-BEB6-1E10C3406D49}" dt="2025-07-17T07:59:17.708" v="46" actId="164"/>
          <ac:spMkLst>
            <pc:docMk/>
            <pc:sldMk cId="3125107723" sldId="257"/>
            <ac:spMk id="49" creationId="{0775BB3E-E3ED-0128-940C-64FA68D49EA1}"/>
          </ac:spMkLst>
        </pc:spChg>
        <pc:spChg chg="mod topLvl">
          <ac:chgData name="Vasanti Kadam" userId="2d2c718a-941c-44c5-9fc1-bfc327de9193" providerId="ADAL" clId="{80D42371-AC25-4680-BEB6-1E10C3406D49}" dt="2025-07-17T07:59:17.708" v="46" actId="164"/>
          <ac:spMkLst>
            <pc:docMk/>
            <pc:sldMk cId="3125107723" sldId="257"/>
            <ac:spMk id="50" creationId="{13455F97-9829-880D-5849-2BAEC5221C7C}"/>
          </ac:spMkLst>
        </pc:spChg>
        <pc:spChg chg="mod">
          <ac:chgData name="Vasanti Kadam" userId="2d2c718a-941c-44c5-9fc1-bfc327de9193" providerId="ADAL" clId="{80D42371-AC25-4680-BEB6-1E10C3406D49}" dt="2025-07-17T08:00:33.894" v="74" actId="1582"/>
          <ac:spMkLst>
            <pc:docMk/>
            <pc:sldMk cId="3125107723" sldId="257"/>
            <ac:spMk id="53" creationId="{2CE70733-86EF-77F6-46E0-5B4D5D7A197E}"/>
          </ac:spMkLst>
        </pc:spChg>
        <pc:spChg chg="mod">
          <ac:chgData name="Vasanti Kadam" userId="2d2c718a-941c-44c5-9fc1-bfc327de9193" providerId="ADAL" clId="{80D42371-AC25-4680-BEB6-1E10C3406D49}" dt="2025-07-17T08:00:37.527" v="75" actId="1582"/>
          <ac:spMkLst>
            <pc:docMk/>
            <pc:sldMk cId="3125107723" sldId="257"/>
            <ac:spMk id="54" creationId="{16B16515-C5C5-9C51-2985-6F813FE8AB7E}"/>
          </ac:spMkLst>
        </pc:spChg>
        <pc:spChg chg="mod">
          <ac:chgData name="Vasanti Kadam" userId="2d2c718a-941c-44c5-9fc1-bfc327de9193" providerId="ADAL" clId="{80D42371-AC25-4680-BEB6-1E10C3406D49}" dt="2025-07-17T07:58:32.098" v="31" actId="165"/>
          <ac:spMkLst>
            <pc:docMk/>
            <pc:sldMk cId="3125107723" sldId="257"/>
            <ac:spMk id="57" creationId="{0123AC62-67F1-A10D-DD21-2B279E9ED7EA}"/>
          </ac:spMkLst>
        </pc:spChg>
        <pc:spChg chg="mod">
          <ac:chgData name="Vasanti Kadam" userId="2d2c718a-941c-44c5-9fc1-bfc327de9193" providerId="ADAL" clId="{80D42371-AC25-4680-BEB6-1E10C3406D49}" dt="2025-07-17T07:58:32.098" v="31" actId="165"/>
          <ac:spMkLst>
            <pc:docMk/>
            <pc:sldMk cId="3125107723" sldId="257"/>
            <ac:spMk id="58" creationId="{F59514B5-A6EF-A155-1852-E24A45A18679}"/>
          </ac:spMkLst>
        </pc:spChg>
        <pc:spChg chg="mod">
          <ac:chgData name="Vasanti Kadam" userId="2d2c718a-941c-44c5-9fc1-bfc327de9193" providerId="ADAL" clId="{80D42371-AC25-4680-BEB6-1E10C3406D49}" dt="2025-07-17T07:58:48.723" v="37" actId="207"/>
          <ac:spMkLst>
            <pc:docMk/>
            <pc:sldMk cId="3125107723" sldId="257"/>
            <ac:spMk id="59" creationId="{C5E75387-89E7-C950-0775-14AE92148477}"/>
          </ac:spMkLst>
        </pc:spChg>
        <pc:spChg chg="mod">
          <ac:chgData name="Vasanti Kadam" userId="2d2c718a-941c-44c5-9fc1-bfc327de9193" providerId="ADAL" clId="{80D42371-AC25-4680-BEB6-1E10C3406D49}" dt="2025-07-17T07:58:48.723" v="37" actId="207"/>
          <ac:spMkLst>
            <pc:docMk/>
            <pc:sldMk cId="3125107723" sldId="257"/>
            <ac:spMk id="60" creationId="{77E949F9-1EE1-248F-94C5-1A74BDED02C7}"/>
          </ac:spMkLst>
        </pc:spChg>
        <pc:spChg chg="mod">
          <ac:chgData name="Vasanti Kadam" userId="2d2c718a-941c-44c5-9fc1-bfc327de9193" providerId="ADAL" clId="{80D42371-AC25-4680-BEB6-1E10C3406D49}" dt="2025-07-17T07:59:13.018" v="45" actId="207"/>
          <ac:spMkLst>
            <pc:docMk/>
            <pc:sldMk cId="3125107723" sldId="257"/>
            <ac:spMk id="61" creationId="{126476B7-359B-8778-5AB7-2E7CDCEE3694}"/>
          </ac:spMkLst>
        </pc:spChg>
        <pc:spChg chg="mod">
          <ac:chgData name="Vasanti Kadam" userId="2d2c718a-941c-44c5-9fc1-bfc327de9193" providerId="ADAL" clId="{80D42371-AC25-4680-BEB6-1E10C3406D49}" dt="2025-07-17T07:59:13.018" v="45" actId="207"/>
          <ac:spMkLst>
            <pc:docMk/>
            <pc:sldMk cId="3125107723" sldId="257"/>
            <ac:spMk id="62" creationId="{503F65D3-4267-D682-5D5A-44A7CA68CBF2}"/>
          </ac:spMkLst>
        </pc:spChg>
        <pc:spChg chg="mod">
          <ac:chgData name="Vasanti Kadam" userId="2d2c718a-941c-44c5-9fc1-bfc327de9193" providerId="ADAL" clId="{80D42371-AC25-4680-BEB6-1E10C3406D49}" dt="2025-07-17T07:59:13.018" v="45" actId="207"/>
          <ac:spMkLst>
            <pc:docMk/>
            <pc:sldMk cId="3125107723" sldId="257"/>
            <ac:spMk id="63" creationId="{8C34A49B-4F61-7FC5-D8A2-107F570EC2D6}"/>
          </ac:spMkLst>
        </pc:spChg>
        <pc:spChg chg="mod">
          <ac:chgData name="Vasanti Kadam" userId="2d2c718a-941c-44c5-9fc1-bfc327de9193" providerId="ADAL" clId="{80D42371-AC25-4680-BEB6-1E10C3406D49}" dt="2025-07-17T07:59:08.600" v="44" actId="207"/>
          <ac:spMkLst>
            <pc:docMk/>
            <pc:sldMk cId="3125107723" sldId="257"/>
            <ac:spMk id="66" creationId="{7279698F-7346-EA36-B6C6-056BC31F6142}"/>
          </ac:spMkLst>
        </pc:spChg>
        <pc:spChg chg="mod">
          <ac:chgData name="Vasanti Kadam" userId="2d2c718a-941c-44c5-9fc1-bfc327de9193" providerId="ADAL" clId="{80D42371-AC25-4680-BEB6-1E10C3406D49}" dt="2025-07-17T07:59:08.600" v="44" actId="207"/>
          <ac:spMkLst>
            <pc:docMk/>
            <pc:sldMk cId="3125107723" sldId="257"/>
            <ac:spMk id="67" creationId="{11A3B4A7-12B1-03F0-C208-18E260AFD044}"/>
          </ac:spMkLst>
        </pc:spChg>
        <pc:spChg chg="mod">
          <ac:chgData name="Vasanti Kadam" userId="2d2c718a-941c-44c5-9fc1-bfc327de9193" providerId="ADAL" clId="{80D42371-AC25-4680-BEB6-1E10C3406D49}" dt="2025-07-17T07:59:08.600" v="44" actId="207"/>
          <ac:spMkLst>
            <pc:docMk/>
            <pc:sldMk cId="3125107723" sldId="257"/>
            <ac:spMk id="68" creationId="{29AE2446-7371-141D-C2AA-EBCE791C505E}"/>
          </ac:spMkLst>
        </pc:spChg>
        <pc:spChg chg="add mod ord topLvl">
          <ac:chgData name="Vasanti Kadam" userId="2d2c718a-941c-44c5-9fc1-bfc327de9193" providerId="ADAL" clId="{80D42371-AC25-4680-BEB6-1E10C3406D49}" dt="2025-07-17T08:01:02.906" v="86" actId="208"/>
          <ac:spMkLst>
            <pc:docMk/>
            <pc:sldMk cId="3125107723" sldId="257"/>
            <ac:spMk id="72" creationId="{43CE98DB-5CCC-8B1E-2C29-A12982121619}"/>
          </ac:spMkLst>
        </pc:spChg>
        <pc:spChg chg="add mod ord topLvl">
          <ac:chgData name="Vasanti Kadam" userId="2d2c718a-941c-44c5-9fc1-bfc327de9193" providerId="ADAL" clId="{80D42371-AC25-4680-BEB6-1E10C3406D49}" dt="2025-07-17T08:01:20.391" v="92" actId="552"/>
          <ac:spMkLst>
            <pc:docMk/>
            <pc:sldMk cId="3125107723" sldId="257"/>
            <ac:spMk id="73" creationId="{9DBF5848-63A7-6EB0-8146-3CBAAB36B648}"/>
          </ac:spMkLst>
        </pc:spChg>
        <pc:spChg chg="add mod ord topLvl">
          <ac:chgData name="Vasanti Kadam" userId="2d2c718a-941c-44c5-9fc1-bfc327de9193" providerId="ADAL" clId="{80D42371-AC25-4680-BEB6-1E10C3406D49}" dt="2025-07-17T08:01:07.611" v="87" actId="12789"/>
          <ac:spMkLst>
            <pc:docMk/>
            <pc:sldMk cId="3125107723" sldId="257"/>
            <ac:spMk id="74" creationId="{C1C828E7-6B08-8B83-831C-9B15E5748B25}"/>
          </ac:spMkLst>
        </pc:spChg>
        <pc:spChg chg="add mod ord topLvl">
          <ac:chgData name="Vasanti Kadam" userId="2d2c718a-941c-44c5-9fc1-bfc327de9193" providerId="ADAL" clId="{80D42371-AC25-4680-BEB6-1E10C3406D49}" dt="2025-07-17T08:01:44.342" v="101" actId="553"/>
          <ac:spMkLst>
            <pc:docMk/>
            <pc:sldMk cId="3125107723" sldId="257"/>
            <ac:spMk id="75" creationId="{8B43A561-B191-6656-9B28-FE3CF6C4AE8A}"/>
          </ac:spMkLst>
        </pc:spChg>
        <pc:spChg chg="add mod">
          <ac:chgData name="Vasanti Kadam" userId="2d2c718a-941c-44c5-9fc1-bfc327de9193" providerId="ADAL" clId="{80D42371-AC25-4680-BEB6-1E10C3406D49}" dt="2025-07-17T08:01:56.985" v="106" actId="554"/>
          <ac:spMkLst>
            <pc:docMk/>
            <pc:sldMk cId="3125107723" sldId="257"/>
            <ac:spMk id="79" creationId="{7F276620-4682-459B-2FF9-DC28CF79B040}"/>
          </ac:spMkLst>
        </pc:spChg>
        <pc:spChg chg="add mod">
          <ac:chgData name="Vasanti Kadam" userId="2d2c718a-941c-44c5-9fc1-bfc327de9193" providerId="ADAL" clId="{80D42371-AC25-4680-BEB6-1E10C3406D49}" dt="2025-07-17T08:01:56.985" v="106" actId="554"/>
          <ac:spMkLst>
            <pc:docMk/>
            <pc:sldMk cId="3125107723" sldId="257"/>
            <ac:spMk id="81" creationId="{64730C1D-FC33-E6A1-5EF0-5D1295A564E7}"/>
          </ac:spMkLst>
        </pc:spChg>
        <pc:grpChg chg="mod">
          <ac:chgData name="Vasanti Kadam" userId="2d2c718a-941c-44c5-9fc1-bfc327de9193" providerId="ADAL" clId="{80D42371-AC25-4680-BEB6-1E10C3406D49}" dt="2025-07-17T07:59:17.708" v="46" actId="164"/>
          <ac:grpSpMkLst>
            <pc:docMk/>
            <pc:sldMk cId="3125107723" sldId="257"/>
            <ac:grpSpMk id="51" creationId="{84073599-F1EF-ABB0-5D9B-B59A351519E1}"/>
          </ac:grpSpMkLst>
        </pc:grpChg>
        <pc:grpChg chg="mod">
          <ac:chgData name="Vasanti Kadam" userId="2d2c718a-941c-44c5-9fc1-bfc327de9193" providerId="ADAL" clId="{80D42371-AC25-4680-BEB6-1E10C3406D49}" dt="2025-07-17T07:59:17.708" v="46" actId="164"/>
          <ac:grpSpMkLst>
            <pc:docMk/>
            <pc:sldMk cId="3125107723" sldId="257"/>
            <ac:grpSpMk id="52" creationId="{40D5940D-DC0D-EA64-D899-67E372E5DD2E}"/>
          </ac:grpSpMkLst>
        </pc:grpChg>
        <pc:grpChg chg="mod">
          <ac:chgData name="Vasanti Kadam" userId="2d2c718a-941c-44c5-9fc1-bfc327de9193" providerId="ADAL" clId="{80D42371-AC25-4680-BEB6-1E10C3406D49}" dt="2025-07-17T07:59:17.708" v="46" actId="164"/>
          <ac:grpSpMkLst>
            <pc:docMk/>
            <pc:sldMk cId="3125107723" sldId="257"/>
            <ac:grpSpMk id="55" creationId="{37084AAF-44FA-A50A-60FB-C35578A15196}"/>
          </ac:grpSpMkLst>
        </pc:grpChg>
        <pc:grpChg chg="mod">
          <ac:chgData name="Vasanti Kadam" userId="2d2c718a-941c-44c5-9fc1-bfc327de9193" providerId="ADAL" clId="{80D42371-AC25-4680-BEB6-1E10C3406D49}" dt="2025-07-17T07:59:17.708" v="46" actId="164"/>
          <ac:grpSpMkLst>
            <pc:docMk/>
            <pc:sldMk cId="3125107723" sldId="257"/>
            <ac:grpSpMk id="56" creationId="{533970DE-EA23-2642-0AB2-5A268033D03C}"/>
          </ac:grpSpMkLst>
        </pc:grpChg>
        <pc:grpChg chg="add mod">
          <ac:chgData name="Vasanti Kadam" userId="2d2c718a-941c-44c5-9fc1-bfc327de9193" providerId="ADAL" clId="{80D42371-AC25-4680-BEB6-1E10C3406D49}" dt="2025-07-17T08:01:52.741" v="104" actId="14100"/>
          <ac:grpSpMkLst>
            <pc:docMk/>
            <pc:sldMk cId="3125107723" sldId="257"/>
            <ac:grpSpMk id="71" creationId="{E9177C72-20A8-3E92-BF40-BD7B14BDE69B}"/>
          </ac:grpSpMkLst>
        </pc:grpChg>
      </pc:sldChg>
      <pc:sldChg chg="addSp delSp modSp add mod">
        <pc:chgData name="Vasanti Kadam" userId="2d2c718a-941c-44c5-9fc1-bfc327de9193" providerId="ADAL" clId="{80D42371-AC25-4680-BEB6-1E10C3406D49}" dt="2025-07-17T11:32:15.777" v="1046" actId="478"/>
        <pc:sldMkLst>
          <pc:docMk/>
          <pc:sldMk cId="3800514870" sldId="258"/>
        </pc:sldMkLst>
        <pc:spChg chg="mod ord">
          <ac:chgData name="Vasanti Kadam" userId="2d2c718a-941c-44c5-9fc1-bfc327de9193" providerId="ADAL" clId="{80D42371-AC25-4680-BEB6-1E10C3406D49}" dt="2025-07-17T08:24:30.208" v="254" actId="164"/>
          <ac:spMkLst>
            <pc:docMk/>
            <pc:sldMk cId="3800514870" sldId="258"/>
            <ac:spMk id="43" creationId="{08D621F9-795C-6F94-2FBC-EDFDDAAA0BA8}"/>
          </ac:spMkLst>
        </pc:spChg>
        <pc:spChg chg="mod">
          <ac:chgData name="Vasanti Kadam" userId="2d2c718a-941c-44c5-9fc1-bfc327de9193" providerId="ADAL" clId="{80D42371-AC25-4680-BEB6-1E10C3406D49}" dt="2025-07-17T08:24:30.208" v="254" actId="164"/>
          <ac:spMkLst>
            <pc:docMk/>
            <pc:sldMk cId="3800514870" sldId="258"/>
            <ac:spMk id="45" creationId="{E2BDBC55-E13F-3D03-E8A3-BBAD4534FE1D}"/>
          </ac:spMkLst>
        </pc:spChg>
        <pc:spChg chg="mod">
          <ac:chgData name="Vasanti Kadam" userId="2d2c718a-941c-44c5-9fc1-bfc327de9193" providerId="ADAL" clId="{80D42371-AC25-4680-BEB6-1E10C3406D49}" dt="2025-07-17T08:24:30.208" v="254" actId="164"/>
          <ac:spMkLst>
            <pc:docMk/>
            <pc:sldMk cId="3800514870" sldId="258"/>
            <ac:spMk id="46" creationId="{2A6D1D44-D997-4F60-253C-DB2CC57BA344}"/>
          </ac:spMkLst>
        </pc:spChg>
        <pc:spChg chg="mod topLvl">
          <ac:chgData name="Vasanti Kadam" userId="2d2c718a-941c-44c5-9fc1-bfc327de9193" providerId="ADAL" clId="{80D42371-AC25-4680-BEB6-1E10C3406D49}" dt="2025-07-17T08:22:56.234" v="203"/>
          <ac:spMkLst>
            <pc:docMk/>
            <pc:sldMk cId="3800514870" sldId="258"/>
            <ac:spMk id="47" creationId="{127CF7C9-8BFE-965C-8ED0-7310C3417E70}"/>
          </ac:spMkLst>
        </pc:spChg>
        <pc:spChg chg="mod">
          <ac:chgData name="Vasanti Kadam" userId="2d2c718a-941c-44c5-9fc1-bfc327de9193" providerId="ADAL" clId="{80D42371-AC25-4680-BEB6-1E10C3406D49}" dt="2025-07-17T08:24:30.208" v="254" actId="164"/>
          <ac:spMkLst>
            <pc:docMk/>
            <pc:sldMk cId="3800514870" sldId="258"/>
            <ac:spMk id="64" creationId="{C67EDC87-62F3-D757-C41B-3BEC619FD674}"/>
          </ac:spMkLst>
        </pc:spChg>
        <pc:spChg chg="mod">
          <ac:chgData name="Vasanti Kadam" userId="2d2c718a-941c-44c5-9fc1-bfc327de9193" providerId="ADAL" clId="{80D42371-AC25-4680-BEB6-1E10C3406D49}" dt="2025-07-17T08:24:30.208" v="254" actId="164"/>
          <ac:spMkLst>
            <pc:docMk/>
            <pc:sldMk cId="3800514870" sldId="258"/>
            <ac:spMk id="65" creationId="{8475630B-90AC-789B-A9C8-C55471D62908}"/>
          </ac:spMkLst>
        </pc:spChg>
        <pc:spChg chg="mod">
          <ac:chgData name="Vasanti Kadam" userId="2d2c718a-941c-44c5-9fc1-bfc327de9193" providerId="ADAL" clId="{80D42371-AC25-4680-BEB6-1E10C3406D49}" dt="2025-07-17T08:24:30.208" v="254" actId="164"/>
          <ac:spMkLst>
            <pc:docMk/>
            <pc:sldMk cId="3800514870" sldId="258"/>
            <ac:spMk id="69" creationId="{CB067A94-3C23-5BB6-C256-7EFB1160B6A3}"/>
          </ac:spMkLst>
        </pc:spChg>
        <pc:spChg chg="mod">
          <ac:chgData name="Vasanti Kadam" userId="2d2c718a-941c-44c5-9fc1-bfc327de9193" providerId="ADAL" clId="{80D42371-AC25-4680-BEB6-1E10C3406D49}" dt="2025-07-17T08:22:42.562" v="195" actId="164"/>
          <ac:spMkLst>
            <pc:docMk/>
            <pc:sldMk cId="3800514870" sldId="258"/>
            <ac:spMk id="70" creationId="{FCE2C48F-E060-248A-9326-848BABB73F1B}"/>
          </ac:spMkLst>
        </pc:spChg>
        <pc:spChg chg="add mod ord topLvl">
          <ac:chgData name="Vasanti Kadam" userId="2d2c718a-941c-44c5-9fc1-bfc327de9193" providerId="ADAL" clId="{80D42371-AC25-4680-BEB6-1E10C3406D49}" dt="2025-07-17T08:24:30.208" v="254" actId="164"/>
          <ac:spMkLst>
            <pc:docMk/>
            <pc:sldMk cId="3800514870" sldId="258"/>
            <ac:spMk id="76" creationId="{37C51A6F-A11A-B051-8DF7-C36FEF34E94E}"/>
          </ac:spMkLst>
        </pc:spChg>
        <pc:spChg chg="add mod">
          <ac:chgData name="Vasanti Kadam" userId="2d2c718a-941c-44c5-9fc1-bfc327de9193" providerId="ADAL" clId="{80D42371-AC25-4680-BEB6-1E10C3406D49}" dt="2025-07-17T08:24:27.207" v="253" actId="20577"/>
          <ac:spMkLst>
            <pc:docMk/>
            <pc:sldMk cId="3800514870" sldId="258"/>
            <ac:spMk id="78" creationId="{9A837C39-5C81-CF67-6D66-F6B8EF8DED86}"/>
          </ac:spMkLst>
        </pc:spChg>
        <pc:spChg chg="add mod">
          <ac:chgData name="Vasanti Kadam" userId="2d2c718a-941c-44c5-9fc1-bfc327de9193" providerId="ADAL" clId="{80D42371-AC25-4680-BEB6-1E10C3406D49}" dt="2025-07-17T08:24:30.208" v="254" actId="164"/>
          <ac:spMkLst>
            <pc:docMk/>
            <pc:sldMk cId="3800514870" sldId="258"/>
            <ac:spMk id="82" creationId="{C7767233-2C50-3167-75DE-FC5F5F96DC91}"/>
          </ac:spMkLst>
        </pc:spChg>
        <pc:spChg chg="add mod">
          <ac:chgData name="Vasanti Kadam" userId="2d2c718a-941c-44c5-9fc1-bfc327de9193" providerId="ADAL" clId="{80D42371-AC25-4680-BEB6-1E10C3406D49}" dt="2025-07-17T08:24:30.208" v="254" actId="164"/>
          <ac:spMkLst>
            <pc:docMk/>
            <pc:sldMk cId="3800514870" sldId="258"/>
            <ac:spMk id="83" creationId="{D7820A89-C0EF-652D-2A86-7653E5FAE63F}"/>
          </ac:spMkLst>
        </pc:spChg>
        <pc:spChg chg="add mod">
          <ac:chgData name="Vasanti Kadam" userId="2d2c718a-941c-44c5-9fc1-bfc327de9193" providerId="ADAL" clId="{80D42371-AC25-4680-BEB6-1E10C3406D49}" dt="2025-07-17T08:24:30.208" v="254" actId="164"/>
          <ac:spMkLst>
            <pc:docMk/>
            <pc:sldMk cId="3800514870" sldId="258"/>
            <ac:spMk id="84" creationId="{6FB938E9-4D63-B080-A066-23984FB3255C}"/>
          </ac:spMkLst>
        </pc:spChg>
        <pc:spChg chg="add mod">
          <ac:chgData name="Vasanti Kadam" userId="2d2c718a-941c-44c5-9fc1-bfc327de9193" providerId="ADAL" clId="{80D42371-AC25-4680-BEB6-1E10C3406D49}" dt="2025-07-17T08:24:19.690" v="250" actId="14100"/>
          <ac:spMkLst>
            <pc:docMk/>
            <pc:sldMk cId="3800514870" sldId="258"/>
            <ac:spMk id="85" creationId="{55844EDE-C064-8DFB-5C47-F81C46BE5DBF}"/>
          </ac:spMkLst>
        </pc:spChg>
        <pc:grpChg chg="add mod">
          <ac:chgData name="Vasanti Kadam" userId="2d2c718a-941c-44c5-9fc1-bfc327de9193" providerId="ADAL" clId="{80D42371-AC25-4680-BEB6-1E10C3406D49}" dt="2025-07-17T08:22:44.731" v="196" actId="14100"/>
          <ac:grpSpMkLst>
            <pc:docMk/>
            <pc:sldMk cId="3800514870" sldId="258"/>
            <ac:grpSpMk id="80" creationId="{55B3AD53-D0AE-C46D-45CC-0A4ED97E72C4}"/>
          </ac:grpSpMkLst>
        </pc:grpChg>
        <pc:grpChg chg="mod">
          <ac:chgData name="Vasanti Kadam" userId="2d2c718a-941c-44c5-9fc1-bfc327de9193" providerId="ADAL" clId="{80D42371-AC25-4680-BEB6-1E10C3406D49}" dt="2025-07-17T08:24:30.869" v="255" actId="12788"/>
          <ac:grpSpMkLst>
            <pc:docMk/>
            <pc:sldMk cId="3800514870" sldId="258"/>
            <ac:grpSpMk id="86" creationId="{95C63F28-7260-92DC-03F3-06B211A453DC}"/>
          </ac:grpSpMkLst>
        </pc:grpChg>
      </pc:sldChg>
      <pc:sldChg chg="addSp delSp modSp add mod">
        <pc:chgData name="Vasanti Kadam" userId="2d2c718a-941c-44c5-9fc1-bfc327de9193" providerId="ADAL" clId="{80D42371-AC25-4680-BEB6-1E10C3406D49}" dt="2025-07-17T11:32:17.275" v="1047" actId="478"/>
        <pc:sldMkLst>
          <pc:docMk/>
          <pc:sldMk cId="2447756348" sldId="259"/>
        </pc:sldMkLst>
        <pc:spChg chg="mod">
          <ac:chgData name="Vasanti Kadam" userId="2d2c718a-941c-44c5-9fc1-bfc327de9193" providerId="ADAL" clId="{80D42371-AC25-4680-BEB6-1E10C3406D49}" dt="2025-07-17T08:26:17.360" v="346" actId="947"/>
          <ac:spMkLst>
            <pc:docMk/>
            <pc:sldMk cId="2447756348" sldId="259"/>
            <ac:spMk id="28" creationId="{78C810A5-3CD5-3FB0-B4FE-48F3DF817A28}"/>
          </ac:spMkLst>
        </pc:spChg>
        <pc:spChg chg="mod topLvl">
          <ac:chgData name="Vasanti Kadam" userId="2d2c718a-941c-44c5-9fc1-bfc327de9193" providerId="ADAL" clId="{80D42371-AC25-4680-BEB6-1E10C3406D49}" dt="2025-07-17T08:26:02.144" v="309" actId="164"/>
          <ac:spMkLst>
            <pc:docMk/>
            <pc:sldMk cId="2447756348" sldId="259"/>
            <ac:spMk id="30" creationId="{9B906011-F4E3-8CEA-3732-D8DE1231A366}"/>
          </ac:spMkLst>
        </pc:spChg>
        <pc:spChg chg="mod topLvl">
          <ac:chgData name="Vasanti Kadam" userId="2d2c718a-941c-44c5-9fc1-bfc327de9193" providerId="ADAL" clId="{80D42371-AC25-4680-BEB6-1E10C3406D49}" dt="2025-07-17T08:26:02.144" v="309" actId="164"/>
          <ac:spMkLst>
            <pc:docMk/>
            <pc:sldMk cId="2447756348" sldId="259"/>
            <ac:spMk id="31" creationId="{4D4E1A25-B3DD-AEB4-569F-1F650CC1DFCC}"/>
          </ac:spMkLst>
        </pc:spChg>
        <pc:spChg chg="mod topLvl">
          <ac:chgData name="Vasanti Kadam" userId="2d2c718a-941c-44c5-9fc1-bfc327de9193" providerId="ADAL" clId="{80D42371-AC25-4680-BEB6-1E10C3406D49}" dt="2025-07-17T08:29:18.206" v="418" actId="165"/>
          <ac:spMkLst>
            <pc:docMk/>
            <pc:sldMk cId="2447756348" sldId="259"/>
            <ac:spMk id="32" creationId="{4B8A266E-A6CF-028D-1684-A4D6CD6C26CF}"/>
          </ac:spMkLst>
        </pc:spChg>
        <pc:spChg chg="mod topLvl">
          <ac:chgData name="Vasanti Kadam" userId="2d2c718a-941c-44c5-9fc1-bfc327de9193" providerId="ADAL" clId="{80D42371-AC25-4680-BEB6-1E10C3406D49}" dt="2025-07-17T08:29:18.206" v="418" actId="165"/>
          <ac:spMkLst>
            <pc:docMk/>
            <pc:sldMk cId="2447756348" sldId="259"/>
            <ac:spMk id="33" creationId="{4CB9828B-47D5-951E-6490-04FD81097B63}"/>
          </ac:spMkLst>
        </pc:spChg>
        <pc:spChg chg="mod topLvl">
          <ac:chgData name="Vasanti Kadam" userId="2d2c718a-941c-44c5-9fc1-bfc327de9193" providerId="ADAL" clId="{80D42371-AC25-4680-BEB6-1E10C3406D49}" dt="2025-07-17T08:29:18.206" v="418" actId="165"/>
          <ac:spMkLst>
            <pc:docMk/>
            <pc:sldMk cId="2447756348" sldId="259"/>
            <ac:spMk id="34" creationId="{0BEA74A1-5A9F-BDEB-767B-1D025D279EC1}"/>
          </ac:spMkLst>
        </pc:spChg>
        <pc:spChg chg="mod topLvl">
          <ac:chgData name="Vasanti Kadam" userId="2d2c718a-941c-44c5-9fc1-bfc327de9193" providerId="ADAL" clId="{80D42371-AC25-4680-BEB6-1E10C3406D49}" dt="2025-07-17T08:29:18.206" v="418" actId="165"/>
          <ac:spMkLst>
            <pc:docMk/>
            <pc:sldMk cId="2447756348" sldId="259"/>
            <ac:spMk id="35" creationId="{9C49CBD2-6990-F0FC-5891-CD2F560B927B}"/>
          </ac:spMkLst>
        </pc:spChg>
        <pc:spChg chg="mod ord topLvl">
          <ac:chgData name="Vasanti Kadam" userId="2d2c718a-941c-44c5-9fc1-bfc327de9193" providerId="ADAL" clId="{80D42371-AC25-4680-BEB6-1E10C3406D49}" dt="2025-07-17T08:29:45.659" v="441" actId="164"/>
          <ac:spMkLst>
            <pc:docMk/>
            <pc:sldMk cId="2447756348" sldId="259"/>
            <ac:spMk id="37" creationId="{0371AD0E-2780-9625-BF71-C7F94EA9AD7E}"/>
          </ac:spMkLst>
        </pc:spChg>
        <pc:spChg chg="add mod ord topLvl">
          <ac:chgData name="Vasanti Kadam" userId="2d2c718a-941c-44c5-9fc1-bfc327de9193" providerId="ADAL" clId="{80D42371-AC25-4680-BEB6-1E10C3406D49}" dt="2025-07-17T08:31:45.083" v="488" actId="1076"/>
          <ac:spMkLst>
            <pc:docMk/>
            <pc:sldMk cId="2447756348" sldId="259"/>
            <ac:spMk id="39" creationId="{80314034-ABC1-9C38-D5E2-B818A3ACEFB6}"/>
          </ac:spMkLst>
        </pc:spChg>
        <pc:spChg chg="add mod ord topLvl">
          <ac:chgData name="Vasanti Kadam" userId="2d2c718a-941c-44c5-9fc1-bfc327de9193" providerId="ADAL" clId="{80D42371-AC25-4680-BEB6-1E10C3406D49}" dt="2025-07-17T08:32:03.677" v="495" actId="14100"/>
          <ac:spMkLst>
            <pc:docMk/>
            <pc:sldMk cId="2447756348" sldId="259"/>
            <ac:spMk id="40" creationId="{627C052E-33F1-E3F7-131C-49ECD9F57727}"/>
          </ac:spMkLst>
        </pc:spChg>
        <pc:spChg chg="add mod ord">
          <ac:chgData name="Vasanti Kadam" userId="2d2c718a-941c-44c5-9fc1-bfc327de9193" providerId="ADAL" clId="{80D42371-AC25-4680-BEB6-1E10C3406D49}" dt="2025-07-17T08:31:58.897" v="494" actId="14100"/>
          <ac:spMkLst>
            <pc:docMk/>
            <pc:sldMk cId="2447756348" sldId="259"/>
            <ac:spMk id="41" creationId="{03D3F9B3-241B-C10B-E6BF-EB1CA3935BB4}"/>
          </ac:spMkLst>
        </pc:spChg>
        <pc:spChg chg="add mod ord topLvl">
          <ac:chgData name="Vasanti Kadam" userId="2d2c718a-941c-44c5-9fc1-bfc327de9193" providerId="ADAL" clId="{80D42371-AC25-4680-BEB6-1E10C3406D49}" dt="2025-07-17T08:31:32.960" v="483" actId="1076"/>
          <ac:spMkLst>
            <pc:docMk/>
            <pc:sldMk cId="2447756348" sldId="259"/>
            <ac:spMk id="49" creationId="{EFA3409A-7D8A-EA54-1B66-88B5BBCCF295}"/>
          </ac:spMkLst>
        </pc:spChg>
        <pc:spChg chg="add mod ord topLvl">
          <ac:chgData name="Vasanti Kadam" userId="2d2c718a-941c-44c5-9fc1-bfc327de9193" providerId="ADAL" clId="{80D42371-AC25-4680-BEB6-1E10C3406D49}" dt="2025-07-17T08:32:03.677" v="495" actId="14100"/>
          <ac:spMkLst>
            <pc:docMk/>
            <pc:sldMk cId="2447756348" sldId="259"/>
            <ac:spMk id="50" creationId="{374AC5FA-7A87-F494-8810-62F95ED18D08}"/>
          </ac:spMkLst>
        </pc:spChg>
        <pc:spChg chg="add mod">
          <ac:chgData name="Vasanti Kadam" userId="2d2c718a-941c-44c5-9fc1-bfc327de9193" providerId="ADAL" clId="{80D42371-AC25-4680-BEB6-1E10C3406D49}" dt="2025-07-17T08:31:58.897" v="494" actId="14100"/>
          <ac:spMkLst>
            <pc:docMk/>
            <pc:sldMk cId="2447756348" sldId="259"/>
            <ac:spMk id="54" creationId="{39A61F0F-E2A9-E325-2F52-86F541E60829}"/>
          </ac:spMkLst>
        </pc:spChg>
        <pc:grpChg chg="add mod">
          <ac:chgData name="Vasanti Kadam" userId="2d2c718a-941c-44c5-9fc1-bfc327de9193" providerId="ADAL" clId="{80D42371-AC25-4680-BEB6-1E10C3406D49}" dt="2025-07-17T08:29:45.659" v="441" actId="164"/>
          <ac:grpSpMkLst>
            <pc:docMk/>
            <pc:sldMk cId="2447756348" sldId="259"/>
            <ac:grpSpMk id="38" creationId="{E5DF8A01-9891-CF63-526C-26C7AA046707}"/>
          </ac:grpSpMkLst>
        </pc:grpChg>
        <pc:grpChg chg="add mod topLvl">
          <ac:chgData name="Vasanti Kadam" userId="2d2c718a-941c-44c5-9fc1-bfc327de9193" providerId="ADAL" clId="{80D42371-AC25-4680-BEB6-1E10C3406D49}" dt="2025-07-17T08:29:45.659" v="441" actId="164"/>
          <ac:grpSpMkLst>
            <pc:docMk/>
            <pc:sldMk cId="2447756348" sldId="259"/>
            <ac:grpSpMk id="42" creationId="{2BA3AD1E-6266-220D-8537-0843B5A188B4}"/>
          </ac:grpSpMkLst>
        </pc:grpChg>
        <pc:grpChg chg="add mod topLvl">
          <ac:chgData name="Vasanti Kadam" userId="2d2c718a-941c-44c5-9fc1-bfc327de9193" providerId="ADAL" clId="{80D42371-AC25-4680-BEB6-1E10C3406D49}" dt="2025-07-17T08:29:45.659" v="441" actId="164"/>
          <ac:grpSpMkLst>
            <pc:docMk/>
            <pc:sldMk cId="2447756348" sldId="259"/>
            <ac:grpSpMk id="44" creationId="{8C9FE187-FB1F-4154-87CC-B7F0BF127CA5}"/>
          </ac:grpSpMkLst>
        </pc:grpChg>
        <pc:grpChg chg="add mod">
          <ac:chgData name="Vasanti Kadam" userId="2d2c718a-941c-44c5-9fc1-bfc327de9193" providerId="ADAL" clId="{80D42371-AC25-4680-BEB6-1E10C3406D49}" dt="2025-07-17T08:31:30.194" v="481" actId="14100"/>
          <ac:grpSpMkLst>
            <pc:docMk/>
            <pc:sldMk cId="2447756348" sldId="259"/>
            <ac:grpSpMk id="59" creationId="{01DA4BB1-C2CF-22F8-8DF5-F0D2DF37BEA0}"/>
          </ac:grpSpMkLst>
        </pc:grpChg>
      </pc:sldChg>
      <pc:sldChg chg="addSp delSp modSp add mod">
        <pc:chgData name="Vasanti Kadam" userId="2d2c718a-941c-44c5-9fc1-bfc327de9193" providerId="ADAL" clId="{80D42371-AC25-4680-BEB6-1E10C3406D49}" dt="2025-07-17T11:32:18.892" v="1048" actId="478"/>
        <pc:sldMkLst>
          <pc:docMk/>
          <pc:sldMk cId="39399099" sldId="260"/>
        </pc:sldMkLst>
        <pc:spChg chg="mod topLvl">
          <ac:chgData name="Vasanti Kadam" userId="2d2c718a-941c-44c5-9fc1-bfc327de9193" providerId="ADAL" clId="{80D42371-AC25-4680-BEB6-1E10C3406D49}" dt="2025-07-17T08:36:47.929" v="564" actId="164"/>
          <ac:spMkLst>
            <pc:docMk/>
            <pc:sldMk cId="39399099" sldId="260"/>
            <ac:spMk id="3" creationId="{5986F1DF-1DAF-4C23-E4F4-25457CE9513A}"/>
          </ac:spMkLst>
        </pc:spChg>
        <pc:spChg chg="mod topLvl">
          <ac:chgData name="Vasanti Kadam" userId="2d2c718a-941c-44c5-9fc1-bfc327de9193" providerId="ADAL" clId="{80D42371-AC25-4680-BEB6-1E10C3406D49}" dt="2025-07-17T08:36:47.929" v="564" actId="164"/>
          <ac:spMkLst>
            <pc:docMk/>
            <pc:sldMk cId="39399099" sldId="260"/>
            <ac:spMk id="29" creationId="{DF459883-5CE6-C93F-FEDC-DB765CED072E}"/>
          </ac:spMkLst>
        </pc:spChg>
        <pc:spChg chg="mod topLvl">
          <ac:chgData name="Vasanti Kadam" userId="2d2c718a-941c-44c5-9fc1-bfc327de9193" providerId="ADAL" clId="{80D42371-AC25-4680-BEB6-1E10C3406D49}" dt="2025-07-17T08:36:47.929" v="564" actId="164"/>
          <ac:spMkLst>
            <pc:docMk/>
            <pc:sldMk cId="39399099" sldId="260"/>
            <ac:spMk id="36" creationId="{FE3E8B54-670F-BFF3-6BA4-7BFA23245191}"/>
          </ac:spMkLst>
        </pc:spChg>
        <pc:spChg chg="mod topLvl">
          <ac:chgData name="Vasanti Kadam" userId="2d2c718a-941c-44c5-9fc1-bfc327de9193" providerId="ADAL" clId="{80D42371-AC25-4680-BEB6-1E10C3406D49}" dt="2025-07-17T08:36:47.929" v="564" actId="164"/>
          <ac:spMkLst>
            <pc:docMk/>
            <pc:sldMk cId="39399099" sldId="260"/>
            <ac:spMk id="43" creationId="{2EF88C89-AB0F-8828-CE47-2BFA93AD856F}"/>
          </ac:spMkLst>
        </pc:spChg>
        <pc:spChg chg="mod topLvl">
          <ac:chgData name="Vasanti Kadam" userId="2d2c718a-941c-44c5-9fc1-bfc327de9193" providerId="ADAL" clId="{80D42371-AC25-4680-BEB6-1E10C3406D49}" dt="2025-07-17T08:36:47.929" v="564" actId="164"/>
          <ac:spMkLst>
            <pc:docMk/>
            <pc:sldMk cId="39399099" sldId="260"/>
            <ac:spMk id="45" creationId="{21032818-DF64-6F75-173A-077D17E872E1}"/>
          </ac:spMkLst>
        </pc:spChg>
        <pc:spChg chg="mod topLvl">
          <ac:chgData name="Vasanti Kadam" userId="2d2c718a-941c-44c5-9fc1-bfc327de9193" providerId="ADAL" clId="{80D42371-AC25-4680-BEB6-1E10C3406D49}" dt="2025-07-17T08:36:47.929" v="564" actId="164"/>
          <ac:spMkLst>
            <pc:docMk/>
            <pc:sldMk cId="39399099" sldId="260"/>
            <ac:spMk id="46" creationId="{B9088FB3-5B0D-45EC-EE7E-3D2C25FBC657}"/>
          </ac:spMkLst>
        </pc:spChg>
        <pc:spChg chg="mod">
          <ac:chgData name="Vasanti Kadam" userId="2d2c718a-941c-44c5-9fc1-bfc327de9193" providerId="ADAL" clId="{80D42371-AC25-4680-BEB6-1E10C3406D49}" dt="2025-07-17T08:36:47.929" v="564" actId="164"/>
          <ac:spMkLst>
            <pc:docMk/>
            <pc:sldMk cId="39399099" sldId="260"/>
            <ac:spMk id="47" creationId="{67DC453D-2852-9F45-242A-DBDA7B0AB1B3}"/>
          </ac:spMkLst>
        </pc:spChg>
        <pc:spChg chg="mod topLvl">
          <ac:chgData name="Vasanti Kadam" userId="2d2c718a-941c-44c5-9fc1-bfc327de9193" providerId="ADAL" clId="{80D42371-AC25-4680-BEB6-1E10C3406D49}" dt="2025-07-17T08:36:47.929" v="564" actId="164"/>
          <ac:spMkLst>
            <pc:docMk/>
            <pc:sldMk cId="39399099" sldId="260"/>
            <ac:spMk id="48" creationId="{564BF82F-77B1-674A-7AD0-5A086BBC79B4}"/>
          </ac:spMkLst>
        </pc:spChg>
        <pc:spChg chg="mod">
          <ac:chgData name="Vasanti Kadam" userId="2d2c718a-941c-44c5-9fc1-bfc327de9193" providerId="ADAL" clId="{80D42371-AC25-4680-BEB6-1E10C3406D49}" dt="2025-07-17T08:36:47.929" v="564" actId="164"/>
          <ac:spMkLst>
            <pc:docMk/>
            <pc:sldMk cId="39399099" sldId="260"/>
            <ac:spMk id="51" creationId="{408D254F-8BA9-E08F-7179-984E1973A038}"/>
          </ac:spMkLst>
        </pc:spChg>
        <pc:spChg chg="mod topLvl">
          <ac:chgData name="Vasanti Kadam" userId="2d2c718a-941c-44c5-9fc1-bfc327de9193" providerId="ADAL" clId="{80D42371-AC25-4680-BEB6-1E10C3406D49}" dt="2025-07-17T08:44:37.411" v="618" actId="20577"/>
          <ac:spMkLst>
            <pc:docMk/>
            <pc:sldMk cId="39399099" sldId="260"/>
            <ac:spMk id="52" creationId="{4244E491-CEA0-23A5-0C2A-C2E38753D0CB}"/>
          </ac:spMkLst>
        </pc:spChg>
        <pc:spChg chg="add mod">
          <ac:chgData name="Vasanti Kadam" userId="2d2c718a-941c-44c5-9fc1-bfc327de9193" providerId="ADAL" clId="{80D42371-AC25-4680-BEB6-1E10C3406D49}" dt="2025-07-17T08:35:19.067" v="546" actId="1076"/>
          <ac:spMkLst>
            <pc:docMk/>
            <pc:sldMk cId="39399099" sldId="260"/>
            <ac:spMk id="57" creationId="{DC2C6B0A-C882-A15D-ADCD-94983458587F}"/>
          </ac:spMkLst>
        </pc:spChg>
        <pc:spChg chg="add mod">
          <ac:chgData name="Vasanti Kadam" userId="2d2c718a-941c-44c5-9fc1-bfc327de9193" providerId="ADAL" clId="{80D42371-AC25-4680-BEB6-1E10C3406D49}" dt="2025-07-17T08:33:18.925" v="503"/>
          <ac:spMkLst>
            <pc:docMk/>
            <pc:sldMk cId="39399099" sldId="260"/>
            <ac:spMk id="58" creationId="{D62A7363-28A6-2CBB-0D5E-BF45E65EF733}"/>
          </ac:spMkLst>
        </pc:spChg>
        <pc:spChg chg="add mod">
          <ac:chgData name="Vasanti Kadam" userId="2d2c718a-941c-44c5-9fc1-bfc327de9193" providerId="ADAL" clId="{80D42371-AC25-4680-BEB6-1E10C3406D49}" dt="2025-07-17T08:33:18.925" v="503"/>
          <ac:spMkLst>
            <pc:docMk/>
            <pc:sldMk cId="39399099" sldId="260"/>
            <ac:spMk id="60" creationId="{C0220CA4-1651-A2BB-D218-2D6EE62A07DE}"/>
          </ac:spMkLst>
        </pc:spChg>
        <pc:spChg chg="add mod">
          <ac:chgData name="Vasanti Kadam" userId="2d2c718a-941c-44c5-9fc1-bfc327de9193" providerId="ADAL" clId="{80D42371-AC25-4680-BEB6-1E10C3406D49}" dt="2025-07-17T08:35:23.580" v="550" actId="1035"/>
          <ac:spMkLst>
            <pc:docMk/>
            <pc:sldMk cId="39399099" sldId="260"/>
            <ac:spMk id="67" creationId="{967F03D5-22DB-13B7-4C5A-4D1CF5CEC6A5}"/>
          </ac:spMkLst>
        </pc:spChg>
        <pc:spChg chg="add mod">
          <ac:chgData name="Vasanti Kadam" userId="2d2c718a-941c-44c5-9fc1-bfc327de9193" providerId="ADAL" clId="{80D42371-AC25-4680-BEB6-1E10C3406D49}" dt="2025-07-17T08:35:23.580" v="550" actId="1035"/>
          <ac:spMkLst>
            <pc:docMk/>
            <pc:sldMk cId="39399099" sldId="260"/>
            <ac:spMk id="69" creationId="{438430C7-5026-A95E-E442-6267863F067D}"/>
          </ac:spMkLst>
        </pc:spChg>
        <pc:spChg chg="add mod">
          <ac:chgData name="Vasanti Kadam" userId="2d2c718a-941c-44c5-9fc1-bfc327de9193" providerId="ADAL" clId="{80D42371-AC25-4680-BEB6-1E10C3406D49}" dt="2025-07-17T08:33:18.925" v="503"/>
          <ac:spMkLst>
            <pc:docMk/>
            <pc:sldMk cId="39399099" sldId="260"/>
            <ac:spMk id="70" creationId="{70995F73-C835-1A1A-35FD-E24C9D7785F6}"/>
          </ac:spMkLst>
        </pc:spChg>
        <pc:grpChg chg="mod ord">
          <ac:chgData name="Vasanti Kadam" userId="2d2c718a-941c-44c5-9fc1-bfc327de9193" providerId="ADAL" clId="{80D42371-AC25-4680-BEB6-1E10C3406D49}" dt="2025-07-17T08:37:39.793" v="597" actId="12788"/>
          <ac:grpSpMkLst>
            <pc:docMk/>
            <pc:sldMk cId="39399099" sldId="260"/>
            <ac:grpSpMk id="72" creationId="{A9C142E0-E2D4-869F-8D32-632F0F9CE629}"/>
          </ac:grpSpMkLst>
        </pc:grpChg>
        <pc:picChg chg="add mod">
          <ac:chgData name="Vasanti Kadam" userId="2d2c718a-941c-44c5-9fc1-bfc327de9193" providerId="ADAL" clId="{80D42371-AC25-4680-BEB6-1E10C3406D49}" dt="2025-07-17T08:44:07.773" v="604" actId="1076"/>
          <ac:picMkLst>
            <pc:docMk/>
            <pc:sldMk cId="39399099" sldId="260"/>
            <ac:picMk id="74" creationId="{443B623A-D7B1-13B2-D08B-D697127646A0}"/>
          </ac:picMkLst>
        </pc:picChg>
        <pc:picChg chg="add mod">
          <ac:chgData name="Vasanti Kadam" userId="2d2c718a-941c-44c5-9fc1-bfc327de9193" providerId="ADAL" clId="{80D42371-AC25-4680-BEB6-1E10C3406D49}" dt="2025-07-17T08:44:22.720" v="605" actId="571"/>
          <ac:picMkLst>
            <pc:docMk/>
            <pc:sldMk cId="39399099" sldId="260"/>
            <ac:picMk id="75" creationId="{88D1B8BD-20B3-8BED-4CE7-8EB64B9AFADC}"/>
          </ac:picMkLst>
        </pc:picChg>
      </pc:sldChg>
      <pc:sldChg chg="addSp delSp modSp add mod">
        <pc:chgData name="Vasanti Kadam" userId="2d2c718a-941c-44c5-9fc1-bfc327de9193" providerId="ADAL" clId="{80D42371-AC25-4680-BEB6-1E10C3406D49}" dt="2025-07-17T11:32:35.524" v="1053" actId="1582"/>
        <pc:sldMkLst>
          <pc:docMk/>
          <pc:sldMk cId="781580288" sldId="261"/>
        </pc:sldMkLst>
        <pc:spChg chg="mod topLvl">
          <ac:chgData name="Vasanti Kadam" userId="2d2c718a-941c-44c5-9fc1-bfc327de9193" providerId="ADAL" clId="{80D42371-AC25-4680-BEB6-1E10C3406D49}" dt="2025-07-17T11:09:55.915" v="708" actId="164"/>
          <ac:spMkLst>
            <pc:docMk/>
            <pc:sldMk cId="781580288" sldId="261"/>
            <ac:spMk id="35" creationId="{C784B3A5-5ED7-6FBA-75DB-80E1DD015E5F}"/>
          </ac:spMkLst>
        </pc:spChg>
        <pc:spChg chg="mod topLvl">
          <ac:chgData name="Vasanti Kadam" userId="2d2c718a-941c-44c5-9fc1-bfc327de9193" providerId="ADAL" clId="{80D42371-AC25-4680-BEB6-1E10C3406D49}" dt="2025-07-17T11:09:55.915" v="708" actId="164"/>
          <ac:spMkLst>
            <pc:docMk/>
            <pc:sldMk cId="781580288" sldId="261"/>
            <ac:spMk id="37" creationId="{FF0A8C4D-35BB-2271-5931-35BA164A03C6}"/>
          </ac:spMkLst>
        </pc:spChg>
        <pc:spChg chg="mod topLvl">
          <ac:chgData name="Vasanti Kadam" userId="2d2c718a-941c-44c5-9fc1-bfc327de9193" providerId="ADAL" clId="{80D42371-AC25-4680-BEB6-1E10C3406D49}" dt="2025-07-17T11:09:59.841" v="709" actId="164"/>
          <ac:spMkLst>
            <pc:docMk/>
            <pc:sldMk cId="781580288" sldId="261"/>
            <ac:spMk id="41" creationId="{B208AE00-A5EA-2424-8F7E-099C4FA9DA5C}"/>
          </ac:spMkLst>
        </pc:spChg>
        <pc:spChg chg="mod topLvl">
          <ac:chgData name="Vasanti Kadam" userId="2d2c718a-941c-44c5-9fc1-bfc327de9193" providerId="ADAL" clId="{80D42371-AC25-4680-BEB6-1E10C3406D49}" dt="2025-07-17T11:09:59.841" v="709" actId="164"/>
          <ac:spMkLst>
            <pc:docMk/>
            <pc:sldMk cId="781580288" sldId="261"/>
            <ac:spMk id="42" creationId="{8F93F43E-17E4-E2D8-7972-AA0DB9FA595E}"/>
          </ac:spMkLst>
        </pc:spChg>
        <pc:spChg chg="mod topLvl">
          <ac:chgData name="Vasanti Kadam" userId="2d2c718a-941c-44c5-9fc1-bfc327de9193" providerId="ADAL" clId="{80D42371-AC25-4680-BEB6-1E10C3406D49}" dt="2025-07-17T11:09:55.915" v="708" actId="164"/>
          <ac:spMkLst>
            <pc:docMk/>
            <pc:sldMk cId="781580288" sldId="261"/>
            <ac:spMk id="44" creationId="{DB9E1189-7205-0B72-71D6-3EECD0691157}"/>
          </ac:spMkLst>
        </pc:spChg>
        <pc:spChg chg="add mod">
          <ac:chgData name="Vasanti Kadam" userId="2d2c718a-941c-44c5-9fc1-bfc327de9193" providerId="ADAL" clId="{80D42371-AC25-4680-BEB6-1E10C3406D49}" dt="2025-07-17T11:32:35.524" v="1053" actId="1582"/>
          <ac:spMkLst>
            <pc:docMk/>
            <pc:sldMk cId="781580288" sldId="261"/>
            <ac:spMk id="49" creationId="{9E2A61F7-B4BB-F14F-4717-BD52EB2FA240}"/>
          </ac:spMkLst>
        </pc:spChg>
        <pc:spChg chg="add mod">
          <ac:chgData name="Vasanti Kadam" userId="2d2c718a-941c-44c5-9fc1-bfc327de9193" providerId="ADAL" clId="{80D42371-AC25-4680-BEB6-1E10C3406D49}" dt="2025-07-17T11:32:32.952" v="1051" actId="1582"/>
          <ac:spMkLst>
            <pc:docMk/>
            <pc:sldMk cId="781580288" sldId="261"/>
            <ac:spMk id="53" creationId="{81D68DDC-13DA-9AAF-2D8F-D7E2E7974DAB}"/>
          </ac:spMkLst>
        </pc:spChg>
        <pc:spChg chg="add mod">
          <ac:chgData name="Vasanti Kadam" userId="2d2c718a-941c-44c5-9fc1-bfc327de9193" providerId="ADAL" clId="{80D42371-AC25-4680-BEB6-1E10C3406D49}" dt="2025-07-17T11:08:50.552" v="689" actId="122"/>
          <ac:spMkLst>
            <pc:docMk/>
            <pc:sldMk cId="781580288" sldId="261"/>
            <ac:spMk id="54" creationId="{264FF38F-E0A3-B13C-DC6C-5104E043AE68}"/>
          </ac:spMkLst>
        </pc:spChg>
        <pc:spChg chg="add mod">
          <ac:chgData name="Vasanti Kadam" userId="2d2c718a-941c-44c5-9fc1-bfc327de9193" providerId="ADAL" clId="{80D42371-AC25-4680-BEB6-1E10C3406D49}" dt="2025-07-17T11:09:55.915" v="708" actId="164"/>
          <ac:spMkLst>
            <pc:docMk/>
            <pc:sldMk cId="781580288" sldId="261"/>
            <ac:spMk id="55" creationId="{03473505-2F42-E968-F714-67A64C7DF44C}"/>
          </ac:spMkLst>
        </pc:spChg>
        <pc:spChg chg="add mod">
          <ac:chgData name="Vasanti Kadam" userId="2d2c718a-941c-44c5-9fc1-bfc327de9193" providerId="ADAL" clId="{80D42371-AC25-4680-BEB6-1E10C3406D49}" dt="2025-07-17T11:09:07.078" v="696" actId="1076"/>
          <ac:spMkLst>
            <pc:docMk/>
            <pc:sldMk cId="781580288" sldId="261"/>
            <ac:spMk id="56" creationId="{47D6797C-1B92-B2C6-8BB7-1F9E60BD21CD}"/>
          </ac:spMkLst>
        </pc:spChg>
        <pc:spChg chg="add mod">
          <ac:chgData name="Vasanti Kadam" userId="2d2c718a-941c-44c5-9fc1-bfc327de9193" providerId="ADAL" clId="{80D42371-AC25-4680-BEB6-1E10C3406D49}" dt="2025-07-17T11:09:09.717" v="697" actId="571"/>
          <ac:spMkLst>
            <pc:docMk/>
            <pc:sldMk cId="781580288" sldId="261"/>
            <ac:spMk id="59" creationId="{B9F26D90-774A-D7C8-730A-A17426B3907E}"/>
          </ac:spMkLst>
        </pc:spChg>
        <pc:grpChg chg="add mod">
          <ac:chgData name="Vasanti Kadam" userId="2d2c718a-941c-44c5-9fc1-bfc327de9193" providerId="ADAL" clId="{80D42371-AC25-4680-BEB6-1E10C3406D49}" dt="2025-07-17T11:09:55.915" v="708" actId="164"/>
          <ac:grpSpMkLst>
            <pc:docMk/>
            <pc:sldMk cId="781580288" sldId="261"/>
            <ac:grpSpMk id="62" creationId="{BE441BB6-27B4-5CA8-94E9-9B11DE982279}"/>
          </ac:grpSpMkLst>
        </pc:grpChg>
        <pc:grpChg chg="add mod">
          <ac:chgData name="Vasanti Kadam" userId="2d2c718a-941c-44c5-9fc1-bfc327de9193" providerId="ADAL" clId="{80D42371-AC25-4680-BEB6-1E10C3406D49}" dt="2025-07-17T11:32:33.623" v="1052" actId="1076"/>
          <ac:grpSpMkLst>
            <pc:docMk/>
            <pc:sldMk cId="781580288" sldId="261"/>
            <ac:grpSpMk id="63" creationId="{EBCEAD86-1EDF-7CAC-0B68-0C50656B546B}"/>
          </ac:grpSpMkLst>
        </pc:grpChg>
      </pc:sldChg>
      <pc:sldChg chg="addSp delSp modSp add mod">
        <pc:chgData name="Vasanti Kadam" userId="2d2c718a-941c-44c5-9fc1-bfc327de9193" providerId="ADAL" clId="{80D42371-AC25-4680-BEB6-1E10C3406D49}" dt="2025-07-17T11:32:23.743" v="1050" actId="478"/>
        <pc:sldMkLst>
          <pc:docMk/>
          <pc:sldMk cId="3555499818" sldId="262"/>
        </pc:sldMkLst>
        <pc:spChg chg="mod">
          <ac:chgData name="Vasanti Kadam" userId="2d2c718a-941c-44c5-9fc1-bfc327de9193" providerId="ADAL" clId="{80D42371-AC25-4680-BEB6-1E10C3406D49}" dt="2025-07-17T11:14:09.482" v="803" actId="947"/>
          <ac:spMkLst>
            <pc:docMk/>
            <pc:sldMk cId="3555499818" sldId="262"/>
            <ac:spMk id="28" creationId="{82B8390C-8E82-CA20-D498-02FE86ECD9FE}"/>
          </ac:spMkLst>
        </pc:spChg>
        <pc:spChg chg="mod">
          <ac:chgData name="Vasanti Kadam" userId="2d2c718a-941c-44c5-9fc1-bfc327de9193" providerId="ADAL" clId="{80D42371-AC25-4680-BEB6-1E10C3406D49}" dt="2025-07-17T11:18:21.431" v="863" actId="164"/>
          <ac:spMkLst>
            <pc:docMk/>
            <pc:sldMk cId="3555499818" sldId="262"/>
            <ac:spMk id="30" creationId="{054136E3-4CEE-9153-CA2F-B66EC36381D1}"/>
          </ac:spMkLst>
        </pc:spChg>
        <pc:spChg chg="mod topLvl">
          <ac:chgData name="Vasanti Kadam" userId="2d2c718a-941c-44c5-9fc1-bfc327de9193" providerId="ADAL" clId="{80D42371-AC25-4680-BEB6-1E10C3406D49}" dt="2025-07-17T11:18:17.698" v="862" actId="164"/>
          <ac:spMkLst>
            <pc:docMk/>
            <pc:sldMk cId="3555499818" sldId="262"/>
            <ac:spMk id="32" creationId="{0F01B2BF-09FF-B112-B3E2-630769E96884}"/>
          </ac:spMkLst>
        </pc:spChg>
        <pc:spChg chg="mod ord topLvl">
          <ac:chgData name="Vasanti Kadam" userId="2d2c718a-941c-44c5-9fc1-bfc327de9193" providerId="ADAL" clId="{80D42371-AC25-4680-BEB6-1E10C3406D49}" dt="2025-07-17T11:17:58.722" v="860" actId="12789"/>
          <ac:spMkLst>
            <pc:docMk/>
            <pc:sldMk cId="3555499818" sldId="262"/>
            <ac:spMk id="33" creationId="{3E51E61C-9434-CC36-996D-19490089474B}"/>
          </ac:spMkLst>
        </pc:spChg>
        <pc:spChg chg="mod ord">
          <ac:chgData name="Vasanti Kadam" userId="2d2c718a-941c-44c5-9fc1-bfc327de9193" providerId="ADAL" clId="{80D42371-AC25-4680-BEB6-1E10C3406D49}" dt="2025-07-17T11:18:21.431" v="863" actId="164"/>
          <ac:spMkLst>
            <pc:docMk/>
            <pc:sldMk cId="3555499818" sldId="262"/>
            <ac:spMk id="34" creationId="{9A1A2CC9-60D7-7B01-BAEA-D458079A01FC}"/>
          </ac:spMkLst>
        </pc:spChg>
        <pc:spChg chg="mod">
          <ac:chgData name="Vasanti Kadam" userId="2d2c718a-941c-44c5-9fc1-bfc327de9193" providerId="ADAL" clId="{80D42371-AC25-4680-BEB6-1E10C3406D49}" dt="2025-07-17T11:13:23.920" v="721" actId="207"/>
          <ac:spMkLst>
            <pc:docMk/>
            <pc:sldMk cId="3555499818" sldId="262"/>
            <ac:spMk id="36" creationId="{95EEBCDD-9385-9CDA-2DDE-0CCE98CB5FB6}"/>
          </ac:spMkLst>
        </pc:spChg>
        <pc:spChg chg="mod">
          <ac:chgData name="Vasanti Kadam" userId="2d2c718a-941c-44c5-9fc1-bfc327de9193" providerId="ADAL" clId="{80D42371-AC25-4680-BEB6-1E10C3406D49}" dt="2025-07-17T11:13:23.920" v="721" actId="207"/>
          <ac:spMkLst>
            <pc:docMk/>
            <pc:sldMk cId="3555499818" sldId="262"/>
            <ac:spMk id="39" creationId="{DFB1F853-A2E5-43CA-64CE-FCB08DDA139E}"/>
          </ac:spMkLst>
        </pc:spChg>
        <pc:spChg chg="mod">
          <ac:chgData name="Vasanti Kadam" userId="2d2c718a-941c-44c5-9fc1-bfc327de9193" providerId="ADAL" clId="{80D42371-AC25-4680-BEB6-1E10C3406D49}" dt="2025-07-17T11:15:54.316" v="821" actId="165"/>
          <ac:spMkLst>
            <pc:docMk/>
            <pc:sldMk cId="3555499818" sldId="262"/>
            <ac:spMk id="40" creationId="{BBD7D277-C466-770C-49DB-9499AF52C64E}"/>
          </ac:spMkLst>
        </pc:spChg>
        <pc:spChg chg="mod">
          <ac:chgData name="Vasanti Kadam" userId="2d2c718a-941c-44c5-9fc1-bfc327de9193" providerId="ADAL" clId="{80D42371-AC25-4680-BEB6-1E10C3406D49}" dt="2025-07-17T11:13:27.611" v="722" actId="207"/>
          <ac:spMkLst>
            <pc:docMk/>
            <pc:sldMk cId="3555499818" sldId="262"/>
            <ac:spMk id="43" creationId="{94959A0A-18FD-3FC3-4781-D6B74B2967B9}"/>
          </ac:spMkLst>
        </pc:spChg>
        <pc:spChg chg="mod">
          <ac:chgData name="Vasanti Kadam" userId="2d2c718a-941c-44c5-9fc1-bfc327de9193" providerId="ADAL" clId="{80D42371-AC25-4680-BEB6-1E10C3406D49}" dt="2025-07-17T11:15:54.316" v="821" actId="165"/>
          <ac:spMkLst>
            <pc:docMk/>
            <pc:sldMk cId="3555499818" sldId="262"/>
            <ac:spMk id="45" creationId="{D0CF7082-EB6A-C1A2-E916-D81763215E6D}"/>
          </ac:spMkLst>
        </pc:spChg>
        <pc:spChg chg="mod">
          <ac:chgData name="Vasanti Kadam" userId="2d2c718a-941c-44c5-9fc1-bfc327de9193" providerId="ADAL" clId="{80D42371-AC25-4680-BEB6-1E10C3406D49}" dt="2025-07-17T11:15:54.316" v="821" actId="165"/>
          <ac:spMkLst>
            <pc:docMk/>
            <pc:sldMk cId="3555499818" sldId="262"/>
            <ac:spMk id="48" creationId="{998C858A-5F70-32C5-8DE0-3A5D96FE5B96}"/>
          </ac:spMkLst>
        </pc:spChg>
        <pc:spChg chg="mod">
          <ac:chgData name="Vasanti Kadam" userId="2d2c718a-941c-44c5-9fc1-bfc327de9193" providerId="ADAL" clId="{80D42371-AC25-4680-BEB6-1E10C3406D49}" dt="2025-07-17T11:15:54.316" v="821" actId="165"/>
          <ac:spMkLst>
            <pc:docMk/>
            <pc:sldMk cId="3555499818" sldId="262"/>
            <ac:spMk id="50" creationId="{267E4DF9-8F02-4C00-2A00-D745E186B45C}"/>
          </ac:spMkLst>
        </pc:spChg>
        <pc:spChg chg="mod">
          <ac:chgData name="Vasanti Kadam" userId="2d2c718a-941c-44c5-9fc1-bfc327de9193" providerId="ADAL" clId="{80D42371-AC25-4680-BEB6-1E10C3406D49}" dt="2025-07-17T11:15:54.316" v="821" actId="165"/>
          <ac:spMkLst>
            <pc:docMk/>
            <pc:sldMk cId="3555499818" sldId="262"/>
            <ac:spMk id="51" creationId="{EEEB836B-B7D4-1D77-2564-43A59FE4C9B1}"/>
          </ac:spMkLst>
        </pc:spChg>
        <pc:spChg chg="mod">
          <ac:chgData name="Vasanti Kadam" userId="2d2c718a-941c-44c5-9fc1-bfc327de9193" providerId="ADAL" clId="{80D42371-AC25-4680-BEB6-1E10C3406D49}" dt="2025-07-17T11:15:54.316" v="821" actId="165"/>
          <ac:spMkLst>
            <pc:docMk/>
            <pc:sldMk cId="3555499818" sldId="262"/>
            <ac:spMk id="52" creationId="{C7F7A9A4-24EE-25DF-CC8E-F31782FA21E7}"/>
          </ac:spMkLst>
        </pc:spChg>
        <pc:spChg chg="mod">
          <ac:chgData name="Vasanti Kadam" userId="2d2c718a-941c-44c5-9fc1-bfc327de9193" providerId="ADAL" clId="{80D42371-AC25-4680-BEB6-1E10C3406D49}" dt="2025-07-17T11:15:54.316" v="821" actId="165"/>
          <ac:spMkLst>
            <pc:docMk/>
            <pc:sldMk cId="3555499818" sldId="262"/>
            <ac:spMk id="57" creationId="{A6B72D80-109C-947E-70D8-84FFE18C317B}"/>
          </ac:spMkLst>
        </pc:spChg>
        <pc:spChg chg="mod">
          <ac:chgData name="Vasanti Kadam" userId="2d2c718a-941c-44c5-9fc1-bfc327de9193" providerId="ADAL" clId="{80D42371-AC25-4680-BEB6-1E10C3406D49}" dt="2025-07-17T11:15:54.316" v="821" actId="165"/>
          <ac:spMkLst>
            <pc:docMk/>
            <pc:sldMk cId="3555499818" sldId="262"/>
            <ac:spMk id="58" creationId="{B7C96376-5573-82BC-B789-7CAD47D1717C}"/>
          </ac:spMkLst>
        </pc:spChg>
        <pc:spChg chg="add mod">
          <ac:chgData name="Vasanti Kadam" userId="2d2c718a-941c-44c5-9fc1-bfc327de9193" providerId="ADAL" clId="{80D42371-AC25-4680-BEB6-1E10C3406D49}" dt="2025-07-17T11:17:43.297" v="852" actId="12789"/>
          <ac:spMkLst>
            <pc:docMk/>
            <pc:sldMk cId="3555499818" sldId="262"/>
            <ac:spMk id="64" creationId="{AF0E7F37-A908-D650-0528-839E113C63D5}"/>
          </ac:spMkLst>
        </pc:spChg>
        <pc:spChg chg="add mod">
          <ac:chgData name="Vasanti Kadam" userId="2d2c718a-941c-44c5-9fc1-bfc327de9193" providerId="ADAL" clId="{80D42371-AC25-4680-BEB6-1E10C3406D49}" dt="2025-07-17T11:17:46.231" v="854" actId="12789"/>
          <ac:spMkLst>
            <pc:docMk/>
            <pc:sldMk cId="3555499818" sldId="262"/>
            <ac:spMk id="65" creationId="{CE28D4A6-3DBC-A54E-FA74-3BF024F9C2C5}"/>
          </ac:spMkLst>
        </pc:spChg>
        <pc:spChg chg="add mod ord">
          <ac:chgData name="Vasanti Kadam" userId="2d2c718a-941c-44c5-9fc1-bfc327de9193" providerId="ADAL" clId="{80D42371-AC25-4680-BEB6-1E10C3406D49}" dt="2025-07-17T11:18:06.192" v="861" actId="1582"/>
          <ac:spMkLst>
            <pc:docMk/>
            <pc:sldMk cId="3555499818" sldId="262"/>
            <ac:spMk id="67" creationId="{537FBA65-9281-83CA-694E-2D16C2DAC4F2}"/>
          </ac:spMkLst>
        </pc:spChg>
        <pc:spChg chg="add mod ord">
          <ac:chgData name="Vasanti Kadam" userId="2d2c718a-941c-44c5-9fc1-bfc327de9193" providerId="ADAL" clId="{80D42371-AC25-4680-BEB6-1E10C3406D49}" dt="2025-07-17T11:18:06.192" v="861" actId="1582"/>
          <ac:spMkLst>
            <pc:docMk/>
            <pc:sldMk cId="3555499818" sldId="262"/>
            <ac:spMk id="68" creationId="{3E47EA74-6A89-A059-D39E-ACD4FE7859BD}"/>
          </ac:spMkLst>
        </pc:spChg>
        <pc:grpChg chg="mod">
          <ac:chgData name="Vasanti Kadam" userId="2d2c718a-941c-44c5-9fc1-bfc327de9193" providerId="ADAL" clId="{80D42371-AC25-4680-BEB6-1E10C3406D49}" dt="2025-07-17T11:18:21.431" v="863" actId="164"/>
          <ac:grpSpMkLst>
            <pc:docMk/>
            <pc:sldMk cId="3555499818" sldId="262"/>
            <ac:grpSpMk id="29" creationId="{7D9B6DF1-B7E2-5765-9791-8709D6AFD44A}"/>
          </ac:grpSpMkLst>
        </pc:grpChg>
        <pc:grpChg chg="mod">
          <ac:chgData name="Vasanti Kadam" userId="2d2c718a-941c-44c5-9fc1-bfc327de9193" providerId="ADAL" clId="{80D42371-AC25-4680-BEB6-1E10C3406D49}" dt="2025-07-17T11:18:17.698" v="862" actId="164"/>
          <ac:grpSpMkLst>
            <pc:docMk/>
            <pc:sldMk cId="3555499818" sldId="262"/>
            <ac:grpSpMk id="31" creationId="{D90771CA-6178-E65C-27B2-82B8B93D2EC1}"/>
          </ac:grpSpMkLst>
        </pc:grpChg>
        <pc:grpChg chg="mod">
          <ac:chgData name="Vasanti Kadam" userId="2d2c718a-941c-44c5-9fc1-bfc327de9193" providerId="ADAL" clId="{80D42371-AC25-4680-BEB6-1E10C3406D49}" dt="2025-07-17T11:13:23.920" v="721" actId="207"/>
          <ac:grpSpMkLst>
            <pc:docMk/>
            <pc:sldMk cId="3555499818" sldId="262"/>
            <ac:grpSpMk id="38" creationId="{86B5E926-4516-5A83-0885-B4E03DBBAEE2}"/>
          </ac:grpSpMkLst>
        </pc:grpChg>
        <pc:grpChg chg="mod topLvl">
          <ac:chgData name="Vasanti Kadam" userId="2d2c718a-941c-44c5-9fc1-bfc327de9193" providerId="ADAL" clId="{80D42371-AC25-4680-BEB6-1E10C3406D49}" dt="2025-07-17T11:18:17.698" v="862" actId="164"/>
          <ac:grpSpMkLst>
            <pc:docMk/>
            <pc:sldMk cId="3555499818" sldId="262"/>
            <ac:grpSpMk id="46" creationId="{B9CFD000-4CD1-3866-08C3-0AFF539E1F16}"/>
          </ac:grpSpMkLst>
        </pc:grpChg>
        <pc:grpChg chg="mod topLvl">
          <ac:chgData name="Vasanti Kadam" userId="2d2c718a-941c-44c5-9fc1-bfc327de9193" providerId="ADAL" clId="{80D42371-AC25-4680-BEB6-1E10C3406D49}" dt="2025-07-17T11:18:21.431" v="863" actId="164"/>
          <ac:grpSpMkLst>
            <pc:docMk/>
            <pc:sldMk cId="3555499818" sldId="262"/>
            <ac:grpSpMk id="47" creationId="{4677D6A7-FE31-D464-A293-A834C18F70B0}"/>
          </ac:grpSpMkLst>
        </pc:grpChg>
        <pc:grpChg chg="add mod">
          <ac:chgData name="Vasanti Kadam" userId="2d2c718a-941c-44c5-9fc1-bfc327de9193" providerId="ADAL" clId="{80D42371-AC25-4680-BEB6-1E10C3406D49}" dt="2025-07-17T11:18:17.698" v="862" actId="164"/>
          <ac:grpSpMkLst>
            <pc:docMk/>
            <pc:sldMk cId="3555499818" sldId="262"/>
            <ac:grpSpMk id="69" creationId="{27B2406D-2875-0174-1FF4-21C982C67582}"/>
          </ac:grpSpMkLst>
        </pc:grpChg>
        <pc:grpChg chg="add mod">
          <ac:chgData name="Vasanti Kadam" userId="2d2c718a-941c-44c5-9fc1-bfc327de9193" providerId="ADAL" clId="{80D42371-AC25-4680-BEB6-1E10C3406D49}" dt="2025-07-17T11:18:21.431" v="863" actId="164"/>
          <ac:grpSpMkLst>
            <pc:docMk/>
            <pc:sldMk cId="3555499818" sldId="262"/>
            <ac:grpSpMk id="70" creationId="{3B10986D-CF63-77D7-C487-403CA4E3BCEE}"/>
          </ac:grpSpMkLst>
        </pc:grpChg>
      </pc:sldChg>
      <pc:sldChg chg="addSp delSp modSp add mod">
        <pc:chgData name="Vasanti Kadam" userId="2d2c718a-941c-44c5-9fc1-bfc327de9193" providerId="ADAL" clId="{80D42371-AC25-4680-BEB6-1E10C3406D49}" dt="2025-07-17T11:31:25.463" v="1043" actId="1076"/>
        <pc:sldMkLst>
          <pc:docMk/>
          <pc:sldMk cId="530813028" sldId="263"/>
        </pc:sldMkLst>
        <pc:spChg chg="add mod">
          <ac:chgData name="Vasanti Kadam" userId="2d2c718a-941c-44c5-9fc1-bfc327de9193" providerId="ADAL" clId="{80D42371-AC25-4680-BEB6-1E10C3406D49}" dt="2025-07-17T11:30:20.232" v="1023" actId="164"/>
          <ac:spMkLst>
            <pc:docMk/>
            <pc:sldMk cId="530813028" sldId="263"/>
            <ac:spMk id="2" creationId="{314BD2A2-3B77-5EBA-D4D2-2F8E5D0C02F4}"/>
          </ac:spMkLst>
        </pc:spChg>
        <pc:spChg chg="add mod ord topLvl">
          <ac:chgData name="Vasanti Kadam" userId="2d2c718a-941c-44c5-9fc1-bfc327de9193" providerId="ADAL" clId="{80D42371-AC25-4680-BEB6-1E10C3406D49}" dt="2025-07-17T11:31:25.463" v="1043" actId="1076"/>
          <ac:spMkLst>
            <pc:docMk/>
            <pc:sldMk cId="530813028" sldId="263"/>
            <ac:spMk id="3" creationId="{25EAAD7B-BF2C-8FBF-1224-70E3A25D8CF9}"/>
          </ac:spMkLst>
        </pc:spChg>
        <pc:spChg chg="add mod ord topLvl">
          <ac:chgData name="Vasanti Kadam" userId="2d2c718a-941c-44c5-9fc1-bfc327de9193" providerId="ADAL" clId="{80D42371-AC25-4680-BEB6-1E10C3406D49}" dt="2025-07-17T11:31:25.463" v="1043" actId="1076"/>
          <ac:spMkLst>
            <pc:docMk/>
            <pc:sldMk cId="530813028" sldId="263"/>
            <ac:spMk id="35" creationId="{5B20F2F8-B12B-C913-2207-C4161A93E95C}"/>
          </ac:spMkLst>
        </pc:spChg>
        <pc:spChg chg="add mod ord">
          <ac:chgData name="Vasanti Kadam" userId="2d2c718a-941c-44c5-9fc1-bfc327de9193" providerId="ADAL" clId="{80D42371-AC25-4680-BEB6-1E10C3406D49}" dt="2025-07-17T11:30:25.611" v="1025" actId="14100"/>
          <ac:spMkLst>
            <pc:docMk/>
            <pc:sldMk cId="530813028" sldId="263"/>
            <ac:spMk id="41" creationId="{49A05D56-F6E4-7678-1FEC-E6C09D0B4CC7}"/>
          </ac:spMkLst>
        </pc:spChg>
        <pc:spChg chg="add mod ord topLvl">
          <ac:chgData name="Vasanti Kadam" userId="2d2c718a-941c-44c5-9fc1-bfc327de9193" providerId="ADAL" clId="{80D42371-AC25-4680-BEB6-1E10C3406D49}" dt="2025-07-17T11:31:25.463" v="1043" actId="1076"/>
          <ac:spMkLst>
            <pc:docMk/>
            <pc:sldMk cId="530813028" sldId="263"/>
            <ac:spMk id="42" creationId="{63488FAD-FA3E-CC63-4031-F0E428E85D9C}"/>
          </ac:spMkLst>
        </pc:spChg>
        <pc:spChg chg="add mod">
          <ac:chgData name="Vasanti Kadam" userId="2d2c718a-941c-44c5-9fc1-bfc327de9193" providerId="ADAL" clId="{80D42371-AC25-4680-BEB6-1E10C3406D49}" dt="2025-07-17T11:31:25.463" v="1043" actId="1076"/>
          <ac:spMkLst>
            <pc:docMk/>
            <pc:sldMk cId="530813028" sldId="263"/>
            <ac:spMk id="44" creationId="{B6A0D796-AB99-CB69-63CA-ABDB829496AF}"/>
          </ac:spMkLst>
        </pc:spChg>
        <pc:spChg chg="add mod ord topLvl">
          <ac:chgData name="Vasanti Kadam" userId="2d2c718a-941c-44c5-9fc1-bfc327de9193" providerId="ADAL" clId="{80D42371-AC25-4680-BEB6-1E10C3406D49}" dt="2025-07-17T11:31:25.463" v="1043" actId="1076"/>
          <ac:spMkLst>
            <pc:docMk/>
            <pc:sldMk cId="530813028" sldId="263"/>
            <ac:spMk id="49" creationId="{CF087268-A59C-391F-3419-6E4C2F34F6A1}"/>
          </ac:spMkLst>
        </pc:spChg>
        <pc:spChg chg="mod ord topLvl">
          <ac:chgData name="Vasanti Kadam" userId="2d2c718a-941c-44c5-9fc1-bfc327de9193" providerId="ADAL" clId="{80D42371-AC25-4680-BEB6-1E10C3406D49}" dt="2025-07-17T11:31:25.463" v="1043" actId="1076"/>
          <ac:spMkLst>
            <pc:docMk/>
            <pc:sldMk cId="530813028" sldId="263"/>
            <ac:spMk id="55" creationId="{C3E3C2B9-BCA5-4459-055C-097CF1DE64F2}"/>
          </ac:spMkLst>
        </pc:spChg>
        <pc:spChg chg="mod topLvl">
          <ac:chgData name="Vasanti Kadam" userId="2d2c718a-941c-44c5-9fc1-bfc327de9193" providerId="ADAL" clId="{80D42371-AC25-4680-BEB6-1E10C3406D49}" dt="2025-07-17T11:31:25.463" v="1043" actId="1076"/>
          <ac:spMkLst>
            <pc:docMk/>
            <pc:sldMk cId="530813028" sldId="263"/>
            <ac:spMk id="56" creationId="{39DF12BA-6D25-169F-D585-1E488C78FCD1}"/>
          </ac:spMkLst>
        </pc:spChg>
        <pc:spChg chg="add mod">
          <ac:chgData name="Vasanti Kadam" userId="2d2c718a-941c-44c5-9fc1-bfc327de9193" providerId="ADAL" clId="{80D42371-AC25-4680-BEB6-1E10C3406D49}" dt="2025-07-17T11:31:25.463" v="1043" actId="1076"/>
          <ac:spMkLst>
            <pc:docMk/>
            <pc:sldMk cId="530813028" sldId="263"/>
            <ac:spMk id="61" creationId="{23027A0A-4A9F-3B72-18FA-BC91E3013A55}"/>
          </ac:spMkLst>
        </pc:spChg>
        <pc:grpChg chg="add mod">
          <ac:chgData name="Vasanti Kadam" userId="2d2c718a-941c-44c5-9fc1-bfc327de9193" providerId="ADAL" clId="{80D42371-AC25-4680-BEB6-1E10C3406D49}" dt="2025-07-17T11:31:25.463" v="1043" actId="1076"/>
          <ac:grpSpMkLst>
            <pc:docMk/>
            <pc:sldMk cId="530813028" sldId="263"/>
            <ac:grpSpMk id="62" creationId="{A03D7BCB-B982-12B4-C2B8-18E28F43708C}"/>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248373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22013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p>
        </p:txBody>
      </p:sp>
    </p:spTree>
    <p:extLst>
      <p:ext uri="{BB962C8B-B14F-4D97-AF65-F5344CB8AC3E}">
        <p14:creationId xmlns:p14="http://schemas.microsoft.com/office/powerpoint/2010/main" val="136779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a:t>PROCUREMENT | SUPPLY CHAIN | SUSTAINABILITY</a:t>
            </a:r>
          </a:p>
        </p:txBody>
      </p:sp>
    </p:spTree>
    <p:extLst>
      <p:ext uri="{BB962C8B-B14F-4D97-AF65-F5344CB8AC3E}">
        <p14:creationId xmlns:p14="http://schemas.microsoft.com/office/powerpoint/2010/main" val="419008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a:t>
            </a:r>
            <a:r>
              <a:rPr lang="en-US" sz="1000" baseline="30000">
                <a:latin typeface="Helvetica" panose="020B0604020202020204" pitchFamily="2" charset="0"/>
              </a:rPr>
              <a:t>®</a:t>
            </a:r>
            <a:r>
              <a:rPr lang="en-US" sz="100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a:latin typeface="Helvetica" panose="020B0604020202020204" pitchFamily="2" charset="0"/>
                <a:hlinkClick r:id="rId2"/>
              </a:rPr>
              <a:t>www.gep.com</a:t>
            </a:r>
            <a:r>
              <a:rPr lang="en-US" sz="1000">
                <a:latin typeface="Helvetica" panose="020B0604020202020204" pitchFamily="2" charset="0"/>
              </a:rPr>
              <a:t>.</a:t>
            </a:r>
            <a:endParaRPr lang="en-IN" sz="100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a:solidFill>
                  <a:schemeClr val="bg1"/>
                </a:solidFill>
                <a:latin typeface="Helvetica" panose="020B0604020202020204" pitchFamily="2" charset="0"/>
              </a:rPr>
              <a:t>100 Walnut Avenue, Clark, NJ 07066 | P 732.382.6565 | </a:t>
            </a:r>
            <a:r>
              <a:rPr lang="en-US" sz="100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a:solidFill>
                  <a:schemeClr val="bg1"/>
                </a:solidFill>
                <a:latin typeface="Helvetica" panose="020B0604020202020204" pitchFamily="2" charset="0"/>
              </a:rPr>
              <a:t> </a:t>
            </a:r>
            <a:r>
              <a:rPr lang="en-US" sz="100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a:solidFill>
                <a:schemeClr val="bg1"/>
              </a:solidFill>
              <a:latin typeface="Helvetica" panose="020B0604020202020204" pitchFamily="2" charset="0"/>
            </a:endParaRPr>
          </a:p>
          <a:p>
            <a:pPr>
              <a:spcBef>
                <a:spcPts val="600"/>
              </a:spcBef>
            </a:pPr>
            <a:r>
              <a:rPr lang="en-US" sz="100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NEXXE</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0433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06722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5" r:id="rId3"/>
    <p:sldLayoutId id="2147483661" r:id="rId4"/>
    <p:sldLayoutId id="2147483676"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Oval 110">
            <a:extLst>
              <a:ext uri="{FF2B5EF4-FFF2-40B4-BE49-F238E27FC236}">
                <a16:creationId xmlns:a16="http://schemas.microsoft.com/office/drawing/2014/main" id="{D277B889-DDE0-8B16-433F-D4A28E8A603D}"/>
              </a:ext>
            </a:extLst>
          </p:cNvPr>
          <p:cNvSpPr/>
          <p:nvPr/>
        </p:nvSpPr>
        <p:spPr>
          <a:xfrm>
            <a:off x="4823013" y="2271468"/>
            <a:ext cx="2545976" cy="2545974"/>
          </a:xfrm>
          <a:prstGeom prst="ellipse">
            <a:avLst/>
          </a:prstGeom>
          <a:solidFill>
            <a:srgbClr val="EDE5F3">
              <a:alpha val="60000"/>
            </a:srgbClr>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Rounded Corners 101">
            <a:extLst>
              <a:ext uri="{FF2B5EF4-FFF2-40B4-BE49-F238E27FC236}">
                <a16:creationId xmlns:a16="http://schemas.microsoft.com/office/drawing/2014/main" id="{7D3C9298-5676-3DAE-5BFD-4103700FE45F}"/>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1" name="Rectangle: Rounded Corners 100">
            <a:extLst>
              <a:ext uri="{FF2B5EF4-FFF2-40B4-BE49-F238E27FC236}">
                <a16:creationId xmlns:a16="http://schemas.microsoft.com/office/drawing/2014/main" id="{0836819D-4461-4759-239C-CF200A428591}"/>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wrap="square">
            <a:normAutofit/>
          </a:bodyPr>
          <a:lstStyle/>
          <a:p>
            <a:r>
              <a:rPr lang="en-US"/>
              <a:t>Untitled</a:t>
            </a:r>
            <a:endParaRPr lang="en-IN"/>
          </a:p>
        </p:txBody>
      </p:sp>
      <p:grpSp>
        <p:nvGrpSpPr>
          <p:cNvPr id="98" name="Group 97">
            <a:extLst>
              <a:ext uri="{FF2B5EF4-FFF2-40B4-BE49-F238E27FC236}">
                <a16:creationId xmlns:a16="http://schemas.microsoft.com/office/drawing/2014/main" id="{F12FD15A-C64B-F3B6-E16F-3A8C56A51548}"/>
              </a:ext>
            </a:extLst>
          </p:cNvPr>
          <p:cNvGrpSpPr/>
          <p:nvPr/>
        </p:nvGrpSpPr>
        <p:grpSpPr>
          <a:xfrm>
            <a:off x="3708106" y="2989270"/>
            <a:ext cx="1615232" cy="1141612"/>
            <a:chOff x="3131143" y="2803318"/>
            <a:chExt cx="2141399" cy="1513500"/>
          </a:xfrm>
          <a:solidFill>
            <a:srgbClr val="2082C8"/>
          </a:solidFill>
        </p:grpSpPr>
        <p:sp>
          <p:nvSpPr>
            <p:cNvPr id="64" name="Freeform: Shape 63">
              <a:extLst>
                <a:ext uri="{FF2B5EF4-FFF2-40B4-BE49-F238E27FC236}">
                  <a16:creationId xmlns:a16="http://schemas.microsoft.com/office/drawing/2014/main" id="{B49C8FE4-A36E-7711-D45D-7B2B99CA001B}"/>
                </a:ext>
              </a:extLst>
            </p:cNvPr>
            <p:cNvSpPr/>
            <p:nvPr/>
          </p:nvSpPr>
          <p:spPr>
            <a:xfrm>
              <a:off x="3131143" y="3220467"/>
              <a:ext cx="320426" cy="361331"/>
            </a:xfrm>
            <a:custGeom>
              <a:avLst/>
              <a:gdLst>
                <a:gd name="connsiteX0" fmla="*/ 412909 w 447675"/>
                <a:gd name="connsiteY0" fmla="*/ 503801 h 504825"/>
                <a:gd name="connsiteX1" fmla="*/ 396240 w 447675"/>
                <a:gd name="connsiteY1" fmla="*/ 499324 h 504825"/>
                <a:gd name="connsiteX2" fmla="*/ 23813 w 447675"/>
                <a:gd name="connsiteY2" fmla="*/ 284345 h 504825"/>
                <a:gd name="connsiteX3" fmla="*/ 7144 w 447675"/>
                <a:gd name="connsiteY3" fmla="*/ 255484 h 504825"/>
                <a:gd name="connsiteX4" fmla="*/ 23813 w 447675"/>
                <a:gd name="connsiteY4" fmla="*/ 226624 h 504825"/>
                <a:gd name="connsiteX5" fmla="*/ 396240 w 447675"/>
                <a:gd name="connsiteY5" fmla="*/ 11644 h 504825"/>
                <a:gd name="connsiteX6" fmla="*/ 429578 w 447675"/>
                <a:gd name="connsiteY6" fmla="*/ 11644 h 504825"/>
                <a:gd name="connsiteX7" fmla="*/ 446246 w 447675"/>
                <a:gd name="connsiteY7" fmla="*/ 40505 h 504825"/>
                <a:gd name="connsiteX8" fmla="*/ 446246 w 447675"/>
                <a:gd name="connsiteY8" fmla="*/ 470559 h 504825"/>
                <a:gd name="connsiteX9" fmla="*/ 429578 w 447675"/>
                <a:gd name="connsiteY9" fmla="*/ 499420 h 504825"/>
                <a:gd name="connsiteX10" fmla="*/ 412909 w 447675"/>
                <a:gd name="connsiteY10" fmla="*/ 503801 h 504825"/>
                <a:gd name="connsiteX11" fmla="*/ 107252 w 447675"/>
                <a:gd name="connsiteY11" fmla="*/ 255484 h 504825"/>
                <a:gd name="connsiteX12" fmla="*/ 379667 w 447675"/>
                <a:gd name="connsiteY12" fmla="*/ 412742 h 504825"/>
                <a:gd name="connsiteX13" fmla="*/ 379667 w 447675"/>
                <a:gd name="connsiteY13" fmla="*/ 98227 h 504825"/>
                <a:gd name="connsiteX14" fmla="*/ 107252 w 447675"/>
                <a:gd name="connsiteY14" fmla="*/ 255484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12909" y="503801"/>
                  </a:moveTo>
                  <a:cubicBezTo>
                    <a:pt x="407194" y="503801"/>
                    <a:pt x="401384" y="502277"/>
                    <a:pt x="396240" y="499324"/>
                  </a:cubicBezTo>
                  <a:lnTo>
                    <a:pt x="23813" y="284345"/>
                  </a:lnTo>
                  <a:cubicBezTo>
                    <a:pt x="13526" y="278344"/>
                    <a:pt x="7144" y="267391"/>
                    <a:pt x="7144" y="255484"/>
                  </a:cubicBezTo>
                  <a:cubicBezTo>
                    <a:pt x="7144" y="243578"/>
                    <a:pt x="13526" y="232529"/>
                    <a:pt x="23813" y="226624"/>
                  </a:cubicBezTo>
                  <a:lnTo>
                    <a:pt x="396240" y="11644"/>
                  </a:lnTo>
                  <a:cubicBezTo>
                    <a:pt x="406527" y="5644"/>
                    <a:pt x="419291" y="5644"/>
                    <a:pt x="429578" y="11644"/>
                  </a:cubicBezTo>
                  <a:cubicBezTo>
                    <a:pt x="439865" y="17645"/>
                    <a:pt x="446246" y="28599"/>
                    <a:pt x="446246" y="40505"/>
                  </a:cubicBezTo>
                  <a:lnTo>
                    <a:pt x="446246" y="470559"/>
                  </a:lnTo>
                  <a:cubicBezTo>
                    <a:pt x="446246" y="482465"/>
                    <a:pt x="439865" y="493514"/>
                    <a:pt x="429578" y="499420"/>
                  </a:cubicBezTo>
                  <a:cubicBezTo>
                    <a:pt x="424434" y="502372"/>
                    <a:pt x="418719" y="503801"/>
                    <a:pt x="412909" y="503801"/>
                  </a:cubicBezTo>
                  <a:close/>
                  <a:moveTo>
                    <a:pt x="107252" y="255484"/>
                  </a:moveTo>
                  <a:lnTo>
                    <a:pt x="379667" y="412742"/>
                  </a:lnTo>
                  <a:lnTo>
                    <a:pt x="379667" y="98227"/>
                  </a:lnTo>
                  <a:lnTo>
                    <a:pt x="107252" y="255484"/>
                  </a:ln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FD32D02-AF70-2CA5-3A3F-794548F50934}"/>
                </a:ext>
              </a:extLst>
            </p:cNvPr>
            <p:cNvSpPr/>
            <p:nvPr/>
          </p:nvSpPr>
          <p:spPr>
            <a:xfrm>
              <a:off x="3397711" y="2803318"/>
              <a:ext cx="1874831" cy="1513500"/>
            </a:xfrm>
            <a:custGeom>
              <a:avLst/>
              <a:gdLst>
                <a:gd name="connsiteX0" fmla="*/ 1493044 w 2619375"/>
                <a:gd name="connsiteY0" fmla="*/ 2111312 h 2114550"/>
                <a:gd name="connsiteX1" fmla="*/ 1096042 w 2619375"/>
                <a:gd name="connsiteY1" fmla="*/ 1714310 h 2114550"/>
                <a:gd name="connsiteX2" fmla="*/ 1096042 w 2619375"/>
                <a:gd name="connsiteY2" fmla="*/ 1201865 h 2114550"/>
                <a:gd name="connsiteX3" fmla="*/ 999268 w 2619375"/>
                <a:gd name="connsiteY3" fmla="*/ 968311 h 2114550"/>
                <a:gd name="connsiteX4" fmla="*/ 765715 w 2619375"/>
                <a:gd name="connsiteY4" fmla="*/ 871537 h 2114550"/>
                <a:gd name="connsiteX5" fmla="*/ 40481 w 2619375"/>
                <a:gd name="connsiteY5" fmla="*/ 871537 h 2114550"/>
                <a:gd name="connsiteX6" fmla="*/ 7144 w 2619375"/>
                <a:gd name="connsiteY6" fmla="*/ 838200 h 2114550"/>
                <a:gd name="connsiteX7" fmla="*/ 40481 w 2619375"/>
                <a:gd name="connsiteY7" fmla="*/ 804863 h 2114550"/>
                <a:gd name="connsiteX8" fmla="*/ 765810 w 2619375"/>
                <a:gd name="connsiteY8" fmla="*/ 804863 h 2114550"/>
                <a:gd name="connsiteX9" fmla="*/ 1046512 w 2619375"/>
                <a:gd name="connsiteY9" fmla="*/ 921163 h 2114550"/>
                <a:gd name="connsiteX10" fmla="*/ 1162812 w 2619375"/>
                <a:gd name="connsiteY10" fmla="*/ 1201865 h 2114550"/>
                <a:gd name="connsiteX11" fmla="*/ 1162812 w 2619375"/>
                <a:gd name="connsiteY11" fmla="*/ 1714310 h 2114550"/>
                <a:gd name="connsiteX12" fmla="*/ 1493139 w 2619375"/>
                <a:gd name="connsiteY12" fmla="*/ 2044637 h 2114550"/>
                <a:gd name="connsiteX13" fmla="*/ 1823466 w 2619375"/>
                <a:gd name="connsiteY13" fmla="*/ 1714310 h 2114550"/>
                <a:gd name="connsiteX14" fmla="*/ 1823466 w 2619375"/>
                <a:gd name="connsiteY14" fmla="*/ 404146 h 2114550"/>
                <a:gd name="connsiteX15" fmla="*/ 1939766 w 2619375"/>
                <a:gd name="connsiteY15" fmla="*/ 123444 h 2114550"/>
                <a:gd name="connsiteX16" fmla="*/ 2220468 w 2619375"/>
                <a:gd name="connsiteY16" fmla="*/ 7144 h 2114550"/>
                <a:gd name="connsiteX17" fmla="*/ 2220468 w 2619375"/>
                <a:gd name="connsiteY17" fmla="*/ 7144 h 2114550"/>
                <a:gd name="connsiteX18" fmla="*/ 2501170 w 2619375"/>
                <a:gd name="connsiteY18" fmla="*/ 123444 h 2114550"/>
                <a:gd name="connsiteX19" fmla="*/ 2617470 w 2619375"/>
                <a:gd name="connsiteY19" fmla="*/ 404146 h 2114550"/>
                <a:gd name="connsiteX20" fmla="*/ 2617470 w 2619375"/>
                <a:gd name="connsiteY20" fmla="*/ 925640 h 2114550"/>
                <a:gd name="connsiteX21" fmla="*/ 2584133 w 2619375"/>
                <a:gd name="connsiteY21" fmla="*/ 958977 h 2114550"/>
                <a:gd name="connsiteX22" fmla="*/ 2550795 w 2619375"/>
                <a:gd name="connsiteY22" fmla="*/ 925640 h 2114550"/>
                <a:gd name="connsiteX23" fmla="*/ 2550795 w 2619375"/>
                <a:gd name="connsiteY23" fmla="*/ 404241 h 2114550"/>
                <a:gd name="connsiteX24" fmla="*/ 2454021 w 2619375"/>
                <a:gd name="connsiteY24" fmla="*/ 170688 h 2114550"/>
                <a:gd name="connsiteX25" fmla="*/ 2220468 w 2619375"/>
                <a:gd name="connsiteY25" fmla="*/ 73914 h 2114550"/>
                <a:gd name="connsiteX26" fmla="*/ 1986915 w 2619375"/>
                <a:gd name="connsiteY26" fmla="*/ 170688 h 2114550"/>
                <a:gd name="connsiteX27" fmla="*/ 1890141 w 2619375"/>
                <a:gd name="connsiteY27" fmla="*/ 404241 h 2114550"/>
                <a:gd name="connsiteX28" fmla="*/ 1890141 w 2619375"/>
                <a:gd name="connsiteY28" fmla="*/ 1714405 h 2114550"/>
                <a:gd name="connsiteX29" fmla="*/ 1493044 w 2619375"/>
                <a:gd name="connsiteY29" fmla="*/ 2111312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619375" h="2114550">
                  <a:moveTo>
                    <a:pt x="1493044" y="2111312"/>
                  </a:moveTo>
                  <a:cubicBezTo>
                    <a:pt x="1274159" y="2111312"/>
                    <a:pt x="1096042" y="1933194"/>
                    <a:pt x="1096042" y="1714310"/>
                  </a:cubicBezTo>
                  <a:lnTo>
                    <a:pt x="1096042" y="1201865"/>
                  </a:lnTo>
                  <a:cubicBezTo>
                    <a:pt x="1096042" y="1113663"/>
                    <a:pt x="1061657" y="1030700"/>
                    <a:pt x="999268" y="968311"/>
                  </a:cubicBezTo>
                  <a:cubicBezTo>
                    <a:pt x="936879" y="905923"/>
                    <a:pt x="853916" y="871537"/>
                    <a:pt x="765715" y="871537"/>
                  </a:cubicBezTo>
                  <a:lnTo>
                    <a:pt x="40481" y="871537"/>
                  </a:lnTo>
                  <a:cubicBezTo>
                    <a:pt x="22098" y="871537"/>
                    <a:pt x="7144" y="856583"/>
                    <a:pt x="7144" y="838200"/>
                  </a:cubicBezTo>
                  <a:cubicBezTo>
                    <a:pt x="7144" y="819817"/>
                    <a:pt x="22098" y="804863"/>
                    <a:pt x="40481" y="804863"/>
                  </a:cubicBezTo>
                  <a:lnTo>
                    <a:pt x="765810" y="804863"/>
                  </a:lnTo>
                  <a:cubicBezTo>
                    <a:pt x="871823" y="804863"/>
                    <a:pt x="971550" y="846106"/>
                    <a:pt x="1046512" y="921163"/>
                  </a:cubicBezTo>
                  <a:cubicBezTo>
                    <a:pt x="1121474" y="996124"/>
                    <a:pt x="1162812" y="1095851"/>
                    <a:pt x="1162812" y="1201865"/>
                  </a:cubicBezTo>
                  <a:lnTo>
                    <a:pt x="1162812" y="1714310"/>
                  </a:lnTo>
                  <a:cubicBezTo>
                    <a:pt x="1162812" y="1896428"/>
                    <a:pt x="1311021" y="2044541"/>
                    <a:pt x="1493139" y="2044637"/>
                  </a:cubicBezTo>
                  <a:cubicBezTo>
                    <a:pt x="1675257" y="2044637"/>
                    <a:pt x="1823371" y="1896428"/>
                    <a:pt x="1823466" y="1714310"/>
                  </a:cubicBezTo>
                  <a:lnTo>
                    <a:pt x="1823466" y="404146"/>
                  </a:lnTo>
                  <a:cubicBezTo>
                    <a:pt x="1823466" y="298132"/>
                    <a:pt x="1864709" y="198406"/>
                    <a:pt x="1939766" y="123444"/>
                  </a:cubicBezTo>
                  <a:cubicBezTo>
                    <a:pt x="2014728" y="48482"/>
                    <a:pt x="2114455" y="7144"/>
                    <a:pt x="2220468" y="7144"/>
                  </a:cubicBezTo>
                  <a:cubicBezTo>
                    <a:pt x="2220468" y="7144"/>
                    <a:pt x="2220468" y="7144"/>
                    <a:pt x="2220468" y="7144"/>
                  </a:cubicBezTo>
                  <a:cubicBezTo>
                    <a:pt x="2326481" y="7144"/>
                    <a:pt x="2426208" y="48387"/>
                    <a:pt x="2501170" y="123444"/>
                  </a:cubicBezTo>
                  <a:cubicBezTo>
                    <a:pt x="2576132" y="198406"/>
                    <a:pt x="2617470" y="298132"/>
                    <a:pt x="2617470" y="404146"/>
                  </a:cubicBezTo>
                  <a:lnTo>
                    <a:pt x="2617470" y="925640"/>
                  </a:lnTo>
                  <a:cubicBezTo>
                    <a:pt x="2617470" y="944023"/>
                    <a:pt x="2602516" y="958977"/>
                    <a:pt x="2584133" y="958977"/>
                  </a:cubicBezTo>
                  <a:cubicBezTo>
                    <a:pt x="2565749" y="958977"/>
                    <a:pt x="2550795" y="944023"/>
                    <a:pt x="2550795" y="925640"/>
                  </a:cubicBezTo>
                  <a:lnTo>
                    <a:pt x="2550795" y="404241"/>
                  </a:lnTo>
                  <a:cubicBezTo>
                    <a:pt x="2550795" y="316040"/>
                    <a:pt x="2516410" y="233077"/>
                    <a:pt x="2454021" y="170688"/>
                  </a:cubicBezTo>
                  <a:cubicBezTo>
                    <a:pt x="2391632" y="108299"/>
                    <a:pt x="2308670" y="73914"/>
                    <a:pt x="2220468" y="73914"/>
                  </a:cubicBezTo>
                  <a:cubicBezTo>
                    <a:pt x="2132267" y="73914"/>
                    <a:pt x="2049304" y="108299"/>
                    <a:pt x="1986915" y="170688"/>
                  </a:cubicBezTo>
                  <a:cubicBezTo>
                    <a:pt x="1924526" y="233077"/>
                    <a:pt x="1890141" y="316040"/>
                    <a:pt x="1890141" y="404241"/>
                  </a:cubicBezTo>
                  <a:lnTo>
                    <a:pt x="1890141" y="1714405"/>
                  </a:lnTo>
                  <a:cubicBezTo>
                    <a:pt x="1889951" y="1933194"/>
                    <a:pt x="1711928" y="2111312"/>
                    <a:pt x="1493044" y="2111312"/>
                  </a:cubicBezTo>
                  <a:close/>
                </a:path>
              </a:pathLst>
            </a:custGeom>
            <a:grpFill/>
            <a:ln w="9525" cap="flat">
              <a:noFill/>
              <a:prstDash val="solid"/>
              <a:miter/>
            </a:ln>
          </p:spPr>
          <p:txBody>
            <a:bodyPr rtlCol="0" anchor="ctr"/>
            <a:lstStyle/>
            <a:p>
              <a:endParaRPr lang="en-US"/>
            </a:p>
          </p:txBody>
        </p:sp>
      </p:grpSp>
      <p:grpSp>
        <p:nvGrpSpPr>
          <p:cNvPr id="97" name="Group 96">
            <a:extLst>
              <a:ext uri="{FF2B5EF4-FFF2-40B4-BE49-F238E27FC236}">
                <a16:creationId xmlns:a16="http://schemas.microsoft.com/office/drawing/2014/main" id="{BE0A9842-2C1E-ECA4-707E-1DD665F9A90F}"/>
              </a:ext>
            </a:extLst>
          </p:cNvPr>
          <p:cNvGrpSpPr/>
          <p:nvPr/>
        </p:nvGrpSpPr>
        <p:grpSpPr>
          <a:xfrm>
            <a:off x="6869076" y="2989322"/>
            <a:ext cx="1614818" cy="1141612"/>
            <a:chOff x="6827971" y="2803385"/>
            <a:chExt cx="2140850" cy="1513500"/>
          </a:xfrm>
          <a:solidFill>
            <a:srgbClr val="6754AD"/>
          </a:solidFill>
        </p:grpSpPr>
        <p:sp>
          <p:nvSpPr>
            <p:cNvPr id="69" name="Freeform: Shape 68">
              <a:extLst>
                <a:ext uri="{FF2B5EF4-FFF2-40B4-BE49-F238E27FC236}">
                  <a16:creationId xmlns:a16="http://schemas.microsoft.com/office/drawing/2014/main" id="{E2A434AF-A39A-80B1-954D-7D285AFC7A9D}"/>
                </a:ext>
              </a:extLst>
            </p:cNvPr>
            <p:cNvSpPr/>
            <p:nvPr/>
          </p:nvSpPr>
          <p:spPr>
            <a:xfrm>
              <a:off x="8648396" y="3536802"/>
              <a:ext cx="320425" cy="361331"/>
            </a:xfrm>
            <a:custGeom>
              <a:avLst/>
              <a:gdLst>
                <a:gd name="connsiteX0" fmla="*/ 40481 w 447675"/>
                <a:gd name="connsiteY0" fmla="*/ 503896 h 504825"/>
                <a:gd name="connsiteX1" fmla="*/ 23813 w 447675"/>
                <a:gd name="connsiteY1" fmla="*/ 499420 h 504825"/>
                <a:gd name="connsiteX2" fmla="*/ 7144 w 447675"/>
                <a:gd name="connsiteY2" fmla="*/ 470559 h 504825"/>
                <a:gd name="connsiteX3" fmla="*/ 7144 w 447675"/>
                <a:gd name="connsiteY3" fmla="*/ 40505 h 504825"/>
                <a:gd name="connsiteX4" fmla="*/ 23813 w 447675"/>
                <a:gd name="connsiteY4" fmla="*/ 11644 h 504825"/>
                <a:gd name="connsiteX5" fmla="*/ 57150 w 447675"/>
                <a:gd name="connsiteY5" fmla="*/ 11644 h 504825"/>
                <a:gd name="connsiteX6" fmla="*/ 429578 w 447675"/>
                <a:gd name="connsiteY6" fmla="*/ 226719 h 504825"/>
                <a:gd name="connsiteX7" fmla="*/ 446247 w 447675"/>
                <a:gd name="connsiteY7" fmla="*/ 255580 h 504825"/>
                <a:gd name="connsiteX8" fmla="*/ 429578 w 447675"/>
                <a:gd name="connsiteY8" fmla="*/ 284440 h 504825"/>
                <a:gd name="connsiteX9" fmla="*/ 57150 w 447675"/>
                <a:gd name="connsiteY9" fmla="*/ 499420 h 504825"/>
                <a:gd name="connsiteX10" fmla="*/ 40481 w 447675"/>
                <a:gd name="connsiteY10" fmla="*/ 503896 h 504825"/>
                <a:gd name="connsiteX11" fmla="*/ 73819 w 447675"/>
                <a:gd name="connsiteY11" fmla="*/ 98227 h 504825"/>
                <a:gd name="connsiteX12" fmla="*/ 73819 w 447675"/>
                <a:gd name="connsiteY12" fmla="*/ 412742 h 504825"/>
                <a:gd name="connsiteX13" fmla="*/ 346234 w 447675"/>
                <a:gd name="connsiteY13" fmla="*/ 255484 h 504825"/>
                <a:gd name="connsiteX14" fmla="*/ 73819 w 447675"/>
                <a:gd name="connsiteY14" fmla="*/ 98227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0481" y="503896"/>
                  </a:moveTo>
                  <a:cubicBezTo>
                    <a:pt x="34766" y="503896"/>
                    <a:pt x="28956" y="502372"/>
                    <a:pt x="23813" y="499420"/>
                  </a:cubicBezTo>
                  <a:cubicBezTo>
                    <a:pt x="13526" y="493419"/>
                    <a:pt x="7144" y="482465"/>
                    <a:pt x="7144" y="470559"/>
                  </a:cubicBezTo>
                  <a:lnTo>
                    <a:pt x="7144" y="40505"/>
                  </a:lnTo>
                  <a:cubicBezTo>
                    <a:pt x="7144" y="28599"/>
                    <a:pt x="13526" y="17550"/>
                    <a:pt x="23813" y="11644"/>
                  </a:cubicBezTo>
                  <a:cubicBezTo>
                    <a:pt x="34100" y="5644"/>
                    <a:pt x="46863" y="5644"/>
                    <a:pt x="57150" y="11644"/>
                  </a:cubicBezTo>
                  <a:lnTo>
                    <a:pt x="429578" y="226719"/>
                  </a:lnTo>
                  <a:cubicBezTo>
                    <a:pt x="439865" y="232720"/>
                    <a:pt x="446247" y="243673"/>
                    <a:pt x="446247" y="255580"/>
                  </a:cubicBezTo>
                  <a:cubicBezTo>
                    <a:pt x="446247" y="267486"/>
                    <a:pt x="439865" y="278535"/>
                    <a:pt x="429578" y="284440"/>
                  </a:cubicBezTo>
                  <a:lnTo>
                    <a:pt x="57150" y="499420"/>
                  </a:lnTo>
                  <a:cubicBezTo>
                    <a:pt x="52007" y="502372"/>
                    <a:pt x="46292" y="503896"/>
                    <a:pt x="40481" y="503896"/>
                  </a:cubicBezTo>
                  <a:close/>
                  <a:moveTo>
                    <a:pt x="73819" y="98227"/>
                  </a:moveTo>
                  <a:lnTo>
                    <a:pt x="73819" y="412742"/>
                  </a:lnTo>
                  <a:lnTo>
                    <a:pt x="346234" y="255484"/>
                  </a:lnTo>
                  <a:lnTo>
                    <a:pt x="73819" y="98227"/>
                  </a:ln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74B146A-D7E2-91B8-A8FC-B021AC76E228}"/>
                </a:ext>
              </a:extLst>
            </p:cNvPr>
            <p:cNvSpPr/>
            <p:nvPr/>
          </p:nvSpPr>
          <p:spPr>
            <a:xfrm>
              <a:off x="6827971" y="2803385"/>
              <a:ext cx="1874830" cy="1513500"/>
            </a:xfrm>
            <a:custGeom>
              <a:avLst/>
              <a:gdLst>
                <a:gd name="connsiteX0" fmla="*/ 404146 w 2619375"/>
                <a:gd name="connsiteY0" fmla="*/ 2111216 h 2114550"/>
                <a:gd name="connsiteX1" fmla="*/ 7144 w 2619375"/>
                <a:gd name="connsiteY1" fmla="*/ 1714310 h 2114550"/>
                <a:gd name="connsiteX2" fmla="*/ 7144 w 2619375"/>
                <a:gd name="connsiteY2" fmla="*/ 1192816 h 2114550"/>
                <a:gd name="connsiteX3" fmla="*/ 40481 w 2619375"/>
                <a:gd name="connsiteY3" fmla="*/ 1159478 h 2114550"/>
                <a:gd name="connsiteX4" fmla="*/ 73819 w 2619375"/>
                <a:gd name="connsiteY4" fmla="*/ 1192816 h 2114550"/>
                <a:gd name="connsiteX5" fmla="*/ 73819 w 2619375"/>
                <a:gd name="connsiteY5" fmla="*/ 1714310 h 2114550"/>
                <a:gd name="connsiteX6" fmla="*/ 404146 w 2619375"/>
                <a:gd name="connsiteY6" fmla="*/ 2044541 h 2114550"/>
                <a:gd name="connsiteX7" fmla="*/ 734377 w 2619375"/>
                <a:gd name="connsiteY7" fmla="*/ 1714310 h 2114550"/>
                <a:gd name="connsiteX8" fmla="*/ 734377 w 2619375"/>
                <a:gd name="connsiteY8" fmla="*/ 404146 h 2114550"/>
                <a:gd name="connsiteX9" fmla="*/ 850582 w 2619375"/>
                <a:gd name="connsiteY9" fmla="*/ 123444 h 2114550"/>
                <a:gd name="connsiteX10" fmla="*/ 1131284 w 2619375"/>
                <a:gd name="connsiteY10" fmla="*/ 7144 h 2114550"/>
                <a:gd name="connsiteX11" fmla="*/ 1528191 w 2619375"/>
                <a:gd name="connsiteY11" fmla="*/ 404051 h 2114550"/>
                <a:gd name="connsiteX12" fmla="*/ 1528191 w 2619375"/>
                <a:gd name="connsiteY12" fmla="*/ 916496 h 2114550"/>
                <a:gd name="connsiteX13" fmla="*/ 1624965 w 2619375"/>
                <a:gd name="connsiteY13" fmla="*/ 1150049 h 2114550"/>
                <a:gd name="connsiteX14" fmla="*/ 1858518 w 2619375"/>
                <a:gd name="connsiteY14" fmla="*/ 1246823 h 2114550"/>
                <a:gd name="connsiteX15" fmla="*/ 2583752 w 2619375"/>
                <a:gd name="connsiteY15" fmla="*/ 1246823 h 2114550"/>
                <a:gd name="connsiteX16" fmla="*/ 2617089 w 2619375"/>
                <a:gd name="connsiteY16" fmla="*/ 1280160 h 2114550"/>
                <a:gd name="connsiteX17" fmla="*/ 2583752 w 2619375"/>
                <a:gd name="connsiteY17" fmla="*/ 1313498 h 2114550"/>
                <a:gd name="connsiteX18" fmla="*/ 1858518 w 2619375"/>
                <a:gd name="connsiteY18" fmla="*/ 1313498 h 2114550"/>
                <a:gd name="connsiteX19" fmla="*/ 1577816 w 2619375"/>
                <a:gd name="connsiteY19" fmla="*/ 1197197 h 2114550"/>
                <a:gd name="connsiteX20" fmla="*/ 1461516 w 2619375"/>
                <a:gd name="connsiteY20" fmla="*/ 916496 h 2114550"/>
                <a:gd name="connsiteX21" fmla="*/ 1461516 w 2619375"/>
                <a:gd name="connsiteY21" fmla="*/ 404051 h 2114550"/>
                <a:gd name="connsiteX22" fmla="*/ 1131284 w 2619375"/>
                <a:gd name="connsiteY22" fmla="*/ 73819 h 2114550"/>
                <a:gd name="connsiteX23" fmla="*/ 897731 w 2619375"/>
                <a:gd name="connsiteY23" fmla="*/ 170593 h 2114550"/>
                <a:gd name="connsiteX24" fmla="*/ 801052 w 2619375"/>
                <a:gd name="connsiteY24" fmla="*/ 404146 h 2114550"/>
                <a:gd name="connsiteX25" fmla="*/ 801052 w 2619375"/>
                <a:gd name="connsiteY25" fmla="*/ 1714310 h 2114550"/>
                <a:gd name="connsiteX26" fmla="*/ 404146 w 2619375"/>
                <a:gd name="connsiteY26" fmla="*/ 2111216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9375" h="2114550">
                  <a:moveTo>
                    <a:pt x="404146" y="2111216"/>
                  </a:moveTo>
                  <a:cubicBezTo>
                    <a:pt x="185261" y="2111216"/>
                    <a:pt x="7239" y="1933099"/>
                    <a:pt x="7144" y="1714310"/>
                  </a:cubicBezTo>
                  <a:lnTo>
                    <a:pt x="7144" y="1192816"/>
                  </a:lnTo>
                  <a:cubicBezTo>
                    <a:pt x="7144" y="1174433"/>
                    <a:pt x="22098" y="1159478"/>
                    <a:pt x="40481" y="1159478"/>
                  </a:cubicBezTo>
                  <a:cubicBezTo>
                    <a:pt x="58864" y="1159478"/>
                    <a:pt x="73819" y="1174433"/>
                    <a:pt x="73819" y="1192816"/>
                  </a:cubicBezTo>
                  <a:lnTo>
                    <a:pt x="73819" y="1714310"/>
                  </a:lnTo>
                  <a:cubicBezTo>
                    <a:pt x="73819" y="1896428"/>
                    <a:pt x="222028" y="2044541"/>
                    <a:pt x="404146" y="2044541"/>
                  </a:cubicBezTo>
                  <a:cubicBezTo>
                    <a:pt x="586264" y="2044541"/>
                    <a:pt x="734377" y="1896332"/>
                    <a:pt x="734377" y="1714310"/>
                  </a:cubicBezTo>
                  <a:lnTo>
                    <a:pt x="734377" y="404146"/>
                  </a:lnTo>
                  <a:cubicBezTo>
                    <a:pt x="734377" y="298133"/>
                    <a:pt x="775621" y="198406"/>
                    <a:pt x="850582" y="123444"/>
                  </a:cubicBezTo>
                  <a:cubicBezTo>
                    <a:pt x="925544" y="48482"/>
                    <a:pt x="1025271" y="7144"/>
                    <a:pt x="1131284" y="7144"/>
                  </a:cubicBezTo>
                  <a:cubicBezTo>
                    <a:pt x="1350169" y="7144"/>
                    <a:pt x="1528191" y="185166"/>
                    <a:pt x="1528191" y="404051"/>
                  </a:cubicBezTo>
                  <a:lnTo>
                    <a:pt x="1528191" y="916496"/>
                  </a:lnTo>
                  <a:cubicBezTo>
                    <a:pt x="1528191" y="1004697"/>
                    <a:pt x="1562576" y="1087660"/>
                    <a:pt x="1624965" y="1150049"/>
                  </a:cubicBezTo>
                  <a:cubicBezTo>
                    <a:pt x="1687353" y="1212437"/>
                    <a:pt x="1770316" y="1246823"/>
                    <a:pt x="1858518" y="1246823"/>
                  </a:cubicBezTo>
                  <a:lnTo>
                    <a:pt x="2583752" y="1246823"/>
                  </a:lnTo>
                  <a:cubicBezTo>
                    <a:pt x="2602135" y="1246823"/>
                    <a:pt x="2617089" y="1261777"/>
                    <a:pt x="2617089" y="1280160"/>
                  </a:cubicBezTo>
                  <a:cubicBezTo>
                    <a:pt x="2617089" y="1298543"/>
                    <a:pt x="2602135" y="1313498"/>
                    <a:pt x="2583752" y="1313498"/>
                  </a:cubicBezTo>
                  <a:lnTo>
                    <a:pt x="1858518" y="1313498"/>
                  </a:lnTo>
                  <a:cubicBezTo>
                    <a:pt x="1752505" y="1313498"/>
                    <a:pt x="1652778" y="1272254"/>
                    <a:pt x="1577816" y="1197197"/>
                  </a:cubicBezTo>
                  <a:cubicBezTo>
                    <a:pt x="1502854" y="1122236"/>
                    <a:pt x="1461516" y="1022509"/>
                    <a:pt x="1461516" y="916496"/>
                  </a:cubicBezTo>
                  <a:lnTo>
                    <a:pt x="1461516" y="404051"/>
                  </a:lnTo>
                  <a:cubicBezTo>
                    <a:pt x="1461516" y="221933"/>
                    <a:pt x="1313402" y="73819"/>
                    <a:pt x="1131284" y="73819"/>
                  </a:cubicBezTo>
                  <a:cubicBezTo>
                    <a:pt x="1043083" y="73819"/>
                    <a:pt x="960120" y="108204"/>
                    <a:pt x="897731" y="170593"/>
                  </a:cubicBezTo>
                  <a:cubicBezTo>
                    <a:pt x="835343" y="232982"/>
                    <a:pt x="800957" y="315944"/>
                    <a:pt x="801052" y="404146"/>
                  </a:cubicBezTo>
                  <a:lnTo>
                    <a:pt x="801052" y="1714310"/>
                  </a:lnTo>
                  <a:cubicBezTo>
                    <a:pt x="801052" y="1933099"/>
                    <a:pt x="623030" y="2111216"/>
                    <a:pt x="404146" y="2111216"/>
                  </a:cubicBezTo>
                  <a:close/>
                </a:path>
              </a:pathLst>
            </a:custGeom>
            <a:grpFill/>
            <a:ln w="9525" cap="flat">
              <a:noFill/>
              <a:prstDash val="solid"/>
              <a:miter/>
            </a:ln>
          </p:spPr>
          <p:txBody>
            <a:bodyPr rtlCol="0" anchor="ctr"/>
            <a:lstStyle/>
            <a:p>
              <a:endParaRPr lang="en-US"/>
            </a:p>
          </p:txBody>
        </p:sp>
      </p:grpSp>
      <p:sp>
        <p:nvSpPr>
          <p:cNvPr id="104" name="Rectangle: Rounded Corners 103">
            <a:extLst>
              <a:ext uri="{FF2B5EF4-FFF2-40B4-BE49-F238E27FC236}">
                <a16:creationId xmlns:a16="http://schemas.microsoft.com/office/drawing/2014/main" id="{B6BFC3FB-28D4-10EF-91BA-462A349AF826}"/>
              </a:ext>
            </a:extLst>
          </p:cNvPr>
          <p:cNvSpPr/>
          <p:nvPr/>
        </p:nvSpPr>
        <p:spPr>
          <a:xfrm>
            <a:off x="556684" y="1219200"/>
            <a:ext cx="3119966" cy="548580"/>
          </a:xfrm>
          <a:prstGeom prst="roundRect">
            <a:avLst>
              <a:gd name="adj" fmla="val 11575"/>
            </a:avLst>
          </a:prstGeom>
          <a:solidFill>
            <a:srgbClr val="60A6D8"/>
          </a:solidFill>
          <a:ln w="6072" cap="flat">
            <a:noFill/>
            <a:prstDash val="solid"/>
            <a:miter/>
          </a:ln>
        </p:spPr>
        <p:txBody>
          <a:bodyPr rtlCol="0" anchor="ctr" wrap="square">
            <a:normAutofit/>
          </a:bodyPr>
          <a:lstStyle/>
          <a:p>
            <a:pPr algn="ctr"/>
            <a:r>
              <a:rPr lang="en-US" sz="1400" b="1">
                <a:solidFill>
                  <a:schemeClr val="bg1"/>
                </a:solidFill>
                <a:latin typeface="Arial" panose="020B0604020202020204" pitchFamily="34" charset="0"/>
                <a:cs typeface="Arial" panose="020B0604020202020204" pitchFamily="34" charset="0"/>
              </a:rPr>
              <a:t>Visibility</a:t>
            </a:r>
            <a:endParaRPr lang="en-IN" sz="1400" b="1">
              <a:solidFill>
                <a:schemeClr val="bg1"/>
              </a:solidFill>
              <a:latin typeface="Arial" panose="020B0604020202020204" pitchFamily="34" charset="0"/>
              <a:cs typeface="Arial" panose="020B0604020202020204" pitchFamily="34" charset="0"/>
            </a:endParaRPr>
          </a:p>
        </p:txBody>
      </p:sp>
      <p:sp>
        <p:nvSpPr>
          <p:cNvPr id="105" name="TextBox 104">
            <a:extLst>
              <a:ext uri="{FF2B5EF4-FFF2-40B4-BE49-F238E27FC236}">
                <a16:creationId xmlns:a16="http://schemas.microsoft.com/office/drawing/2014/main" id="{72360BE1-C1EB-E29C-EB40-2BB9C2870049}"/>
              </a:ext>
            </a:extLst>
          </p:cNvPr>
          <p:cNvSpPr txBox="1"/>
          <p:nvPr/>
        </p:nvSpPr>
        <p:spPr>
          <a:xfrm>
            <a:off x="556684" y="1934688"/>
            <a:ext cx="3119966" cy="2677656"/>
          </a:xfrm>
          <a:prstGeom prst="rect">
            <a:avLst/>
          </a:prstGeom>
          <a:noFill/>
        </p:spPr>
        <p:txBody>
          <a:bodyPr wrap="square" rtlCol="0">
            <a:normAutofit/>
          </a:bodyPr>
          <a:lstStyle/>
          <a:p>
            <a:r>
              <a:rPr lang="en-IN" sz="1200">
                <a:latin typeface="Arial" panose="020B0604020202020204" pitchFamily="34" charset="0"/>
              </a:rPr>
              <a:t>Unified spend data across every category gives leaders a single source of truth.</a:t>
            </a:r>
          </a:p>
        </p:txBody>
      </p:sp>
      <p:sp>
        <p:nvSpPr>
          <p:cNvPr id="108" name="Rectangle: Rounded Corners 107">
            <a:extLst>
              <a:ext uri="{FF2B5EF4-FFF2-40B4-BE49-F238E27FC236}">
                <a16:creationId xmlns:a16="http://schemas.microsoft.com/office/drawing/2014/main" id="{0A95FE1F-4780-419A-9916-DC9BD067EAB5}"/>
              </a:ext>
            </a:extLst>
          </p:cNvPr>
          <p:cNvSpPr/>
          <p:nvPr/>
        </p:nvSpPr>
        <p:spPr>
          <a:xfrm>
            <a:off x="8515351" y="1219200"/>
            <a:ext cx="3119966" cy="548580"/>
          </a:xfrm>
          <a:prstGeom prst="roundRect">
            <a:avLst>
              <a:gd name="adj" fmla="val 11575"/>
            </a:avLst>
          </a:prstGeom>
          <a:solidFill>
            <a:srgbClr val="9A8DC8"/>
          </a:solidFill>
          <a:ln w="6072" cap="flat">
            <a:noFill/>
            <a:prstDash val="solid"/>
            <a:miter/>
          </a:ln>
        </p:spPr>
        <p:txBody>
          <a:bodyPr rtlCol="0" anchor="ctr" wrap="square">
            <a:normAutofit/>
          </a:bodyPr>
          <a:lstStyle/>
          <a:p>
            <a:pPr algn="ctr"/>
            <a:r>
              <a:rPr lang="en-US" sz="1400" b="1">
                <a:solidFill>
                  <a:schemeClr val="bg1"/>
                </a:solidFill>
                <a:latin typeface="Arial" panose="020B0604020202020204" pitchFamily="34" charset="0"/>
                <a:cs typeface="Arial" panose="020B0604020202020204" pitchFamily="34" charset="0"/>
              </a:rPr>
              <a:t>Automation</a:t>
            </a:r>
            <a:endParaRPr lang="en-IN" sz="1400" b="1">
              <a:solidFill>
                <a:schemeClr val="bg1"/>
              </a:solidFill>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F34319AC-C612-ECEB-77B4-E837CDE170D4}"/>
              </a:ext>
            </a:extLst>
          </p:cNvPr>
          <p:cNvSpPr txBox="1"/>
          <p:nvPr/>
        </p:nvSpPr>
        <p:spPr>
          <a:xfrm>
            <a:off x="8515350" y="1934688"/>
            <a:ext cx="3119965" cy="2677656"/>
          </a:xfrm>
          <a:prstGeom prst="rect">
            <a:avLst/>
          </a:prstGeom>
          <a:noFill/>
        </p:spPr>
        <p:txBody>
          <a:bodyPr wrap="square" rtlCol="0">
            <a:normAutofit/>
          </a:bodyPr>
          <a:lstStyle/>
          <a:p>
            <a:r>
              <a:rPr lang="en-IN" sz="1200">
                <a:latin typeface="Arial" panose="020B0604020202020204" pitchFamily="34" charset="0"/>
              </a:rPr>
              <a:t>Touchless POs and auto-approvals cut cycle time and free up the team.</a:t>
            </a:r>
          </a:p>
        </p:txBody>
      </p:sp>
      <p:sp>
        <p:nvSpPr>
          <p:cNvPr id="96" name="Oval 95">
            <a:extLst>
              <a:ext uri="{FF2B5EF4-FFF2-40B4-BE49-F238E27FC236}">
                <a16:creationId xmlns:a16="http://schemas.microsoft.com/office/drawing/2014/main" id="{7D497724-7AC8-1A90-9F62-C6C0B4144F22}"/>
              </a:ext>
            </a:extLst>
          </p:cNvPr>
          <p:cNvSpPr/>
          <p:nvPr/>
        </p:nvSpPr>
        <p:spPr>
          <a:xfrm>
            <a:off x="5028111" y="2476565"/>
            <a:ext cx="2135779" cy="2135779"/>
          </a:xfrm>
          <a:prstGeom prst="ellipse">
            <a:avLst/>
          </a:prstGeom>
          <a:solidFill>
            <a:srgbClr val="D0BBDF">
              <a:alpha val="73000"/>
            </a:srgbClr>
          </a:solidFill>
          <a:ln w="6072" cap="flat">
            <a:noFill/>
            <a:prstDash val="solid"/>
            <a:miter/>
          </a:ln>
        </p:spPr>
        <p:txBody>
          <a:bodyPr rtlCol="0" anchor="ctr" wrap="square">
            <a:normAutofit/>
          </a:bodyPr>
          <a:lstStyle/>
          <a:p>
            <a:pPr algn="ctr"/>
            <a:r>
              <a:rPr lang="en-US" sz="1600" b="1">
                <a:solidFill>
                  <a:schemeClr val="tx1">
                    <a:lumMod val="85000"/>
                    <a:lumOff val="15000"/>
                  </a:schemeClr>
                </a:solidFill>
                <a:latin typeface="Arial" panose="020B0604020202020204" pitchFamily="34" charset="0"/>
                <a:cs typeface="Arial" panose="020B0604020202020204" pitchFamily="34" charset="0"/>
              </a:rPr>
              <a:t/>
            </a:r>
            <a:endParaRPr lang="en-IN" sz="1600" b="1">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67978-3095-899A-7ABD-7537B8E6D822}"/>
            </a:ext>
          </a:extLst>
        </p:cNvPr>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C1C828E7-6B08-8B83-831C-9B15E5748B25}"/>
              </a:ext>
            </a:extLst>
          </p:cNvPr>
          <p:cNvSpPr/>
          <p:nvPr/>
        </p:nvSpPr>
        <p:spPr>
          <a:xfrm>
            <a:off x="7306414" y="1070627"/>
            <a:ext cx="4432211" cy="5105670"/>
          </a:xfrm>
          <a:prstGeom prst="roundRect">
            <a:avLst>
              <a:gd name="adj" fmla="val 3015"/>
            </a:avLst>
          </a:prstGeom>
          <a:solidFill>
            <a:schemeClr val="bg1"/>
          </a:solidFill>
          <a:ln w="6072" cap="flat">
            <a:solidFill>
              <a:srgbClr val="2082C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5" name="Rectangle: Rounded Corners 74">
            <a:extLst>
              <a:ext uri="{FF2B5EF4-FFF2-40B4-BE49-F238E27FC236}">
                <a16:creationId xmlns:a16="http://schemas.microsoft.com/office/drawing/2014/main" id="{8B43A561-B191-6656-9B28-FE3CF6C4AE8A}"/>
              </a:ext>
            </a:extLst>
          </p:cNvPr>
          <p:cNvSpPr/>
          <p:nvPr/>
        </p:nvSpPr>
        <p:spPr>
          <a:xfrm>
            <a:off x="7462956" y="1219200"/>
            <a:ext cx="4119126" cy="548580"/>
          </a:xfrm>
          <a:prstGeom prst="roundRect">
            <a:avLst>
              <a:gd name="adj" fmla="val 11575"/>
            </a:avLst>
          </a:prstGeom>
          <a:solidFill>
            <a:srgbClr val="2082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2" name="Rectangle: Rounded Corners 71">
            <a:extLst>
              <a:ext uri="{FF2B5EF4-FFF2-40B4-BE49-F238E27FC236}">
                <a16:creationId xmlns:a16="http://schemas.microsoft.com/office/drawing/2014/main" id="{43CE98DB-5CCC-8B1E-2C29-A12982121619}"/>
              </a:ext>
            </a:extLst>
          </p:cNvPr>
          <p:cNvSpPr/>
          <p:nvPr/>
        </p:nvSpPr>
        <p:spPr>
          <a:xfrm>
            <a:off x="453376" y="1070627"/>
            <a:ext cx="4432211" cy="5105670"/>
          </a:xfrm>
          <a:prstGeom prst="roundRect">
            <a:avLst>
              <a:gd name="adj" fmla="val 301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3" name="Rectangle: Rounded Corners 72">
            <a:extLst>
              <a:ext uri="{FF2B5EF4-FFF2-40B4-BE49-F238E27FC236}">
                <a16:creationId xmlns:a16="http://schemas.microsoft.com/office/drawing/2014/main" id="{9DBF5848-63A7-6EB0-8146-3CBAAB36B648}"/>
              </a:ext>
            </a:extLst>
          </p:cNvPr>
          <p:cNvSpPr/>
          <p:nvPr/>
        </p:nvSpPr>
        <p:spPr>
          <a:xfrm>
            <a:off x="609918" y="1219200"/>
            <a:ext cx="4119126" cy="548580"/>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7733E86-4AB3-F9D6-E60F-A4351C2EE4A8}"/>
              </a:ext>
            </a:extLst>
          </p:cNvPr>
          <p:cNvSpPr>
            <a:spLocks noGrp="1"/>
          </p:cNvSpPr>
          <p:nvPr>
            <p:ph type="title"/>
          </p:nvPr>
        </p:nvSpPr>
        <p:spPr/>
        <p:txBody>
          <a:bodyPr/>
          <a:lstStyle/>
          <a:p>
            <a:r>
              <a:rPr lang="en-US"/>
              <a:t>Title</a:t>
            </a:r>
            <a:endParaRPr lang="en-IN"/>
          </a:p>
        </p:txBody>
      </p:sp>
      <p:grpSp>
        <p:nvGrpSpPr>
          <p:cNvPr id="71" name="Group 70">
            <a:extLst>
              <a:ext uri="{FF2B5EF4-FFF2-40B4-BE49-F238E27FC236}">
                <a16:creationId xmlns:a16="http://schemas.microsoft.com/office/drawing/2014/main" id="{E9177C72-20A8-3E92-BF40-BD7B14BDE69B}"/>
              </a:ext>
            </a:extLst>
          </p:cNvPr>
          <p:cNvGrpSpPr/>
          <p:nvPr/>
        </p:nvGrpSpPr>
        <p:grpSpPr>
          <a:xfrm>
            <a:off x="4191000" y="2749626"/>
            <a:ext cx="3810000" cy="2052472"/>
            <a:chOff x="3105752" y="1949233"/>
            <a:chExt cx="5980496" cy="3221734"/>
          </a:xfrm>
        </p:grpSpPr>
        <p:sp>
          <p:nvSpPr>
            <p:cNvPr id="49" name="Freeform: Shape 48">
              <a:extLst>
                <a:ext uri="{FF2B5EF4-FFF2-40B4-BE49-F238E27FC236}">
                  <a16:creationId xmlns:a16="http://schemas.microsoft.com/office/drawing/2014/main" id="{0775BB3E-E3ED-0128-940C-64FA68D49EA1}"/>
                </a:ext>
              </a:extLst>
            </p:cNvPr>
            <p:cNvSpPr/>
            <p:nvPr/>
          </p:nvSpPr>
          <p:spPr>
            <a:xfrm>
              <a:off x="3105752" y="1949306"/>
              <a:ext cx="3221669" cy="3221661"/>
            </a:xfrm>
            <a:custGeom>
              <a:avLst/>
              <a:gdLst>
                <a:gd name="connsiteX0" fmla="*/ 2121599 w 4243197"/>
                <a:gd name="connsiteY0" fmla="*/ 4243197 h 4243197"/>
                <a:gd name="connsiteX1" fmla="*/ 621411 w 4243197"/>
                <a:gd name="connsiteY1" fmla="*/ 3621786 h 4243197"/>
                <a:gd name="connsiteX2" fmla="*/ 0 w 4243197"/>
                <a:gd name="connsiteY2" fmla="*/ 2121599 h 4243197"/>
                <a:gd name="connsiteX3" fmla="*/ 621411 w 4243197"/>
                <a:gd name="connsiteY3" fmla="*/ 621411 h 4243197"/>
                <a:gd name="connsiteX4" fmla="*/ 2121599 w 4243197"/>
                <a:gd name="connsiteY4" fmla="*/ 0 h 4243197"/>
                <a:gd name="connsiteX5" fmla="*/ 3621786 w 4243197"/>
                <a:gd name="connsiteY5" fmla="*/ 621411 h 4243197"/>
                <a:gd name="connsiteX6" fmla="*/ 4243197 w 4243197"/>
                <a:gd name="connsiteY6" fmla="*/ 2121599 h 4243197"/>
                <a:gd name="connsiteX7" fmla="*/ 3938397 w 4243197"/>
                <a:gd name="connsiteY7" fmla="*/ 2426399 h 4243197"/>
                <a:gd name="connsiteX8" fmla="*/ 3633597 w 4243197"/>
                <a:gd name="connsiteY8" fmla="*/ 2121599 h 4243197"/>
                <a:gd name="connsiteX9" fmla="*/ 2121599 w 4243197"/>
                <a:gd name="connsiteY9" fmla="*/ 609600 h 4243197"/>
                <a:gd name="connsiteX10" fmla="*/ 609600 w 4243197"/>
                <a:gd name="connsiteY10" fmla="*/ 2121599 h 4243197"/>
                <a:gd name="connsiteX11" fmla="*/ 2121599 w 4243197"/>
                <a:gd name="connsiteY11" fmla="*/ 3633597 h 4243197"/>
                <a:gd name="connsiteX12" fmla="*/ 3210211 w 4243197"/>
                <a:gd name="connsiteY12" fmla="*/ 3170968 h 4243197"/>
                <a:gd name="connsiteX13" fmla="*/ 3641217 w 4243197"/>
                <a:gd name="connsiteY13" fmla="*/ 3163157 h 4243197"/>
                <a:gd name="connsiteX14" fmla="*/ 3649028 w 4243197"/>
                <a:gd name="connsiteY14" fmla="*/ 3594164 h 4243197"/>
                <a:gd name="connsiteX15" fmla="*/ 2965704 w 4243197"/>
                <a:gd name="connsiteY15" fmla="*/ 4068604 h 4243197"/>
                <a:gd name="connsiteX16" fmla="*/ 2121599 w 4243197"/>
                <a:gd name="connsiteY16" fmla="*/ 4243197 h 424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197">
                  <a:moveTo>
                    <a:pt x="2121599" y="4243197"/>
                  </a:moveTo>
                  <a:cubicBezTo>
                    <a:pt x="1554861" y="4243197"/>
                    <a:pt x="1022128" y="4022503"/>
                    <a:pt x="621411" y="3621786"/>
                  </a:cubicBezTo>
                  <a:cubicBezTo>
                    <a:pt x="220694" y="3221070"/>
                    <a:pt x="0" y="2688336"/>
                    <a:pt x="0" y="2121599"/>
                  </a:cubicBezTo>
                  <a:cubicBezTo>
                    <a:pt x="0" y="1554861"/>
                    <a:pt x="220694" y="1022128"/>
                    <a:pt x="621411" y="621411"/>
                  </a:cubicBezTo>
                  <a:cubicBezTo>
                    <a:pt x="1022128" y="220694"/>
                    <a:pt x="1554861" y="0"/>
                    <a:pt x="2121599" y="0"/>
                  </a:cubicBezTo>
                  <a:cubicBezTo>
                    <a:pt x="2688336" y="0"/>
                    <a:pt x="3221070" y="220694"/>
                    <a:pt x="3621786" y="621411"/>
                  </a:cubicBezTo>
                  <a:cubicBezTo>
                    <a:pt x="4022503" y="1022128"/>
                    <a:pt x="4243197" y="1554861"/>
                    <a:pt x="4243197" y="2121599"/>
                  </a:cubicBezTo>
                  <a:cubicBezTo>
                    <a:pt x="4243197" y="2289905"/>
                    <a:pt x="4106704" y="2426399"/>
                    <a:pt x="3938397" y="2426399"/>
                  </a:cubicBezTo>
                  <a:cubicBezTo>
                    <a:pt x="3770090" y="2426399"/>
                    <a:pt x="3633597" y="2289905"/>
                    <a:pt x="3633597" y="2121599"/>
                  </a:cubicBezTo>
                  <a:cubicBezTo>
                    <a:pt x="3633597" y="1287875"/>
                    <a:pt x="2955322" y="609600"/>
                    <a:pt x="2121599" y="609600"/>
                  </a:cubicBezTo>
                  <a:cubicBezTo>
                    <a:pt x="1287875" y="609600"/>
                    <a:pt x="609600" y="1287875"/>
                    <a:pt x="609600" y="2121599"/>
                  </a:cubicBezTo>
                  <a:cubicBezTo>
                    <a:pt x="609600" y="2955322"/>
                    <a:pt x="1287875" y="3633597"/>
                    <a:pt x="2121599" y="3633597"/>
                  </a:cubicBezTo>
                  <a:cubicBezTo>
                    <a:pt x="2535936" y="3633597"/>
                    <a:pt x="2922461" y="3469291"/>
                    <a:pt x="3210211" y="3170968"/>
                  </a:cubicBezTo>
                  <a:cubicBezTo>
                    <a:pt x="3327083" y="3049810"/>
                    <a:pt x="3520059" y="3046286"/>
                    <a:pt x="3641217" y="3163157"/>
                  </a:cubicBezTo>
                  <a:cubicBezTo>
                    <a:pt x="3762375" y="3280029"/>
                    <a:pt x="3765899" y="3472910"/>
                    <a:pt x="3649028" y="3594164"/>
                  </a:cubicBezTo>
                  <a:cubicBezTo>
                    <a:pt x="3453289" y="3797141"/>
                    <a:pt x="3223355" y="3956780"/>
                    <a:pt x="2965704" y="4068604"/>
                  </a:cubicBezTo>
                  <a:cubicBezTo>
                    <a:pt x="2698718" y="4184523"/>
                    <a:pt x="2414778" y="4243197"/>
                    <a:pt x="2121599" y="4243197"/>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13455F97-9829-880D-5849-2BAEC5221C7C}"/>
                </a:ext>
              </a:extLst>
            </p:cNvPr>
            <p:cNvSpPr/>
            <p:nvPr/>
          </p:nvSpPr>
          <p:spPr>
            <a:xfrm>
              <a:off x="5864579" y="1949233"/>
              <a:ext cx="3221669" cy="3221734"/>
            </a:xfrm>
            <a:custGeom>
              <a:avLst/>
              <a:gdLst>
                <a:gd name="connsiteX0" fmla="*/ 2121598 w 4243197"/>
                <a:gd name="connsiteY0" fmla="*/ 4243293 h 4243292"/>
                <a:gd name="connsiteX1" fmla="*/ 621411 w 4243197"/>
                <a:gd name="connsiteY1" fmla="*/ 3621881 h 4243292"/>
                <a:gd name="connsiteX2" fmla="*/ 0 w 4243197"/>
                <a:gd name="connsiteY2" fmla="*/ 2121694 h 4243292"/>
                <a:gd name="connsiteX3" fmla="*/ 304800 w 4243197"/>
                <a:gd name="connsiteY3" fmla="*/ 1816894 h 4243292"/>
                <a:gd name="connsiteX4" fmla="*/ 609600 w 4243197"/>
                <a:gd name="connsiteY4" fmla="*/ 2121694 h 4243292"/>
                <a:gd name="connsiteX5" fmla="*/ 2121598 w 4243197"/>
                <a:gd name="connsiteY5" fmla="*/ 3633692 h 4243292"/>
                <a:gd name="connsiteX6" fmla="*/ 3633597 w 4243197"/>
                <a:gd name="connsiteY6" fmla="*/ 2121694 h 4243292"/>
                <a:gd name="connsiteX7" fmla="*/ 2121598 w 4243197"/>
                <a:gd name="connsiteY7" fmla="*/ 609695 h 4243292"/>
                <a:gd name="connsiteX8" fmla="*/ 1032986 w 4243197"/>
                <a:gd name="connsiteY8" fmla="*/ 1072325 h 4243292"/>
                <a:gd name="connsiteX9" fmla="*/ 601980 w 4243197"/>
                <a:gd name="connsiteY9" fmla="*/ 1080135 h 4243292"/>
                <a:gd name="connsiteX10" fmla="*/ 594169 w 4243197"/>
                <a:gd name="connsiteY10" fmla="*/ 649129 h 4243292"/>
                <a:gd name="connsiteX11" fmla="*/ 1277493 w 4243197"/>
                <a:gd name="connsiteY11" fmla="*/ 174593 h 4243292"/>
                <a:gd name="connsiteX12" fmla="*/ 2121598 w 4243197"/>
                <a:gd name="connsiteY12" fmla="*/ 0 h 4243292"/>
                <a:gd name="connsiteX13" fmla="*/ 3621786 w 4243197"/>
                <a:gd name="connsiteY13" fmla="*/ 621411 h 4243292"/>
                <a:gd name="connsiteX14" fmla="*/ 4243197 w 4243197"/>
                <a:gd name="connsiteY14" fmla="*/ 2121599 h 4243292"/>
                <a:gd name="connsiteX15" fmla="*/ 3621786 w 4243197"/>
                <a:gd name="connsiteY15" fmla="*/ 3621786 h 4243292"/>
                <a:gd name="connsiteX16" fmla="*/ 2121598 w 4243197"/>
                <a:gd name="connsiteY16" fmla="*/ 4243197 h 424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292">
                  <a:moveTo>
                    <a:pt x="2121598" y="4243293"/>
                  </a:moveTo>
                  <a:cubicBezTo>
                    <a:pt x="1554861" y="4243293"/>
                    <a:pt x="1022128" y="4022598"/>
                    <a:pt x="621411" y="3621881"/>
                  </a:cubicBezTo>
                  <a:cubicBezTo>
                    <a:pt x="220694" y="3221165"/>
                    <a:pt x="0" y="2688431"/>
                    <a:pt x="0" y="2121694"/>
                  </a:cubicBezTo>
                  <a:cubicBezTo>
                    <a:pt x="0" y="1953387"/>
                    <a:pt x="136493" y="1816894"/>
                    <a:pt x="304800" y="1816894"/>
                  </a:cubicBezTo>
                  <a:cubicBezTo>
                    <a:pt x="473107" y="1816894"/>
                    <a:pt x="609600" y="1953387"/>
                    <a:pt x="609600" y="2121694"/>
                  </a:cubicBezTo>
                  <a:cubicBezTo>
                    <a:pt x="609600" y="2955417"/>
                    <a:pt x="1287875" y="3633692"/>
                    <a:pt x="2121598" y="3633692"/>
                  </a:cubicBezTo>
                  <a:cubicBezTo>
                    <a:pt x="2955322" y="3633692"/>
                    <a:pt x="3633597" y="2955417"/>
                    <a:pt x="3633597" y="2121694"/>
                  </a:cubicBezTo>
                  <a:cubicBezTo>
                    <a:pt x="3633597" y="1287971"/>
                    <a:pt x="2955322" y="609695"/>
                    <a:pt x="2121598" y="609695"/>
                  </a:cubicBezTo>
                  <a:cubicBezTo>
                    <a:pt x="1707261" y="609695"/>
                    <a:pt x="1320641" y="774002"/>
                    <a:pt x="1032986" y="1072325"/>
                  </a:cubicBezTo>
                  <a:cubicBezTo>
                    <a:pt x="916114" y="1193483"/>
                    <a:pt x="723233" y="1197007"/>
                    <a:pt x="601980" y="1080135"/>
                  </a:cubicBezTo>
                  <a:cubicBezTo>
                    <a:pt x="480822" y="963263"/>
                    <a:pt x="477298" y="770287"/>
                    <a:pt x="594169" y="649129"/>
                  </a:cubicBezTo>
                  <a:cubicBezTo>
                    <a:pt x="789908" y="446151"/>
                    <a:pt x="1019842" y="286512"/>
                    <a:pt x="1277493" y="174593"/>
                  </a:cubicBezTo>
                  <a:cubicBezTo>
                    <a:pt x="1544479" y="58674"/>
                    <a:pt x="1828419" y="0"/>
                    <a:pt x="2121598" y="0"/>
                  </a:cubicBezTo>
                  <a:cubicBezTo>
                    <a:pt x="2688336" y="0"/>
                    <a:pt x="3221070" y="220694"/>
                    <a:pt x="3621786" y="621411"/>
                  </a:cubicBezTo>
                  <a:cubicBezTo>
                    <a:pt x="4022503" y="1022128"/>
                    <a:pt x="4243197" y="1554861"/>
                    <a:pt x="4243197" y="2121599"/>
                  </a:cubicBezTo>
                  <a:cubicBezTo>
                    <a:pt x="4243197" y="2688336"/>
                    <a:pt x="4022503" y="3221069"/>
                    <a:pt x="3621786" y="3621786"/>
                  </a:cubicBezTo>
                  <a:cubicBezTo>
                    <a:pt x="3221070" y="4022503"/>
                    <a:pt x="2688336" y="4243197"/>
                    <a:pt x="2121598" y="4243197"/>
                  </a:cubicBezTo>
                  <a:close/>
                </a:path>
              </a:pathLst>
            </a:custGeom>
            <a:solidFill>
              <a:srgbClr val="60A6D8"/>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grpSp>
          <p:nvGrpSpPr>
            <p:cNvPr id="51" name="Graphic 379">
              <a:extLst>
                <a:ext uri="{FF2B5EF4-FFF2-40B4-BE49-F238E27FC236}">
                  <a16:creationId xmlns:a16="http://schemas.microsoft.com/office/drawing/2014/main" id="{84073599-F1EF-ABB0-5D9B-B59A351519E1}"/>
                </a:ext>
              </a:extLst>
            </p:cNvPr>
            <p:cNvGrpSpPr/>
            <p:nvPr/>
          </p:nvGrpSpPr>
          <p:grpSpPr>
            <a:xfrm>
              <a:off x="3319237" y="2517612"/>
              <a:ext cx="489537" cy="2087747"/>
              <a:chOff x="2438590" y="2058193"/>
              <a:chExt cx="644757" cy="2749740"/>
            </a:xfrm>
            <a:solidFill>
              <a:srgbClr val="E8E2F2"/>
            </a:solidFill>
          </p:grpSpPr>
          <p:sp>
            <p:nvSpPr>
              <p:cNvPr id="66" name="Freeform: Shape 65">
                <a:extLst>
                  <a:ext uri="{FF2B5EF4-FFF2-40B4-BE49-F238E27FC236}">
                    <a16:creationId xmlns:a16="http://schemas.microsoft.com/office/drawing/2014/main" id="{7279698F-7346-EA36-B6C6-056BC31F6142}"/>
                  </a:ext>
                </a:extLst>
              </p:cNvPr>
              <p:cNvSpPr/>
              <p:nvPr/>
            </p:nvSpPr>
            <p:spPr>
              <a:xfrm>
                <a:off x="3052930" y="2058193"/>
                <a:ext cx="30374" cy="30162"/>
              </a:xfrm>
              <a:custGeom>
                <a:avLst/>
                <a:gdLst>
                  <a:gd name="connsiteX0" fmla="*/ 14309 w 30374"/>
                  <a:gd name="connsiteY0" fmla="*/ 30162 h 30162"/>
                  <a:gd name="connsiteX1" fmla="*/ 3546 w 30374"/>
                  <a:gd name="connsiteY1" fmla="*/ 25304 h 30162"/>
                  <a:gd name="connsiteX2" fmla="*/ 4879 w 30374"/>
                  <a:gd name="connsiteY2" fmla="*/ 5112 h 30162"/>
                  <a:gd name="connsiteX3" fmla="*/ 6594 w 30374"/>
                  <a:gd name="connsiteY3" fmla="*/ 3587 h 30162"/>
                  <a:gd name="connsiteX4" fmla="*/ 26787 w 30374"/>
                  <a:gd name="connsiteY4" fmla="*/ 4826 h 30162"/>
                  <a:gd name="connsiteX5" fmla="*/ 25549 w 30374"/>
                  <a:gd name="connsiteY5" fmla="*/ 25019 h 30162"/>
                  <a:gd name="connsiteX6" fmla="*/ 23739 w 30374"/>
                  <a:gd name="connsiteY6" fmla="*/ 26638 h 30162"/>
                  <a:gd name="connsiteX7" fmla="*/ 14309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4309" y="30162"/>
                    </a:moveTo>
                    <a:cubicBezTo>
                      <a:pt x="10309" y="30162"/>
                      <a:pt x="6403" y="28543"/>
                      <a:pt x="3546" y="25304"/>
                    </a:cubicBezTo>
                    <a:cubicBezTo>
                      <a:pt x="-1693" y="19399"/>
                      <a:pt x="-1026" y="10350"/>
                      <a:pt x="4879" y="5112"/>
                    </a:cubicBezTo>
                    <a:lnTo>
                      <a:pt x="6594" y="3587"/>
                    </a:lnTo>
                    <a:cubicBezTo>
                      <a:pt x="12499" y="-1651"/>
                      <a:pt x="21548" y="-1080"/>
                      <a:pt x="26787" y="4826"/>
                    </a:cubicBezTo>
                    <a:cubicBezTo>
                      <a:pt x="32026" y="10731"/>
                      <a:pt x="31454" y="19780"/>
                      <a:pt x="25549" y="25019"/>
                    </a:cubicBezTo>
                    <a:lnTo>
                      <a:pt x="23739" y="26638"/>
                    </a:lnTo>
                    <a:cubicBezTo>
                      <a:pt x="21072" y="29019"/>
                      <a:pt x="17643" y="30162"/>
                      <a:pt x="14309" y="30162"/>
                    </a:cubicBezTo>
                    <a:close/>
                  </a:path>
                </a:pathLst>
              </a:custGeom>
              <a:grpFill/>
              <a:ln w="0" cap="flat">
                <a:solidFill>
                  <a:schemeClr val="bg1"/>
                </a:solid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1A3B4A7-12B1-03F0-C208-18E260AFD044}"/>
                  </a:ext>
                </a:extLst>
              </p:cNvPr>
              <p:cNvSpPr/>
              <p:nvPr/>
            </p:nvSpPr>
            <p:spPr>
              <a:xfrm>
                <a:off x="2438590" y="2137480"/>
                <a:ext cx="559998" cy="2590728"/>
              </a:xfrm>
              <a:custGeom>
                <a:avLst/>
                <a:gdLst>
                  <a:gd name="connsiteX0" fmla="*/ 545306 w 559998"/>
                  <a:gd name="connsiteY0" fmla="*/ 2590729 h 2590728"/>
                  <a:gd name="connsiteX1" fmla="*/ 535210 w 559998"/>
                  <a:gd name="connsiteY1" fmla="*/ 2586538 h 2590728"/>
                  <a:gd name="connsiteX2" fmla="*/ 531876 w 559998"/>
                  <a:gd name="connsiteY2" fmla="*/ 2583204 h 2590728"/>
                  <a:gd name="connsiteX3" fmla="*/ 531876 w 559998"/>
                  <a:gd name="connsiteY3" fmla="*/ 2563011 h 2590728"/>
                  <a:gd name="connsiteX4" fmla="*/ 552069 w 559998"/>
                  <a:gd name="connsiteY4" fmla="*/ 2563011 h 2590728"/>
                  <a:gd name="connsiteX5" fmla="*/ 555498 w 559998"/>
                  <a:gd name="connsiteY5" fmla="*/ 2566440 h 2590728"/>
                  <a:gd name="connsiteX6" fmla="*/ 555498 w 559998"/>
                  <a:gd name="connsiteY6" fmla="*/ 2586633 h 2590728"/>
                  <a:gd name="connsiteX7" fmla="*/ 545402 w 559998"/>
                  <a:gd name="connsiteY7" fmla="*/ 2590729 h 2590728"/>
                  <a:gd name="connsiteX8" fmla="*/ 464249 w 559998"/>
                  <a:gd name="connsiteY8" fmla="*/ 2504432 h 2590728"/>
                  <a:gd name="connsiteX9" fmla="*/ 453485 w 559998"/>
                  <a:gd name="connsiteY9" fmla="*/ 2499574 h 2590728"/>
                  <a:gd name="connsiteX10" fmla="*/ 450342 w 559998"/>
                  <a:gd name="connsiteY10" fmla="*/ 2495955 h 2590728"/>
                  <a:gd name="connsiteX11" fmla="*/ 451676 w 559998"/>
                  <a:gd name="connsiteY11" fmla="*/ 2475762 h 2590728"/>
                  <a:gd name="connsiteX12" fmla="*/ 471868 w 559998"/>
                  <a:gd name="connsiteY12" fmla="*/ 2477095 h 2590728"/>
                  <a:gd name="connsiteX13" fmla="*/ 474916 w 559998"/>
                  <a:gd name="connsiteY13" fmla="*/ 2480620 h 2590728"/>
                  <a:gd name="connsiteX14" fmla="*/ 473678 w 559998"/>
                  <a:gd name="connsiteY14" fmla="*/ 2500813 h 2590728"/>
                  <a:gd name="connsiteX15" fmla="*/ 464249 w 559998"/>
                  <a:gd name="connsiteY15" fmla="*/ 2504432 h 2590728"/>
                  <a:gd name="connsiteX16" fmla="*/ 389096 w 559998"/>
                  <a:gd name="connsiteY16" fmla="*/ 2412992 h 2590728"/>
                  <a:gd name="connsiteX17" fmla="*/ 377762 w 559998"/>
                  <a:gd name="connsiteY17" fmla="*/ 2407372 h 2590728"/>
                  <a:gd name="connsiteX18" fmla="*/ 374904 w 559998"/>
                  <a:gd name="connsiteY18" fmla="*/ 2403562 h 2590728"/>
                  <a:gd name="connsiteX19" fmla="*/ 377571 w 559998"/>
                  <a:gd name="connsiteY19" fmla="*/ 2383560 h 2590728"/>
                  <a:gd name="connsiteX20" fmla="*/ 397574 w 559998"/>
                  <a:gd name="connsiteY20" fmla="*/ 2386227 h 2590728"/>
                  <a:gd name="connsiteX21" fmla="*/ 400431 w 559998"/>
                  <a:gd name="connsiteY21" fmla="*/ 2389942 h 2590728"/>
                  <a:gd name="connsiteX22" fmla="*/ 397764 w 559998"/>
                  <a:gd name="connsiteY22" fmla="*/ 2409944 h 2590728"/>
                  <a:gd name="connsiteX23" fmla="*/ 389096 w 559998"/>
                  <a:gd name="connsiteY23" fmla="*/ 2412897 h 2590728"/>
                  <a:gd name="connsiteX24" fmla="*/ 319945 w 559998"/>
                  <a:gd name="connsiteY24" fmla="*/ 2316790 h 2590728"/>
                  <a:gd name="connsiteX25" fmla="*/ 308039 w 559998"/>
                  <a:gd name="connsiteY25" fmla="*/ 2310408 h 2590728"/>
                  <a:gd name="connsiteX26" fmla="*/ 305467 w 559998"/>
                  <a:gd name="connsiteY26" fmla="*/ 2306503 h 2590728"/>
                  <a:gd name="connsiteX27" fmla="*/ 309372 w 559998"/>
                  <a:gd name="connsiteY27" fmla="*/ 2286691 h 2590728"/>
                  <a:gd name="connsiteX28" fmla="*/ 329184 w 559998"/>
                  <a:gd name="connsiteY28" fmla="*/ 2290596 h 2590728"/>
                  <a:gd name="connsiteX29" fmla="*/ 331851 w 559998"/>
                  <a:gd name="connsiteY29" fmla="*/ 2294596 h 2590728"/>
                  <a:gd name="connsiteX30" fmla="*/ 327850 w 559998"/>
                  <a:gd name="connsiteY30" fmla="*/ 2314409 h 2590728"/>
                  <a:gd name="connsiteX31" fmla="*/ 319945 w 559998"/>
                  <a:gd name="connsiteY31" fmla="*/ 2316790 h 2590728"/>
                  <a:gd name="connsiteX32" fmla="*/ 257270 w 559998"/>
                  <a:gd name="connsiteY32" fmla="*/ 2216301 h 2590728"/>
                  <a:gd name="connsiteX33" fmla="*/ 244888 w 559998"/>
                  <a:gd name="connsiteY33" fmla="*/ 2209157 h 2590728"/>
                  <a:gd name="connsiteX34" fmla="*/ 242506 w 559998"/>
                  <a:gd name="connsiteY34" fmla="*/ 2205061 h 2590728"/>
                  <a:gd name="connsiteX35" fmla="*/ 247745 w 559998"/>
                  <a:gd name="connsiteY35" fmla="*/ 2185535 h 2590728"/>
                  <a:gd name="connsiteX36" fmla="*/ 267272 w 559998"/>
                  <a:gd name="connsiteY36" fmla="*/ 2190774 h 2590728"/>
                  <a:gd name="connsiteX37" fmla="*/ 269653 w 559998"/>
                  <a:gd name="connsiteY37" fmla="*/ 2194965 h 2590728"/>
                  <a:gd name="connsiteX38" fmla="*/ 264414 w 559998"/>
                  <a:gd name="connsiteY38" fmla="*/ 2214491 h 2590728"/>
                  <a:gd name="connsiteX39" fmla="*/ 257270 w 559998"/>
                  <a:gd name="connsiteY39" fmla="*/ 2216396 h 2590728"/>
                  <a:gd name="connsiteX40" fmla="*/ 201263 w 559998"/>
                  <a:gd name="connsiteY40" fmla="*/ 2112002 h 2590728"/>
                  <a:gd name="connsiteX41" fmla="*/ 188404 w 559998"/>
                  <a:gd name="connsiteY41" fmla="*/ 2104001 h 2590728"/>
                  <a:gd name="connsiteX42" fmla="*/ 186309 w 559998"/>
                  <a:gd name="connsiteY42" fmla="*/ 2099715 h 2590728"/>
                  <a:gd name="connsiteX43" fmla="*/ 192881 w 559998"/>
                  <a:gd name="connsiteY43" fmla="*/ 2080570 h 2590728"/>
                  <a:gd name="connsiteX44" fmla="*/ 212026 w 559998"/>
                  <a:gd name="connsiteY44" fmla="*/ 2087142 h 2590728"/>
                  <a:gd name="connsiteX45" fmla="*/ 214122 w 559998"/>
                  <a:gd name="connsiteY45" fmla="*/ 2091333 h 2590728"/>
                  <a:gd name="connsiteX46" fmla="*/ 207645 w 559998"/>
                  <a:gd name="connsiteY46" fmla="*/ 2110478 h 2590728"/>
                  <a:gd name="connsiteX47" fmla="*/ 201359 w 559998"/>
                  <a:gd name="connsiteY47" fmla="*/ 2112002 h 2590728"/>
                  <a:gd name="connsiteX48" fmla="*/ 152210 w 559998"/>
                  <a:gd name="connsiteY48" fmla="*/ 2004179 h 2590728"/>
                  <a:gd name="connsiteX49" fmla="*/ 138970 w 559998"/>
                  <a:gd name="connsiteY49" fmla="*/ 1995321 h 2590728"/>
                  <a:gd name="connsiteX50" fmla="*/ 137160 w 559998"/>
                  <a:gd name="connsiteY50" fmla="*/ 1990939 h 2590728"/>
                  <a:gd name="connsiteX51" fmla="*/ 144875 w 559998"/>
                  <a:gd name="connsiteY51" fmla="*/ 1972270 h 2590728"/>
                  <a:gd name="connsiteX52" fmla="*/ 163544 w 559998"/>
                  <a:gd name="connsiteY52" fmla="*/ 1979986 h 2590728"/>
                  <a:gd name="connsiteX53" fmla="*/ 165354 w 559998"/>
                  <a:gd name="connsiteY53" fmla="*/ 1984367 h 2590728"/>
                  <a:gd name="connsiteX54" fmla="*/ 157544 w 559998"/>
                  <a:gd name="connsiteY54" fmla="*/ 2003036 h 2590728"/>
                  <a:gd name="connsiteX55" fmla="*/ 152114 w 559998"/>
                  <a:gd name="connsiteY55" fmla="*/ 2004084 h 2590728"/>
                  <a:gd name="connsiteX56" fmla="*/ 110395 w 559998"/>
                  <a:gd name="connsiteY56" fmla="*/ 1893403 h 2590728"/>
                  <a:gd name="connsiteX57" fmla="*/ 96869 w 559998"/>
                  <a:gd name="connsiteY57" fmla="*/ 1883688 h 2590728"/>
                  <a:gd name="connsiteX58" fmla="*/ 95345 w 559998"/>
                  <a:gd name="connsiteY58" fmla="*/ 1879211 h 2590728"/>
                  <a:gd name="connsiteX59" fmla="*/ 104299 w 559998"/>
                  <a:gd name="connsiteY59" fmla="*/ 1861113 h 2590728"/>
                  <a:gd name="connsiteX60" fmla="*/ 122396 w 559998"/>
                  <a:gd name="connsiteY60" fmla="*/ 1870067 h 2590728"/>
                  <a:gd name="connsiteX61" fmla="*/ 123920 w 559998"/>
                  <a:gd name="connsiteY61" fmla="*/ 1874544 h 2590728"/>
                  <a:gd name="connsiteX62" fmla="*/ 114967 w 559998"/>
                  <a:gd name="connsiteY62" fmla="*/ 1892641 h 2590728"/>
                  <a:gd name="connsiteX63" fmla="*/ 110395 w 559998"/>
                  <a:gd name="connsiteY63" fmla="*/ 1893403 h 2590728"/>
                  <a:gd name="connsiteX64" fmla="*/ 75914 w 559998"/>
                  <a:gd name="connsiteY64" fmla="*/ 1780056 h 2590728"/>
                  <a:gd name="connsiteX65" fmla="*/ 62103 w 559998"/>
                  <a:gd name="connsiteY65" fmla="*/ 1769483 h 2590728"/>
                  <a:gd name="connsiteX66" fmla="*/ 60865 w 559998"/>
                  <a:gd name="connsiteY66" fmla="*/ 1764816 h 2590728"/>
                  <a:gd name="connsiteX67" fmla="*/ 71056 w 559998"/>
                  <a:gd name="connsiteY67" fmla="*/ 1747385 h 2590728"/>
                  <a:gd name="connsiteX68" fmla="*/ 88487 w 559998"/>
                  <a:gd name="connsiteY68" fmla="*/ 1757577 h 2590728"/>
                  <a:gd name="connsiteX69" fmla="*/ 89725 w 559998"/>
                  <a:gd name="connsiteY69" fmla="*/ 1762149 h 2590728"/>
                  <a:gd name="connsiteX70" fmla="*/ 79629 w 559998"/>
                  <a:gd name="connsiteY70" fmla="*/ 1779675 h 2590728"/>
                  <a:gd name="connsiteX71" fmla="*/ 75914 w 559998"/>
                  <a:gd name="connsiteY71" fmla="*/ 1780151 h 2590728"/>
                  <a:gd name="connsiteX72" fmla="*/ 49054 w 559998"/>
                  <a:gd name="connsiteY72" fmla="*/ 1664613 h 2590728"/>
                  <a:gd name="connsiteX73" fmla="*/ 35052 w 559998"/>
                  <a:gd name="connsiteY73" fmla="*/ 1653088 h 2590728"/>
                  <a:gd name="connsiteX74" fmla="*/ 34099 w 559998"/>
                  <a:gd name="connsiteY74" fmla="*/ 1648420 h 2590728"/>
                  <a:gd name="connsiteX75" fmla="*/ 45339 w 559998"/>
                  <a:gd name="connsiteY75" fmla="*/ 1631656 h 2590728"/>
                  <a:gd name="connsiteX76" fmla="*/ 62103 w 559998"/>
                  <a:gd name="connsiteY76" fmla="*/ 1642896 h 2590728"/>
                  <a:gd name="connsiteX77" fmla="*/ 63055 w 559998"/>
                  <a:gd name="connsiteY77" fmla="*/ 1647563 h 2590728"/>
                  <a:gd name="connsiteX78" fmla="*/ 51816 w 559998"/>
                  <a:gd name="connsiteY78" fmla="*/ 1664327 h 2590728"/>
                  <a:gd name="connsiteX79" fmla="*/ 49054 w 559998"/>
                  <a:gd name="connsiteY79" fmla="*/ 1664613 h 2590728"/>
                  <a:gd name="connsiteX80" fmla="*/ 29718 w 559998"/>
                  <a:gd name="connsiteY80" fmla="*/ 1547741 h 2590728"/>
                  <a:gd name="connsiteX81" fmla="*/ 15526 w 559998"/>
                  <a:gd name="connsiteY81" fmla="*/ 1535263 h 2590728"/>
                  <a:gd name="connsiteX82" fmla="*/ 14954 w 559998"/>
                  <a:gd name="connsiteY82" fmla="*/ 1530501 h 2590728"/>
                  <a:gd name="connsiteX83" fmla="*/ 27337 w 559998"/>
                  <a:gd name="connsiteY83" fmla="*/ 1514499 h 2590728"/>
                  <a:gd name="connsiteX84" fmla="*/ 43339 w 559998"/>
                  <a:gd name="connsiteY84" fmla="*/ 1526881 h 2590728"/>
                  <a:gd name="connsiteX85" fmla="*/ 43910 w 559998"/>
                  <a:gd name="connsiteY85" fmla="*/ 1531549 h 2590728"/>
                  <a:gd name="connsiteX86" fmla="*/ 31623 w 559998"/>
                  <a:gd name="connsiteY86" fmla="*/ 1547551 h 2590728"/>
                  <a:gd name="connsiteX87" fmla="*/ 29718 w 559998"/>
                  <a:gd name="connsiteY87" fmla="*/ 1547646 h 2590728"/>
                  <a:gd name="connsiteX88" fmla="*/ 3905 w 559998"/>
                  <a:gd name="connsiteY88" fmla="*/ 1416487 h 2590728"/>
                  <a:gd name="connsiteX89" fmla="*/ 3619 w 559998"/>
                  <a:gd name="connsiteY89" fmla="*/ 1411724 h 2590728"/>
                  <a:gd name="connsiteX90" fmla="*/ 16954 w 559998"/>
                  <a:gd name="connsiteY90" fmla="*/ 1396579 h 2590728"/>
                  <a:gd name="connsiteX91" fmla="*/ 32099 w 559998"/>
                  <a:gd name="connsiteY91" fmla="*/ 1409914 h 2590728"/>
                  <a:gd name="connsiteX92" fmla="*/ 32385 w 559998"/>
                  <a:gd name="connsiteY92" fmla="*/ 1414010 h 2590728"/>
                  <a:gd name="connsiteX93" fmla="*/ 18193 w 559998"/>
                  <a:gd name="connsiteY93" fmla="*/ 1415439 h 2590728"/>
                  <a:gd name="connsiteX94" fmla="*/ 3905 w 559998"/>
                  <a:gd name="connsiteY94" fmla="*/ 1416391 h 2590728"/>
                  <a:gd name="connsiteX95" fmla="*/ 14288 w 559998"/>
                  <a:gd name="connsiteY95" fmla="*/ 1311521 h 2590728"/>
                  <a:gd name="connsiteX96" fmla="*/ 0 w 559998"/>
                  <a:gd name="connsiteY96" fmla="*/ 1297234 h 2590728"/>
                  <a:gd name="connsiteX97" fmla="*/ 0 w 559998"/>
                  <a:gd name="connsiteY97" fmla="*/ 1292471 h 2590728"/>
                  <a:gd name="connsiteX98" fmla="*/ 14288 w 559998"/>
                  <a:gd name="connsiteY98" fmla="*/ 1278184 h 2590728"/>
                  <a:gd name="connsiteX99" fmla="*/ 28575 w 559998"/>
                  <a:gd name="connsiteY99" fmla="*/ 1292471 h 2590728"/>
                  <a:gd name="connsiteX100" fmla="*/ 28575 w 559998"/>
                  <a:gd name="connsiteY100" fmla="*/ 1297234 h 2590728"/>
                  <a:gd name="connsiteX101" fmla="*/ 14288 w 559998"/>
                  <a:gd name="connsiteY101" fmla="*/ 1311521 h 2590728"/>
                  <a:gd name="connsiteX102" fmla="*/ 18002 w 559998"/>
                  <a:gd name="connsiteY102" fmla="*/ 1193125 h 2590728"/>
                  <a:gd name="connsiteX103" fmla="*/ 17050 w 559998"/>
                  <a:gd name="connsiteY103" fmla="*/ 1193125 h 2590728"/>
                  <a:gd name="connsiteX104" fmla="*/ 3715 w 559998"/>
                  <a:gd name="connsiteY104" fmla="*/ 1177981 h 2590728"/>
                  <a:gd name="connsiteX105" fmla="*/ 4001 w 559998"/>
                  <a:gd name="connsiteY105" fmla="*/ 1173218 h 2590728"/>
                  <a:gd name="connsiteX106" fmla="*/ 19145 w 559998"/>
                  <a:gd name="connsiteY106" fmla="*/ 1159883 h 2590728"/>
                  <a:gd name="connsiteX107" fmla="*/ 32480 w 559998"/>
                  <a:gd name="connsiteY107" fmla="*/ 1175028 h 2590728"/>
                  <a:gd name="connsiteX108" fmla="*/ 32195 w 559998"/>
                  <a:gd name="connsiteY108" fmla="*/ 1179790 h 2590728"/>
                  <a:gd name="connsiteX109" fmla="*/ 17907 w 559998"/>
                  <a:gd name="connsiteY109" fmla="*/ 1193125 h 2590728"/>
                  <a:gd name="connsiteX110" fmla="*/ 29337 w 559998"/>
                  <a:gd name="connsiteY110" fmla="*/ 1075301 h 2590728"/>
                  <a:gd name="connsiteX111" fmla="*/ 27432 w 559998"/>
                  <a:gd name="connsiteY111" fmla="*/ 1075206 h 2590728"/>
                  <a:gd name="connsiteX112" fmla="*/ 15145 w 559998"/>
                  <a:gd name="connsiteY112" fmla="*/ 1059204 h 2590728"/>
                  <a:gd name="connsiteX113" fmla="*/ 15716 w 559998"/>
                  <a:gd name="connsiteY113" fmla="*/ 1054537 h 2590728"/>
                  <a:gd name="connsiteX114" fmla="*/ 31718 w 559998"/>
                  <a:gd name="connsiteY114" fmla="*/ 1042249 h 2590728"/>
                  <a:gd name="connsiteX115" fmla="*/ 44005 w 559998"/>
                  <a:gd name="connsiteY115" fmla="*/ 1058251 h 2590728"/>
                  <a:gd name="connsiteX116" fmla="*/ 43434 w 559998"/>
                  <a:gd name="connsiteY116" fmla="*/ 1062919 h 2590728"/>
                  <a:gd name="connsiteX117" fmla="*/ 29242 w 559998"/>
                  <a:gd name="connsiteY117" fmla="*/ 1075301 h 2590728"/>
                  <a:gd name="connsiteX118" fmla="*/ 48387 w 559998"/>
                  <a:gd name="connsiteY118" fmla="*/ 958525 h 2590728"/>
                  <a:gd name="connsiteX119" fmla="*/ 45625 w 559998"/>
                  <a:gd name="connsiteY119" fmla="*/ 958239 h 2590728"/>
                  <a:gd name="connsiteX120" fmla="*/ 34385 w 559998"/>
                  <a:gd name="connsiteY120" fmla="*/ 941475 h 2590728"/>
                  <a:gd name="connsiteX121" fmla="*/ 35338 w 559998"/>
                  <a:gd name="connsiteY121" fmla="*/ 936808 h 2590728"/>
                  <a:gd name="connsiteX122" fmla="*/ 52102 w 559998"/>
                  <a:gd name="connsiteY122" fmla="*/ 925568 h 2590728"/>
                  <a:gd name="connsiteX123" fmla="*/ 63341 w 559998"/>
                  <a:gd name="connsiteY123" fmla="*/ 942332 h 2590728"/>
                  <a:gd name="connsiteX124" fmla="*/ 62389 w 559998"/>
                  <a:gd name="connsiteY124" fmla="*/ 946904 h 2590728"/>
                  <a:gd name="connsiteX125" fmla="*/ 48387 w 559998"/>
                  <a:gd name="connsiteY125" fmla="*/ 958429 h 2590728"/>
                  <a:gd name="connsiteX126" fmla="*/ 74962 w 559998"/>
                  <a:gd name="connsiteY126" fmla="*/ 843272 h 2590728"/>
                  <a:gd name="connsiteX127" fmla="*/ 71247 w 559998"/>
                  <a:gd name="connsiteY127" fmla="*/ 842796 h 2590728"/>
                  <a:gd name="connsiteX128" fmla="*/ 61150 w 559998"/>
                  <a:gd name="connsiteY128" fmla="*/ 825270 h 2590728"/>
                  <a:gd name="connsiteX129" fmla="*/ 62389 w 559998"/>
                  <a:gd name="connsiteY129" fmla="*/ 820698 h 2590728"/>
                  <a:gd name="connsiteX130" fmla="*/ 79915 w 559998"/>
                  <a:gd name="connsiteY130" fmla="*/ 810601 h 2590728"/>
                  <a:gd name="connsiteX131" fmla="*/ 90011 w 559998"/>
                  <a:gd name="connsiteY131" fmla="*/ 828127 h 2590728"/>
                  <a:gd name="connsiteX132" fmla="*/ 88773 w 559998"/>
                  <a:gd name="connsiteY132" fmla="*/ 832699 h 2590728"/>
                  <a:gd name="connsiteX133" fmla="*/ 74962 w 559998"/>
                  <a:gd name="connsiteY133" fmla="*/ 843272 h 2590728"/>
                  <a:gd name="connsiteX134" fmla="*/ 109156 w 559998"/>
                  <a:gd name="connsiteY134" fmla="*/ 730020 h 2590728"/>
                  <a:gd name="connsiteX135" fmla="*/ 104584 w 559998"/>
                  <a:gd name="connsiteY135" fmla="*/ 729258 h 2590728"/>
                  <a:gd name="connsiteX136" fmla="*/ 95631 w 559998"/>
                  <a:gd name="connsiteY136" fmla="*/ 711160 h 2590728"/>
                  <a:gd name="connsiteX137" fmla="*/ 97155 w 559998"/>
                  <a:gd name="connsiteY137" fmla="*/ 706684 h 2590728"/>
                  <a:gd name="connsiteX138" fmla="*/ 115252 w 559998"/>
                  <a:gd name="connsiteY138" fmla="*/ 697730 h 2590728"/>
                  <a:gd name="connsiteX139" fmla="*/ 124206 w 559998"/>
                  <a:gd name="connsiteY139" fmla="*/ 715828 h 2590728"/>
                  <a:gd name="connsiteX140" fmla="*/ 122682 w 559998"/>
                  <a:gd name="connsiteY140" fmla="*/ 720304 h 2590728"/>
                  <a:gd name="connsiteX141" fmla="*/ 109156 w 559998"/>
                  <a:gd name="connsiteY141" fmla="*/ 730020 h 2590728"/>
                  <a:gd name="connsiteX142" fmla="*/ 150686 w 559998"/>
                  <a:gd name="connsiteY142" fmla="*/ 619149 h 2590728"/>
                  <a:gd name="connsiteX143" fmla="*/ 145256 w 559998"/>
                  <a:gd name="connsiteY143" fmla="*/ 618101 h 2590728"/>
                  <a:gd name="connsiteX144" fmla="*/ 137541 w 559998"/>
                  <a:gd name="connsiteY144" fmla="*/ 599432 h 2590728"/>
                  <a:gd name="connsiteX145" fmla="*/ 139351 w 559998"/>
                  <a:gd name="connsiteY145" fmla="*/ 595051 h 2590728"/>
                  <a:gd name="connsiteX146" fmla="*/ 158020 w 559998"/>
                  <a:gd name="connsiteY146" fmla="*/ 587335 h 2590728"/>
                  <a:gd name="connsiteX147" fmla="*/ 165735 w 559998"/>
                  <a:gd name="connsiteY147" fmla="*/ 606004 h 2590728"/>
                  <a:gd name="connsiteX148" fmla="*/ 163925 w 559998"/>
                  <a:gd name="connsiteY148" fmla="*/ 610386 h 2590728"/>
                  <a:gd name="connsiteX149" fmla="*/ 150686 w 559998"/>
                  <a:gd name="connsiteY149" fmla="*/ 619244 h 2590728"/>
                  <a:gd name="connsiteX150" fmla="*/ 199453 w 559998"/>
                  <a:gd name="connsiteY150" fmla="*/ 511326 h 2590728"/>
                  <a:gd name="connsiteX151" fmla="*/ 193167 w 559998"/>
                  <a:gd name="connsiteY151" fmla="*/ 509802 h 2590728"/>
                  <a:gd name="connsiteX152" fmla="*/ 186690 w 559998"/>
                  <a:gd name="connsiteY152" fmla="*/ 490657 h 2590728"/>
                  <a:gd name="connsiteX153" fmla="*/ 188786 w 559998"/>
                  <a:gd name="connsiteY153" fmla="*/ 486370 h 2590728"/>
                  <a:gd name="connsiteX154" fmla="*/ 207931 w 559998"/>
                  <a:gd name="connsiteY154" fmla="*/ 479893 h 2590728"/>
                  <a:gd name="connsiteX155" fmla="*/ 214408 w 559998"/>
                  <a:gd name="connsiteY155" fmla="*/ 499039 h 2590728"/>
                  <a:gd name="connsiteX156" fmla="*/ 212312 w 559998"/>
                  <a:gd name="connsiteY156" fmla="*/ 503325 h 2590728"/>
                  <a:gd name="connsiteX157" fmla="*/ 199453 w 559998"/>
                  <a:gd name="connsiteY157" fmla="*/ 511326 h 2590728"/>
                  <a:gd name="connsiteX158" fmla="*/ 255175 w 559998"/>
                  <a:gd name="connsiteY158" fmla="*/ 406932 h 2590728"/>
                  <a:gd name="connsiteX159" fmla="*/ 248031 w 559998"/>
                  <a:gd name="connsiteY159" fmla="*/ 405027 h 2590728"/>
                  <a:gd name="connsiteX160" fmla="*/ 242792 w 559998"/>
                  <a:gd name="connsiteY160" fmla="*/ 385501 h 2590728"/>
                  <a:gd name="connsiteX161" fmla="*/ 245173 w 559998"/>
                  <a:gd name="connsiteY161" fmla="*/ 381310 h 2590728"/>
                  <a:gd name="connsiteX162" fmla="*/ 264700 w 559998"/>
                  <a:gd name="connsiteY162" fmla="*/ 376166 h 2590728"/>
                  <a:gd name="connsiteX163" fmla="*/ 269843 w 559998"/>
                  <a:gd name="connsiteY163" fmla="*/ 395692 h 2590728"/>
                  <a:gd name="connsiteX164" fmla="*/ 267462 w 559998"/>
                  <a:gd name="connsiteY164" fmla="*/ 399693 h 2590728"/>
                  <a:gd name="connsiteX165" fmla="*/ 255079 w 559998"/>
                  <a:gd name="connsiteY165" fmla="*/ 406837 h 2590728"/>
                  <a:gd name="connsiteX166" fmla="*/ 317659 w 559998"/>
                  <a:gd name="connsiteY166" fmla="*/ 306348 h 2590728"/>
                  <a:gd name="connsiteX167" fmla="*/ 309753 w 559998"/>
                  <a:gd name="connsiteY167" fmla="*/ 303967 h 2590728"/>
                  <a:gd name="connsiteX168" fmla="*/ 305753 w 559998"/>
                  <a:gd name="connsiteY168" fmla="*/ 284155 h 2590728"/>
                  <a:gd name="connsiteX169" fmla="*/ 308420 w 559998"/>
                  <a:gd name="connsiteY169" fmla="*/ 280154 h 2590728"/>
                  <a:gd name="connsiteX170" fmla="*/ 328232 w 559998"/>
                  <a:gd name="connsiteY170" fmla="*/ 276249 h 2590728"/>
                  <a:gd name="connsiteX171" fmla="*/ 332137 w 559998"/>
                  <a:gd name="connsiteY171" fmla="*/ 296061 h 2590728"/>
                  <a:gd name="connsiteX172" fmla="*/ 329565 w 559998"/>
                  <a:gd name="connsiteY172" fmla="*/ 299966 h 2590728"/>
                  <a:gd name="connsiteX173" fmla="*/ 317659 w 559998"/>
                  <a:gd name="connsiteY173" fmla="*/ 306348 h 2590728"/>
                  <a:gd name="connsiteX174" fmla="*/ 386524 w 559998"/>
                  <a:gd name="connsiteY174" fmla="*/ 210050 h 2590728"/>
                  <a:gd name="connsiteX175" fmla="*/ 377857 w 559998"/>
                  <a:gd name="connsiteY175" fmla="*/ 207097 h 2590728"/>
                  <a:gd name="connsiteX176" fmla="*/ 375190 w 559998"/>
                  <a:gd name="connsiteY176" fmla="*/ 187095 h 2590728"/>
                  <a:gd name="connsiteX177" fmla="*/ 378047 w 559998"/>
                  <a:gd name="connsiteY177" fmla="*/ 183285 h 2590728"/>
                  <a:gd name="connsiteX178" fmla="*/ 398050 w 559998"/>
                  <a:gd name="connsiteY178" fmla="*/ 180713 h 2590728"/>
                  <a:gd name="connsiteX179" fmla="*/ 400622 w 559998"/>
                  <a:gd name="connsiteY179" fmla="*/ 200716 h 2590728"/>
                  <a:gd name="connsiteX180" fmla="*/ 397764 w 559998"/>
                  <a:gd name="connsiteY180" fmla="*/ 204430 h 2590728"/>
                  <a:gd name="connsiteX181" fmla="*/ 386429 w 559998"/>
                  <a:gd name="connsiteY181" fmla="*/ 210050 h 2590728"/>
                  <a:gd name="connsiteX182" fmla="*/ 461582 w 559998"/>
                  <a:gd name="connsiteY182" fmla="*/ 118515 h 2590728"/>
                  <a:gd name="connsiteX183" fmla="*/ 452247 w 559998"/>
                  <a:gd name="connsiteY183" fmla="*/ 114991 h 2590728"/>
                  <a:gd name="connsiteX184" fmla="*/ 450818 w 559998"/>
                  <a:gd name="connsiteY184" fmla="*/ 94798 h 2590728"/>
                  <a:gd name="connsiteX185" fmla="*/ 453962 w 559998"/>
                  <a:gd name="connsiteY185" fmla="*/ 91178 h 2590728"/>
                  <a:gd name="connsiteX186" fmla="*/ 474155 w 559998"/>
                  <a:gd name="connsiteY186" fmla="*/ 89845 h 2590728"/>
                  <a:gd name="connsiteX187" fmla="*/ 475488 w 559998"/>
                  <a:gd name="connsiteY187" fmla="*/ 110038 h 2590728"/>
                  <a:gd name="connsiteX188" fmla="*/ 472440 w 559998"/>
                  <a:gd name="connsiteY188" fmla="*/ 113562 h 2590728"/>
                  <a:gd name="connsiteX189" fmla="*/ 461677 w 559998"/>
                  <a:gd name="connsiteY189" fmla="*/ 118420 h 2590728"/>
                  <a:gd name="connsiteX190" fmla="*/ 542354 w 559998"/>
                  <a:gd name="connsiteY190" fmla="*/ 31933 h 2590728"/>
                  <a:gd name="connsiteX191" fmla="*/ 532257 w 559998"/>
                  <a:gd name="connsiteY191" fmla="*/ 27742 h 2590728"/>
                  <a:gd name="connsiteX192" fmla="*/ 532257 w 559998"/>
                  <a:gd name="connsiteY192" fmla="*/ 7549 h 2590728"/>
                  <a:gd name="connsiteX193" fmla="*/ 535591 w 559998"/>
                  <a:gd name="connsiteY193" fmla="*/ 4215 h 2590728"/>
                  <a:gd name="connsiteX194" fmla="*/ 555784 w 559998"/>
                  <a:gd name="connsiteY194" fmla="*/ 4215 h 2590728"/>
                  <a:gd name="connsiteX195" fmla="*/ 555784 w 559998"/>
                  <a:gd name="connsiteY195" fmla="*/ 24408 h 2590728"/>
                  <a:gd name="connsiteX196" fmla="*/ 552450 w 559998"/>
                  <a:gd name="connsiteY196" fmla="*/ 27742 h 2590728"/>
                  <a:gd name="connsiteX197" fmla="*/ 542354 w 559998"/>
                  <a:gd name="connsiteY197"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59998" h="2590728">
                    <a:moveTo>
                      <a:pt x="545306" y="2590729"/>
                    </a:moveTo>
                    <a:cubicBezTo>
                      <a:pt x="541592" y="2590729"/>
                      <a:pt x="537972" y="2589300"/>
                      <a:pt x="535210" y="2586538"/>
                    </a:cubicBezTo>
                    <a:lnTo>
                      <a:pt x="531876" y="2583204"/>
                    </a:lnTo>
                    <a:cubicBezTo>
                      <a:pt x="526256" y="2577584"/>
                      <a:pt x="526256" y="2568535"/>
                      <a:pt x="531876" y="2563011"/>
                    </a:cubicBezTo>
                    <a:cubicBezTo>
                      <a:pt x="537496" y="2557391"/>
                      <a:pt x="546545" y="2557391"/>
                      <a:pt x="552069" y="2563011"/>
                    </a:cubicBezTo>
                    <a:lnTo>
                      <a:pt x="555498" y="2566440"/>
                    </a:lnTo>
                    <a:cubicBezTo>
                      <a:pt x="561023" y="2572060"/>
                      <a:pt x="561023" y="2581109"/>
                      <a:pt x="555498" y="2586633"/>
                    </a:cubicBezTo>
                    <a:cubicBezTo>
                      <a:pt x="552736" y="2589395"/>
                      <a:pt x="549116" y="2590729"/>
                      <a:pt x="545402" y="2590729"/>
                    </a:cubicBezTo>
                    <a:close/>
                    <a:moveTo>
                      <a:pt x="464249" y="2504432"/>
                    </a:moveTo>
                    <a:cubicBezTo>
                      <a:pt x="460248" y="2504432"/>
                      <a:pt x="456343" y="2502813"/>
                      <a:pt x="453485" y="2499574"/>
                    </a:cubicBezTo>
                    <a:lnTo>
                      <a:pt x="450342" y="2495955"/>
                    </a:lnTo>
                    <a:cubicBezTo>
                      <a:pt x="445103" y="2490049"/>
                      <a:pt x="445770" y="2481001"/>
                      <a:pt x="451676" y="2475762"/>
                    </a:cubicBezTo>
                    <a:cubicBezTo>
                      <a:pt x="457581" y="2470523"/>
                      <a:pt x="466630" y="2471190"/>
                      <a:pt x="471868" y="2477095"/>
                    </a:cubicBezTo>
                    <a:lnTo>
                      <a:pt x="474916" y="2480620"/>
                    </a:lnTo>
                    <a:cubicBezTo>
                      <a:pt x="480155" y="2486525"/>
                      <a:pt x="479584" y="2495574"/>
                      <a:pt x="473678" y="2500813"/>
                    </a:cubicBezTo>
                    <a:cubicBezTo>
                      <a:pt x="470916" y="2503194"/>
                      <a:pt x="467582" y="2504432"/>
                      <a:pt x="464249" y="2504432"/>
                    </a:cubicBezTo>
                    <a:close/>
                    <a:moveTo>
                      <a:pt x="389096" y="2412992"/>
                    </a:moveTo>
                    <a:cubicBezTo>
                      <a:pt x="384810" y="2412992"/>
                      <a:pt x="380524" y="2411087"/>
                      <a:pt x="377762" y="2407372"/>
                    </a:cubicBezTo>
                    <a:lnTo>
                      <a:pt x="374904" y="2403562"/>
                    </a:lnTo>
                    <a:cubicBezTo>
                      <a:pt x="370141" y="2397276"/>
                      <a:pt x="371285" y="2388322"/>
                      <a:pt x="377571" y="2383560"/>
                    </a:cubicBezTo>
                    <a:cubicBezTo>
                      <a:pt x="383858" y="2378797"/>
                      <a:pt x="392811" y="2379940"/>
                      <a:pt x="397574" y="2386227"/>
                    </a:cubicBezTo>
                    <a:lnTo>
                      <a:pt x="400431" y="2389942"/>
                    </a:lnTo>
                    <a:cubicBezTo>
                      <a:pt x="405193" y="2396228"/>
                      <a:pt x="404051" y="2405182"/>
                      <a:pt x="397764" y="2409944"/>
                    </a:cubicBezTo>
                    <a:cubicBezTo>
                      <a:pt x="395192" y="2411944"/>
                      <a:pt x="392144" y="2412897"/>
                      <a:pt x="389096" y="2412897"/>
                    </a:cubicBezTo>
                    <a:close/>
                    <a:moveTo>
                      <a:pt x="319945" y="2316790"/>
                    </a:moveTo>
                    <a:cubicBezTo>
                      <a:pt x="315278" y="2316790"/>
                      <a:pt x="310801" y="2314599"/>
                      <a:pt x="308039" y="2310408"/>
                    </a:cubicBezTo>
                    <a:lnTo>
                      <a:pt x="305467" y="2306503"/>
                    </a:lnTo>
                    <a:cubicBezTo>
                      <a:pt x="301085" y="2299930"/>
                      <a:pt x="302800" y="2291072"/>
                      <a:pt x="309372" y="2286691"/>
                    </a:cubicBezTo>
                    <a:cubicBezTo>
                      <a:pt x="315944" y="2282309"/>
                      <a:pt x="324803" y="2284024"/>
                      <a:pt x="329184" y="2290596"/>
                    </a:cubicBezTo>
                    <a:lnTo>
                      <a:pt x="331851" y="2294596"/>
                    </a:lnTo>
                    <a:cubicBezTo>
                      <a:pt x="336233" y="2301169"/>
                      <a:pt x="334423" y="2310027"/>
                      <a:pt x="327850" y="2314409"/>
                    </a:cubicBezTo>
                    <a:cubicBezTo>
                      <a:pt x="325374" y="2316028"/>
                      <a:pt x="322707" y="2316790"/>
                      <a:pt x="319945" y="2316790"/>
                    </a:cubicBezTo>
                    <a:close/>
                    <a:moveTo>
                      <a:pt x="257270" y="2216301"/>
                    </a:moveTo>
                    <a:cubicBezTo>
                      <a:pt x="252317" y="2216301"/>
                      <a:pt x="247555" y="2213729"/>
                      <a:pt x="244888" y="2209157"/>
                    </a:cubicBezTo>
                    <a:lnTo>
                      <a:pt x="242506" y="2205061"/>
                    </a:lnTo>
                    <a:cubicBezTo>
                      <a:pt x="238601" y="2198203"/>
                      <a:pt x="240887" y="2189536"/>
                      <a:pt x="247745" y="2185535"/>
                    </a:cubicBezTo>
                    <a:cubicBezTo>
                      <a:pt x="254603" y="2181630"/>
                      <a:pt x="263271" y="2183916"/>
                      <a:pt x="267272" y="2190774"/>
                    </a:cubicBezTo>
                    <a:lnTo>
                      <a:pt x="269653" y="2194965"/>
                    </a:lnTo>
                    <a:cubicBezTo>
                      <a:pt x="273558" y="2201823"/>
                      <a:pt x="271177" y="2210491"/>
                      <a:pt x="264414" y="2214491"/>
                    </a:cubicBezTo>
                    <a:cubicBezTo>
                      <a:pt x="262128" y="2215729"/>
                      <a:pt x="259747" y="2216396"/>
                      <a:pt x="257270" y="2216396"/>
                    </a:cubicBezTo>
                    <a:close/>
                    <a:moveTo>
                      <a:pt x="201263" y="2112002"/>
                    </a:moveTo>
                    <a:cubicBezTo>
                      <a:pt x="196024" y="2112002"/>
                      <a:pt x="190976" y="2109049"/>
                      <a:pt x="188404" y="2104001"/>
                    </a:cubicBezTo>
                    <a:lnTo>
                      <a:pt x="186309" y="2099715"/>
                    </a:lnTo>
                    <a:cubicBezTo>
                      <a:pt x="182880" y="2092666"/>
                      <a:pt x="185738" y="2084094"/>
                      <a:pt x="192881" y="2080570"/>
                    </a:cubicBezTo>
                    <a:cubicBezTo>
                      <a:pt x="199930" y="2077045"/>
                      <a:pt x="208502" y="2079998"/>
                      <a:pt x="212026" y="2087142"/>
                    </a:cubicBezTo>
                    <a:lnTo>
                      <a:pt x="214122" y="2091333"/>
                    </a:lnTo>
                    <a:cubicBezTo>
                      <a:pt x="217646" y="2098381"/>
                      <a:pt x="214694" y="2106954"/>
                      <a:pt x="207645" y="2110478"/>
                    </a:cubicBezTo>
                    <a:cubicBezTo>
                      <a:pt x="205645" y="2111526"/>
                      <a:pt x="203454" y="2112002"/>
                      <a:pt x="201359" y="2112002"/>
                    </a:cubicBezTo>
                    <a:close/>
                    <a:moveTo>
                      <a:pt x="152210" y="2004179"/>
                    </a:moveTo>
                    <a:cubicBezTo>
                      <a:pt x="146590" y="2004179"/>
                      <a:pt x="141256" y="2000845"/>
                      <a:pt x="138970" y="1995321"/>
                    </a:cubicBezTo>
                    <a:lnTo>
                      <a:pt x="137160" y="1990939"/>
                    </a:lnTo>
                    <a:cubicBezTo>
                      <a:pt x="134112" y="1983605"/>
                      <a:pt x="137636" y="1975318"/>
                      <a:pt x="144875" y="1972270"/>
                    </a:cubicBezTo>
                    <a:cubicBezTo>
                      <a:pt x="152114" y="1969222"/>
                      <a:pt x="160496" y="1972747"/>
                      <a:pt x="163544" y="1979986"/>
                    </a:cubicBezTo>
                    <a:lnTo>
                      <a:pt x="165354" y="1984367"/>
                    </a:lnTo>
                    <a:cubicBezTo>
                      <a:pt x="168307" y="1991701"/>
                      <a:pt x="164878" y="1999988"/>
                      <a:pt x="157544" y="2003036"/>
                    </a:cubicBezTo>
                    <a:cubicBezTo>
                      <a:pt x="155734" y="2003798"/>
                      <a:pt x="153924" y="2004084"/>
                      <a:pt x="152114" y="2004084"/>
                    </a:cubicBezTo>
                    <a:close/>
                    <a:moveTo>
                      <a:pt x="110395" y="1893403"/>
                    </a:moveTo>
                    <a:cubicBezTo>
                      <a:pt x="104394" y="1893403"/>
                      <a:pt x="98870" y="1889593"/>
                      <a:pt x="96869" y="1883688"/>
                    </a:cubicBezTo>
                    <a:lnTo>
                      <a:pt x="95345" y="1879211"/>
                    </a:lnTo>
                    <a:cubicBezTo>
                      <a:pt x="92773" y="1871782"/>
                      <a:pt x="96869" y="1863590"/>
                      <a:pt x="104299" y="1861113"/>
                    </a:cubicBezTo>
                    <a:cubicBezTo>
                      <a:pt x="111823" y="1858637"/>
                      <a:pt x="119920" y="1862638"/>
                      <a:pt x="122396" y="1870067"/>
                    </a:cubicBezTo>
                    <a:lnTo>
                      <a:pt x="123920" y="1874544"/>
                    </a:lnTo>
                    <a:cubicBezTo>
                      <a:pt x="126397" y="1882069"/>
                      <a:pt x="122396" y="1890165"/>
                      <a:pt x="114967" y="1892641"/>
                    </a:cubicBezTo>
                    <a:cubicBezTo>
                      <a:pt x="113443" y="1893118"/>
                      <a:pt x="111919" y="1893403"/>
                      <a:pt x="110395" y="1893403"/>
                    </a:cubicBezTo>
                    <a:close/>
                    <a:moveTo>
                      <a:pt x="75914" y="1780056"/>
                    </a:moveTo>
                    <a:cubicBezTo>
                      <a:pt x="69628" y="1780056"/>
                      <a:pt x="63818" y="1775865"/>
                      <a:pt x="62103" y="1769483"/>
                    </a:cubicBezTo>
                    <a:lnTo>
                      <a:pt x="60865" y="1764816"/>
                    </a:lnTo>
                    <a:cubicBezTo>
                      <a:pt x="58865" y="1757196"/>
                      <a:pt x="63437" y="1749385"/>
                      <a:pt x="71056" y="1747385"/>
                    </a:cubicBezTo>
                    <a:cubicBezTo>
                      <a:pt x="78676" y="1745385"/>
                      <a:pt x="86487" y="1749957"/>
                      <a:pt x="88487" y="1757577"/>
                    </a:cubicBezTo>
                    <a:lnTo>
                      <a:pt x="89725" y="1762149"/>
                    </a:lnTo>
                    <a:cubicBezTo>
                      <a:pt x="91726" y="1769769"/>
                      <a:pt x="87249" y="1777579"/>
                      <a:pt x="79629" y="1779675"/>
                    </a:cubicBezTo>
                    <a:cubicBezTo>
                      <a:pt x="78391" y="1779961"/>
                      <a:pt x="77152" y="1780151"/>
                      <a:pt x="75914" y="1780151"/>
                    </a:cubicBezTo>
                    <a:close/>
                    <a:moveTo>
                      <a:pt x="49054" y="1664613"/>
                    </a:moveTo>
                    <a:cubicBezTo>
                      <a:pt x="42386" y="1664613"/>
                      <a:pt x="36385" y="1659850"/>
                      <a:pt x="35052" y="1653088"/>
                    </a:cubicBezTo>
                    <a:lnTo>
                      <a:pt x="34099" y="1648420"/>
                    </a:lnTo>
                    <a:cubicBezTo>
                      <a:pt x="32575" y="1640705"/>
                      <a:pt x="37624" y="1633180"/>
                      <a:pt x="45339" y="1631656"/>
                    </a:cubicBezTo>
                    <a:cubicBezTo>
                      <a:pt x="53054" y="1630132"/>
                      <a:pt x="60579" y="1635180"/>
                      <a:pt x="62103" y="1642896"/>
                    </a:cubicBezTo>
                    <a:lnTo>
                      <a:pt x="63055" y="1647563"/>
                    </a:lnTo>
                    <a:cubicBezTo>
                      <a:pt x="64579" y="1655278"/>
                      <a:pt x="59531" y="1662803"/>
                      <a:pt x="51816" y="1664327"/>
                    </a:cubicBezTo>
                    <a:cubicBezTo>
                      <a:pt x="50864" y="1664518"/>
                      <a:pt x="50006" y="1664613"/>
                      <a:pt x="49054" y="1664613"/>
                    </a:cubicBezTo>
                    <a:close/>
                    <a:moveTo>
                      <a:pt x="29718" y="1547741"/>
                    </a:moveTo>
                    <a:cubicBezTo>
                      <a:pt x="22669" y="1547741"/>
                      <a:pt x="16478" y="1542502"/>
                      <a:pt x="15526" y="1535263"/>
                    </a:cubicBezTo>
                    <a:lnTo>
                      <a:pt x="14954" y="1530501"/>
                    </a:lnTo>
                    <a:cubicBezTo>
                      <a:pt x="13906" y="1522690"/>
                      <a:pt x="19526" y="1515547"/>
                      <a:pt x="27337" y="1514499"/>
                    </a:cubicBezTo>
                    <a:cubicBezTo>
                      <a:pt x="35243" y="1513546"/>
                      <a:pt x="42291" y="1519071"/>
                      <a:pt x="43339" y="1526881"/>
                    </a:cubicBezTo>
                    <a:lnTo>
                      <a:pt x="43910" y="1531549"/>
                    </a:lnTo>
                    <a:cubicBezTo>
                      <a:pt x="44958" y="1539359"/>
                      <a:pt x="39433" y="1546503"/>
                      <a:pt x="31623" y="1547551"/>
                    </a:cubicBezTo>
                    <a:cubicBezTo>
                      <a:pt x="30956" y="1547551"/>
                      <a:pt x="30385" y="1547646"/>
                      <a:pt x="29718" y="1547646"/>
                    </a:cubicBezTo>
                    <a:close/>
                    <a:moveTo>
                      <a:pt x="3905" y="1416487"/>
                    </a:moveTo>
                    <a:lnTo>
                      <a:pt x="3619" y="1411724"/>
                    </a:lnTo>
                    <a:cubicBezTo>
                      <a:pt x="3143" y="1403818"/>
                      <a:pt x="9144" y="1397056"/>
                      <a:pt x="16954" y="1396579"/>
                    </a:cubicBezTo>
                    <a:cubicBezTo>
                      <a:pt x="24860" y="1396198"/>
                      <a:pt x="31623" y="1402104"/>
                      <a:pt x="32099" y="1409914"/>
                    </a:cubicBezTo>
                    <a:lnTo>
                      <a:pt x="32385" y="1414010"/>
                    </a:lnTo>
                    <a:lnTo>
                      <a:pt x="18193" y="1415439"/>
                    </a:lnTo>
                    <a:lnTo>
                      <a:pt x="3905" y="1416391"/>
                    </a:lnTo>
                    <a:close/>
                    <a:moveTo>
                      <a:pt x="14288" y="1311521"/>
                    </a:moveTo>
                    <a:cubicBezTo>
                      <a:pt x="6382" y="1311521"/>
                      <a:pt x="0" y="1305139"/>
                      <a:pt x="0" y="1297234"/>
                    </a:cubicBezTo>
                    <a:lnTo>
                      <a:pt x="0" y="1292471"/>
                    </a:lnTo>
                    <a:cubicBezTo>
                      <a:pt x="0" y="1284565"/>
                      <a:pt x="6382" y="1278184"/>
                      <a:pt x="14288" y="1278184"/>
                    </a:cubicBezTo>
                    <a:cubicBezTo>
                      <a:pt x="22193" y="1278184"/>
                      <a:pt x="28575" y="1284565"/>
                      <a:pt x="28575" y="1292471"/>
                    </a:cubicBezTo>
                    <a:lnTo>
                      <a:pt x="28575" y="1297234"/>
                    </a:lnTo>
                    <a:cubicBezTo>
                      <a:pt x="28575" y="1305139"/>
                      <a:pt x="22193" y="1311521"/>
                      <a:pt x="14288" y="1311521"/>
                    </a:cubicBezTo>
                    <a:close/>
                    <a:moveTo>
                      <a:pt x="18002" y="1193125"/>
                    </a:moveTo>
                    <a:cubicBezTo>
                      <a:pt x="18002" y="1193125"/>
                      <a:pt x="17335" y="1193125"/>
                      <a:pt x="17050" y="1193125"/>
                    </a:cubicBezTo>
                    <a:cubicBezTo>
                      <a:pt x="9144" y="1192649"/>
                      <a:pt x="3239" y="1185791"/>
                      <a:pt x="3715" y="1177981"/>
                    </a:cubicBezTo>
                    <a:lnTo>
                      <a:pt x="4001" y="1173218"/>
                    </a:lnTo>
                    <a:cubicBezTo>
                      <a:pt x="4477" y="1165312"/>
                      <a:pt x="11335" y="1159407"/>
                      <a:pt x="19145" y="1159883"/>
                    </a:cubicBezTo>
                    <a:cubicBezTo>
                      <a:pt x="27051" y="1160359"/>
                      <a:pt x="32956" y="1167217"/>
                      <a:pt x="32480" y="1175028"/>
                    </a:cubicBezTo>
                    <a:lnTo>
                      <a:pt x="32195" y="1179790"/>
                    </a:lnTo>
                    <a:cubicBezTo>
                      <a:pt x="31718" y="1187315"/>
                      <a:pt x="25432" y="1193125"/>
                      <a:pt x="17907" y="1193125"/>
                    </a:cubicBezTo>
                    <a:close/>
                    <a:moveTo>
                      <a:pt x="29337" y="1075301"/>
                    </a:moveTo>
                    <a:cubicBezTo>
                      <a:pt x="28766" y="1075301"/>
                      <a:pt x="28099" y="1075301"/>
                      <a:pt x="27432" y="1075206"/>
                    </a:cubicBezTo>
                    <a:cubicBezTo>
                      <a:pt x="19621" y="1074158"/>
                      <a:pt x="14097" y="1067014"/>
                      <a:pt x="15145" y="1059204"/>
                    </a:cubicBezTo>
                    <a:lnTo>
                      <a:pt x="15716" y="1054537"/>
                    </a:lnTo>
                    <a:cubicBezTo>
                      <a:pt x="16764" y="1046726"/>
                      <a:pt x="23908" y="1041202"/>
                      <a:pt x="31718" y="1042249"/>
                    </a:cubicBezTo>
                    <a:cubicBezTo>
                      <a:pt x="39529" y="1043297"/>
                      <a:pt x="45053" y="1050441"/>
                      <a:pt x="44005" y="1058251"/>
                    </a:cubicBezTo>
                    <a:lnTo>
                      <a:pt x="43434" y="1062919"/>
                    </a:lnTo>
                    <a:cubicBezTo>
                      <a:pt x="42481" y="1070062"/>
                      <a:pt x="36385" y="1075301"/>
                      <a:pt x="29242" y="1075301"/>
                    </a:cubicBezTo>
                    <a:close/>
                    <a:moveTo>
                      <a:pt x="48387" y="958525"/>
                    </a:moveTo>
                    <a:cubicBezTo>
                      <a:pt x="47434" y="958525"/>
                      <a:pt x="46577" y="958525"/>
                      <a:pt x="45625" y="958239"/>
                    </a:cubicBezTo>
                    <a:cubicBezTo>
                      <a:pt x="37909" y="956715"/>
                      <a:pt x="32861" y="949190"/>
                      <a:pt x="34385" y="941475"/>
                    </a:cubicBezTo>
                    <a:lnTo>
                      <a:pt x="35338" y="936808"/>
                    </a:lnTo>
                    <a:cubicBezTo>
                      <a:pt x="36862" y="929092"/>
                      <a:pt x="44387" y="924044"/>
                      <a:pt x="52102" y="925568"/>
                    </a:cubicBezTo>
                    <a:cubicBezTo>
                      <a:pt x="59817" y="927092"/>
                      <a:pt x="64865" y="934617"/>
                      <a:pt x="63341" y="942332"/>
                    </a:cubicBezTo>
                    <a:lnTo>
                      <a:pt x="62389" y="946904"/>
                    </a:lnTo>
                    <a:cubicBezTo>
                      <a:pt x="61055" y="953762"/>
                      <a:pt x="55054" y="958429"/>
                      <a:pt x="48387" y="958429"/>
                    </a:cubicBezTo>
                    <a:close/>
                    <a:moveTo>
                      <a:pt x="74962" y="843272"/>
                    </a:moveTo>
                    <a:cubicBezTo>
                      <a:pt x="73723" y="843272"/>
                      <a:pt x="72485" y="843082"/>
                      <a:pt x="71247" y="842796"/>
                    </a:cubicBezTo>
                    <a:cubicBezTo>
                      <a:pt x="63627" y="840796"/>
                      <a:pt x="59150" y="832890"/>
                      <a:pt x="61150" y="825270"/>
                    </a:cubicBezTo>
                    <a:lnTo>
                      <a:pt x="62389" y="820698"/>
                    </a:lnTo>
                    <a:cubicBezTo>
                      <a:pt x="64389" y="813078"/>
                      <a:pt x="72295" y="808601"/>
                      <a:pt x="79915" y="810601"/>
                    </a:cubicBezTo>
                    <a:cubicBezTo>
                      <a:pt x="87535" y="812602"/>
                      <a:pt x="92012" y="820507"/>
                      <a:pt x="90011" y="828127"/>
                    </a:cubicBezTo>
                    <a:lnTo>
                      <a:pt x="88773" y="832699"/>
                    </a:lnTo>
                    <a:cubicBezTo>
                      <a:pt x="87058" y="839081"/>
                      <a:pt x="81248" y="843272"/>
                      <a:pt x="74962" y="843272"/>
                    </a:cubicBezTo>
                    <a:close/>
                    <a:moveTo>
                      <a:pt x="109156" y="730020"/>
                    </a:moveTo>
                    <a:cubicBezTo>
                      <a:pt x="107632" y="730020"/>
                      <a:pt x="106108" y="729734"/>
                      <a:pt x="104584" y="729258"/>
                    </a:cubicBezTo>
                    <a:cubicBezTo>
                      <a:pt x="97155" y="726686"/>
                      <a:pt x="93154" y="718590"/>
                      <a:pt x="95631" y="711160"/>
                    </a:cubicBezTo>
                    <a:lnTo>
                      <a:pt x="97155" y="706684"/>
                    </a:lnTo>
                    <a:cubicBezTo>
                      <a:pt x="99727" y="699254"/>
                      <a:pt x="107823" y="695254"/>
                      <a:pt x="115252" y="697730"/>
                    </a:cubicBezTo>
                    <a:cubicBezTo>
                      <a:pt x="122682" y="700302"/>
                      <a:pt x="126682" y="708398"/>
                      <a:pt x="124206" y="715828"/>
                    </a:cubicBezTo>
                    <a:lnTo>
                      <a:pt x="122682" y="720304"/>
                    </a:lnTo>
                    <a:cubicBezTo>
                      <a:pt x="120682" y="726210"/>
                      <a:pt x="115062" y="730020"/>
                      <a:pt x="109156" y="730020"/>
                    </a:cubicBezTo>
                    <a:close/>
                    <a:moveTo>
                      <a:pt x="150686" y="619149"/>
                    </a:moveTo>
                    <a:cubicBezTo>
                      <a:pt x="148876" y="619149"/>
                      <a:pt x="147066" y="618768"/>
                      <a:pt x="145256" y="618101"/>
                    </a:cubicBezTo>
                    <a:cubicBezTo>
                      <a:pt x="137922" y="615053"/>
                      <a:pt x="134493" y="606766"/>
                      <a:pt x="137541" y="599432"/>
                    </a:cubicBezTo>
                    <a:lnTo>
                      <a:pt x="139351" y="595051"/>
                    </a:lnTo>
                    <a:cubicBezTo>
                      <a:pt x="142399" y="587716"/>
                      <a:pt x="150781" y="584287"/>
                      <a:pt x="158020" y="587335"/>
                    </a:cubicBezTo>
                    <a:cubicBezTo>
                      <a:pt x="165354" y="590383"/>
                      <a:pt x="168783" y="598765"/>
                      <a:pt x="165735" y="606004"/>
                    </a:cubicBezTo>
                    <a:lnTo>
                      <a:pt x="163925" y="610386"/>
                    </a:lnTo>
                    <a:cubicBezTo>
                      <a:pt x="161639" y="615910"/>
                      <a:pt x="156305" y="619244"/>
                      <a:pt x="150686" y="619244"/>
                    </a:cubicBezTo>
                    <a:close/>
                    <a:moveTo>
                      <a:pt x="199453" y="511326"/>
                    </a:moveTo>
                    <a:cubicBezTo>
                      <a:pt x="197358" y="511326"/>
                      <a:pt x="195167" y="510850"/>
                      <a:pt x="193167" y="509802"/>
                    </a:cubicBezTo>
                    <a:cubicBezTo>
                      <a:pt x="186119" y="506278"/>
                      <a:pt x="183166" y="497705"/>
                      <a:pt x="186690" y="490657"/>
                    </a:cubicBezTo>
                    <a:lnTo>
                      <a:pt x="188786" y="486370"/>
                    </a:lnTo>
                    <a:cubicBezTo>
                      <a:pt x="192310" y="479322"/>
                      <a:pt x="200882" y="476369"/>
                      <a:pt x="207931" y="479893"/>
                    </a:cubicBezTo>
                    <a:cubicBezTo>
                      <a:pt x="214979" y="483418"/>
                      <a:pt x="217932" y="491990"/>
                      <a:pt x="214408" y="499039"/>
                    </a:cubicBezTo>
                    <a:lnTo>
                      <a:pt x="212312" y="503325"/>
                    </a:lnTo>
                    <a:cubicBezTo>
                      <a:pt x="209836" y="508373"/>
                      <a:pt x="204788" y="511326"/>
                      <a:pt x="199453" y="511326"/>
                    </a:cubicBezTo>
                    <a:close/>
                    <a:moveTo>
                      <a:pt x="255175" y="406932"/>
                    </a:moveTo>
                    <a:cubicBezTo>
                      <a:pt x="252794" y="406932"/>
                      <a:pt x="250317" y="406360"/>
                      <a:pt x="248031" y="405027"/>
                    </a:cubicBezTo>
                    <a:cubicBezTo>
                      <a:pt x="241173" y="401122"/>
                      <a:pt x="238792" y="392359"/>
                      <a:pt x="242792" y="385501"/>
                    </a:cubicBezTo>
                    <a:lnTo>
                      <a:pt x="245173" y="381310"/>
                    </a:lnTo>
                    <a:cubicBezTo>
                      <a:pt x="249174" y="374452"/>
                      <a:pt x="257842" y="372166"/>
                      <a:pt x="264700" y="376166"/>
                    </a:cubicBezTo>
                    <a:cubicBezTo>
                      <a:pt x="271558" y="380167"/>
                      <a:pt x="273844" y="388834"/>
                      <a:pt x="269843" y="395692"/>
                    </a:cubicBezTo>
                    <a:lnTo>
                      <a:pt x="267462" y="399693"/>
                    </a:lnTo>
                    <a:cubicBezTo>
                      <a:pt x="264795" y="404265"/>
                      <a:pt x="260033" y="406837"/>
                      <a:pt x="255079" y="406837"/>
                    </a:cubicBezTo>
                    <a:close/>
                    <a:moveTo>
                      <a:pt x="317659" y="306348"/>
                    </a:moveTo>
                    <a:cubicBezTo>
                      <a:pt x="314897" y="306348"/>
                      <a:pt x="312230" y="305586"/>
                      <a:pt x="309753" y="303967"/>
                    </a:cubicBezTo>
                    <a:cubicBezTo>
                      <a:pt x="303181" y="299585"/>
                      <a:pt x="301371" y="290727"/>
                      <a:pt x="305753" y="284155"/>
                    </a:cubicBezTo>
                    <a:lnTo>
                      <a:pt x="308420" y="280154"/>
                    </a:lnTo>
                    <a:cubicBezTo>
                      <a:pt x="312801" y="273582"/>
                      <a:pt x="321659" y="271867"/>
                      <a:pt x="328232" y="276249"/>
                    </a:cubicBezTo>
                    <a:cubicBezTo>
                      <a:pt x="334804" y="280630"/>
                      <a:pt x="336518" y="289489"/>
                      <a:pt x="332137" y="296061"/>
                    </a:cubicBezTo>
                    <a:lnTo>
                      <a:pt x="329565" y="299966"/>
                    </a:lnTo>
                    <a:cubicBezTo>
                      <a:pt x="326803" y="304062"/>
                      <a:pt x="322326" y="306348"/>
                      <a:pt x="317659" y="306348"/>
                    </a:cubicBezTo>
                    <a:close/>
                    <a:moveTo>
                      <a:pt x="386524" y="210050"/>
                    </a:moveTo>
                    <a:cubicBezTo>
                      <a:pt x="383476" y="210050"/>
                      <a:pt x="380429" y="209098"/>
                      <a:pt x="377857" y="207097"/>
                    </a:cubicBezTo>
                    <a:cubicBezTo>
                      <a:pt x="371570" y="202335"/>
                      <a:pt x="370427" y="193286"/>
                      <a:pt x="375190" y="187095"/>
                    </a:cubicBezTo>
                    <a:lnTo>
                      <a:pt x="378047" y="183285"/>
                    </a:lnTo>
                    <a:cubicBezTo>
                      <a:pt x="382810" y="176998"/>
                      <a:pt x="391859" y="175855"/>
                      <a:pt x="398050" y="180713"/>
                    </a:cubicBezTo>
                    <a:cubicBezTo>
                      <a:pt x="404336" y="185571"/>
                      <a:pt x="405479" y="194524"/>
                      <a:pt x="400622" y="200716"/>
                    </a:cubicBezTo>
                    <a:lnTo>
                      <a:pt x="397764" y="204430"/>
                    </a:lnTo>
                    <a:cubicBezTo>
                      <a:pt x="394907" y="208145"/>
                      <a:pt x="390716" y="210050"/>
                      <a:pt x="386429" y="210050"/>
                    </a:cubicBezTo>
                    <a:close/>
                    <a:moveTo>
                      <a:pt x="461582" y="118515"/>
                    </a:moveTo>
                    <a:cubicBezTo>
                      <a:pt x="458248" y="118515"/>
                      <a:pt x="454914" y="117372"/>
                      <a:pt x="452247" y="114991"/>
                    </a:cubicBezTo>
                    <a:cubicBezTo>
                      <a:pt x="446341" y="109847"/>
                      <a:pt x="445675" y="100798"/>
                      <a:pt x="450818" y="94798"/>
                    </a:cubicBezTo>
                    <a:lnTo>
                      <a:pt x="453962" y="91178"/>
                    </a:lnTo>
                    <a:cubicBezTo>
                      <a:pt x="459200" y="85273"/>
                      <a:pt x="468154" y="84701"/>
                      <a:pt x="474155" y="89845"/>
                    </a:cubicBezTo>
                    <a:cubicBezTo>
                      <a:pt x="480060" y="95083"/>
                      <a:pt x="480632" y="104037"/>
                      <a:pt x="475488" y="110038"/>
                    </a:cubicBezTo>
                    <a:lnTo>
                      <a:pt x="472440" y="113562"/>
                    </a:lnTo>
                    <a:cubicBezTo>
                      <a:pt x="469583" y="116800"/>
                      <a:pt x="465677" y="118420"/>
                      <a:pt x="461677" y="118420"/>
                    </a:cubicBezTo>
                    <a:close/>
                    <a:moveTo>
                      <a:pt x="542354" y="31933"/>
                    </a:moveTo>
                    <a:cubicBezTo>
                      <a:pt x="538734" y="31933"/>
                      <a:pt x="535019" y="30504"/>
                      <a:pt x="532257" y="27742"/>
                    </a:cubicBezTo>
                    <a:cubicBezTo>
                      <a:pt x="526637" y="22122"/>
                      <a:pt x="526637" y="13073"/>
                      <a:pt x="532257" y="7549"/>
                    </a:cubicBezTo>
                    <a:lnTo>
                      <a:pt x="535591" y="4215"/>
                    </a:lnTo>
                    <a:cubicBezTo>
                      <a:pt x="541210" y="-1405"/>
                      <a:pt x="550259" y="-1405"/>
                      <a:pt x="555784" y="4215"/>
                    </a:cubicBezTo>
                    <a:cubicBezTo>
                      <a:pt x="561404" y="9835"/>
                      <a:pt x="561404" y="18883"/>
                      <a:pt x="555784" y="24408"/>
                    </a:cubicBezTo>
                    <a:lnTo>
                      <a:pt x="552450" y="27742"/>
                    </a:lnTo>
                    <a:cubicBezTo>
                      <a:pt x="549688" y="30504"/>
                      <a:pt x="545973" y="31933"/>
                      <a:pt x="542354" y="31933"/>
                    </a:cubicBezTo>
                    <a:close/>
                  </a:path>
                </a:pathLst>
              </a:custGeom>
              <a:grpFill/>
              <a:ln w="0" cap="flat">
                <a:solidFill>
                  <a:schemeClr val="bg1"/>
                </a:solid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9AE2446-7371-141D-C2AA-EBCE791C505E}"/>
                  </a:ext>
                </a:extLst>
              </p:cNvPr>
              <p:cNvSpPr/>
              <p:nvPr/>
            </p:nvSpPr>
            <p:spPr>
              <a:xfrm>
                <a:off x="3052942" y="4777729"/>
                <a:ext cx="30405" cy="30204"/>
              </a:xfrm>
              <a:custGeom>
                <a:avLst/>
                <a:gdLst>
                  <a:gd name="connsiteX0" fmla="*/ 16107 w 30405"/>
                  <a:gd name="connsiteY0" fmla="*/ 30204 h 30204"/>
                  <a:gd name="connsiteX1" fmla="*/ 6582 w 30405"/>
                  <a:gd name="connsiteY1" fmla="*/ 26585 h 30204"/>
                  <a:gd name="connsiteX2" fmla="*/ 4773 w 30405"/>
                  <a:gd name="connsiteY2" fmla="*/ 24966 h 30204"/>
                  <a:gd name="connsiteX3" fmla="*/ 3630 w 30405"/>
                  <a:gd name="connsiteY3" fmla="*/ 4773 h 30204"/>
                  <a:gd name="connsiteX4" fmla="*/ 23823 w 30405"/>
                  <a:gd name="connsiteY4" fmla="*/ 3630 h 30204"/>
                  <a:gd name="connsiteX5" fmla="*/ 25632 w 30405"/>
                  <a:gd name="connsiteY5" fmla="*/ 5249 h 30204"/>
                  <a:gd name="connsiteX6" fmla="*/ 26775 w 30405"/>
                  <a:gd name="connsiteY6" fmla="*/ 25442 h 30204"/>
                  <a:gd name="connsiteX7" fmla="*/ 16107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6107" y="30204"/>
                    </a:moveTo>
                    <a:cubicBezTo>
                      <a:pt x="12774" y="30204"/>
                      <a:pt x="9345" y="29061"/>
                      <a:pt x="6582" y="26585"/>
                    </a:cubicBezTo>
                    <a:lnTo>
                      <a:pt x="4773" y="24966"/>
                    </a:lnTo>
                    <a:cubicBezTo>
                      <a:pt x="-1133" y="19727"/>
                      <a:pt x="-1609" y="10678"/>
                      <a:pt x="3630" y="4773"/>
                    </a:cubicBezTo>
                    <a:cubicBezTo>
                      <a:pt x="8868" y="-1133"/>
                      <a:pt x="17917" y="-1609"/>
                      <a:pt x="23823" y="3630"/>
                    </a:cubicBezTo>
                    <a:lnTo>
                      <a:pt x="25632" y="5249"/>
                    </a:lnTo>
                    <a:cubicBezTo>
                      <a:pt x="31538" y="10488"/>
                      <a:pt x="32014" y="19536"/>
                      <a:pt x="26775" y="25442"/>
                    </a:cubicBezTo>
                    <a:cubicBezTo>
                      <a:pt x="23918" y="28585"/>
                      <a:pt x="20013" y="30204"/>
                      <a:pt x="16107" y="30204"/>
                    </a:cubicBezTo>
                    <a:close/>
                  </a:path>
                </a:pathLst>
              </a:custGeom>
              <a:grpFill/>
              <a:ln w="0" cap="flat">
                <a:solidFill>
                  <a:schemeClr val="bg1"/>
                </a:solidFill>
                <a:prstDash val="solid"/>
                <a:miter/>
              </a:ln>
            </p:spPr>
            <p:txBody>
              <a:bodyPr rtlCol="0" anchor="ctr"/>
              <a:lstStyle/>
              <a:p>
                <a:endParaRPr lang="en-US"/>
              </a:p>
            </p:txBody>
          </p:sp>
        </p:grpSp>
        <p:grpSp>
          <p:nvGrpSpPr>
            <p:cNvPr id="52" name="Graphic 379">
              <a:extLst>
                <a:ext uri="{FF2B5EF4-FFF2-40B4-BE49-F238E27FC236}">
                  <a16:creationId xmlns:a16="http://schemas.microsoft.com/office/drawing/2014/main" id="{40D5940D-DC0D-EA64-D899-67E372E5DD2E}"/>
                </a:ext>
              </a:extLst>
            </p:cNvPr>
            <p:cNvGrpSpPr/>
            <p:nvPr/>
          </p:nvGrpSpPr>
          <p:grpSpPr>
            <a:xfrm>
              <a:off x="8376140" y="2517612"/>
              <a:ext cx="489537" cy="2087747"/>
              <a:chOff x="9098936" y="2058193"/>
              <a:chExt cx="644757" cy="2749740"/>
            </a:xfrm>
            <a:solidFill>
              <a:srgbClr val="DFEDF7"/>
            </a:solidFill>
          </p:grpSpPr>
          <p:sp>
            <p:nvSpPr>
              <p:cNvPr id="61" name="Freeform: Shape 60">
                <a:extLst>
                  <a:ext uri="{FF2B5EF4-FFF2-40B4-BE49-F238E27FC236}">
                    <a16:creationId xmlns:a16="http://schemas.microsoft.com/office/drawing/2014/main" id="{126476B7-359B-8778-5AB7-2E7CDCEE3694}"/>
                  </a:ext>
                </a:extLst>
              </p:cNvPr>
              <p:cNvSpPr/>
              <p:nvPr/>
            </p:nvSpPr>
            <p:spPr>
              <a:xfrm>
                <a:off x="9098978" y="2058193"/>
                <a:ext cx="30374" cy="30162"/>
              </a:xfrm>
              <a:custGeom>
                <a:avLst/>
                <a:gdLst>
                  <a:gd name="connsiteX0" fmla="*/ 16066 w 30374"/>
                  <a:gd name="connsiteY0" fmla="*/ 30162 h 30162"/>
                  <a:gd name="connsiteX1" fmla="*/ 6635 w 30374"/>
                  <a:gd name="connsiteY1" fmla="*/ 26638 h 30162"/>
                  <a:gd name="connsiteX2" fmla="*/ 4826 w 30374"/>
                  <a:gd name="connsiteY2" fmla="*/ 25019 h 30162"/>
                  <a:gd name="connsiteX3" fmla="*/ 3588 w 30374"/>
                  <a:gd name="connsiteY3" fmla="*/ 4826 h 30162"/>
                  <a:gd name="connsiteX4" fmla="*/ 23781 w 30374"/>
                  <a:gd name="connsiteY4" fmla="*/ 3587 h 30162"/>
                  <a:gd name="connsiteX5" fmla="*/ 25495 w 30374"/>
                  <a:gd name="connsiteY5" fmla="*/ 5112 h 30162"/>
                  <a:gd name="connsiteX6" fmla="*/ 26829 w 30374"/>
                  <a:gd name="connsiteY6" fmla="*/ 25304 h 30162"/>
                  <a:gd name="connsiteX7" fmla="*/ 16066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6066" y="30162"/>
                    </a:moveTo>
                    <a:cubicBezTo>
                      <a:pt x="12731" y="30162"/>
                      <a:pt x="9398" y="29019"/>
                      <a:pt x="6635" y="26638"/>
                    </a:cubicBezTo>
                    <a:lnTo>
                      <a:pt x="4826" y="25019"/>
                    </a:lnTo>
                    <a:cubicBezTo>
                      <a:pt x="-1080" y="19780"/>
                      <a:pt x="-1651" y="10731"/>
                      <a:pt x="3588" y="4826"/>
                    </a:cubicBezTo>
                    <a:cubicBezTo>
                      <a:pt x="8826" y="-1080"/>
                      <a:pt x="17780" y="-1651"/>
                      <a:pt x="23781" y="3587"/>
                    </a:cubicBezTo>
                    <a:lnTo>
                      <a:pt x="25495" y="5112"/>
                    </a:lnTo>
                    <a:cubicBezTo>
                      <a:pt x="31401" y="10350"/>
                      <a:pt x="32067" y="19304"/>
                      <a:pt x="26829" y="25304"/>
                    </a:cubicBezTo>
                    <a:cubicBezTo>
                      <a:pt x="23971" y="28543"/>
                      <a:pt x="20066" y="30162"/>
                      <a:pt x="16066" y="30162"/>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Freeform: Shape 61">
                <a:extLst>
                  <a:ext uri="{FF2B5EF4-FFF2-40B4-BE49-F238E27FC236}">
                    <a16:creationId xmlns:a16="http://schemas.microsoft.com/office/drawing/2014/main" id="{503F65D3-4267-D682-5D5A-44A7CA68CBF2}"/>
                  </a:ext>
                </a:extLst>
              </p:cNvPr>
              <p:cNvSpPr/>
              <p:nvPr/>
            </p:nvSpPr>
            <p:spPr>
              <a:xfrm>
                <a:off x="9183695" y="2137480"/>
                <a:ext cx="559998" cy="2590728"/>
              </a:xfrm>
              <a:custGeom>
                <a:avLst/>
                <a:gdLst>
                  <a:gd name="connsiteX0" fmla="*/ 14692 w 559998"/>
                  <a:gd name="connsiteY0" fmla="*/ 2590729 h 2590728"/>
                  <a:gd name="connsiteX1" fmla="*/ 4691 w 559998"/>
                  <a:gd name="connsiteY1" fmla="*/ 2586633 h 2590728"/>
                  <a:gd name="connsiteX2" fmla="*/ 4501 w 559998"/>
                  <a:gd name="connsiteY2" fmla="*/ 2566440 h 2590728"/>
                  <a:gd name="connsiteX3" fmla="*/ 7929 w 559998"/>
                  <a:gd name="connsiteY3" fmla="*/ 2563011 h 2590728"/>
                  <a:gd name="connsiteX4" fmla="*/ 28122 w 559998"/>
                  <a:gd name="connsiteY4" fmla="*/ 2563011 h 2590728"/>
                  <a:gd name="connsiteX5" fmla="*/ 28122 w 559998"/>
                  <a:gd name="connsiteY5" fmla="*/ 2583204 h 2590728"/>
                  <a:gd name="connsiteX6" fmla="*/ 24884 w 559998"/>
                  <a:gd name="connsiteY6" fmla="*/ 2586443 h 2590728"/>
                  <a:gd name="connsiteX7" fmla="*/ 14692 w 559998"/>
                  <a:gd name="connsiteY7" fmla="*/ 2590729 h 2590728"/>
                  <a:gd name="connsiteX8" fmla="*/ 95655 w 559998"/>
                  <a:gd name="connsiteY8" fmla="*/ 2504432 h 2590728"/>
                  <a:gd name="connsiteX9" fmla="*/ 86320 w 559998"/>
                  <a:gd name="connsiteY9" fmla="*/ 2500908 h 2590728"/>
                  <a:gd name="connsiteX10" fmla="*/ 84892 w 559998"/>
                  <a:gd name="connsiteY10" fmla="*/ 2480715 h 2590728"/>
                  <a:gd name="connsiteX11" fmla="*/ 88034 w 559998"/>
                  <a:gd name="connsiteY11" fmla="*/ 2477095 h 2590728"/>
                  <a:gd name="connsiteX12" fmla="*/ 108228 w 559998"/>
                  <a:gd name="connsiteY12" fmla="*/ 2475762 h 2590728"/>
                  <a:gd name="connsiteX13" fmla="*/ 109561 w 559998"/>
                  <a:gd name="connsiteY13" fmla="*/ 2495955 h 2590728"/>
                  <a:gd name="connsiteX14" fmla="*/ 106513 w 559998"/>
                  <a:gd name="connsiteY14" fmla="*/ 2499479 h 2590728"/>
                  <a:gd name="connsiteX15" fmla="*/ 95750 w 559998"/>
                  <a:gd name="connsiteY15" fmla="*/ 2504432 h 2590728"/>
                  <a:gd name="connsiteX16" fmla="*/ 170902 w 559998"/>
                  <a:gd name="connsiteY16" fmla="*/ 2412992 h 2590728"/>
                  <a:gd name="connsiteX17" fmla="*/ 162139 w 559998"/>
                  <a:gd name="connsiteY17" fmla="*/ 2409944 h 2590728"/>
                  <a:gd name="connsiteX18" fmla="*/ 159663 w 559998"/>
                  <a:gd name="connsiteY18" fmla="*/ 2389942 h 2590728"/>
                  <a:gd name="connsiteX19" fmla="*/ 162425 w 559998"/>
                  <a:gd name="connsiteY19" fmla="*/ 2386322 h 2590728"/>
                  <a:gd name="connsiteX20" fmla="*/ 182428 w 559998"/>
                  <a:gd name="connsiteY20" fmla="*/ 2383655 h 2590728"/>
                  <a:gd name="connsiteX21" fmla="*/ 185094 w 559998"/>
                  <a:gd name="connsiteY21" fmla="*/ 2403658 h 2590728"/>
                  <a:gd name="connsiteX22" fmla="*/ 182142 w 559998"/>
                  <a:gd name="connsiteY22" fmla="*/ 2407563 h 2590728"/>
                  <a:gd name="connsiteX23" fmla="*/ 170902 w 559998"/>
                  <a:gd name="connsiteY23" fmla="*/ 2413087 h 2590728"/>
                  <a:gd name="connsiteX24" fmla="*/ 240054 w 559998"/>
                  <a:gd name="connsiteY24" fmla="*/ 2316790 h 2590728"/>
                  <a:gd name="connsiteX25" fmla="*/ 232053 w 559998"/>
                  <a:gd name="connsiteY25" fmla="*/ 2314313 h 2590728"/>
                  <a:gd name="connsiteX26" fmla="*/ 228243 w 559998"/>
                  <a:gd name="connsiteY26" fmla="*/ 2294501 h 2590728"/>
                  <a:gd name="connsiteX27" fmla="*/ 230815 w 559998"/>
                  <a:gd name="connsiteY27" fmla="*/ 2290596 h 2590728"/>
                  <a:gd name="connsiteX28" fmla="*/ 250626 w 559998"/>
                  <a:gd name="connsiteY28" fmla="*/ 2286595 h 2590728"/>
                  <a:gd name="connsiteX29" fmla="*/ 254627 w 559998"/>
                  <a:gd name="connsiteY29" fmla="*/ 2306407 h 2590728"/>
                  <a:gd name="connsiteX30" fmla="*/ 251960 w 559998"/>
                  <a:gd name="connsiteY30" fmla="*/ 2310408 h 2590728"/>
                  <a:gd name="connsiteX31" fmla="*/ 240149 w 559998"/>
                  <a:gd name="connsiteY31" fmla="*/ 2316694 h 2590728"/>
                  <a:gd name="connsiteX32" fmla="*/ 302728 w 559998"/>
                  <a:gd name="connsiteY32" fmla="*/ 2216301 h 2590728"/>
                  <a:gd name="connsiteX33" fmla="*/ 295585 w 559998"/>
                  <a:gd name="connsiteY33" fmla="*/ 2214396 h 2590728"/>
                  <a:gd name="connsiteX34" fmla="*/ 290441 w 559998"/>
                  <a:gd name="connsiteY34" fmla="*/ 2194870 h 2590728"/>
                  <a:gd name="connsiteX35" fmla="*/ 292822 w 559998"/>
                  <a:gd name="connsiteY35" fmla="*/ 2190774 h 2590728"/>
                  <a:gd name="connsiteX36" fmla="*/ 312349 w 559998"/>
                  <a:gd name="connsiteY36" fmla="*/ 2185535 h 2590728"/>
                  <a:gd name="connsiteX37" fmla="*/ 317587 w 559998"/>
                  <a:gd name="connsiteY37" fmla="*/ 2205061 h 2590728"/>
                  <a:gd name="connsiteX38" fmla="*/ 315206 w 559998"/>
                  <a:gd name="connsiteY38" fmla="*/ 2209157 h 2590728"/>
                  <a:gd name="connsiteX39" fmla="*/ 302824 w 559998"/>
                  <a:gd name="connsiteY39" fmla="*/ 2216301 h 2590728"/>
                  <a:gd name="connsiteX40" fmla="*/ 358735 w 559998"/>
                  <a:gd name="connsiteY40" fmla="*/ 2112002 h 2590728"/>
                  <a:gd name="connsiteX41" fmla="*/ 352353 w 559998"/>
                  <a:gd name="connsiteY41" fmla="*/ 2110478 h 2590728"/>
                  <a:gd name="connsiteX42" fmla="*/ 345876 w 559998"/>
                  <a:gd name="connsiteY42" fmla="*/ 2091333 h 2590728"/>
                  <a:gd name="connsiteX43" fmla="*/ 347972 w 559998"/>
                  <a:gd name="connsiteY43" fmla="*/ 2087142 h 2590728"/>
                  <a:gd name="connsiteX44" fmla="*/ 367117 w 559998"/>
                  <a:gd name="connsiteY44" fmla="*/ 2080570 h 2590728"/>
                  <a:gd name="connsiteX45" fmla="*/ 373690 w 559998"/>
                  <a:gd name="connsiteY45" fmla="*/ 2099715 h 2590728"/>
                  <a:gd name="connsiteX46" fmla="*/ 371594 w 559998"/>
                  <a:gd name="connsiteY46" fmla="*/ 2104001 h 2590728"/>
                  <a:gd name="connsiteX47" fmla="*/ 358831 w 559998"/>
                  <a:gd name="connsiteY47" fmla="*/ 2111907 h 2590728"/>
                  <a:gd name="connsiteX48" fmla="*/ 407789 w 559998"/>
                  <a:gd name="connsiteY48" fmla="*/ 2004179 h 2590728"/>
                  <a:gd name="connsiteX49" fmla="*/ 402265 w 559998"/>
                  <a:gd name="connsiteY49" fmla="*/ 2003036 h 2590728"/>
                  <a:gd name="connsiteX50" fmla="*/ 394549 w 559998"/>
                  <a:gd name="connsiteY50" fmla="*/ 1984367 h 2590728"/>
                  <a:gd name="connsiteX51" fmla="*/ 396359 w 559998"/>
                  <a:gd name="connsiteY51" fmla="*/ 1979986 h 2590728"/>
                  <a:gd name="connsiteX52" fmla="*/ 415028 w 559998"/>
                  <a:gd name="connsiteY52" fmla="*/ 1972270 h 2590728"/>
                  <a:gd name="connsiteX53" fmla="*/ 422743 w 559998"/>
                  <a:gd name="connsiteY53" fmla="*/ 1990939 h 2590728"/>
                  <a:gd name="connsiteX54" fmla="*/ 420933 w 559998"/>
                  <a:gd name="connsiteY54" fmla="*/ 1995321 h 2590728"/>
                  <a:gd name="connsiteX55" fmla="*/ 407789 w 559998"/>
                  <a:gd name="connsiteY55" fmla="*/ 2004084 h 2590728"/>
                  <a:gd name="connsiteX56" fmla="*/ 449604 w 559998"/>
                  <a:gd name="connsiteY56" fmla="*/ 1893403 h 2590728"/>
                  <a:gd name="connsiteX57" fmla="*/ 445032 w 559998"/>
                  <a:gd name="connsiteY57" fmla="*/ 1892641 h 2590728"/>
                  <a:gd name="connsiteX58" fmla="*/ 436078 w 559998"/>
                  <a:gd name="connsiteY58" fmla="*/ 1874544 h 2590728"/>
                  <a:gd name="connsiteX59" fmla="*/ 437602 w 559998"/>
                  <a:gd name="connsiteY59" fmla="*/ 1870067 h 2590728"/>
                  <a:gd name="connsiteX60" fmla="*/ 455700 w 559998"/>
                  <a:gd name="connsiteY60" fmla="*/ 1861018 h 2590728"/>
                  <a:gd name="connsiteX61" fmla="*/ 464749 w 559998"/>
                  <a:gd name="connsiteY61" fmla="*/ 1879116 h 2590728"/>
                  <a:gd name="connsiteX62" fmla="*/ 463224 w 559998"/>
                  <a:gd name="connsiteY62" fmla="*/ 1883688 h 2590728"/>
                  <a:gd name="connsiteX63" fmla="*/ 449699 w 559998"/>
                  <a:gd name="connsiteY63" fmla="*/ 1893403 h 2590728"/>
                  <a:gd name="connsiteX64" fmla="*/ 484084 w 559998"/>
                  <a:gd name="connsiteY64" fmla="*/ 1780056 h 2590728"/>
                  <a:gd name="connsiteX65" fmla="*/ 480369 w 559998"/>
                  <a:gd name="connsiteY65" fmla="*/ 1779580 h 2590728"/>
                  <a:gd name="connsiteX66" fmla="*/ 470273 w 559998"/>
                  <a:gd name="connsiteY66" fmla="*/ 1762054 h 2590728"/>
                  <a:gd name="connsiteX67" fmla="*/ 471511 w 559998"/>
                  <a:gd name="connsiteY67" fmla="*/ 1757482 h 2590728"/>
                  <a:gd name="connsiteX68" fmla="*/ 489037 w 559998"/>
                  <a:gd name="connsiteY68" fmla="*/ 1747385 h 2590728"/>
                  <a:gd name="connsiteX69" fmla="*/ 499134 w 559998"/>
                  <a:gd name="connsiteY69" fmla="*/ 1764911 h 2590728"/>
                  <a:gd name="connsiteX70" fmla="*/ 497895 w 559998"/>
                  <a:gd name="connsiteY70" fmla="*/ 1769483 h 2590728"/>
                  <a:gd name="connsiteX71" fmla="*/ 484084 w 559998"/>
                  <a:gd name="connsiteY71" fmla="*/ 1780056 h 2590728"/>
                  <a:gd name="connsiteX72" fmla="*/ 510945 w 559998"/>
                  <a:gd name="connsiteY72" fmla="*/ 1664613 h 2590728"/>
                  <a:gd name="connsiteX73" fmla="*/ 508183 w 559998"/>
                  <a:gd name="connsiteY73" fmla="*/ 1664327 h 2590728"/>
                  <a:gd name="connsiteX74" fmla="*/ 496943 w 559998"/>
                  <a:gd name="connsiteY74" fmla="*/ 1647563 h 2590728"/>
                  <a:gd name="connsiteX75" fmla="*/ 497895 w 559998"/>
                  <a:gd name="connsiteY75" fmla="*/ 1642896 h 2590728"/>
                  <a:gd name="connsiteX76" fmla="*/ 514660 w 559998"/>
                  <a:gd name="connsiteY76" fmla="*/ 1631656 h 2590728"/>
                  <a:gd name="connsiteX77" fmla="*/ 525899 w 559998"/>
                  <a:gd name="connsiteY77" fmla="*/ 1648420 h 2590728"/>
                  <a:gd name="connsiteX78" fmla="*/ 524947 w 559998"/>
                  <a:gd name="connsiteY78" fmla="*/ 1653088 h 2590728"/>
                  <a:gd name="connsiteX79" fmla="*/ 510945 w 559998"/>
                  <a:gd name="connsiteY79" fmla="*/ 1664613 h 2590728"/>
                  <a:gd name="connsiteX80" fmla="*/ 530185 w 559998"/>
                  <a:gd name="connsiteY80" fmla="*/ 1547741 h 2590728"/>
                  <a:gd name="connsiteX81" fmla="*/ 528280 w 559998"/>
                  <a:gd name="connsiteY81" fmla="*/ 1547646 h 2590728"/>
                  <a:gd name="connsiteX82" fmla="*/ 515993 w 559998"/>
                  <a:gd name="connsiteY82" fmla="*/ 1531644 h 2590728"/>
                  <a:gd name="connsiteX83" fmla="*/ 516565 w 559998"/>
                  <a:gd name="connsiteY83" fmla="*/ 1526881 h 2590728"/>
                  <a:gd name="connsiteX84" fmla="*/ 532567 w 559998"/>
                  <a:gd name="connsiteY84" fmla="*/ 1514594 h 2590728"/>
                  <a:gd name="connsiteX85" fmla="*/ 544854 w 559998"/>
                  <a:gd name="connsiteY85" fmla="*/ 1530596 h 2590728"/>
                  <a:gd name="connsiteX86" fmla="*/ 544282 w 559998"/>
                  <a:gd name="connsiteY86" fmla="*/ 1535359 h 2590728"/>
                  <a:gd name="connsiteX87" fmla="*/ 530090 w 559998"/>
                  <a:gd name="connsiteY87" fmla="*/ 1547836 h 2590728"/>
                  <a:gd name="connsiteX88" fmla="*/ 541806 w 559998"/>
                  <a:gd name="connsiteY88" fmla="*/ 1429822 h 2590728"/>
                  <a:gd name="connsiteX89" fmla="*/ 540853 w 559998"/>
                  <a:gd name="connsiteY89" fmla="*/ 1429822 h 2590728"/>
                  <a:gd name="connsiteX90" fmla="*/ 527518 w 559998"/>
                  <a:gd name="connsiteY90" fmla="*/ 1414677 h 2590728"/>
                  <a:gd name="connsiteX91" fmla="*/ 527804 w 559998"/>
                  <a:gd name="connsiteY91" fmla="*/ 1409914 h 2590728"/>
                  <a:gd name="connsiteX92" fmla="*/ 542949 w 559998"/>
                  <a:gd name="connsiteY92" fmla="*/ 1396579 h 2590728"/>
                  <a:gd name="connsiteX93" fmla="*/ 556284 w 559998"/>
                  <a:gd name="connsiteY93" fmla="*/ 1411724 h 2590728"/>
                  <a:gd name="connsiteX94" fmla="*/ 555998 w 559998"/>
                  <a:gd name="connsiteY94" fmla="*/ 1416487 h 2590728"/>
                  <a:gd name="connsiteX95" fmla="*/ 541710 w 559998"/>
                  <a:gd name="connsiteY95" fmla="*/ 1429822 h 2590728"/>
                  <a:gd name="connsiteX96" fmla="*/ 545711 w 559998"/>
                  <a:gd name="connsiteY96" fmla="*/ 1311521 h 2590728"/>
                  <a:gd name="connsiteX97" fmla="*/ 531424 w 559998"/>
                  <a:gd name="connsiteY97" fmla="*/ 1297234 h 2590728"/>
                  <a:gd name="connsiteX98" fmla="*/ 531424 w 559998"/>
                  <a:gd name="connsiteY98" fmla="*/ 1292471 h 2590728"/>
                  <a:gd name="connsiteX99" fmla="*/ 545711 w 559998"/>
                  <a:gd name="connsiteY99" fmla="*/ 1278184 h 2590728"/>
                  <a:gd name="connsiteX100" fmla="*/ 559999 w 559998"/>
                  <a:gd name="connsiteY100" fmla="*/ 1292471 h 2590728"/>
                  <a:gd name="connsiteX101" fmla="*/ 559999 w 559998"/>
                  <a:gd name="connsiteY101" fmla="*/ 1297234 h 2590728"/>
                  <a:gd name="connsiteX102" fmla="*/ 545711 w 559998"/>
                  <a:gd name="connsiteY102" fmla="*/ 1311521 h 2590728"/>
                  <a:gd name="connsiteX103" fmla="*/ 541996 w 559998"/>
                  <a:gd name="connsiteY103" fmla="*/ 1193125 h 2590728"/>
                  <a:gd name="connsiteX104" fmla="*/ 527709 w 559998"/>
                  <a:gd name="connsiteY104" fmla="*/ 1179790 h 2590728"/>
                  <a:gd name="connsiteX105" fmla="*/ 527423 w 559998"/>
                  <a:gd name="connsiteY105" fmla="*/ 1175028 h 2590728"/>
                  <a:gd name="connsiteX106" fmla="*/ 540758 w 559998"/>
                  <a:gd name="connsiteY106" fmla="*/ 1159883 h 2590728"/>
                  <a:gd name="connsiteX107" fmla="*/ 555903 w 559998"/>
                  <a:gd name="connsiteY107" fmla="*/ 1173218 h 2590728"/>
                  <a:gd name="connsiteX108" fmla="*/ 556188 w 559998"/>
                  <a:gd name="connsiteY108" fmla="*/ 1177981 h 2590728"/>
                  <a:gd name="connsiteX109" fmla="*/ 542853 w 559998"/>
                  <a:gd name="connsiteY109" fmla="*/ 1193125 h 2590728"/>
                  <a:gd name="connsiteX110" fmla="*/ 541901 w 559998"/>
                  <a:gd name="connsiteY110" fmla="*/ 1193125 h 2590728"/>
                  <a:gd name="connsiteX111" fmla="*/ 530566 w 559998"/>
                  <a:gd name="connsiteY111" fmla="*/ 1075301 h 2590728"/>
                  <a:gd name="connsiteX112" fmla="*/ 516374 w 559998"/>
                  <a:gd name="connsiteY112" fmla="*/ 1062823 h 2590728"/>
                  <a:gd name="connsiteX113" fmla="*/ 515803 w 559998"/>
                  <a:gd name="connsiteY113" fmla="*/ 1058251 h 2590728"/>
                  <a:gd name="connsiteX114" fmla="*/ 528090 w 559998"/>
                  <a:gd name="connsiteY114" fmla="*/ 1042249 h 2590728"/>
                  <a:gd name="connsiteX115" fmla="*/ 544092 w 559998"/>
                  <a:gd name="connsiteY115" fmla="*/ 1054537 h 2590728"/>
                  <a:gd name="connsiteX116" fmla="*/ 544663 w 559998"/>
                  <a:gd name="connsiteY116" fmla="*/ 1059299 h 2590728"/>
                  <a:gd name="connsiteX117" fmla="*/ 532281 w 559998"/>
                  <a:gd name="connsiteY117" fmla="*/ 1075206 h 2590728"/>
                  <a:gd name="connsiteX118" fmla="*/ 530471 w 559998"/>
                  <a:gd name="connsiteY118" fmla="*/ 1075301 h 2590728"/>
                  <a:gd name="connsiteX119" fmla="*/ 511612 w 559998"/>
                  <a:gd name="connsiteY119" fmla="*/ 958525 h 2590728"/>
                  <a:gd name="connsiteX120" fmla="*/ 497609 w 559998"/>
                  <a:gd name="connsiteY120" fmla="*/ 946904 h 2590728"/>
                  <a:gd name="connsiteX121" fmla="*/ 496753 w 559998"/>
                  <a:gd name="connsiteY121" fmla="*/ 942332 h 2590728"/>
                  <a:gd name="connsiteX122" fmla="*/ 507992 w 559998"/>
                  <a:gd name="connsiteY122" fmla="*/ 925568 h 2590728"/>
                  <a:gd name="connsiteX123" fmla="*/ 524756 w 559998"/>
                  <a:gd name="connsiteY123" fmla="*/ 936808 h 2590728"/>
                  <a:gd name="connsiteX124" fmla="*/ 525708 w 559998"/>
                  <a:gd name="connsiteY124" fmla="*/ 941475 h 2590728"/>
                  <a:gd name="connsiteX125" fmla="*/ 514374 w 559998"/>
                  <a:gd name="connsiteY125" fmla="*/ 958239 h 2590728"/>
                  <a:gd name="connsiteX126" fmla="*/ 511612 w 559998"/>
                  <a:gd name="connsiteY126" fmla="*/ 958525 h 2590728"/>
                  <a:gd name="connsiteX127" fmla="*/ 484942 w 559998"/>
                  <a:gd name="connsiteY127" fmla="*/ 843272 h 2590728"/>
                  <a:gd name="connsiteX128" fmla="*/ 471130 w 559998"/>
                  <a:gd name="connsiteY128" fmla="*/ 832604 h 2590728"/>
                  <a:gd name="connsiteX129" fmla="*/ 469892 w 559998"/>
                  <a:gd name="connsiteY129" fmla="*/ 828127 h 2590728"/>
                  <a:gd name="connsiteX130" fmla="*/ 479988 w 559998"/>
                  <a:gd name="connsiteY130" fmla="*/ 810601 h 2590728"/>
                  <a:gd name="connsiteX131" fmla="*/ 497515 w 559998"/>
                  <a:gd name="connsiteY131" fmla="*/ 820698 h 2590728"/>
                  <a:gd name="connsiteX132" fmla="*/ 498753 w 559998"/>
                  <a:gd name="connsiteY132" fmla="*/ 825365 h 2590728"/>
                  <a:gd name="connsiteX133" fmla="*/ 488561 w 559998"/>
                  <a:gd name="connsiteY133" fmla="*/ 842796 h 2590728"/>
                  <a:gd name="connsiteX134" fmla="*/ 484942 w 559998"/>
                  <a:gd name="connsiteY134" fmla="*/ 843272 h 2590728"/>
                  <a:gd name="connsiteX135" fmla="*/ 450842 w 559998"/>
                  <a:gd name="connsiteY135" fmla="*/ 730020 h 2590728"/>
                  <a:gd name="connsiteX136" fmla="*/ 437317 w 559998"/>
                  <a:gd name="connsiteY136" fmla="*/ 720304 h 2590728"/>
                  <a:gd name="connsiteX137" fmla="*/ 435792 w 559998"/>
                  <a:gd name="connsiteY137" fmla="*/ 715923 h 2590728"/>
                  <a:gd name="connsiteX138" fmla="*/ 444650 w 559998"/>
                  <a:gd name="connsiteY138" fmla="*/ 697730 h 2590728"/>
                  <a:gd name="connsiteX139" fmla="*/ 462844 w 559998"/>
                  <a:gd name="connsiteY139" fmla="*/ 706588 h 2590728"/>
                  <a:gd name="connsiteX140" fmla="*/ 464367 w 559998"/>
                  <a:gd name="connsiteY140" fmla="*/ 711160 h 2590728"/>
                  <a:gd name="connsiteX141" fmla="*/ 455414 w 559998"/>
                  <a:gd name="connsiteY141" fmla="*/ 729258 h 2590728"/>
                  <a:gd name="connsiteX142" fmla="*/ 450842 w 559998"/>
                  <a:gd name="connsiteY142" fmla="*/ 730020 h 2590728"/>
                  <a:gd name="connsiteX143" fmla="*/ 409218 w 559998"/>
                  <a:gd name="connsiteY143" fmla="*/ 619149 h 2590728"/>
                  <a:gd name="connsiteX144" fmla="*/ 395978 w 559998"/>
                  <a:gd name="connsiteY144" fmla="*/ 610291 h 2590728"/>
                  <a:gd name="connsiteX145" fmla="*/ 394168 w 559998"/>
                  <a:gd name="connsiteY145" fmla="*/ 606004 h 2590728"/>
                  <a:gd name="connsiteX146" fmla="*/ 401883 w 559998"/>
                  <a:gd name="connsiteY146" fmla="*/ 587335 h 2590728"/>
                  <a:gd name="connsiteX147" fmla="*/ 420553 w 559998"/>
                  <a:gd name="connsiteY147" fmla="*/ 595051 h 2590728"/>
                  <a:gd name="connsiteX148" fmla="*/ 422362 w 559998"/>
                  <a:gd name="connsiteY148" fmla="*/ 599527 h 2590728"/>
                  <a:gd name="connsiteX149" fmla="*/ 414552 w 559998"/>
                  <a:gd name="connsiteY149" fmla="*/ 618196 h 2590728"/>
                  <a:gd name="connsiteX150" fmla="*/ 409122 w 559998"/>
                  <a:gd name="connsiteY150" fmla="*/ 619244 h 2590728"/>
                  <a:gd name="connsiteX151" fmla="*/ 360545 w 559998"/>
                  <a:gd name="connsiteY151" fmla="*/ 511326 h 2590728"/>
                  <a:gd name="connsiteX152" fmla="*/ 347686 w 559998"/>
                  <a:gd name="connsiteY152" fmla="*/ 503325 h 2590728"/>
                  <a:gd name="connsiteX153" fmla="*/ 345591 w 559998"/>
                  <a:gd name="connsiteY153" fmla="*/ 499039 h 2590728"/>
                  <a:gd name="connsiteX154" fmla="*/ 352068 w 559998"/>
                  <a:gd name="connsiteY154" fmla="*/ 479893 h 2590728"/>
                  <a:gd name="connsiteX155" fmla="*/ 371213 w 559998"/>
                  <a:gd name="connsiteY155" fmla="*/ 486370 h 2590728"/>
                  <a:gd name="connsiteX156" fmla="*/ 373308 w 559998"/>
                  <a:gd name="connsiteY156" fmla="*/ 490657 h 2590728"/>
                  <a:gd name="connsiteX157" fmla="*/ 366831 w 559998"/>
                  <a:gd name="connsiteY157" fmla="*/ 509802 h 2590728"/>
                  <a:gd name="connsiteX158" fmla="*/ 360545 w 559998"/>
                  <a:gd name="connsiteY158" fmla="*/ 511326 h 2590728"/>
                  <a:gd name="connsiteX159" fmla="*/ 304728 w 559998"/>
                  <a:gd name="connsiteY159" fmla="*/ 406932 h 2590728"/>
                  <a:gd name="connsiteX160" fmla="*/ 292346 w 559998"/>
                  <a:gd name="connsiteY160" fmla="*/ 399693 h 2590728"/>
                  <a:gd name="connsiteX161" fmla="*/ 290060 w 559998"/>
                  <a:gd name="connsiteY161" fmla="*/ 395692 h 2590728"/>
                  <a:gd name="connsiteX162" fmla="*/ 295203 w 559998"/>
                  <a:gd name="connsiteY162" fmla="*/ 376166 h 2590728"/>
                  <a:gd name="connsiteX163" fmla="*/ 314730 w 559998"/>
                  <a:gd name="connsiteY163" fmla="*/ 381310 h 2590728"/>
                  <a:gd name="connsiteX164" fmla="*/ 317111 w 559998"/>
                  <a:gd name="connsiteY164" fmla="*/ 385501 h 2590728"/>
                  <a:gd name="connsiteX165" fmla="*/ 311777 w 559998"/>
                  <a:gd name="connsiteY165" fmla="*/ 405027 h 2590728"/>
                  <a:gd name="connsiteX166" fmla="*/ 304728 w 559998"/>
                  <a:gd name="connsiteY166" fmla="*/ 406932 h 2590728"/>
                  <a:gd name="connsiteX167" fmla="*/ 242340 w 559998"/>
                  <a:gd name="connsiteY167" fmla="*/ 306348 h 2590728"/>
                  <a:gd name="connsiteX168" fmla="*/ 230433 w 559998"/>
                  <a:gd name="connsiteY168" fmla="*/ 299966 h 2590728"/>
                  <a:gd name="connsiteX169" fmla="*/ 227767 w 559998"/>
                  <a:gd name="connsiteY169" fmla="*/ 296061 h 2590728"/>
                  <a:gd name="connsiteX170" fmla="*/ 231767 w 559998"/>
                  <a:gd name="connsiteY170" fmla="*/ 276249 h 2590728"/>
                  <a:gd name="connsiteX171" fmla="*/ 251579 w 559998"/>
                  <a:gd name="connsiteY171" fmla="*/ 280249 h 2590728"/>
                  <a:gd name="connsiteX172" fmla="*/ 254246 w 559998"/>
                  <a:gd name="connsiteY172" fmla="*/ 284155 h 2590728"/>
                  <a:gd name="connsiteX173" fmla="*/ 250245 w 559998"/>
                  <a:gd name="connsiteY173" fmla="*/ 303967 h 2590728"/>
                  <a:gd name="connsiteX174" fmla="*/ 242340 w 559998"/>
                  <a:gd name="connsiteY174" fmla="*/ 306348 h 2590728"/>
                  <a:gd name="connsiteX175" fmla="*/ 173474 w 559998"/>
                  <a:gd name="connsiteY175" fmla="*/ 210050 h 2590728"/>
                  <a:gd name="connsiteX176" fmla="*/ 162139 w 559998"/>
                  <a:gd name="connsiteY176" fmla="*/ 204430 h 2590728"/>
                  <a:gd name="connsiteX177" fmla="*/ 159282 w 559998"/>
                  <a:gd name="connsiteY177" fmla="*/ 200716 h 2590728"/>
                  <a:gd name="connsiteX178" fmla="*/ 161853 w 559998"/>
                  <a:gd name="connsiteY178" fmla="*/ 180713 h 2590728"/>
                  <a:gd name="connsiteX179" fmla="*/ 181856 w 559998"/>
                  <a:gd name="connsiteY179" fmla="*/ 183285 h 2590728"/>
                  <a:gd name="connsiteX180" fmla="*/ 184809 w 559998"/>
                  <a:gd name="connsiteY180" fmla="*/ 187095 h 2590728"/>
                  <a:gd name="connsiteX181" fmla="*/ 182142 w 559998"/>
                  <a:gd name="connsiteY181" fmla="*/ 207097 h 2590728"/>
                  <a:gd name="connsiteX182" fmla="*/ 173474 w 559998"/>
                  <a:gd name="connsiteY182" fmla="*/ 210050 h 2590728"/>
                  <a:gd name="connsiteX183" fmla="*/ 98417 w 559998"/>
                  <a:gd name="connsiteY183" fmla="*/ 118515 h 2590728"/>
                  <a:gd name="connsiteX184" fmla="*/ 87654 w 559998"/>
                  <a:gd name="connsiteY184" fmla="*/ 113657 h 2590728"/>
                  <a:gd name="connsiteX185" fmla="*/ 84510 w 559998"/>
                  <a:gd name="connsiteY185" fmla="*/ 110133 h 2590728"/>
                  <a:gd name="connsiteX186" fmla="*/ 85844 w 559998"/>
                  <a:gd name="connsiteY186" fmla="*/ 89940 h 2590728"/>
                  <a:gd name="connsiteX187" fmla="*/ 106037 w 559998"/>
                  <a:gd name="connsiteY187" fmla="*/ 91273 h 2590728"/>
                  <a:gd name="connsiteX188" fmla="*/ 109180 w 559998"/>
                  <a:gd name="connsiteY188" fmla="*/ 94893 h 2590728"/>
                  <a:gd name="connsiteX189" fmla="*/ 107847 w 559998"/>
                  <a:gd name="connsiteY189" fmla="*/ 115086 h 2590728"/>
                  <a:gd name="connsiteX190" fmla="*/ 98417 w 559998"/>
                  <a:gd name="connsiteY190" fmla="*/ 118610 h 2590728"/>
                  <a:gd name="connsiteX191" fmla="*/ 17645 w 559998"/>
                  <a:gd name="connsiteY191" fmla="*/ 31933 h 2590728"/>
                  <a:gd name="connsiteX192" fmla="*/ 7549 w 559998"/>
                  <a:gd name="connsiteY192" fmla="*/ 27742 h 2590728"/>
                  <a:gd name="connsiteX193" fmla="*/ 4215 w 559998"/>
                  <a:gd name="connsiteY193" fmla="*/ 24408 h 2590728"/>
                  <a:gd name="connsiteX194" fmla="*/ 4215 w 559998"/>
                  <a:gd name="connsiteY194" fmla="*/ 4215 h 2590728"/>
                  <a:gd name="connsiteX195" fmla="*/ 24408 w 559998"/>
                  <a:gd name="connsiteY195" fmla="*/ 4215 h 2590728"/>
                  <a:gd name="connsiteX196" fmla="*/ 27742 w 559998"/>
                  <a:gd name="connsiteY196" fmla="*/ 7549 h 2590728"/>
                  <a:gd name="connsiteX197" fmla="*/ 27742 w 559998"/>
                  <a:gd name="connsiteY197" fmla="*/ 27742 h 2590728"/>
                  <a:gd name="connsiteX198" fmla="*/ 17645 w 559998"/>
                  <a:gd name="connsiteY198"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559998" h="2590728">
                    <a:moveTo>
                      <a:pt x="14692" y="2590729"/>
                    </a:moveTo>
                    <a:cubicBezTo>
                      <a:pt x="11073" y="2590729"/>
                      <a:pt x="7453" y="2589395"/>
                      <a:pt x="4691" y="2586633"/>
                    </a:cubicBezTo>
                    <a:cubicBezTo>
                      <a:pt x="-929" y="2581109"/>
                      <a:pt x="-1024" y="2572060"/>
                      <a:pt x="4501" y="2566440"/>
                    </a:cubicBezTo>
                    <a:lnTo>
                      <a:pt x="7929" y="2563011"/>
                    </a:lnTo>
                    <a:cubicBezTo>
                      <a:pt x="13549" y="2557391"/>
                      <a:pt x="22598" y="2557391"/>
                      <a:pt x="28122" y="2563011"/>
                    </a:cubicBezTo>
                    <a:cubicBezTo>
                      <a:pt x="33647" y="2568631"/>
                      <a:pt x="33742" y="2577679"/>
                      <a:pt x="28122" y="2583204"/>
                    </a:cubicBezTo>
                    <a:lnTo>
                      <a:pt x="24884" y="2586443"/>
                    </a:lnTo>
                    <a:cubicBezTo>
                      <a:pt x="22122" y="2589300"/>
                      <a:pt x="18407" y="2590729"/>
                      <a:pt x="14692" y="2590729"/>
                    </a:cubicBezTo>
                    <a:close/>
                    <a:moveTo>
                      <a:pt x="95655" y="2504432"/>
                    </a:moveTo>
                    <a:cubicBezTo>
                      <a:pt x="92321" y="2504432"/>
                      <a:pt x="88987" y="2503289"/>
                      <a:pt x="86320" y="2500908"/>
                    </a:cubicBezTo>
                    <a:cubicBezTo>
                      <a:pt x="80319" y="2495764"/>
                      <a:pt x="79748" y="2486716"/>
                      <a:pt x="84892" y="2480715"/>
                    </a:cubicBezTo>
                    <a:lnTo>
                      <a:pt x="88034" y="2477095"/>
                    </a:lnTo>
                    <a:cubicBezTo>
                      <a:pt x="93274" y="2471190"/>
                      <a:pt x="102227" y="2470523"/>
                      <a:pt x="108228" y="2475762"/>
                    </a:cubicBezTo>
                    <a:cubicBezTo>
                      <a:pt x="114133" y="2481001"/>
                      <a:pt x="114800" y="2489954"/>
                      <a:pt x="109561" y="2495955"/>
                    </a:cubicBezTo>
                    <a:lnTo>
                      <a:pt x="106513" y="2499479"/>
                    </a:lnTo>
                    <a:cubicBezTo>
                      <a:pt x="103656" y="2502718"/>
                      <a:pt x="99751" y="2504432"/>
                      <a:pt x="95750" y="2504432"/>
                    </a:cubicBezTo>
                    <a:close/>
                    <a:moveTo>
                      <a:pt x="170902" y="2412992"/>
                    </a:moveTo>
                    <a:cubicBezTo>
                      <a:pt x="167854" y="2412992"/>
                      <a:pt x="164711" y="2412040"/>
                      <a:pt x="162139" y="2409944"/>
                    </a:cubicBezTo>
                    <a:cubicBezTo>
                      <a:pt x="155948" y="2405086"/>
                      <a:pt x="154805" y="2396133"/>
                      <a:pt x="159663" y="2389942"/>
                    </a:cubicBezTo>
                    <a:lnTo>
                      <a:pt x="162425" y="2386322"/>
                    </a:lnTo>
                    <a:cubicBezTo>
                      <a:pt x="167187" y="2380036"/>
                      <a:pt x="176141" y="2378893"/>
                      <a:pt x="182428" y="2383655"/>
                    </a:cubicBezTo>
                    <a:cubicBezTo>
                      <a:pt x="188714" y="2388418"/>
                      <a:pt x="189952" y="2397371"/>
                      <a:pt x="185094" y="2403658"/>
                    </a:cubicBezTo>
                    <a:lnTo>
                      <a:pt x="182142" y="2407563"/>
                    </a:lnTo>
                    <a:cubicBezTo>
                      <a:pt x="179379" y="2411182"/>
                      <a:pt x="175093" y="2413087"/>
                      <a:pt x="170902" y="2413087"/>
                    </a:cubicBezTo>
                    <a:close/>
                    <a:moveTo>
                      <a:pt x="240054" y="2316790"/>
                    </a:moveTo>
                    <a:cubicBezTo>
                      <a:pt x="237292" y="2316790"/>
                      <a:pt x="234529" y="2316028"/>
                      <a:pt x="232053" y="2314313"/>
                    </a:cubicBezTo>
                    <a:cubicBezTo>
                      <a:pt x="225481" y="2309932"/>
                      <a:pt x="223766" y="2300978"/>
                      <a:pt x="228243" y="2294501"/>
                    </a:cubicBezTo>
                    <a:lnTo>
                      <a:pt x="230815" y="2290596"/>
                    </a:lnTo>
                    <a:cubicBezTo>
                      <a:pt x="235196" y="2284024"/>
                      <a:pt x="244054" y="2282214"/>
                      <a:pt x="250626" y="2286595"/>
                    </a:cubicBezTo>
                    <a:cubicBezTo>
                      <a:pt x="257199" y="2290977"/>
                      <a:pt x="259008" y="2299835"/>
                      <a:pt x="254627" y="2306407"/>
                    </a:cubicBezTo>
                    <a:lnTo>
                      <a:pt x="251960" y="2310408"/>
                    </a:lnTo>
                    <a:cubicBezTo>
                      <a:pt x="249198" y="2314504"/>
                      <a:pt x="244721" y="2316694"/>
                      <a:pt x="240149" y="2316694"/>
                    </a:cubicBezTo>
                    <a:close/>
                    <a:moveTo>
                      <a:pt x="302728" y="2216301"/>
                    </a:moveTo>
                    <a:cubicBezTo>
                      <a:pt x="300252" y="2216301"/>
                      <a:pt x="297775" y="2215634"/>
                      <a:pt x="295585" y="2214396"/>
                    </a:cubicBezTo>
                    <a:cubicBezTo>
                      <a:pt x="288726" y="2210395"/>
                      <a:pt x="286440" y="2201728"/>
                      <a:pt x="290441" y="2194870"/>
                    </a:cubicBezTo>
                    <a:lnTo>
                      <a:pt x="292822" y="2190774"/>
                    </a:lnTo>
                    <a:cubicBezTo>
                      <a:pt x="296728" y="2183916"/>
                      <a:pt x="305490" y="2181630"/>
                      <a:pt x="312349" y="2185535"/>
                    </a:cubicBezTo>
                    <a:cubicBezTo>
                      <a:pt x="319206" y="2189536"/>
                      <a:pt x="321492" y="2198203"/>
                      <a:pt x="317587" y="2205061"/>
                    </a:cubicBezTo>
                    <a:lnTo>
                      <a:pt x="315206" y="2209157"/>
                    </a:lnTo>
                    <a:cubicBezTo>
                      <a:pt x="312539" y="2213729"/>
                      <a:pt x="307776" y="2216301"/>
                      <a:pt x="302824" y="2216301"/>
                    </a:cubicBezTo>
                    <a:close/>
                    <a:moveTo>
                      <a:pt x="358735" y="2112002"/>
                    </a:moveTo>
                    <a:cubicBezTo>
                      <a:pt x="356640" y="2112002"/>
                      <a:pt x="354449" y="2111526"/>
                      <a:pt x="352353" y="2110478"/>
                    </a:cubicBezTo>
                    <a:cubicBezTo>
                      <a:pt x="345305" y="2106954"/>
                      <a:pt x="342447" y="2098381"/>
                      <a:pt x="345876" y="2091333"/>
                    </a:cubicBezTo>
                    <a:lnTo>
                      <a:pt x="347972" y="2087142"/>
                    </a:lnTo>
                    <a:cubicBezTo>
                      <a:pt x="351401" y="2080093"/>
                      <a:pt x="359974" y="2077141"/>
                      <a:pt x="367117" y="2080570"/>
                    </a:cubicBezTo>
                    <a:cubicBezTo>
                      <a:pt x="374166" y="2083999"/>
                      <a:pt x="377119" y="2092571"/>
                      <a:pt x="373690" y="2099715"/>
                    </a:cubicBezTo>
                    <a:lnTo>
                      <a:pt x="371594" y="2104001"/>
                    </a:lnTo>
                    <a:cubicBezTo>
                      <a:pt x="369117" y="2109049"/>
                      <a:pt x="364069" y="2111907"/>
                      <a:pt x="358831" y="2111907"/>
                    </a:cubicBezTo>
                    <a:close/>
                    <a:moveTo>
                      <a:pt x="407789" y="2004179"/>
                    </a:moveTo>
                    <a:cubicBezTo>
                      <a:pt x="405979" y="2004179"/>
                      <a:pt x="404074" y="2003798"/>
                      <a:pt x="402265" y="2003036"/>
                    </a:cubicBezTo>
                    <a:cubicBezTo>
                      <a:pt x="395026" y="1999988"/>
                      <a:pt x="391597" y="1991606"/>
                      <a:pt x="394549" y="1984367"/>
                    </a:cubicBezTo>
                    <a:lnTo>
                      <a:pt x="396359" y="1979986"/>
                    </a:lnTo>
                    <a:cubicBezTo>
                      <a:pt x="399407" y="1972747"/>
                      <a:pt x="407693" y="1969222"/>
                      <a:pt x="415028" y="1972270"/>
                    </a:cubicBezTo>
                    <a:cubicBezTo>
                      <a:pt x="422267" y="1975318"/>
                      <a:pt x="425791" y="1983605"/>
                      <a:pt x="422743" y="1990939"/>
                    </a:cubicBezTo>
                    <a:lnTo>
                      <a:pt x="420933" y="1995321"/>
                    </a:lnTo>
                    <a:cubicBezTo>
                      <a:pt x="418647" y="2000845"/>
                      <a:pt x="413313" y="2004084"/>
                      <a:pt x="407789" y="2004084"/>
                    </a:cubicBezTo>
                    <a:close/>
                    <a:moveTo>
                      <a:pt x="449604" y="1893403"/>
                    </a:moveTo>
                    <a:cubicBezTo>
                      <a:pt x="448080" y="1893403"/>
                      <a:pt x="446556" y="1893118"/>
                      <a:pt x="445032" y="1892641"/>
                    </a:cubicBezTo>
                    <a:cubicBezTo>
                      <a:pt x="437602" y="1890070"/>
                      <a:pt x="433602" y="1881973"/>
                      <a:pt x="436078" y="1874544"/>
                    </a:cubicBezTo>
                    <a:lnTo>
                      <a:pt x="437602" y="1870067"/>
                    </a:lnTo>
                    <a:cubicBezTo>
                      <a:pt x="440079" y="1862542"/>
                      <a:pt x="448175" y="1858542"/>
                      <a:pt x="455700" y="1861018"/>
                    </a:cubicBezTo>
                    <a:cubicBezTo>
                      <a:pt x="463224" y="1863495"/>
                      <a:pt x="467225" y="1871591"/>
                      <a:pt x="464749" y="1879116"/>
                    </a:cubicBezTo>
                    <a:lnTo>
                      <a:pt x="463224" y="1883688"/>
                    </a:lnTo>
                    <a:cubicBezTo>
                      <a:pt x="461224" y="1889593"/>
                      <a:pt x="455700" y="1893403"/>
                      <a:pt x="449699" y="1893403"/>
                    </a:cubicBezTo>
                    <a:close/>
                    <a:moveTo>
                      <a:pt x="484084" y="1780056"/>
                    </a:moveTo>
                    <a:cubicBezTo>
                      <a:pt x="482846" y="1780056"/>
                      <a:pt x="481608" y="1779865"/>
                      <a:pt x="480369" y="1779580"/>
                    </a:cubicBezTo>
                    <a:cubicBezTo>
                      <a:pt x="472749" y="1777579"/>
                      <a:pt x="468273" y="1769674"/>
                      <a:pt x="470273" y="1762054"/>
                    </a:cubicBezTo>
                    <a:lnTo>
                      <a:pt x="471511" y="1757482"/>
                    </a:lnTo>
                    <a:cubicBezTo>
                      <a:pt x="473512" y="1749862"/>
                      <a:pt x="481322" y="1745290"/>
                      <a:pt x="489037" y="1747385"/>
                    </a:cubicBezTo>
                    <a:cubicBezTo>
                      <a:pt x="496657" y="1749385"/>
                      <a:pt x="501229" y="1757291"/>
                      <a:pt x="499134" y="1764911"/>
                    </a:cubicBezTo>
                    <a:lnTo>
                      <a:pt x="497895" y="1769483"/>
                    </a:lnTo>
                    <a:cubicBezTo>
                      <a:pt x="496181" y="1775865"/>
                      <a:pt x="490371" y="1780056"/>
                      <a:pt x="484084" y="1780056"/>
                    </a:cubicBezTo>
                    <a:close/>
                    <a:moveTo>
                      <a:pt x="510945" y="1664613"/>
                    </a:moveTo>
                    <a:cubicBezTo>
                      <a:pt x="509992" y="1664613"/>
                      <a:pt x="509135" y="1664613"/>
                      <a:pt x="508183" y="1664327"/>
                    </a:cubicBezTo>
                    <a:cubicBezTo>
                      <a:pt x="500467" y="1662803"/>
                      <a:pt x="495419" y="1655278"/>
                      <a:pt x="496943" y="1647563"/>
                    </a:cubicBezTo>
                    <a:lnTo>
                      <a:pt x="497895" y="1642896"/>
                    </a:lnTo>
                    <a:cubicBezTo>
                      <a:pt x="499419" y="1635180"/>
                      <a:pt x="506944" y="1630132"/>
                      <a:pt x="514660" y="1631656"/>
                    </a:cubicBezTo>
                    <a:cubicBezTo>
                      <a:pt x="522375" y="1633180"/>
                      <a:pt x="527423" y="1640705"/>
                      <a:pt x="525899" y="1648420"/>
                    </a:cubicBezTo>
                    <a:lnTo>
                      <a:pt x="524947" y="1653088"/>
                    </a:lnTo>
                    <a:cubicBezTo>
                      <a:pt x="523613" y="1659850"/>
                      <a:pt x="517612" y="1664613"/>
                      <a:pt x="510945" y="1664613"/>
                    </a:cubicBezTo>
                    <a:close/>
                    <a:moveTo>
                      <a:pt x="530185" y="1547741"/>
                    </a:moveTo>
                    <a:cubicBezTo>
                      <a:pt x="529614" y="1547741"/>
                      <a:pt x="528947" y="1547741"/>
                      <a:pt x="528280" y="1547646"/>
                    </a:cubicBezTo>
                    <a:cubicBezTo>
                      <a:pt x="520470" y="1546598"/>
                      <a:pt x="514945" y="1539454"/>
                      <a:pt x="515993" y="1531644"/>
                    </a:cubicBezTo>
                    <a:lnTo>
                      <a:pt x="516565" y="1526881"/>
                    </a:lnTo>
                    <a:cubicBezTo>
                      <a:pt x="517612" y="1519071"/>
                      <a:pt x="524756" y="1513451"/>
                      <a:pt x="532567" y="1514594"/>
                    </a:cubicBezTo>
                    <a:cubicBezTo>
                      <a:pt x="540377" y="1515642"/>
                      <a:pt x="545901" y="1522786"/>
                      <a:pt x="544854" y="1530596"/>
                    </a:cubicBezTo>
                    <a:lnTo>
                      <a:pt x="544282" y="1535359"/>
                    </a:lnTo>
                    <a:cubicBezTo>
                      <a:pt x="543330" y="1542598"/>
                      <a:pt x="537234" y="1547836"/>
                      <a:pt x="530090" y="1547836"/>
                    </a:cubicBezTo>
                    <a:close/>
                    <a:moveTo>
                      <a:pt x="541806" y="1429822"/>
                    </a:moveTo>
                    <a:cubicBezTo>
                      <a:pt x="541806" y="1429822"/>
                      <a:pt x="541139" y="1429822"/>
                      <a:pt x="540853" y="1429822"/>
                    </a:cubicBezTo>
                    <a:cubicBezTo>
                      <a:pt x="532947" y="1429345"/>
                      <a:pt x="527042" y="1422487"/>
                      <a:pt x="527518" y="1414677"/>
                    </a:cubicBezTo>
                    <a:lnTo>
                      <a:pt x="527804" y="1409914"/>
                    </a:lnTo>
                    <a:cubicBezTo>
                      <a:pt x="528280" y="1402009"/>
                      <a:pt x="535233" y="1396103"/>
                      <a:pt x="542949" y="1396579"/>
                    </a:cubicBezTo>
                    <a:cubicBezTo>
                      <a:pt x="550854" y="1397056"/>
                      <a:pt x="556760" y="1403914"/>
                      <a:pt x="556284" y="1411724"/>
                    </a:cubicBezTo>
                    <a:lnTo>
                      <a:pt x="555998" y="1416487"/>
                    </a:lnTo>
                    <a:cubicBezTo>
                      <a:pt x="555522" y="1424011"/>
                      <a:pt x="549235" y="1429822"/>
                      <a:pt x="541710" y="1429822"/>
                    </a:cubicBezTo>
                    <a:close/>
                    <a:moveTo>
                      <a:pt x="545711" y="1311521"/>
                    </a:moveTo>
                    <a:cubicBezTo>
                      <a:pt x="537805" y="1311521"/>
                      <a:pt x="531424" y="1305139"/>
                      <a:pt x="531424" y="1297234"/>
                    </a:cubicBezTo>
                    <a:lnTo>
                      <a:pt x="531424" y="1292471"/>
                    </a:lnTo>
                    <a:cubicBezTo>
                      <a:pt x="531424" y="1284565"/>
                      <a:pt x="537805" y="1278184"/>
                      <a:pt x="545711" y="1278184"/>
                    </a:cubicBezTo>
                    <a:cubicBezTo>
                      <a:pt x="553617" y="1278184"/>
                      <a:pt x="559999" y="1284565"/>
                      <a:pt x="559999" y="1292471"/>
                    </a:cubicBezTo>
                    <a:lnTo>
                      <a:pt x="559999" y="1297234"/>
                    </a:lnTo>
                    <a:cubicBezTo>
                      <a:pt x="559999" y="1305139"/>
                      <a:pt x="553617" y="1311521"/>
                      <a:pt x="545711" y="1311521"/>
                    </a:cubicBezTo>
                    <a:close/>
                    <a:moveTo>
                      <a:pt x="541996" y="1193125"/>
                    </a:moveTo>
                    <a:cubicBezTo>
                      <a:pt x="534472" y="1193125"/>
                      <a:pt x="528280" y="1187315"/>
                      <a:pt x="527709" y="1179790"/>
                    </a:cubicBezTo>
                    <a:lnTo>
                      <a:pt x="527423" y="1175028"/>
                    </a:lnTo>
                    <a:cubicBezTo>
                      <a:pt x="526947" y="1167122"/>
                      <a:pt x="532852" y="1160359"/>
                      <a:pt x="540758" y="1159883"/>
                    </a:cubicBezTo>
                    <a:cubicBezTo>
                      <a:pt x="548473" y="1159502"/>
                      <a:pt x="555426" y="1165312"/>
                      <a:pt x="555903" y="1173218"/>
                    </a:cubicBezTo>
                    <a:lnTo>
                      <a:pt x="556188" y="1177981"/>
                    </a:lnTo>
                    <a:cubicBezTo>
                      <a:pt x="556665" y="1185886"/>
                      <a:pt x="550759" y="1192649"/>
                      <a:pt x="542853" y="1193125"/>
                    </a:cubicBezTo>
                    <a:cubicBezTo>
                      <a:pt x="542568" y="1193125"/>
                      <a:pt x="542187" y="1193125"/>
                      <a:pt x="541901" y="1193125"/>
                    </a:cubicBezTo>
                    <a:close/>
                    <a:moveTo>
                      <a:pt x="530566" y="1075301"/>
                    </a:moveTo>
                    <a:cubicBezTo>
                      <a:pt x="523422" y="1075301"/>
                      <a:pt x="517326" y="1070062"/>
                      <a:pt x="516374" y="1062823"/>
                    </a:cubicBezTo>
                    <a:lnTo>
                      <a:pt x="515803" y="1058251"/>
                    </a:lnTo>
                    <a:cubicBezTo>
                      <a:pt x="514755" y="1050441"/>
                      <a:pt x="520279" y="1043297"/>
                      <a:pt x="528090" y="1042249"/>
                    </a:cubicBezTo>
                    <a:cubicBezTo>
                      <a:pt x="535900" y="1041202"/>
                      <a:pt x="543044" y="1046726"/>
                      <a:pt x="544092" y="1054537"/>
                    </a:cubicBezTo>
                    <a:lnTo>
                      <a:pt x="544663" y="1059299"/>
                    </a:lnTo>
                    <a:cubicBezTo>
                      <a:pt x="545616" y="1067110"/>
                      <a:pt x="540091" y="1074253"/>
                      <a:pt x="532281" y="1075206"/>
                    </a:cubicBezTo>
                    <a:cubicBezTo>
                      <a:pt x="531709" y="1075206"/>
                      <a:pt x="531042" y="1075301"/>
                      <a:pt x="530471" y="1075301"/>
                    </a:cubicBezTo>
                    <a:close/>
                    <a:moveTo>
                      <a:pt x="511612" y="958525"/>
                    </a:moveTo>
                    <a:cubicBezTo>
                      <a:pt x="504944" y="958525"/>
                      <a:pt x="498943" y="953762"/>
                      <a:pt x="497609" y="946904"/>
                    </a:cubicBezTo>
                    <a:lnTo>
                      <a:pt x="496753" y="942332"/>
                    </a:lnTo>
                    <a:cubicBezTo>
                      <a:pt x="495228" y="934617"/>
                      <a:pt x="500277" y="927092"/>
                      <a:pt x="507992" y="925568"/>
                    </a:cubicBezTo>
                    <a:cubicBezTo>
                      <a:pt x="515707" y="924044"/>
                      <a:pt x="523232" y="929092"/>
                      <a:pt x="524756" y="936808"/>
                    </a:cubicBezTo>
                    <a:lnTo>
                      <a:pt x="525708" y="941475"/>
                    </a:lnTo>
                    <a:cubicBezTo>
                      <a:pt x="527233" y="949190"/>
                      <a:pt x="522184" y="956715"/>
                      <a:pt x="514374" y="958239"/>
                    </a:cubicBezTo>
                    <a:cubicBezTo>
                      <a:pt x="513421" y="958429"/>
                      <a:pt x="512564" y="958525"/>
                      <a:pt x="511612" y="958525"/>
                    </a:cubicBezTo>
                    <a:close/>
                    <a:moveTo>
                      <a:pt x="484942" y="843272"/>
                    </a:moveTo>
                    <a:cubicBezTo>
                      <a:pt x="478559" y="843272"/>
                      <a:pt x="472845" y="838986"/>
                      <a:pt x="471130" y="832604"/>
                    </a:cubicBezTo>
                    <a:lnTo>
                      <a:pt x="469892" y="828127"/>
                    </a:lnTo>
                    <a:cubicBezTo>
                      <a:pt x="467797" y="820507"/>
                      <a:pt x="472369" y="812697"/>
                      <a:pt x="479988" y="810601"/>
                    </a:cubicBezTo>
                    <a:cubicBezTo>
                      <a:pt x="487608" y="808601"/>
                      <a:pt x="495419" y="813078"/>
                      <a:pt x="497515" y="820698"/>
                    </a:cubicBezTo>
                    <a:lnTo>
                      <a:pt x="498753" y="825365"/>
                    </a:lnTo>
                    <a:cubicBezTo>
                      <a:pt x="500753" y="832985"/>
                      <a:pt x="496181" y="840796"/>
                      <a:pt x="488561" y="842796"/>
                    </a:cubicBezTo>
                    <a:cubicBezTo>
                      <a:pt x="487323" y="843082"/>
                      <a:pt x="486085" y="843272"/>
                      <a:pt x="484942" y="843272"/>
                    </a:cubicBezTo>
                    <a:close/>
                    <a:moveTo>
                      <a:pt x="450842" y="730020"/>
                    </a:moveTo>
                    <a:cubicBezTo>
                      <a:pt x="444841" y="730020"/>
                      <a:pt x="439317" y="726210"/>
                      <a:pt x="437317" y="720304"/>
                    </a:cubicBezTo>
                    <a:lnTo>
                      <a:pt x="435792" y="715923"/>
                    </a:lnTo>
                    <a:cubicBezTo>
                      <a:pt x="433221" y="708493"/>
                      <a:pt x="437221" y="700302"/>
                      <a:pt x="444650" y="697730"/>
                    </a:cubicBezTo>
                    <a:cubicBezTo>
                      <a:pt x="452080" y="695158"/>
                      <a:pt x="460272" y="699159"/>
                      <a:pt x="462844" y="706588"/>
                    </a:cubicBezTo>
                    <a:lnTo>
                      <a:pt x="464367" y="711160"/>
                    </a:lnTo>
                    <a:cubicBezTo>
                      <a:pt x="466844" y="718685"/>
                      <a:pt x="462844" y="726781"/>
                      <a:pt x="455414" y="729258"/>
                    </a:cubicBezTo>
                    <a:cubicBezTo>
                      <a:pt x="453890" y="729734"/>
                      <a:pt x="452366" y="730020"/>
                      <a:pt x="450842" y="730020"/>
                    </a:cubicBezTo>
                    <a:close/>
                    <a:moveTo>
                      <a:pt x="409218" y="619149"/>
                    </a:moveTo>
                    <a:cubicBezTo>
                      <a:pt x="403598" y="619149"/>
                      <a:pt x="398264" y="615815"/>
                      <a:pt x="395978" y="610291"/>
                    </a:cubicBezTo>
                    <a:lnTo>
                      <a:pt x="394168" y="606004"/>
                    </a:lnTo>
                    <a:cubicBezTo>
                      <a:pt x="391120" y="598670"/>
                      <a:pt x="394549" y="590383"/>
                      <a:pt x="401883" y="587335"/>
                    </a:cubicBezTo>
                    <a:cubicBezTo>
                      <a:pt x="409122" y="584287"/>
                      <a:pt x="417504" y="587716"/>
                      <a:pt x="420553" y="595051"/>
                    </a:cubicBezTo>
                    <a:lnTo>
                      <a:pt x="422362" y="599527"/>
                    </a:lnTo>
                    <a:cubicBezTo>
                      <a:pt x="425315" y="606862"/>
                      <a:pt x="421886" y="615148"/>
                      <a:pt x="414552" y="618196"/>
                    </a:cubicBezTo>
                    <a:cubicBezTo>
                      <a:pt x="412742" y="618958"/>
                      <a:pt x="410932" y="619244"/>
                      <a:pt x="409122" y="619244"/>
                    </a:cubicBezTo>
                    <a:close/>
                    <a:moveTo>
                      <a:pt x="360545" y="511326"/>
                    </a:moveTo>
                    <a:cubicBezTo>
                      <a:pt x="355306" y="511326"/>
                      <a:pt x="350258" y="508373"/>
                      <a:pt x="347686" y="503325"/>
                    </a:cubicBezTo>
                    <a:lnTo>
                      <a:pt x="345591" y="499039"/>
                    </a:lnTo>
                    <a:cubicBezTo>
                      <a:pt x="342067" y="491990"/>
                      <a:pt x="345019" y="483418"/>
                      <a:pt x="352068" y="479893"/>
                    </a:cubicBezTo>
                    <a:cubicBezTo>
                      <a:pt x="359116" y="476369"/>
                      <a:pt x="367689" y="479322"/>
                      <a:pt x="371213" y="486370"/>
                    </a:cubicBezTo>
                    <a:lnTo>
                      <a:pt x="373308" y="490657"/>
                    </a:lnTo>
                    <a:cubicBezTo>
                      <a:pt x="376833" y="497705"/>
                      <a:pt x="373880" y="506278"/>
                      <a:pt x="366831" y="509802"/>
                    </a:cubicBezTo>
                    <a:cubicBezTo>
                      <a:pt x="364831" y="510754"/>
                      <a:pt x="362640" y="511326"/>
                      <a:pt x="360545" y="511326"/>
                    </a:cubicBezTo>
                    <a:close/>
                    <a:moveTo>
                      <a:pt x="304728" y="406932"/>
                    </a:moveTo>
                    <a:cubicBezTo>
                      <a:pt x="299776" y="406932"/>
                      <a:pt x="294918" y="404360"/>
                      <a:pt x="292346" y="399693"/>
                    </a:cubicBezTo>
                    <a:lnTo>
                      <a:pt x="290060" y="395692"/>
                    </a:lnTo>
                    <a:cubicBezTo>
                      <a:pt x="286155" y="388834"/>
                      <a:pt x="288441" y="380167"/>
                      <a:pt x="295203" y="376166"/>
                    </a:cubicBezTo>
                    <a:cubicBezTo>
                      <a:pt x="302062" y="372166"/>
                      <a:pt x="310729" y="374547"/>
                      <a:pt x="314730" y="381310"/>
                    </a:cubicBezTo>
                    <a:lnTo>
                      <a:pt x="317111" y="385501"/>
                    </a:lnTo>
                    <a:cubicBezTo>
                      <a:pt x="321016" y="392359"/>
                      <a:pt x="318635" y="401122"/>
                      <a:pt x="311777" y="405027"/>
                    </a:cubicBezTo>
                    <a:cubicBezTo>
                      <a:pt x="309586" y="406265"/>
                      <a:pt x="307109" y="406932"/>
                      <a:pt x="304728" y="406932"/>
                    </a:cubicBezTo>
                    <a:close/>
                    <a:moveTo>
                      <a:pt x="242340" y="306348"/>
                    </a:moveTo>
                    <a:cubicBezTo>
                      <a:pt x="237768" y="306348"/>
                      <a:pt x="233196" y="304157"/>
                      <a:pt x="230433" y="299966"/>
                    </a:cubicBezTo>
                    <a:lnTo>
                      <a:pt x="227767" y="296061"/>
                    </a:lnTo>
                    <a:cubicBezTo>
                      <a:pt x="223385" y="289489"/>
                      <a:pt x="225195" y="280630"/>
                      <a:pt x="231767" y="276249"/>
                    </a:cubicBezTo>
                    <a:cubicBezTo>
                      <a:pt x="238339" y="271867"/>
                      <a:pt x="247197" y="273677"/>
                      <a:pt x="251579" y="280249"/>
                    </a:cubicBezTo>
                    <a:lnTo>
                      <a:pt x="254246" y="284155"/>
                    </a:lnTo>
                    <a:cubicBezTo>
                      <a:pt x="258628" y="290727"/>
                      <a:pt x="256818" y="299585"/>
                      <a:pt x="250245" y="303967"/>
                    </a:cubicBezTo>
                    <a:cubicBezTo>
                      <a:pt x="247769" y="305586"/>
                      <a:pt x="245102" y="306348"/>
                      <a:pt x="242340" y="306348"/>
                    </a:cubicBezTo>
                    <a:close/>
                    <a:moveTo>
                      <a:pt x="173474" y="210050"/>
                    </a:moveTo>
                    <a:cubicBezTo>
                      <a:pt x="169188" y="210050"/>
                      <a:pt x="164901" y="208145"/>
                      <a:pt x="162139" y="204430"/>
                    </a:cubicBezTo>
                    <a:lnTo>
                      <a:pt x="159282" y="200716"/>
                    </a:lnTo>
                    <a:cubicBezTo>
                      <a:pt x="154424" y="194429"/>
                      <a:pt x="155567" y="185476"/>
                      <a:pt x="161853" y="180713"/>
                    </a:cubicBezTo>
                    <a:cubicBezTo>
                      <a:pt x="168140" y="175855"/>
                      <a:pt x="177094" y="176998"/>
                      <a:pt x="181856" y="183285"/>
                    </a:cubicBezTo>
                    <a:lnTo>
                      <a:pt x="184809" y="187095"/>
                    </a:lnTo>
                    <a:cubicBezTo>
                      <a:pt x="189571" y="193381"/>
                      <a:pt x="188428" y="202335"/>
                      <a:pt x="182142" y="207097"/>
                    </a:cubicBezTo>
                    <a:cubicBezTo>
                      <a:pt x="179570" y="209098"/>
                      <a:pt x="176522" y="210050"/>
                      <a:pt x="173474" y="210050"/>
                    </a:cubicBezTo>
                    <a:close/>
                    <a:moveTo>
                      <a:pt x="98417" y="118515"/>
                    </a:moveTo>
                    <a:cubicBezTo>
                      <a:pt x="94417" y="118515"/>
                      <a:pt x="90511" y="116896"/>
                      <a:pt x="87654" y="113657"/>
                    </a:cubicBezTo>
                    <a:lnTo>
                      <a:pt x="84510" y="110133"/>
                    </a:lnTo>
                    <a:cubicBezTo>
                      <a:pt x="79272" y="104227"/>
                      <a:pt x="79843" y="95179"/>
                      <a:pt x="85844" y="89940"/>
                    </a:cubicBezTo>
                    <a:cubicBezTo>
                      <a:pt x="91749" y="84701"/>
                      <a:pt x="100798" y="85273"/>
                      <a:pt x="106037" y="91273"/>
                    </a:cubicBezTo>
                    <a:lnTo>
                      <a:pt x="109180" y="94893"/>
                    </a:lnTo>
                    <a:cubicBezTo>
                      <a:pt x="114419" y="100798"/>
                      <a:pt x="113752" y="109847"/>
                      <a:pt x="107847" y="115086"/>
                    </a:cubicBezTo>
                    <a:cubicBezTo>
                      <a:pt x="105180" y="117467"/>
                      <a:pt x="101750" y="118610"/>
                      <a:pt x="98417" y="118610"/>
                    </a:cubicBezTo>
                    <a:close/>
                    <a:moveTo>
                      <a:pt x="17645" y="31933"/>
                    </a:moveTo>
                    <a:cubicBezTo>
                      <a:pt x="14026" y="31933"/>
                      <a:pt x="10311" y="30504"/>
                      <a:pt x="7549" y="27742"/>
                    </a:cubicBezTo>
                    <a:lnTo>
                      <a:pt x="4215" y="24408"/>
                    </a:lnTo>
                    <a:cubicBezTo>
                      <a:pt x="-1405" y="18788"/>
                      <a:pt x="-1405" y="9739"/>
                      <a:pt x="4215" y="4215"/>
                    </a:cubicBezTo>
                    <a:cubicBezTo>
                      <a:pt x="9835" y="-1405"/>
                      <a:pt x="18883" y="-1405"/>
                      <a:pt x="24408" y="4215"/>
                    </a:cubicBezTo>
                    <a:lnTo>
                      <a:pt x="27742" y="7549"/>
                    </a:lnTo>
                    <a:cubicBezTo>
                      <a:pt x="33361" y="13168"/>
                      <a:pt x="33361" y="22217"/>
                      <a:pt x="27742" y="27742"/>
                    </a:cubicBezTo>
                    <a:cubicBezTo>
                      <a:pt x="24979" y="30504"/>
                      <a:pt x="21265" y="31933"/>
                      <a:pt x="17645" y="31933"/>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3" name="Freeform: Shape 62">
                <a:extLst>
                  <a:ext uri="{FF2B5EF4-FFF2-40B4-BE49-F238E27FC236}">
                    <a16:creationId xmlns:a16="http://schemas.microsoft.com/office/drawing/2014/main" id="{8C34A49B-4F61-7FC5-D8A2-107F570EC2D6}"/>
                  </a:ext>
                </a:extLst>
              </p:cNvPr>
              <p:cNvSpPr/>
              <p:nvPr/>
            </p:nvSpPr>
            <p:spPr>
              <a:xfrm>
                <a:off x="9098936" y="4777729"/>
                <a:ext cx="30405" cy="30204"/>
              </a:xfrm>
              <a:custGeom>
                <a:avLst/>
                <a:gdLst>
                  <a:gd name="connsiteX0" fmla="*/ 14298 w 30405"/>
                  <a:gd name="connsiteY0" fmla="*/ 30204 h 30204"/>
                  <a:gd name="connsiteX1" fmla="*/ 3630 w 30405"/>
                  <a:gd name="connsiteY1" fmla="*/ 25442 h 30204"/>
                  <a:gd name="connsiteX2" fmla="*/ 4773 w 30405"/>
                  <a:gd name="connsiteY2" fmla="*/ 5249 h 30204"/>
                  <a:gd name="connsiteX3" fmla="*/ 6583 w 30405"/>
                  <a:gd name="connsiteY3" fmla="*/ 3630 h 30204"/>
                  <a:gd name="connsiteX4" fmla="*/ 26776 w 30405"/>
                  <a:gd name="connsiteY4" fmla="*/ 4773 h 30204"/>
                  <a:gd name="connsiteX5" fmla="*/ 25633 w 30405"/>
                  <a:gd name="connsiteY5" fmla="*/ 24966 h 30204"/>
                  <a:gd name="connsiteX6" fmla="*/ 23823 w 30405"/>
                  <a:gd name="connsiteY6" fmla="*/ 26585 h 30204"/>
                  <a:gd name="connsiteX7" fmla="*/ 14298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4298" y="30204"/>
                    </a:moveTo>
                    <a:cubicBezTo>
                      <a:pt x="10392" y="30204"/>
                      <a:pt x="6392" y="28585"/>
                      <a:pt x="3630" y="25442"/>
                    </a:cubicBezTo>
                    <a:cubicBezTo>
                      <a:pt x="-1609" y="19536"/>
                      <a:pt x="-1133" y="10488"/>
                      <a:pt x="4773" y="5249"/>
                    </a:cubicBezTo>
                    <a:lnTo>
                      <a:pt x="6583" y="3630"/>
                    </a:lnTo>
                    <a:cubicBezTo>
                      <a:pt x="12488" y="-1609"/>
                      <a:pt x="21537" y="-1133"/>
                      <a:pt x="26776" y="4773"/>
                    </a:cubicBezTo>
                    <a:cubicBezTo>
                      <a:pt x="32014" y="10678"/>
                      <a:pt x="31538" y="19727"/>
                      <a:pt x="25633" y="24966"/>
                    </a:cubicBezTo>
                    <a:lnTo>
                      <a:pt x="23823" y="26585"/>
                    </a:lnTo>
                    <a:cubicBezTo>
                      <a:pt x="21060" y="28966"/>
                      <a:pt x="17727" y="30204"/>
                      <a:pt x="14298" y="30204"/>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53" name="Freeform: Shape 52">
              <a:extLst>
                <a:ext uri="{FF2B5EF4-FFF2-40B4-BE49-F238E27FC236}">
                  <a16:creationId xmlns:a16="http://schemas.microsoft.com/office/drawing/2014/main" id="{2CE70733-86EF-77F6-46E0-5B4D5D7A197E}"/>
                </a:ext>
              </a:extLst>
            </p:cNvPr>
            <p:cNvSpPr/>
            <p:nvPr/>
          </p:nvSpPr>
          <p:spPr>
            <a:xfrm>
              <a:off x="6517257" y="2595114"/>
              <a:ext cx="1922241" cy="1922380"/>
            </a:xfrm>
            <a:custGeom>
              <a:avLst/>
              <a:gdLst>
                <a:gd name="connsiteX0" fmla="*/ 2432304 w 2531745"/>
                <a:gd name="connsiteY0" fmla="*/ 773049 h 2531935"/>
                <a:gd name="connsiteX1" fmla="*/ 2161127 w 2531745"/>
                <a:gd name="connsiteY1" fmla="*/ 370808 h 2531935"/>
                <a:gd name="connsiteX2" fmla="*/ 1758887 w 2531745"/>
                <a:gd name="connsiteY2" fmla="*/ 99631 h 2531935"/>
                <a:gd name="connsiteX3" fmla="*/ 1265968 w 2531745"/>
                <a:gd name="connsiteY3" fmla="*/ 0 h 2531935"/>
                <a:gd name="connsiteX4" fmla="*/ 773049 w 2531745"/>
                <a:gd name="connsiteY4" fmla="*/ 99631 h 2531935"/>
                <a:gd name="connsiteX5" fmla="*/ 370808 w 2531745"/>
                <a:gd name="connsiteY5" fmla="*/ 370808 h 2531935"/>
                <a:gd name="connsiteX6" fmla="*/ 99631 w 2531745"/>
                <a:gd name="connsiteY6" fmla="*/ 773049 h 2531935"/>
                <a:gd name="connsiteX7" fmla="*/ 0 w 2531745"/>
                <a:gd name="connsiteY7" fmla="*/ 1265968 h 2531935"/>
                <a:gd name="connsiteX8" fmla="*/ 99631 w 2531745"/>
                <a:gd name="connsiteY8" fmla="*/ 1758886 h 2531935"/>
                <a:gd name="connsiteX9" fmla="*/ 370808 w 2531745"/>
                <a:gd name="connsiteY9" fmla="*/ 2161127 h 2531935"/>
                <a:gd name="connsiteX10" fmla="*/ 773049 w 2531745"/>
                <a:gd name="connsiteY10" fmla="*/ 2432304 h 2531935"/>
                <a:gd name="connsiteX11" fmla="*/ 1265873 w 2531745"/>
                <a:gd name="connsiteY11" fmla="*/ 2531936 h 2531935"/>
                <a:gd name="connsiteX12" fmla="*/ 1758696 w 2531745"/>
                <a:gd name="connsiteY12" fmla="*/ 2432304 h 2531935"/>
                <a:gd name="connsiteX13" fmla="*/ 2160937 w 2531745"/>
                <a:gd name="connsiteY13" fmla="*/ 2161127 h 2531935"/>
                <a:gd name="connsiteX14" fmla="*/ 2432114 w 2531745"/>
                <a:gd name="connsiteY14" fmla="*/ 1758886 h 2531935"/>
                <a:gd name="connsiteX15" fmla="*/ 2531745 w 2531745"/>
                <a:gd name="connsiteY15" fmla="*/ 1266063 h 2531935"/>
                <a:gd name="connsiteX16" fmla="*/ 2432114 w 2531745"/>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5"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0" y="2531936"/>
                    <a:pt x="1602391" y="2498408"/>
                    <a:pt x="1758696" y="2432304"/>
                  </a:cubicBezTo>
                  <a:cubicBezTo>
                    <a:pt x="1909477" y="2368487"/>
                    <a:pt x="2044827" y="2277332"/>
                    <a:pt x="2160937" y="2161127"/>
                  </a:cubicBezTo>
                  <a:cubicBezTo>
                    <a:pt x="2277046"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DFEDF7"/>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16B16515-C5C5-9C51-2985-6F813FE8AB7E}"/>
                </a:ext>
              </a:extLst>
            </p:cNvPr>
            <p:cNvSpPr/>
            <p:nvPr/>
          </p:nvSpPr>
          <p:spPr>
            <a:xfrm>
              <a:off x="3755538" y="2595114"/>
              <a:ext cx="1922241" cy="1922380"/>
            </a:xfrm>
            <a:custGeom>
              <a:avLst/>
              <a:gdLst>
                <a:gd name="connsiteX0" fmla="*/ 2432304 w 2531744"/>
                <a:gd name="connsiteY0" fmla="*/ 773049 h 2531935"/>
                <a:gd name="connsiteX1" fmla="*/ 2161127 w 2531744"/>
                <a:gd name="connsiteY1" fmla="*/ 370808 h 2531935"/>
                <a:gd name="connsiteX2" fmla="*/ 1758887 w 2531744"/>
                <a:gd name="connsiteY2" fmla="*/ 99631 h 2531935"/>
                <a:gd name="connsiteX3" fmla="*/ 1265968 w 2531744"/>
                <a:gd name="connsiteY3" fmla="*/ 0 h 2531935"/>
                <a:gd name="connsiteX4" fmla="*/ 773049 w 2531744"/>
                <a:gd name="connsiteY4" fmla="*/ 99631 h 2531935"/>
                <a:gd name="connsiteX5" fmla="*/ 370808 w 2531744"/>
                <a:gd name="connsiteY5" fmla="*/ 370808 h 2531935"/>
                <a:gd name="connsiteX6" fmla="*/ 99631 w 2531744"/>
                <a:gd name="connsiteY6" fmla="*/ 773049 h 2531935"/>
                <a:gd name="connsiteX7" fmla="*/ 0 w 2531744"/>
                <a:gd name="connsiteY7" fmla="*/ 1265968 h 2531935"/>
                <a:gd name="connsiteX8" fmla="*/ 99631 w 2531744"/>
                <a:gd name="connsiteY8" fmla="*/ 1758886 h 2531935"/>
                <a:gd name="connsiteX9" fmla="*/ 370808 w 2531744"/>
                <a:gd name="connsiteY9" fmla="*/ 2161127 h 2531935"/>
                <a:gd name="connsiteX10" fmla="*/ 773049 w 2531744"/>
                <a:gd name="connsiteY10" fmla="*/ 2432304 h 2531935"/>
                <a:gd name="connsiteX11" fmla="*/ 1265873 w 2531744"/>
                <a:gd name="connsiteY11" fmla="*/ 2531936 h 2531935"/>
                <a:gd name="connsiteX12" fmla="*/ 1758696 w 2531744"/>
                <a:gd name="connsiteY12" fmla="*/ 2432304 h 2531935"/>
                <a:gd name="connsiteX13" fmla="*/ 2160937 w 2531744"/>
                <a:gd name="connsiteY13" fmla="*/ 2161127 h 2531935"/>
                <a:gd name="connsiteX14" fmla="*/ 2432114 w 2531744"/>
                <a:gd name="connsiteY14" fmla="*/ 1758886 h 2531935"/>
                <a:gd name="connsiteX15" fmla="*/ 2531745 w 2531744"/>
                <a:gd name="connsiteY15" fmla="*/ 1266063 h 2531935"/>
                <a:gd name="connsiteX16" fmla="*/ 2432114 w 2531744"/>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4"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1" y="2531936"/>
                    <a:pt x="1602391" y="2498408"/>
                    <a:pt x="1758696" y="2432304"/>
                  </a:cubicBezTo>
                  <a:cubicBezTo>
                    <a:pt x="1909477" y="2368487"/>
                    <a:pt x="2044827" y="2277332"/>
                    <a:pt x="2160937" y="2161127"/>
                  </a:cubicBezTo>
                  <a:cubicBezTo>
                    <a:pt x="2277047"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EDE5F3"/>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55" name="Graphic 379">
              <a:extLst>
                <a:ext uri="{FF2B5EF4-FFF2-40B4-BE49-F238E27FC236}">
                  <a16:creationId xmlns:a16="http://schemas.microsoft.com/office/drawing/2014/main" id="{37084AAF-44FA-A50A-60FB-C35578A15196}"/>
                </a:ext>
              </a:extLst>
            </p:cNvPr>
            <p:cNvGrpSpPr/>
            <p:nvPr/>
          </p:nvGrpSpPr>
          <p:grpSpPr>
            <a:xfrm>
              <a:off x="5624043" y="4454503"/>
              <a:ext cx="155052" cy="156426"/>
              <a:chOff x="5474207" y="4609242"/>
              <a:chExt cx="204216" cy="206025"/>
            </a:xfrm>
            <a:solidFill>
              <a:srgbClr val="EDE5F3"/>
            </a:solidFill>
          </p:grpSpPr>
          <p:sp>
            <p:nvSpPr>
              <p:cNvPr id="59" name="Freeform: Shape 58">
                <a:extLst>
                  <a:ext uri="{FF2B5EF4-FFF2-40B4-BE49-F238E27FC236}">
                    <a16:creationId xmlns:a16="http://schemas.microsoft.com/office/drawing/2014/main" id="{C5E75387-89E7-C950-0775-14AE92148477}"/>
                  </a:ext>
                </a:extLst>
              </p:cNvPr>
              <p:cNvSpPr/>
              <p:nvPr/>
            </p:nvSpPr>
            <p:spPr>
              <a:xfrm>
                <a:off x="5474207" y="4664963"/>
                <a:ext cx="146303" cy="150304"/>
              </a:xfrm>
              <a:custGeom>
                <a:avLst/>
                <a:gdLst>
                  <a:gd name="connsiteX0" fmla="*/ 108585 w 146303"/>
                  <a:gd name="connsiteY0" fmla="*/ 150304 h 150304"/>
                  <a:gd name="connsiteX1" fmla="*/ 95536 w 146303"/>
                  <a:gd name="connsiteY1" fmla="*/ 54102 h 150304"/>
                  <a:gd name="connsiteX2" fmla="*/ 0 w 146303"/>
                  <a:gd name="connsiteY2" fmla="*/ 37529 h 150304"/>
                  <a:gd name="connsiteX3" fmla="*/ 6572 w 146303"/>
                  <a:gd name="connsiteY3" fmla="*/ 0 h 150304"/>
                  <a:gd name="connsiteX4" fmla="*/ 129540 w 146303"/>
                  <a:gd name="connsiteY4" fmla="*/ 21431 h 150304"/>
                  <a:gd name="connsiteX5" fmla="*/ 146304 w 146303"/>
                  <a:gd name="connsiteY5" fmla="*/ 145161 h 150304"/>
                  <a:gd name="connsiteX6" fmla="*/ 108585 w 146303"/>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3" h="150304">
                    <a:moveTo>
                      <a:pt x="108585" y="150304"/>
                    </a:moveTo>
                    <a:lnTo>
                      <a:pt x="95536" y="54102"/>
                    </a:lnTo>
                    <a:lnTo>
                      <a:pt x="0" y="37529"/>
                    </a:lnTo>
                    <a:lnTo>
                      <a:pt x="6572" y="0"/>
                    </a:lnTo>
                    <a:lnTo>
                      <a:pt x="129540" y="21431"/>
                    </a:lnTo>
                    <a:lnTo>
                      <a:pt x="146304" y="145161"/>
                    </a:lnTo>
                    <a:lnTo>
                      <a:pt x="108585" y="150304"/>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0" name="Freeform: Shape 59">
                <a:extLst>
                  <a:ext uri="{FF2B5EF4-FFF2-40B4-BE49-F238E27FC236}">
                    <a16:creationId xmlns:a16="http://schemas.microsoft.com/office/drawing/2014/main" id="{77E949F9-1EE1-248F-94C5-1A74BDED02C7}"/>
                  </a:ext>
                </a:extLst>
              </p:cNvPr>
              <p:cNvSpPr/>
              <p:nvPr/>
            </p:nvSpPr>
            <p:spPr>
              <a:xfrm>
                <a:off x="5532119" y="4609242"/>
                <a:ext cx="146304" cy="150209"/>
              </a:xfrm>
              <a:custGeom>
                <a:avLst/>
                <a:gdLst>
                  <a:gd name="connsiteX0" fmla="*/ 108490 w 146304"/>
                  <a:gd name="connsiteY0" fmla="*/ 150209 h 150209"/>
                  <a:gd name="connsiteX1" fmla="*/ 95536 w 146304"/>
                  <a:gd name="connsiteY1" fmla="*/ 54102 h 150209"/>
                  <a:gd name="connsiteX2" fmla="*/ 0 w 146304"/>
                  <a:gd name="connsiteY2" fmla="*/ 37529 h 150209"/>
                  <a:gd name="connsiteX3" fmla="*/ 6477 w 146304"/>
                  <a:gd name="connsiteY3" fmla="*/ 0 h 150209"/>
                  <a:gd name="connsiteX4" fmla="*/ 129540 w 146304"/>
                  <a:gd name="connsiteY4" fmla="*/ 21336 h 150209"/>
                  <a:gd name="connsiteX5" fmla="*/ 146304 w 146304"/>
                  <a:gd name="connsiteY5" fmla="*/ 145161 h 150209"/>
                  <a:gd name="connsiteX6" fmla="*/ 108490 w 146304"/>
                  <a:gd name="connsiteY6" fmla="*/ 150209 h 15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209">
                    <a:moveTo>
                      <a:pt x="108490" y="150209"/>
                    </a:moveTo>
                    <a:lnTo>
                      <a:pt x="95536" y="54102"/>
                    </a:lnTo>
                    <a:lnTo>
                      <a:pt x="0" y="37529"/>
                    </a:lnTo>
                    <a:lnTo>
                      <a:pt x="6477" y="0"/>
                    </a:lnTo>
                    <a:lnTo>
                      <a:pt x="129540" y="21336"/>
                    </a:lnTo>
                    <a:lnTo>
                      <a:pt x="146304" y="145161"/>
                    </a:lnTo>
                    <a:lnTo>
                      <a:pt x="108490" y="150209"/>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6" name="Graphic 379">
              <a:extLst>
                <a:ext uri="{FF2B5EF4-FFF2-40B4-BE49-F238E27FC236}">
                  <a16:creationId xmlns:a16="http://schemas.microsoft.com/office/drawing/2014/main" id="{533970DE-EA23-2642-0AB2-5A268033D03C}"/>
                </a:ext>
              </a:extLst>
            </p:cNvPr>
            <p:cNvGrpSpPr/>
            <p:nvPr/>
          </p:nvGrpSpPr>
          <p:grpSpPr>
            <a:xfrm>
              <a:off x="6423311" y="2517296"/>
              <a:ext cx="155052" cy="156426"/>
              <a:chOff x="6526910" y="2057780"/>
              <a:chExt cx="204216" cy="206025"/>
            </a:xfrm>
            <a:solidFill>
              <a:schemeClr val="bg1"/>
            </a:solidFill>
          </p:grpSpPr>
          <p:sp>
            <p:nvSpPr>
              <p:cNvPr id="57" name="Freeform: Shape 56">
                <a:extLst>
                  <a:ext uri="{FF2B5EF4-FFF2-40B4-BE49-F238E27FC236}">
                    <a16:creationId xmlns:a16="http://schemas.microsoft.com/office/drawing/2014/main" id="{0123AC62-67F1-A10D-DD21-2B279E9ED7EA}"/>
                  </a:ext>
                </a:extLst>
              </p:cNvPr>
              <p:cNvSpPr/>
              <p:nvPr/>
            </p:nvSpPr>
            <p:spPr>
              <a:xfrm>
                <a:off x="6584727" y="2057780"/>
                <a:ext cx="146399" cy="150304"/>
              </a:xfrm>
              <a:custGeom>
                <a:avLst/>
                <a:gdLst>
                  <a:gd name="connsiteX0" fmla="*/ 139827 w 146399"/>
                  <a:gd name="connsiteY0" fmla="*/ 150304 h 150304"/>
                  <a:gd name="connsiteX1" fmla="*/ 16764 w 146399"/>
                  <a:gd name="connsiteY1" fmla="*/ 128873 h 150304"/>
                  <a:gd name="connsiteX2" fmla="*/ 0 w 146399"/>
                  <a:gd name="connsiteY2" fmla="*/ 5144 h 150304"/>
                  <a:gd name="connsiteX3" fmla="*/ 37814 w 146399"/>
                  <a:gd name="connsiteY3" fmla="*/ 0 h 150304"/>
                  <a:gd name="connsiteX4" fmla="*/ 50768 w 146399"/>
                  <a:gd name="connsiteY4" fmla="*/ 96107 h 150304"/>
                  <a:gd name="connsiteX5" fmla="*/ 146399 w 146399"/>
                  <a:gd name="connsiteY5" fmla="*/ 112681 h 150304"/>
                  <a:gd name="connsiteX6" fmla="*/ 139827 w 146399"/>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9" h="150304">
                    <a:moveTo>
                      <a:pt x="139827" y="150304"/>
                    </a:moveTo>
                    <a:lnTo>
                      <a:pt x="16764" y="128873"/>
                    </a:lnTo>
                    <a:lnTo>
                      <a:pt x="0" y="5144"/>
                    </a:lnTo>
                    <a:lnTo>
                      <a:pt x="37814" y="0"/>
                    </a:lnTo>
                    <a:lnTo>
                      <a:pt x="50768" y="96107"/>
                    </a:lnTo>
                    <a:lnTo>
                      <a:pt x="146399" y="112681"/>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8" name="Freeform: Shape 57">
                <a:extLst>
                  <a:ext uri="{FF2B5EF4-FFF2-40B4-BE49-F238E27FC236}">
                    <a16:creationId xmlns:a16="http://schemas.microsoft.com/office/drawing/2014/main" id="{F59514B5-A6EF-A155-1852-E24A45A18679}"/>
                  </a:ext>
                </a:extLst>
              </p:cNvPr>
              <p:cNvSpPr/>
              <p:nvPr/>
            </p:nvSpPr>
            <p:spPr>
              <a:xfrm>
                <a:off x="6526910" y="2113501"/>
                <a:ext cx="146304" cy="150304"/>
              </a:xfrm>
              <a:custGeom>
                <a:avLst/>
                <a:gdLst>
                  <a:gd name="connsiteX0" fmla="*/ 139827 w 146304"/>
                  <a:gd name="connsiteY0" fmla="*/ 150304 h 150304"/>
                  <a:gd name="connsiteX1" fmla="*/ 16764 w 146304"/>
                  <a:gd name="connsiteY1" fmla="*/ 128873 h 150304"/>
                  <a:gd name="connsiteX2" fmla="*/ 0 w 146304"/>
                  <a:gd name="connsiteY2" fmla="*/ 5144 h 150304"/>
                  <a:gd name="connsiteX3" fmla="*/ 37719 w 146304"/>
                  <a:gd name="connsiteY3" fmla="*/ 0 h 150304"/>
                  <a:gd name="connsiteX4" fmla="*/ 50768 w 146304"/>
                  <a:gd name="connsiteY4" fmla="*/ 96107 h 150304"/>
                  <a:gd name="connsiteX5" fmla="*/ 146304 w 146304"/>
                  <a:gd name="connsiteY5" fmla="*/ 112776 h 150304"/>
                  <a:gd name="connsiteX6" fmla="*/ 139827 w 146304"/>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304">
                    <a:moveTo>
                      <a:pt x="139827" y="150304"/>
                    </a:moveTo>
                    <a:lnTo>
                      <a:pt x="16764" y="128873"/>
                    </a:lnTo>
                    <a:lnTo>
                      <a:pt x="0" y="5144"/>
                    </a:lnTo>
                    <a:lnTo>
                      <a:pt x="37719" y="0"/>
                    </a:lnTo>
                    <a:lnTo>
                      <a:pt x="50768" y="96107"/>
                    </a:lnTo>
                    <a:lnTo>
                      <a:pt x="146304" y="112776"/>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sp>
        <p:nvSpPr>
          <p:cNvPr id="79" name="TextBox 78">
            <a:extLst>
              <a:ext uri="{FF2B5EF4-FFF2-40B4-BE49-F238E27FC236}">
                <a16:creationId xmlns:a16="http://schemas.microsoft.com/office/drawing/2014/main" id="{7F276620-4682-459B-2FF9-DC28CF79B040}"/>
              </a:ext>
            </a:extLst>
          </p:cNvPr>
          <p:cNvSpPr txBox="1"/>
          <p:nvPr/>
        </p:nvSpPr>
        <p:spPr>
          <a:xfrm>
            <a:off x="609918" y="1934688"/>
            <a:ext cx="3307073"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1" name="TextBox 80">
            <a:extLst>
              <a:ext uri="{FF2B5EF4-FFF2-40B4-BE49-F238E27FC236}">
                <a16:creationId xmlns:a16="http://schemas.microsoft.com/office/drawing/2014/main" id="{64730C1D-FC33-E6A1-5EF0-5D1295A564E7}"/>
              </a:ext>
            </a:extLst>
          </p:cNvPr>
          <p:cNvSpPr txBox="1"/>
          <p:nvPr/>
        </p:nvSpPr>
        <p:spPr>
          <a:xfrm>
            <a:off x="8028967" y="1934688"/>
            <a:ext cx="3553116"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12510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75AA-DFAF-8909-0625-AE4EB623336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3AB88833-A475-7866-5D6D-85D6BDDE893A}"/>
              </a:ext>
            </a:extLst>
          </p:cNvPr>
          <p:cNvSpPr>
            <a:spLocks noGrp="1"/>
          </p:cNvSpPr>
          <p:nvPr>
            <p:ph type="title"/>
          </p:nvPr>
        </p:nvSpPr>
        <p:spPr/>
        <p:txBody>
          <a:bodyPr/>
          <a:lstStyle/>
          <a:p>
            <a:r>
              <a:rPr lang="en-US"/>
              <a:t>Title</a:t>
            </a:r>
            <a:endParaRPr lang="en-IN"/>
          </a:p>
        </p:txBody>
      </p:sp>
      <p:grpSp>
        <p:nvGrpSpPr>
          <p:cNvPr id="86" name="Group 85">
            <a:extLst>
              <a:ext uri="{FF2B5EF4-FFF2-40B4-BE49-F238E27FC236}">
                <a16:creationId xmlns:a16="http://schemas.microsoft.com/office/drawing/2014/main" id="{95C63F28-7260-92DC-03F3-06B211A453DC}"/>
              </a:ext>
            </a:extLst>
          </p:cNvPr>
          <p:cNvGrpSpPr/>
          <p:nvPr/>
        </p:nvGrpSpPr>
        <p:grpSpPr>
          <a:xfrm>
            <a:off x="574476" y="1084943"/>
            <a:ext cx="11043048" cy="5043169"/>
            <a:chOff x="834527" y="1084943"/>
            <a:chExt cx="11043048" cy="5043169"/>
          </a:xfrm>
        </p:grpSpPr>
        <p:sp>
          <p:nvSpPr>
            <p:cNvPr id="43" name="Freeform: Shape 42">
              <a:extLst>
                <a:ext uri="{FF2B5EF4-FFF2-40B4-BE49-F238E27FC236}">
                  <a16:creationId xmlns:a16="http://schemas.microsoft.com/office/drawing/2014/main" id="{08D621F9-795C-6F94-2FBC-EDFDDAAA0BA8}"/>
                </a:ext>
              </a:extLst>
            </p:cNvPr>
            <p:cNvSpPr/>
            <p:nvPr/>
          </p:nvSpPr>
          <p:spPr>
            <a:xfrm>
              <a:off x="2510278" y="2466470"/>
              <a:ext cx="2763351" cy="496591"/>
            </a:xfrm>
            <a:custGeom>
              <a:avLst/>
              <a:gdLst>
                <a:gd name="connsiteX0" fmla="*/ 0 w 2763351"/>
                <a:gd name="connsiteY0" fmla="*/ 496591 h 496591"/>
                <a:gd name="connsiteX1" fmla="*/ 0 w 2763351"/>
                <a:gd name="connsiteY1" fmla="*/ 434847 h 496591"/>
                <a:gd name="connsiteX2" fmla="*/ 1169385 w 2763351"/>
                <a:gd name="connsiteY2" fmla="*/ 434847 h 496591"/>
                <a:gd name="connsiteX3" fmla="*/ 1302368 w 2763351"/>
                <a:gd name="connsiteY3" fmla="*/ 372116 h 496591"/>
                <a:gd name="connsiteX4" fmla="*/ 1538773 w 2763351"/>
                <a:gd name="connsiteY4" fmla="*/ 85218 h 496591"/>
                <a:gd name="connsiteX5" fmla="*/ 1719413 w 2763351"/>
                <a:gd name="connsiteY5" fmla="*/ 0 h 496591"/>
                <a:gd name="connsiteX6" fmla="*/ 2763352 w 2763351"/>
                <a:gd name="connsiteY6" fmla="*/ 0 h 496591"/>
                <a:gd name="connsiteX7" fmla="*/ 2763352 w 2763351"/>
                <a:gd name="connsiteY7" fmla="*/ 61744 h 496591"/>
                <a:gd name="connsiteX8" fmla="*/ 1719413 w 2763351"/>
                <a:gd name="connsiteY8" fmla="*/ 61744 h 496591"/>
                <a:gd name="connsiteX9" fmla="*/ 1586430 w 2763351"/>
                <a:gd name="connsiteY9" fmla="*/ 124475 h 496591"/>
                <a:gd name="connsiteX10" fmla="*/ 1350025 w 2763351"/>
                <a:gd name="connsiteY10" fmla="*/ 411373 h 496591"/>
                <a:gd name="connsiteX11" fmla="*/ 1169385 w 2763351"/>
                <a:gd name="connsiteY11" fmla="*/ 496591 h 496591"/>
                <a:gd name="connsiteX12" fmla="*/ 0 w 2763351"/>
                <a:gd name="connsiteY12" fmla="*/ 496591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496591"/>
                  </a:moveTo>
                  <a:lnTo>
                    <a:pt x="0" y="434847"/>
                  </a:lnTo>
                  <a:lnTo>
                    <a:pt x="1169385" y="434847"/>
                  </a:lnTo>
                  <a:cubicBezTo>
                    <a:pt x="1220864" y="434847"/>
                    <a:pt x="1269631" y="411835"/>
                    <a:pt x="1302368" y="372116"/>
                  </a:cubicBezTo>
                  <a:lnTo>
                    <a:pt x="1538773" y="85218"/>
                  </a:lnTo>
                  <a:cubicBezTo>
                    <a:pt x="1583239" y="31258"/>
                    <a:pt x="1649485" y="0"/>
                    <a:pt x="1719413" y="0"/>
                  </a:cubicBezTo>
                  <a:lnTo>
                    <a:pt x="2763352" y="0"/>
                  </a:lnTo>
                  <a:lnTo>
                    <a:pt x="2763352" y="61744"/>
                  </a:lnTo>
                  <a:lnTo>
                    <a:pt x="1719413" y="61744"/>
                  </a:lnTo>
                  <a:cubicBezTo>
                    <a:pt x="1667934" y="61744"/>
                    <a:pt x="1619167" y="84756"/>
                    <a:pt x="1586430" y="124475"/>
                  </a:cubicBezTo>
                  <a:lnTo>
                    <a:pt x="1350025" y="411373"/>
                  </a:lnTo>
                  <a:cubicBezTo>
                    <a:pt x="1305559" y="465334"/>
                    <a:pt x="1239313" y="496591"/>
                    <a:pt x="1169385" y="496591"/>
                  </a:cubicBezTo>
                  <a:lnTo>
                    <a:pt x="0" y="496591"/>
                  </a:lnTo>
                  <a:close/>
                </a:path>
              </a:pathLst>
            </a:custGeom>
            <a:solidFill>
              <a:srgbClr val="60A6D8"/>
            </a:solidFill>
            <a:ln w="154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2BDBC55-E13F-3D03-E8A3-BBAD4534FE1D}"/>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21A8A5"/>
            </a:solidFill>
            <a:ln w="1541"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2A6D1D44-D997-4F60-253C-DB2CC57BA344}"/>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8D6FBD"/>
            </a:solidFill>
            <a:ln w="1541" cap="flat">
              <a:noFill/>
              <a:prstDash val="solid"/>
              <a:miter/>
            </a:ln>
          </p:spPr>
          <p:txBody>
            <a:bodyPr rtlCol="0" anchor="ctr"/>
            <a:lstStyle/>
            <a:p>
              <a:endParaRPr lang="en-IN"/>
            </a:p>
          </p:txBody>
        </p:sp>
        <p:sp>
          <p:nvSpPr>
            <p:cNvPr id="76" name="Rectangle: Rounded Corners 75">
              <a:extLst>
                <a:ext uri="{FF2B5EF4-FFF2-40B4-BE49-F238E27FC236}">
                  <a16:creationId xmlns:a16="http://schemas.microsoft.com/office/drawing/2014/main" id="{37C51A6F-A11A-B051-8DF7-C36FEF34E94E}"/>
                </a:ext>
              </a:extLst>
            </p:cNvPr>
            <p:cNvSpPr/>
            <p:nvPr/>
          </p:nvSpPr>
          <p:spPr>
            <a:xfrm>
              <a:off x="4800080" y="1084943"/>
              <a:ext cx="7077495" cy="2295616"/>
            </a:xfrm>
            <a:prstGeom prst="roundRect">
              <a:avLst>
                <a:gd name="adj" fmla="val 4426"/>
              </a:avLst>
            </a:prstGeom>
            <a:solidFill>
              <a:schemeClr val="bg1"/>
            </a:solidFill>
            <a:ln w="1541" cap="flat">
              <a:solidFill>
                <a:srgbClr val="60A6D8"/>
              </a:solidFill>
              <a:prstDash val="solid"/>
              <a:miter/>
            </a:ln>
          </p:spPr>
          <p:txBody>
            <a:bodyPr rtlCol="0" anchor="ctr"/>
            <a:lstStyle/>
            <a:p>
              <a:endParaRPr lang="en-IN"/>
            </a:p>
          </p:txBody>
        </p:sp>
        <p:sp>
          <p:nvSpPr>
            <p:cNvPr id="47" name="Rectangle: Rounded Corners 46">
              <a:extLst>
                <a:ext uri="{FF2B5EF4-FFF2-40B4-BE49-F238E27FC236}">
                  <a16:creationId xmlns:a16="http://schemas.microsoft.com/office/drawing/2014/main" id="{127CF7C9-8BFE-965C-8ED0-7310C3417E70}"/>
                </a:ext>
              </a:extLst>
            </p:cNvPr>
            <p:cNvSpPr/>
            <p:nvPr/>
          </p:nvSpPr>
          <p:spPr>
            <a:xfrm>
              <a:off x="4800080" y="3832496"/>
              <a:ext cx="7077495" cy="2295616"/>
            </a:xfrm>
            <a:prstGeom prst="roundRect">
              <a:avLst>
                <a:gd name="adj" fmla="val 4426"/>
              </a:avLst>
            </a:prstGeom>
            <a:solidFill>
              <a:schemeClr val="bg1"/>
            </a:solidFill>
            <a:ln w="1541" cap="flat">
              <a:solidFill>
                <a:srgbClr val="8D6FBD"/>
              </a:solid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C67EDC87-62F3-D757-C41B-3BEC619FD674}"/>
                </a:ext>
              </a:extLst>
            </p:cNvPr>
            <p:cNvSpPr/>
            <p:nvPr/>
          </p:nvSpPr>
          <p:spPr>
            <a:xfrm>
              <a:off x="2016291" y="3585115"/>
              <a:ext cx="1261723" cy="1258856"/>
            </a:xfrm>
            <a:custGeom>
              <a:avLst/>
              <a:gdLst>
                <a:gd name="connsiteX0" fmla="*/ 1261724 w 1261723"/>
                <a:gd name="connsiteY0" fmla="*/ 0 h 1258856"/>
                <a:gd name="connsiteX1" fmla="*/ 0 w 1261723"/>
                <a:gd name="connsiteY1" fmla="*/ 1258857 h 1258856"/>
                <a:gd name="connsiteX2" fmla="*/ 0 w 1261723"/>
                <a:gd name="connsiteY2" fmla="*/ 0 h 1258856"/>
                <a:gd name="connsiteX3" fmla="*/ 1261724 w 1261723"/>
                <a:gd name="connsiteY3" fmla="*/ 0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1261724" y="0"/>
                  </a:moveTo>
                  <a:cubicBezTo>
                    <a:pt x="1250704" y="690811"/>
                    <a:pt x="691181" y="1249378"/>
                    <a:pt x="0" y="1258857"/>
                  </a:cubicBezTo>
                  <a:lnTo>
                    <a:pt x="0" y="0"/>
                  </a:lnTo>
                  <a:lnTo>
                    <a:pt x="1261724" y="0"/>
                  </a:lnTo>
                  <a:close/>
                </a:path>
              </a:pathLst>
            </a:custGeom>
            <a:solidFill>
              <a:srgbClr val="8D6FBD"/>
            </a:solidFill>
            <a:ln w="1541"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8475630B-90AC-789B-A9C8-C55471D62908}"/>
                </a:ext>
              </a:extLst>
            </p:cNvPr>
            <p:cNvSpPr/>
            <p:nvPr/>
          </p:nvSpPr>
          <p:spPr>
            <a:xfrm>
              <a:off x="2016291" y="2284705"/>
              <a:ext cx="1261723" cy="1258856"/>
            </a:xfrm>
            <a:custGeom>
              <a:avLst/>
              <a:gdLst>
                <a:gd name="connsiteX0" fmla="*/ 0 w 1261723"/>
                <a:gd name="connsiteY0" fmla="*/ 1258857 h 1258856"/>
                <a:gd name="connsiteX1" fmla="*/ 0 w 1261723"/>
                <a:gd name="connsiteY1" fmla="*/ 0 h 1258856"/>
                <a:gd name="connsiteX2" fmla="*/ 1261724 w 1261723"/>
                <a:gd name="connsiteY2" fmla="*/ 1258857 h 1258856"/>
                <a:gd name="connsiteX3" fmla="*/ 0 w 1261723"/>
                <a:gd name="connsiteY3" fmla="*/ 1258857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0" y="1258857"/>
                  </a:moveTo>
                  <a:lnTo>
                    <a:pt x="0" y="0"/>
                  </a:lnTo>
                  <a:cubicBezTo>
                    <a:pt x="691181" y="9479"/>
                    <a:pt x="1250704" y="568061"/>
                    <a:pt x="1261724" y="1258857"/>
                  </a:cubicBezTo>
                  <a:lnTo>
                    <a:pt x="0" y="1258857"/>
                  </a:lnTo>
                  <a:close/>
                </a:path>
              </a:pathLst>
            </a:custGeom>
            <a:solidFill>
              <a:srgbClr val="60A6D8"/>
            </a:solidFill>
            <a:ln w="1541"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CB067A94-3C23-5BB6-C256-7EFB1160B6A3}"/>
                </a:ext>
              </a:extLst>
            </p:cNvPr>
            <p:cNvSpPr/>
            <p:nvPr/>
          </p:nvSpPr>
          <p:spPr>
            <a:xfrm>
              <a:off x="1547119" y="3093409"/>
              <a:ext cx="942443" cy="942443"/>
            </a:xfrm>
            <a:custGeom>
              <a:avLst/>
              <a:gdLst>
                <a:gd name="connsiteX0" fmla="*/ 471222 w 942443"/>
                <a:gd name="connsiteY0" fmla="*/ 0 h 942443"/>
                <a:gd name="connsiteX1" fmla="*/ 942444 w 942443"/>
                <a:gd name="connsiteY1" fmla="*/ 471222 h 942443"/>
                <a:gd name="connsiteX2" fmla="*/ 471222 w 942443"/>
                <a:gd name="connsiteY2" fmla="*/ 942443 h 942443"/>
                <a:gd name="connsiteX3" fmla="*/ 0 w 942443"/>
                <a:gd name="connsiteY3" fmla="*/ 471222 h 942443"/>
                <a:gd name="connsiteX4" fmla="*/ 471222 w 942443"/>
                <a:gd name="connsiteY4" fmla="*/ 0 h 942443"/>
                <a:gd name="connsiteX5" fmla="*/ 471222 w 942443"/>
                <a:gd name="connsiteY5" fmla="*/ 0 h 94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2443" h="942443">
                  <a:moveTo>
                    <a:pt x="471222" y="0"/>
                  </a:moveTo>
                  <a:cubicBezTo>
                    <a:pt x="731301" y="0"/>
                    <a:pt x="942444" y="211143"/>
                    <a:pt x="942444" y="471222"/>
                  </a:cubicBezTo>
                  <a:cubicBezTo>
                    <a:pt x="942444" y="731301"/>
                    <a:pt x="731301" y="942443"/>
                    <a:pt x="471222" y="942443"/>
                  </a:cubicBezTo>
                  <a:cubicBezTo>
                    <a:pt x="211143" y="942443"/>
                    <a:pt x="0" y="731301"/>
                    <a:pt x="0" y="471222"/>
                  </a:cubicBezTo>
                  <a:cubicBezTo>
                    <a:pt x="0" y="211143"/>
                    <a:pt x="211143" y="0"/>
                    <a:pt x="471222" y="0"/>
                  </a:cubicBezTo>
                  <a:lnTo>
                    <a:pt x="471222" y="0"/>
                  </a:lnTo>
                  <a:close/>
                </a:path>
              </a:pathLst>
            </a:custGeom>
            <a:solidFill>
              <a:srgbClr val="FFFFFF"/>
            </a:solidFill>
            <a:ln w="1541" cap="flat">
              <a:noFill/>
              <a:prstDash val="solid"/>
              <a:miter/>
            </a:ln>
          </p:spPr>
          <p:txBody>
            <a:bodyPr rtlCol="0" anchor="ctr"/>
            <a:lstStyle/>
            <a:p>
              <a:endParaRPr lang="en-IN"/>
            </a:p>
          </p:txBody>
        </p:sp>
        <p:grpSp>
          <p:nvGrpSpPr>
            <p:cNvPr id="80" name="Group 79">
              <a:extLst>
                <a:ext uri="{FF2B5EF4-FFF2-40B4-BE49-F238E27FC236}">
                  <a16:creationId xmlns:a16="http://schemas.microsoft.com/office/drawing/2014/main" id="{55B3AD53-D0AE-C46D-45CC-0A4ED97E72C4}"/>
                </a:ext>
              </a:extLst>
            </p:cNvPr>
            <p:cNvGrpSpPr/>
            <p:nvPr/>
          </p:nvGrpSpPr>
          <p:grpSpPr>
            <a:xfrm>
              <a:off x="834527" y="2400261"/>
              <a:ext cx="2194422" cy="2318568"/>
              <a:chOff x="869810" y="2436338"/>
              <a:chExt cx="2126129" cy="2246413"/>
            </a:xfrm>
          </p:grpSpPr>
          <p:sp>
            <p:nvSpPr>
              <p:cNvPr id="70" name="Freeform: Shape 69">
                <a:extLst>
                  <a:ext uri="{FF2B5EF4-FFF2-40B4-BE49-F238E27FC236}">
                    <a16:creationId xmlns:a16="http://schemas.microsoft.com/office/drawing/2014/main" id="{FCE2C48F-E060-248A-9326-848BABB73F1B}"/>
                  </a:ext>
                </a:extLst>
              </p:cNvPr>
              <p:cNvSpPr/>
              <p:nvPr/>
            </p:nvSpPr>
            <p:spPr>
              <a:xfrm>
                <a:off x="869810" y="2436338"/>
                <a:ext cx="1103771" cy="2246413"/>
              </a:xfrm>
              <a:custGeom>
                <a:avLst/>
                <a:gdLst>
                  <a:gd name="connsiteX0" fmla="*/ 1103772 w 1103771"/>
                  <a:gd name="connsiteY0" fmla="*/ 2246383 h 2246413"/>
                  <a:gd name="connsiteX1" fmla="*/ 0 w 1103771"/>
                  <a:gd name="connsiteY1" fmla="*/ 1123192 h 2246413"/>
                  <a:gd name="connsiteX2" fmla="*/ 1103772 w 1103771"/>
                  <a:gd name="connsiteY2" fmla="*/ 0 h 2246413"/>
                  <a:gd name="connsiteX3" fmla="*/ 1103772 w 1103771"/>
                  <a:gd name="connsiteY3" fmla="*/ 280902 h 2246413"/>
                  <a:gd name="connsiteX4" fmla="*/ 280840 w 1103771"/>
                  <a:gd name="connsiteY4" fmla="*/ 1123207 h 2246413"/>
                  <a:gd name="connsiteX5" fmla="*/ 1103772 w 1103771"/>
                  <a:gd name="connsiteY5" fmla="*/ 1965512 h 2246413"/>
                  <a:gd name="connsiteX6" fmla="*/ 1103772 w 1103771"/>
                  <a:gd name="connsiteY6" fmla="*/ 2246414 h 2246413"/>
                  <a:gd name="connsiteX7" fmla="*/ 1103772 w 1103771"/>
                  <a:gd name="connsiteY7" fmla="*/ 2246414 h 224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3771" h="2246413">
                    <a:moveTo>
                      <a:pt x="1103772" y="2246383"/>
                    </a:moveTo>
                    <a:cubicBezTo>
                      <a:pt x="492800" y="2235902"/>
                      <a:pt x="0" y="1736644"/>
                      <a:pt x="0" y="1123192"/>
                    </a:cubicBezTo>
                    <a:cubicBezTo>
                      <a:pt x="0" y="509739"/>
                      <a:pt x="492800" y="10465"/>
                      <a:pt x="1103772" y="0"/>
                    </a:cubicBezTo>
                    <a:lnTo>
                      <a:pt x="1103772" y="280902"/>
                    </a:lnTo>
                    <a:cubicBezTo>
                      <a:pt x="647809" y="291337"/>
                      <a:pt x="280840" y="664747"/>
                      <a:pt x="280840" y="1123207"/>
                    </a:cubicBezTo>
                    <a:cubicBezTo>
                      <a:pt x="280840" y="1581667"/>
                      <a:pt x="647793" y="1955077"/>
                      <a:pt x="1103772" y="1965512"/>
                    </a:cubicBezTo>
                    <a:lnTo>
                      <a:pt x="1103772" y="2246414"/>
                    </a:lnTo>
                    <a:lnTo>
                      <a:pt x="1103772" y="2246414"/>
                    </a:lnTo>
                    <a:close/>
                  </a:path>
                </a:pathLst>
              </a:custGeom>
              <a:solidFill>
                <a:srgbClr val="60A6D8">
                  <a:alpha val="42000"/>
                </a:srgbClr>
              </a:solidFill>
              <a:ln w="1541" cap="flat">
                <a:noFill/>
                <a:prstDash val="solid"/>
                <a:miter/>
              </a:ln>
            </p:spPr>
            <p:txBody>
              <a:bodyPr rtlCol="0" anchor="ctr"/>
              <a:lstStyle/>
              <a:p>
                <a:endParaRPr lang="en-IN"/>
              </a:p>
            </p:txBody>
          </p:sp>
          <p:sp>
            <p:nvSpPr>
              <p:cNvPr id="78" name="Oval 77">
                <a:extLst>
                  <a:ext uri="{FF2B5EF4-FFF2-40B4-BE49-F238E27FC236}">
                    <a16:creationId xmlns:a16="http://schemas.microsoft.com/office/drawing/2014/main" id="{9A837C39-5C81-CF67-6D66-F6B8EF8DED86}"/>
                  </a:ext>
                </a:extLst>
              </p:cNvPr>
              <p:cNvSpPr/>
              <p:nvPr/>
            </p:nvSpPr>
            <p:spPr>
              <a:xfrm>
                <a:off x="1036642" y="2584689"/>
                <a:ext cx="1959297" cy="19592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Text</a:t>
                </a:r>
                <a:endParaRPr lang="en-IN"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82" name="Rectangle: Rounded Corners 81">
              <a:extLst>
                <a:ext uri="{FF2B5EF4-FFF2-40B4-BE49-F238E27FC236}">
                  <a16:creationId xmlns:a16="http://schemas.microsoft.com/office/drawing/2014/main" id="{C7767233-2C50-3167-75DE-FC5F5F96DC91}"/>
                </a:ext>
              </a:extLst>
            </p:cNvPr>
            <p:cNvSpPr/>
            <p:nvPr/>
          </p:nvSpPr>
          <p:spPr>
            <a:xfrm>
              <a:off x="4900875" y="1186251"/>
              <a:ext cx="6899698"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3" name="Rectangle: Rounded Corners 82">
              <a:extLst>
                <a:ext uri="{FF2B5EF4-FFF2-40B4-BE49-F238E27FC236}">
                  <a16:creationId xmlns:a16="http://schemas.microsoft.com/office/drawing/2014/main" id="{D7820A89-C0EF-652D-2A86-7653E5FAE63F}"/>
                </a:ext>
              </a:extLst>
            </p:cNvPr>
            <p:cNvSpPr/>
            <p:nvPr/>
          </p:nvSpPr>
          <p:spPr>
            <a:xfrm>
              <a:off x="4900875" y="3940253"/>
              <a:ext cx="6899698" cy="548580"/>
            </a:xfrm>
            <a:prstGeom prst="roundRect">
              <a:avLst>
                <a:gd name="adj" fmla="val 11575"/>
              </a:avLst>
            </a:prstGeom>
            <a:solidFill>
              <a:srgbClr val="A087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4" name="TextBox 83">
              <a:extLst>
                <a:ext uri="{FF2B5EF4-FFF2-40B4-BE49-F238E27FC236}">
                  <a16:creationId xmlns:a16="http://schemas.microsoft.com/office/drawing/2014/main" id="{6FB938E9-4D63-B080-A066-23984FB3255C}"/>
                </a:ext>
              </a:extLst>
            </p:cNvPr>
            <p:cNvSpPr txBox="1"/>
            <p:nvPr/>
          </p:nvSpPr>
          <p:spPr>
            <a:xfrm>
              <a:off x="4900875" y="1801818"/>
              <a:ext cx="6797069" cy="1200329"/>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5" name="TextBox 84">
              <a:extLst>
                <a:ext uri="{FF2B5EF4-FFF2-40B4-BE49-F238E27FC236}">
                  <a16:creationId xmlns:a16="http://schemas.microsoft.com/office/drawing/2014/main" id="{55844EDE-C064-8DFB-5C47-F81C46BE5DBF}"/>
                </a:ext>
              </a:extLst>
            </p:cNvPr>
            <p:cNvSpPr txBox="1"/>
            <p:nvPr/>
          </p:nvSpPr>
          <p:spPr>
            <a:xfrm>
              <a:off x="4900875" y="4612395"/>
              <a:ext cx="6687942" cy="1384995"/>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spTree>
    <p:extLst>
      <p:ext uri="{BB962C8B-B14F-4D97-AF65-F5344CB8AC3E}">
        <p14:creationId xmlns:p14="http://schemas.microsoft.com/office/powerpoint/2010/main" val="3800514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3D40-0EDB-EAEF-F327-DE550B7CFB15}"/>
            </a:ext>
          </a:extLst>
        </p:cNvPr>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EFA3409A-7D8A-EA54-1B66-88B5BBCCF295}"/>
              </a:ext>
            </a:extLst>
          </p:cNvPr>
          <p:cNvSpPr/>
          <p:nvPr/>
        </p:nvSpPr>
        <p:spPr>
          <a:xfrm>
            <a:off x="7552814" y="1627338"/>
            <a:ext cx="4189816" cy="4570261"/>
          </a:xfrm>
          <a:prstGeom prst="roundRect">
            <a:avLst>
              <a:gd name="adj" fmla="val 2425"/>
            </a:avLst>
          </a:prstGeom>
          <a:solidFill>
            <a:schemeClr val="bg1"/>
          </a:solidFill>
          <a:ln w="6072" cap="flat">
            <a:solidFill>
              <a:srgbClr val="496AA4"/>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0" name="Rectangle: Rounded Corners 49">
            <a:extLst>
              <a:ext uri="{FF2B5EF4-FFF2-40B4-BE49-F238E27FC236}">
                <a16:creationId xmlns:a16="http://schemas.microsoft.com/office/drawing/2014/main" id="{374AC5FA-7A87-F494-8810-62F95ED18D08}"/>
              </a:ext>
            </a:extLst>
          </p:cNvPr>
          <p:cNvSpPr/>
          <p:nvPr/>
        </p:nvSpPr>
        <p:spPr>
          <a:xfrm>
            <a:off x="7708091" y="1767779"/>
            <a:ext cx="3879263" cy="602887"/>
          </a:xfrm>
          <a:prstGeom prst="roundRect">
            <a:avLst>
              <a:gd name="adj" fmla="val 11575"/>
            </a:avLst>
          </a:prstGeom>
          <a:solidFill>
            <a:srgbClr val="496AA4"/>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39" name="Rectangle: Rounded Corners 38">
            <a:extLst>
              <a:ext uri="{FF2B5EF4-FFF2-40B4-BE49-F238E27FC236}">
                <a16:creationId xmlns:a16="http://schemas.microsoft.com/office/drawing/2014/main" id="{80314034-ABC1-9C38-D5E2-B818A3ACEFB6}"/>
              </a:ext>
            </a:extLst>
          </p:cNvPr>
          <p:cNvSpPr/>
          <p:nvPr/>
        </p:nvSpPr>
        <p:spPr>
          <a:xfrm>
            <a:off x="449370" y="1627338"/>
            <a:ext cx="4189816" cy="4570261"/>
          </a:xfrm>
          <a:prstGeom prst="roundRect">
            <a:avLst>
              <a:gd name="adj" fmla="val 242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40" name="Rectangle: Rounded Corners 39">
            <a:extLst>
              <a:ext uri="{FF2B5EF4-FFF2-40B4-BE49-F238E27FC236}">
                <a16:creationId xmlns:a16="http://schemas.microsoft.com/office/drawing/2014/main" id="{627C052E-33F1-E3F7-131C-49ECD9F57727}"/>
              </a:ext>
            </a:extLst>
          </p:cNvPr>
          <p:cNvSpPr/>
          <p:nvPr/>
        </p:nvSpPr>
        <p:spPr>
          <a:xfrm>
            <a:off x="604647" y="1767779"/>
            <a:ext cx="3879263" cy="602887"/>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03D3F9B3-241B-C10B-E6BF-EB1CA3935BB4}"/>
              </a:ext>
            </a:extLst>
          </p:cNvPr>
          <p:cNvSpPr txBox="1"/>
          <p:nvPr/>
        </p:nvSpPr>
        <p:spPr>
          <a:xfrm>
            <a:off x="556684" y="2764067"/>
            <a:ext cx="3879263" cy="2492990"/>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28" name="Title 27">
            <a:extLst>
              <a:ext uri="{FF2B5EF4-FFF2-40B4-BE49-F238E27FC236}">
                <a16:creationId xmlns:a16="http://schemas.microsoft.com/office/drawing/2014/main" id="{78C810A5-3CD5-3FB0-B4FE-48F3DF817A28}"/>
              </a:ext>
            </a:extLst>
          </p:cNvPr>
          <p:cNvSpPr>
            <a:spLocks noGrp="1"/>
          </p:cNvSpPr>
          <p:nvPr>
            <p:ph type="title"/>
          </p:nvPr>
        </p:nvSpPr>
        <p:spPr/>
        <p:txBody>
          <a:bodyPr/>
          <a:lstStyle/>
          <a:p>
            <a:r>
              <a:rPr lang="en-US"/>
              <a:t>Title</a:t>
            </a:r>
            <a:endParaRPr lang="en-IN"/>
          </a:p>
        </p:txBody>
      </p:sp>
      <p:grpSp>
        <p:nvGrpSpPr>
          <p:cNvPr id="59" name="Group 58">
            <a:extLst>
              <a:ext uri="{FF2B5EF4-FFF2-40B4-BE49-F238E27FC236}">
                <a16:creationId xmlns:a16="http://schemas.microsoft.com/office/drawing/2014/main" id="{01DA4BB1-C2CF-22F8-8DF5-F0D2DF37BEA0}"/>
              </a:ext>
            </a:extLst>
          </p:cNvPr>
          <p:cNvGrpSpPr/>
          <p:nvPr/>
        </p:nvGrpSpPr>
        <p:grpSpPr>
          <a:xfrm>
            <a:off x="3649133" y="985107"/>
            <a:ext cx="4893734" cy="2106908"/>
            <a:chOff x="3624454" y="2546304"/>
            <a:chExt cx="4940426" cy="2127010"/>
          </a:xfrm>
        </p:grpSpPr>
        <p:grpSp>
          <p:nvGrpSpPr>
            <p:cNvPr id="38" name="Group 37">
              <a:extLst>
                <a:ext uri="{FF2B5EF4-FFF2-40B4-BE49-F238E27FC236}">
                  <a16:creationId xmlns:a16="http://schemas.microsoft.com/office/drawing/2014/main" id="{E5DF8A01-9891-CF63-526C-26C7AA046707}"/>
                </a:ext>
              </a:extLst>
            </p:cNvPr>
            <p:cNvGrpSpPr/>
            <p:nvPr/>
          </p:nvGrpSpPr>
          <p:grpSpPr>
            <a:xfrm>
              <a:off x="5154956" y="2665071"/>
              <a:ext cx="1883226" cy="1883227"/>
              <a:chOff x="5154956" y="2665071"/>
              <a:chExt cx="1883226" cy="1883227"/>
            </a:xfrm>
          </p:grpSpPr>
          <p:sp>
            <p:nvSpPr>
              <p:cNvPr id="30" name="Freeform: Shape 29">
                <a:extLst>
                  <a:ext uri="{FF2B5EF4-FFF2-40B4-BE49-F238E27FC236}">
                    <a16:creationId xmlns:a16="http://schemas.microsoft.com/office/drawing/2014/main" id="{9B906011-F4E3-8CEA-3732-D8DE1231A366}"/>
                  </a:ext>
                </a:extLst>
              </p:cNvPr>
              <p:cNvSpPr/>
              <p:nvPr/>
            </p:nvSpPr>
            <p:spPr>
              <a:xfrm>
                <a:off x="5156476" y="2665071"/>
                <a:ext cx="1881706" cy="1091272"/>
              </a:xfrm>
              <a:custGeom>
                <a:avLst/>
                <a:gdLst>
                  <a:gd name="connsiteX0" fmla="*/ 122353 w 1032737"/>
                  <a:gd name="connsiteY0" fmla="*/ 498716 h 598923"/>
                  <a:gd name="connsiteX1" fmla="*/ 515951 w 1032737"/>
                  <a:gd name="connsiteY1" fmla="*/ 122758 h 598923"/>
                  <a:gd name="connsiteX2" fmla="*/ 909980 w 1032737"/>
                  <a:gd name="connsiteY2" fmla="*/ 516786 h 598923"/>
                  <a:gd name="connsiteX3" fmla="*/ 909550 w 1032737"/>
                  <a:gd name="connsiteY3" fmla="*/ 534856 h 598923"/>
                  <a:gd name="connsiteX4" fmla="*/ 967406 w 1032737"/>
                  <a:gd name="connsiteY4" fmla="*/ 434649 h 598923"/>
                  <a:gd name="connsiteX5" fmla="*/ 1031903 w 1032737"/>
                  <a:gd name="connsiteY5" fmla="*/ 546358 h 598923"/>
                  <a:gd name="connsiteX6" fmla="*/ 1032738 w 1032737"/>
                  <a:gd name="connsiteY6" fmla="*/ 516786 h 598923"/>
                  <a:gd name="connsiteX7" fmla="*/ 992105 w 1032737"/>
                  <a:gd name="connsiteY7" fmla="*/ 315610 h 598923"/>
                  <a:gd name="connsiteX8" fmla="*/ 881377 w 1032737"/>
                  <a:gd name="connsiteY8" fmla="*/ 151360 h 598923"/>
                  <a:gd name="connsiteX9" fmla="*/ 717127 w 1032737"/>
                  <a:gd name="connsiteY9" fmla="*/ 40633 h 598923"/>
                  <a:gd name="connsiteX10" fmla="*/ 515951 w 1032737"/>
                  <a:gd name="connsiteY10" fmla="*/ 0 h 598923"/>
                  <a:gd name="connsiteX11" fmla="*/ 314776 w 1032737"/>
                  <a:gd name="connsiteY11" fmla="*/ 40633 h 598923"/>
                  <a:gd name="connsiteX12" fmla="*/ 150526 w 1032737"/>
                  <a:gd name="connsiteY12" fmla="*/ 151360 h 598923"/>
                  <a:gd name="connsiteX13" fmla="*/ 39798 w 1032737"/>
                  <a:gd name="connsiteY13" fmla="*/ 315610 h 598923"/>
                  <a:gd name="connsiteX14" fmla="*/ 0 w 1032737"/>
                  <a:gd name="connsiteY14" fmla="*/ 487214 h 598923"/>
                  <a:gd name="connsiteX15" fmla="*/ 64497 w 1032737"/>
                  <a:gd name="connsiteY15" fmla="*/ 598923 h 598923"/>
                  <a:gd name="connsiteX16" fmla="*/ 122353 w 1032737"/>
                  <a:gd name="connsiteY16" fmla="*/ 498716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122353" y="498716"/>
                    </a:moveTo>
                    <a:cubicBezTo>
                      <a:pt x="131830" y="289807"/>
                      <a:pt x="304746" y="122758"/>
                      <a:pt x="515951" y="122758"/>
                    </a:cubicBezTo>
                    <a:cubicBezTo>
                      <a:pt x="727156" y="122758"/>
                      <a:pt x="909980" y="299517"/>
                      <a:pt x="909980" y="516786"/>
                    </a:cubicBezTo>
                    <a:cubicBezTo>
                      <a:pt x="909980" y="522850"/>
                      <a:pt x="909820" y="528865"/>
                      <a:pt x="909550" y="534856"/>
                    </a:cubicBezTo>
                    <a:lnTo>
                      <a:pt x="967406" y="434649"/>
                    </a:lnTo>
                    <a:lnTo>
                      <a:pt x="1031903" y="546358"/>
                    </a:lnTo>
                    <a:cubicBezTo>
                      <a:pt x="1032455" y="536550"/>
                      <a:pt x="1032738" y="526680"/>
                      <a:pt x="1032738" y="516786"/>
                    </a:cubicBezTo>
                    <a:cubicBezTo>
                      <a:pt x="1032738" y="447047"/>
                      <a:pt x="1019062" y="379359"/>
                      <a:pt x="992105" y="315610"/>
                    </a:cubicBezTo>
                    <a:cubicBezTo>
                      <a:pt x="966068" y="254060"/>
                      <a:pt x="928823" y="198806"/>
                      <a:pt x="881377" y="151360"/>
                    </a:cubicBezTo>
                    <a:cubicBezTo>
                      <a:pt x="833931" y="103915"/>
                      <a:pt x="778678" y="66670"/>
                      <a:pt x="717127" y="40633"/>
                    </a:cubicBezTo>
                    <a:cubicBezTo>
                      <a:pt x="653379" y="13663"/>
                      <a:pt x="585690" y="0"/>
                      <a:pt x="515951" y="0"/>
                    </a:cubicBezTo>
                    <a:cubicBezTo>
                      <a:pt x="446213" y="0"/>
                      <a:pt x="378524" y="13675"/>
                      <a:pt x="314776" y="40633"/>
                    </a:cubicBezTo>
                    <a:cubicBezTo>
                      <a:pt x="253225" y="66670"/>
                      <a:pt x="197972" y="103915"/>
                      <a:pt x="150526" y="151360"/>
                    </a:cubicBezTo>
                    <a:cubicBezTo>
                      <a:pt x="103080" y="198806"/>
                      <a:pt x="65835" y="254060"/>
                      <a:pt x="39798" y="315610"/>
                    </a:cubicBezTo>
                    <a:cubicBezTo>
                      <a:pt x="16658" y="370311"/>
                      <a:pt x="3327" y="427909"/>
                      <a:pt x="0" y="487214"/>
                    </a:cubicBezTo>
                    <a:lnTo>
                      <a:pt x="64497" y="598923"/>
                    </a:lnTo>
                    <a:lnTo>
                      <a:pt x="122353" y="498716"/>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4D4E1A25-B3DD-AEB4-569F-1F650CC1DFCC}"/>
                  </a:ext>
                </a:extLst>
              </p:cNvPr>
              <p:cNvSpPr/>
              <p:nvPr/>
            </p:nvSpPr>
            <p:spPr>
              <a:xfrm>
                <a:off x="5154956" y="3457026"/>
                <a:ext cx="1881706" cy="1091272"/>
              </a:xfrm>
              <a:custGeom>
                <a:avLst/>
                <a:gdLst>
                  <a:gd name="connsiteX0" fmla="*/ 968240 w 1032737"/>
                  <a:gd name="connsiteY0" fmla="*/ 0 h 598923"/>
                  <a:gd name="connsiteX1" fmla="*/ 910385 w 1032737"/>
                  <a:gd name="connsiteY1" fmla="*/ 100207 h 598923"/>
                  <a:gd name="connsiteX2" fmla="*/ 516786 w 1032737"/>
                  <a:gd name="connsiteY2" fmla="*/ 476165 h 598923"/>
                  <a:gd name="connsiteX3" fmla="*/ 122758 w 1032737"/>
                  <a:gd name="connsiteY3" fmla="*/ 82137 h 598923"/>
                  <a:gd name="connsiteX4" fmla="*/ 123188 w 1032737"/>
                  <a:gd name="connsiteY4" fmla="*/ 64067 h 598923"/>
                  <a:gd name="connsiteX5" fmla="*/ 65332 w 1032737"/>
                  <a:gd name="connsiteY5" fmla="*/ 164275 h 598923"/>
                  <a:gd name="connsiteX6" fmla="*/ 835 w 1032737"/>
                  <a:gd name="connsiteY6" fmla="*/ 52565 h 598923"/>
                  <a:gd name="connsiteX7" fmla="*/ 0 w 1032737"/>
                  <a:gd name="connsiteY7" fmla="*/ 82137 h 598923"/>
                  <a:gd name="connsiteX8" fmla="*/ 40633 w 1032737"/>
                  <a:gd name="connsiteY8" fmla="*/ 283313 h 598923"/>
                  <a:gd name="connsiteX9" fmla="*/ 151360 w 1032737"/>
                  <a:gd name="connsiteY9" fmla="*/ 447563 h 598923"/>
                  <a:gd name="connsiteX10" fmla="*/ 315611 w 1032737"/>
                  <a:gd name="connsiteY10" fmla="*/ 558290 h 598923"/>
                  <a:gd name="connsiteX11" fmla="*/ 516786 w 1032737"/>
                  <a:gd name="connsiteY11" fmla="*/ 598923 h 598923"/>
                  <a:gd name="connsiteX12" fmla="*/ 717962 w 1032737"/>
                  <a:gd name="connsiteY12" fmla="*/ 558290 h 598923"/>
                  <a:gd name="connsiteX13" fmla="*/ 882212 w 1032737"/>
                  <a:gd name="connsiteY13" fmla="*/ 447563 h 598923"/>
                  <a:gd name="connsiteX14" fmla="*/ 992939 w 1032737"/>
                  <a:gd name="connsiteY14" fmla="*/ 283313 h 598923"/>
                  <a:gd name="connsiteX15" fmla="*/ 1032737 w 1032737"/>
                  <a:gd name="connsiteY15" fmla="*/ 111710 h 598923"/>
                  <a:gd name="connsiteX16" fmla="*/ 968240 w 1032737"/>
                  <a:gd name="connsiteY16" fmla="*/ 0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968240" y="0"/>
                    </a:moveTo>
                    <a:lnTo>
                      <a:pt x="910385" y="100207"/>
                    </a:lnTo>
                    <a:cubicBezTo>
                      <a:pt x="900908" y="309117"/>
                      <a:pt x="727991" y="476165"/>
                      <a:pt x="516786" y="476165"/>
                    </a:cubicBezTo>
                    <a:cubicBezTo>
                      <a:pt x="305581" y="476165"/>
                      <a:pt x="122758" y="299406"/>
                      <a:pt x="122758" y="82137"/>
                    </a:cubicBezTo>
                    <a:cubicBezTo>
                      <a:pt x="122758" y="76073"/>
                      <a:pt x="122917" y="70058"/>
                      <a:pt x="123188" y="64067"/>
                    </a:cubicBezTo>
                    <a:lnTo>
                      <a:pt x="65332" y="164275"/>
                    </a:lnTo>
                    <a:lnTo>
                      <a:pt x="835" y="52565"/>
                    </a:lnTo>
                    <a:cubicBezTo>
                      <a:pt x="282" y="62373"/>
                      <a:pt x="0" y="72243"/>
                      <a:pt x="0" y="82137"/>
                    </a:cubicBezTo>
                    <a:cubicBezTo>
                      <a:pt x="0" y="151876"/>
                      <a:pt x="13675" y="219565"/>
                      <a:pt x="40633" y="283313"/>
                    </a:cubicBezTo>
                    <a:cubicBezTo>
                      <a:pt x="66670" y="344864"/>
                      <a:pt x="103915" y="400117"/>
                      <a:pt x="151360" y="447563"/>
                    </a:cubicBezTo>
                    <a:cubicBezTo>
                      <a:pt x="198806" y="495009"/>
                      <a:pt x="254060" y="532253"/>
                      <a:pt x="315611" y="558290"/>
                    </a:cubicBezTo>
                    <a:cubicBezTo>
                      <a:pt x="379359" y="585260"/>
                      <a:pt x="447047" y="598923"/>
                      <a:pt x="516786" y="598923"/>
                    </a:cubicBezTo>
                    <a:cubicBezTo>
                      <a:pt x="586525" y="598923"/>
                      <a:pt x="654214" y="585248"/>
                      <a:pt x="717962" y="558290"/>
                    </a:cubicBezTo>
                    <a:cubicBezTo>
                      <a:pt x="779513" y="532253"/>
                      <a:pt x="834766" y="495009"/>
                      <a:pt x="882212" y="447563"/>
                    </a:cubicBezTo>
                    <a:cubicBezTo>
                      <a:pt x="929658" y="400117"/>
                      <a:pt x="966902" y="344864"/>
                      <a:pt x="992939" y="283313"/>
                    </a:cubicBezTo>
                    <a:cubicBezTo>
                      <a:pt x="1016079" y="228612"/>
                      <a:pt x="1029411" y="171014"/>
                      <a:pt x="1032737" y="111710"/>
                    </a:cubicBezTo>
                    <a:lnTo>
                      <a:pt x="968240" y="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2" name="Group 41">
              <a:extLst>
                <a:ext uri="{FF2B5EF4-FFF2-40B4-BE49-F238E27FC236}">
                  <a16:creationId xmlns:a16="http://schemas.microsoft.com/office/drawing/2014/main" id="{2BA3AD1E-6266-220D-8537-0843B5A188B4}"/>
                </a:ext>
              </a:extLst>
            </p:cNvPr>
            <p:cNvGrpSpPr/>
            <p:nvPr/>
          </p:nvGrpSpPr>
          <p:grpSpPr>
            <a:xfrm>
              <a:off x="3624454" y="2988466"/>
              <a:ext cx="2575464" cy="1684848"/>
              <a:chOff x="3413760" y="2916903"/>
              <a:chExt cx="2821509" cy="1845806"/>
            </a:xfrm>
          </p:grpSpPr>
          <p:sp>
            <p:nvSpPr>
              <p:cNvPr id="32" name="Freeform: Shape 31">
                <a:extLst>
                  <a:ext uri="{FF2B5EF4-FFF2-40B4-BE49-F238E27FC236}">
                    <a16:creationId xmlns:a16="http://schemas.microsoft.com/office/drawing/2014/main" id="{4B8A266E-A6CF-028D-1684-A4D6CD6C26CF}"/>
                  </a:ext>
                </a:extLst>
              </p:cNvPr>
              <p:cNvSpPr/>
              <p:nvPr/>
            </p:nvSpPr>
            <p:spPr>
              <a:xfrm>
                <a:off x="3413760" y="2916903"/>
                <a:ext cx="2821509" cy="1845806"/>
              </a:xfrm>
              <a:custGeom>
                <a:avLst/>
                <a:gdLst>
                  <a:gd name="connsiteX0" fmla="*/ 1548517 w 1548529"/>
                  <a:gd name="connsiteY0" fmla="*/ 983597 h 1013034"/>
                  <a:gd name="connsiteX1" fmla="*/ 1472407 w 1548529"/>
                  <a:gd name="connsiteY1" fmla="*/ 954160 h 1013034"/>
                  <a:gd name="connsiteX2" fmla="*/ 1472407 w 1548529"/>
                  <a:gd name="connsiteY2" fmla="*/ 977459 h 1013034"/>
                  <a:gd name="connsiteX3" fmla="*/ 873521 w 1548529"/>
                  <a:gd name="connsiteY3" fmla="*/ 378573 h 1013034"/>
                  <a:gd name="connsiteX4" fmla="*/ 1000403 w 1548529"/>
                  <a:gd name="connsiteY4" fmla="*/ 9919 h 1013034"/>
                  <a:gd name="connsiteX5" fmla="*/ 1008137 w 1548529"/>
                  <a:gd name="connsiteY5" fmla="*/ 0 h 1013034"/>
                  <a:gd name="connsiteX6" fmla="*/ 378647 w 1548529"/>
                  <a:gd name="connsiteY6" fmla="*/ 0 h 1013034"/>
                  <a:gd name="connsiteX7" fmla="*/ 110899 w 1548529"/>
                  <a:gd name="connsiteY7" fmla="*/ 110899 h 1013034"/>
                  <a:gd name="connsiteX8" fmla="*/ 0 w 1548529"/>
                  <a:gd name="connsiteY8" fmla="*/ 378647 h 1013034"/>
                  <a:gd name="connsiteX9" fmla="*/ 110899 w 1548529"/>
                  <a:gd name="connsiteY9" fmla="*/ 646394 h 1013034"/>
                  <a:gd name="connsiteX10" fmla="*/ 369010 w 1548529"/>
                  <a:gd name="connsiteY10" fmla="*/ 757170 h 1013034"/>
                  <a:gd name="connsiteX11" fmla="*/ 455984 w 1548529"/>
                  <a:gd name="connsiteY11" fmla="*/ 841566 h 1013034"/>
                  <a:gd name="connsiteX12" fmla="*/ 797006 w 1548529"/>
                  <a:gd name="connsiteY12" fmla="*/ 841566 h 1013034"/>
                  <a:gd name="connsiteX13" fmla="*/ 884053 w 1548529"/>
                  <a:gd name="connsiteY13" fmla="*/ 754519 h 1013034"/>
                  <a:gd name="connsiteX14" fmla="*/ 797006 w 1548529"/>
                  <a:gd name="connsiteY14" fmla="*/ 667471 h 1013034"/>
                  <a:gd name="connsiteX15" fmla="*/ 455984 w 1548529"/>
                  <a:gd name="connsiteY15" fmla="*/ 667471 h 1013034"/>
                  <a:gd name="connsiteX16" fmla="*/ 369477 w 1548529"/>
                  <a:gd name="connsiteY16" fmla="*/ 744895 h 1013034"/>
                  <a:gd name="connsiteX17" fmla="*/ 12264 w 1548529"/>
                  <a:gd name="connsiteY17" fmla="*/ 378647 h 1013034"/>
                  <a:gd name="connsiteX18" fmla="*/ 378647 w 1548529"/>
                  <a:gd name="connsiteY18" fmla="*/ 12276 h 1013034"/>
                  <a:gd name="connsiteX19" fmla="*/ 983143 w 1548529"/>
                  <a:gd name="connsiteY19" fmla="*/ 12276 h 1013034"/>
                  <a:gd name="connsiteX20" fmla="*/ 895580 w 1548529"/>
                  <a:gd name="connsiteY20" fmla="*/ 176157 h 1013034"/>
                  <a:gd name="connsiteX21" fmla="*/ 861257 w 1548529"/>
                  <a:gd name="connsiteY21" fmla="*/ 378573 h 1013034"/>
                  <a:gd name="connsiteX22" fmla="*/ 909292 w 1548529"/>
                  <a:gd name="connsiteY22" fmla="*/ 616465 h 1013034"/>
                  <a:gd name="connsiteX23" fmla="*/ 1040263 w 1548529"/>
                  <a:gd name="connsiteY23" fmla="*/ 810730 h 1013034"/>
                  <a:gd name="connsiteX24" fmla="*/ 1234527 w 1548529"/>
                  <a:gd name="connsiteY24" fmla="*/ 941700 h 1013034"/>
                  <a:gd name="connsiteX25" fmla="*/ 1472419 w 1548529"/>
                  <a:gd name="connsiteY25" fmla="*/ 989735 h 1013034"/>
                  <a:gd name="connsiteX26" fmla="*/ 1472419 w 1548529"/>
                  <a:gd name="connsiteY26" fmla="*/ 1013034 h 1013034"/>
                  <a:gd name="connsiteX27" fmla="*/ 1548529 w 1548529"/>
                  <a:gd name="connsiteY27" fmla="*/ 983597 h 1013034"/>
                  <a:gd name="connsiteX28" fmla="*/ 455984 w 1548529"/>
                  <a:gd name="connsiteY28" fmla="*/ 679759 h 1013034"/>
                  <a:gd name="connsiteX29" fmla="*/ 797006 w 1548529"/>
                  <a:gd name="connsiteY29" fmla="*/ 679759 h 1013034"/>
                  <a:gd name="connsiteX30" fmla="*/ 871777 w 1548529"/>
                  <a:gd name="connsiteY30" fmla="*/ 754531 h 1013034"/>
                  <a:gd name="connsiteX31" fmla="*/ 797006 w 1548529"/>
                  <a:gd name="connsiteY31" fmla="*/ 829303 h 1013034"/>
                  <a:gd name="connsiteX32" fmla="*/ 455984 w 1548529"/>
                  <a:gd name="connsiteY32" fmla="*/ 829303 h 1013034"/>
                  <a:gd name="connsiteX33" fmla="*/ 381212 w 1548529"/>
                  <a:gd name="connsiteY33" fmla="*/ 754531 h 1013034"/>
                  <a:gd name="connsiteX34" fmla="*/ 455984 w 1548529"/>
                  <a:gd name="connsiteY34" fmla="*/ 679759 h 10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8529" h="1013034">
                    <a:moveTo>
                      <a:pt x="1548517" y="983597"/>
                    </a:moveTo>
                    <a:lnTo>
                      <a:pt x="1472407" y="954160"/>
                    </a:lnTo>
                    <a:lnTo>
                      <a:pt x="1472407" y="977459"/>
                    </a:lnTo>
                    <a:cubicBezTo>
                      <a:pt x="1142188" y="977459"/>
                      <a:pt x="873521" y="708804"/>
                      <a:pt x="873521" y="378573"/>
                    </a:cubicBezTo>
                    <a:cubicBezTo>
                      <a:pt x="873521" y="243515"/>
                      <a:pt x="917394" y="116043"/>
                      <a:pt x="1000403" y="9919"/>
                    </a:cubicBezTo>
                    <a:lnTo>
                      <a:pt x="1008137" y="0"/>
                    </a:lnTo>
                    <a:lnTo>
                      <a:pt x="378647" y="0"/>
                    </a:lnTo>
                    <a:cubicBezTo>
                      <a:pt x="277506" y="0"/>
                      <a:pt x="182418" y="39381"/>
                      <a:pt x="110899" y="110899"/>
                    </a:cubicBezTo>
                    <a:cubicBezTo>
                      <a:pt x="39381" y="182418"/>
                      <a:pt x="0" y="277506"/>
                      <a:pt x="0" y="378647"/>
                    </a:cubicBezTo>
                    <a:cubicBezTo>
                      <a:pt x="0" y="479787"/>
                      <a:pt x="39381" y="574875"/>
                      <a:pt x="110899" y="646394"/>
                    </a:cubicBezTo>
                    <a:cubicBezTo>
                      <a:pt x="180147" y="715641"/>
                      <a:pt x="271479" y="754752"/>
                      <a:pt x="369010" y="757170"/>
                    </a:cubicBezTo>
                    <a:cubicBezTo>
                      <a:pt x="370422" y="803941"/>
                      <a:pt x="408882" y="841566"/>
                      <a:pt x="455984" y="841566"/>
                    </a:cubicBezTo>
                    <a:lnTo>
                      <a:pt x="797006" y="841566"/>
                    </a:lnTo>
                    <a:cubicBezTo>
                      <a:pt x="845004" y="841566"/>
                      <a:pt x="884053" y="802517"/>
                      <a:pt x="884053" y="754519"/>
                    </a:cubicBezTo>
                    <a:cubicBezTo>
                      <a:pt x="884053" y="706520"/>
                      <a:pt x="845004" y="667471"/>
                      <a:pt x="797006" y="667471"/>
                    </a:cubicBezTo>
                    <a:lnTo>
                      <a:pt x="455984" y="667471"/>
                    </a:lnTo>
                    <a:cubicBezTo>
                      <a:pt x="411239" y="667471"/>
                      <a:pt x="374289" y="701414"/>
                      <a:pt x="369477" y="744895"/>
                    </a:cubicBezTo>
                    <a:cubicBezTo>
                      <a:pt x="171677" y="740021"/>
                      <a:pt x="12264" y="577600"/>
                      <a:pt x="12264" y="378647"/>
                    </a:cubicBezTo>
                    <a:cubicBezTo>
                      <a:pt x="12264" y="179693"/>
                      <a:pt x="176624" y="12276"/>
                      <a:pt x="378647" y="12276"/>
                    </a:cubicBezTo>
                    <a:lnTo>
                      <a:pt x="983143" y="12276"/>
                    </a:lnTo>
                    <a:cubicBezTo>
                      <a:pt x="945641" y="62263"/>
                      <a:pt x="916216" y="117344"/>
                      <a:pt x="895580" y="176157"/>
                    </a:cubicBezTo>
                    <a:cubicBezTo>
                      <a:pt x="872809" y="241060"/>
                      <a:pt x="861257" y="309166"/>
                      <a:pt x="861257" y="378573"/>
                    </a:cubicBezTo>
                    <a:cubicBezTo>
                      <a:pt x="861257" y="461078"/>
                      <a:pt x="877412" y="541117"/>
                      <a:pt x="909292" y="616465"/>
                    </a:cubicBezTo>
                    <a:cubicBezTo>
                      <a:pt x="940080" y="689248"/>
                      <a:pt x="984138" y="754605"/>
                      <a:pt x="1040263" y="810730"/>
                    </a:cubicBezTo>
                    <a:cubicBezTo>
                      <a:pt x="1096388" y="866854"/>
                      <a:pt x="1161744" y="910925"/>
                      <a:pt x="1234527" y="941700"/>
                    </a:cubicBezTo>
                    <a:cubicBezTo>
                      <a:pt x="1309876" y="973568"/>
                      <a:pt x="1389914" y="989735"/>
                      <a:pt x="1472419" y="989735"/>
                    </a:cubicBezTo>
                    <a:lnTo>
                      <a:pt x="1472419" y="1013034"/>
                    </a:lnTo>
                    <a:lnTo>
                      <a:pt x="1548529" y="983597"/>
                    </a:lnTo>
                    <a:close/>
                    <a:moveTo>
                      <a:pt x="455984" y="679759"/>
                    </a:moveTo>
                    <a:lnTo>
                      <a:pt x="797006" y="679759"/>
                    </a:lnTo>
                    <a:cubicBezTo>
                      <a:pt x="838240" y="679759"/>
                      <a:pt x="871777" y="713297"/>
                      <a:pt x="871777" y="754531"/>
                    </a:cubicBezTo>
                    <a:cubicBezTo>
                      <a:pt x="871777" y="795765"/>
                      <a:pt x="838240" y="829303"/>
                      <a:pt x="797006" y="829303"/>
                    </a:cubicBezTo>
                    <a:lnTo>
                      <a:pt x="455984" y="829303"/>
                    </a:lnTo>
                    <a:cubicBezTo>
                      <a:pt x="414750" y="829303"/>
                      <a:pt x="381212" y="795765"/>
                      <a:pt x="381212" y="754531"/>
                    </a:cubicBezTo>
                    <a:cubicBezTo>
                      <a:pt x="381212" y="713297"/>
                      <a:pt x="414750" y="679759"/>
                      <a:pt x="455984" y="679759"/>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reeform: Shape 32">
                <a:extLst>
                  <a:ext uri="{FF2B5EF4-FFF2-40B4-BE49-F238E27FC236}">
                    <a16:creationId xmlns:a16="http://schemas.microsoft.com/office/drawing/2014/main" id="{4CB9828B-47D5-951E-6490-04FD81097B63}"/>
                  </a:ext>
                </a:extLst>
              </p:cNvPr>
              <p:cNvSpPr/>
              <p:nvPr/>
            </p:nvSpPr>
            <p:spPr>
              <a:xfrm>
                <a:off x="4136264" y="4183355"/>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5" y="118903"/>
                      <a:pt x="0" y="96518"/>
                      <a:pt x="0" y="68904"/>
                    </a:cubicBezTo>
                    <a:lnTo>
                      <a:pt x="0" y="49999"/>
                    </a:lnTo>
                    <a:cubicBezTo>
                      <a:pt x="0" y="22385"/>
                      <a:pt x="22385" y="0"/>
                      <a:pt x="49999" y="0"/>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4" name="Group 43">
              <a:extLst>
                <a:ext uri="{FF2B5EF4-FFF2-40B4-BE49-F238E27FC236}">
                  <a16:creationId xmlns:a16="http://schemas.microsoft.com/office/drawing/2014/main" id="{8C9FE187-FB1F-4154-87CC-B7F0BF127CA5}"/>
                </a:ext>
              </a:extLst>
            </p:cNvPr>
            <p:cNvGrpSpPr/>
            <p:nvPr/>
          </p:nvGrpSpPr>
          <p:grpSpPr>
            <a:xfrm>
              <a:off x="5990478" y="2546304"/>
              <a:ext cx="2574402" cy="1686030"/>
              <a:chOff x="5957894" y="2450347"/>
              <a:chExt cx="2820346" cy="1847103"/>
            </a:xfrm>
          </p:grpSpPr>
          <p:sp>
            <p:nvSpPr>
              <p:cNvPr id="34" name="Freeform: Shape 33">
                <a:extLst>
                  <a:ext uri="{FF2B5EF4-FFF2-40B4-BE49-F238E27FC236}">
                    <a16:creationId xmlns:a16="http://schemas.microsoft.com/office/drawing/2014/main" id="{0BEA74A1-5A9F-BDEB-767B-1D025D279EC1}"/>
                  </a:ext>
                </a:extLst>
              </p:cNvPr>
              <p:cNvSpPr/>
              <p:nvPr/>
            </p:nvSpPr>
            <p:spPr>
              <a:xfrm>
                <a:off x="5957894" y="2450347"/>
                <a:ext cx="2820346" cy="1847103"/>
              </a:xfrm>
              <a:custGeom>
                <a:avLst/>
                <a:gdLst>
                  <a:gd name="connsiteX0" fmla="*/ 1436979 w 1547891"/>
                  <a:gd name="connsiteY0" fmla="*/ 367353 h 1013746"/>
                  <a:gd name="connsiteX1" fmla="*/ 1176499 w 1547891"/>
                  <a:gd name="connsiteY1" fmla="*/ 256539 h 1013746"/>
                  <a:gd name="connsiteX2" fmla="*/ 1089660 w 1547891"/>
                  <a:gd name="connsiteY2" fmla="*/ 175151 h 1013746"/>
                  <a:gd name="connsiteX3" fmla="*/ 748639 w 1547891"/>
                  <a:gd name="connsiteY3" fmla="*/ 175151 h 1013746"/>
                  <a:gd name="connsiteX4" fmla="*/ 661591 w 1547891"/>
                  <a:gd name="connsiteY4" fmla="*/ 262198 h 1013746"/>
                  <a:gd name="connsiteX5" fmla="*/ 748639 w 1547891"/>
                  <a:gd name="connsiteY5" fmla="*/ 349246 h 1013746"/>
                  <a:gd name="connsiteX6" fmla="*/ 1089660 w 1547891"/>
                  <a:gd name="connsiteY6" fmla="*/ 349246 h 1013746"/>
                  <a:gd name="connsiteX7" fmla="*/ 1176426 w 1547891"/>
                  <a:gd name="connsiteY7" fmla="*/ 268815 h 1013746"/>
                  <a:gd name="connsiteX8" fmla="*/ 1535615 w 1547891"/>
                  <a:gd name="connsiteY8" fmla="*/ 635088 h 1013746"/>
                  <a:gd name="connsiteX9" fmla="*/ 1169244 w 1547891"/>
                  <a:gd name="connsiteY9" fmla="*/ 1001458 h 1013746"/>
                  <a:gd name="connsiteX10" fmla="*/ 564797 w 1547891"/>
                  <a:gd name="connsiteY10" fmla="*/ 1001458 h 1013746"/>
                  <a:gd name="connsiteX11" fmla="*/ 652741 w 1547891"/>
                  <a:gd name="connsiteY11" fmla="*/ 837307 h 1013746"/>
                  <a:gd name="connsiteX12" fmla="*/ 687211 w 1547891"/>
                  <a:gd name="connsiteY12" fmla="*/ 634449 h 1013746"/>
                  <a:gd name="connsiteX13" fmla="*/ 639176 w 1547891"/>
                  <a:gd name="connsiteY13" fmla="*/ 396557 h 1013746"/>
                  <a:gd name="connsiteX14" fmla="*/ 508206 w 1547891"/>
                  <a:gd name="connsiteY14" fmla="*/ 202293 h 1013746"/>
                  <a:gd name="connsiteX15" fmla="*/ 313941 w 1547891"/>
                  <a:gd name="connsiteY15" fmla="*/ 71322 h 1013746"/>
                  <a:gd name="connsiteX16" fmla="*/ 76110 w 1547891"/>
                  <a:gd name="connsiteY16" fmla="*/ 23287 h 1013746"/>
                  <a:gd name="connsiteX17" fmla="*/ 76110 w 1547891"/>
                  <a:gd name="connsiteY17" fmla="*/ 0 h 1013746"/>
                  <a:gd name="connsiteX18" fmla="*/ 0 w 1547891"/>
                  <a:gd name="connsiteY18" fmla="*/ 29437 h 1013746"/>
                  <a:gd name="connsiteX19" fmla="*/ 76110 w 1547891"/>
                  <a:gd name="connsiteY19" fmla="*/ 58875 h 1013746"/>
                  <a:gd name="connsiteX20" fmla="*/ 76110 w 1547891"/>
                  <a:gd name="connsiteY20" fmla="*/ 35575 h 1013746"/>
                  <a:gd name="connsiteX21" fmla="*/ 674923 w 1547891"/>
                  <a:gd name="connsiteY21" fmla="*/ 634462 h 1013746"/>
                  <a:gd name="connsiteX22" fmla="*/ 547500 w 1547891"/>
                  <a:gd name="connsiteY22" fmla="*/ 1003815 h 1013746"/>
                  <a:gd name="connsiteX23" fmla="*/ 539717 w 1547891"/>
                  <a:gd name="connsiteY23" fmla="*/ 1013746 h 1013746"/>
                  <a:gd name="connsiteX24" fmla="*/ 1169244 w 1547891"/>
                  <a:gd name="connsiteY24" fmla="*/ 1013746 h 1013746"/>
                  <a:gd name="connsiteX25" fmla="*/ 1436992 w 1547891"/>
                  <a:gd name="connsiteY25" fmla="*/ 902847 h 1013746"/>
                  <a:gd name="connsiteX26" fmla="*/ 1547891 w 1547891"/>
                  <a:gd name="connsiteY26" fmla="*/ 635100 h 1013746"/>
                  <a:gd name="connsiteX27" fmla="*/ 1436992 w 1547891"/>
                  <a:gd name="connsiteY27" fmla="*/ 367353 h 1013746"/>
                  <a:gd name="connsiteX28" fmla="*/ 1089648 w 1547891"/>
                  <a:gd name="connsiteY28" fmla="*/ 336970 h 1013746"/>
                  <a:gd name="connsiteX29" fmla="*/ 748627 w 1547891"/>
                  <a:gd name="connsiteY29" fmla="*/ 336970 h 1013746"/>
                  <a:gd name="connsiteX30" fmla="*/ 673855 w 1547891"/>
                  <a:gd name="connsiteY30" fmla="*/ 262198 h 1013746"/>
                  <a:gd name="connsiteX31" fmla="*/ 748627 w 1547891"/>
                  <a:gd name="connsiteY31" fmla="*/ 187427 h 1013746"/>
                  <a:gd name="connsiteX32" fmla="*/ 1089648 w 1547891"/>
                  <a:gd name="connsiteY32" fmla="*/ 187427 h 1013746"/>
                  <a:gd name="connsiteX33" fmla="*/ 1164420 w 1547891"/>
                  <a:gd name="connsiteY33" fmla="*/ 262198 h 1013746"/>
                  <a:gd name="connsiteX34" fmla="*/ 1089648 w 1547891"/>
                  <a:gd name="connsiteY34" fmla="*/ 336970 h 101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7891" h="1013746">
                    <a:moveTo>
                      <a:pt x="1436979" y="367353"/>
                    </a:moveTo>
                    <a:cubicBezTo>
                      <a:pt x="1367179" y="297553"/>
                      <a:pt x="1274914" y="258381"/>
                      <a:pt x="1176499" y="256539"/>
                    </a:cubicBezTo>
                    <a:cubicBezTo>
                      <a:pt x="1173578" y="211168"/>
                      <a:pt x="1135756" y="175151"/>
                      <a:pt x="1089660" y="175151"/>
                    </a:cubicBezTo>
                    <a:lnTo>
                      <a:pt x="748639" y="175151"/>
                    </a:lnTo>
                    <a:cubicBezTo>
                      <a:pt x="700641" y="175151"/>
                      <a:pt x="661591" y="214200"/>
                      <a:pt x="661591" y="262198"/>
                    </a:cubicBezTo>
                    <a:cubicBezTo>
                      <a:pt x="661591" y="310197"/>
                      <a:pt x="700641" y="349246"/>
                      <a:pt x="748639" y="349246"/>
                    </a:cubicBezTo>
                    <a:lnTo>
                      <a:pt x="1089660" y="349246"/>
                    </a:lnTo>
                    <a:cubicBezTo>
                      <a:pt x="1135425" y="349246"/>
                      <a:pt x="1173038" y="313732"/>
                      <a:pt x="1176426" y="268815"/>
                    </a:cubicBezTo>
                    <a:cubicBezTo>
                      <a:pt x="1375134" y="272657"/>
                      <a:pt x="1535615" y="435483"/>
                      <a:pt x="1535615" y="635088"/>
                    </a:cubicBezTo>
                    <a:cubicBezTo>
                      <a:pt x="1535615" y="834692"/>
                      <a:pt x="1371267" y="1001458"/>
                      <a:pt x="1169244" y="1001458"/>
                    </a:cubicBezTo>
                    <a:lnTo>
                      <a:pt x="564797" y="1001458"/>
                    </a:lnTo>
                    <a:cubicBezTo>
                      <a:pt x="602447" y="951410"/>
                      <a:pt x="632007" y="896243"/>
                      <a:pt x="652741" y="837307"/>
                    </a:cubicBezTo>
                    <a:cubicBezTo>
                      <a:pt x="675610" y="772282"/>
                      <a:pt x="687211" y="704028"/>
                      <a:pt x="687211" y="634449"/>
                    </a:cubicBezTo>
                    <a:cubicBezTo>
                      <a:pt x="687211" y="551944"/>
                      <a:pt x="671056" y="471906"/>
                      <a:pt x="639176" y="396557"/>
                    </a:cubicBezTo>
                    <a:cubicBezTo>
                      <a:pt x="608388" y="323786"/>
                      <a:pt x="564330" y="258418"/>
                      <a:pt x="508206" y="202293"/>
                    </a:cubicBezTo>
                    <a:cubicBezTo>
                      <a:pt x="452080" y="146168"/>
                      <a:pt x="386724" y="102098"/>
                      <a:pt x="313941" y="71322"/>
                    </a:cubicBezTo>
                    <a:cubicBezTo>
                      <a:pt x="238605" y="39467"/>
                      <a:pt x="158591" y="23299"/>
                      <a:pt x="76110" y="23287"/>
                    </a:cubicBezTo>
                    <a:lnTo>
                      <a:pt x="76110" y="0"/>
                    </a:lnTo>
                    <a:lnTo>
                      <a:pt x="0" y="29437"/>
                    </a:lnTo>
                    <a:lnTo>
                      <a:pt x="76110" y="58875"/>
                    </a:lnTo>
                    <a:lnTo>
                      <a:pt x="76110" y="35575"/>
                    </a:lnTo>
                    <a:cubicBezTo>
                      <a:pt x="406304" y="35612"/>
                      <a:pt x="674923" y="304255"/>
                      <a:pt x="674923" y="634462"/>
                    </a:cubicBezTo>
                    <a:cubicBezTo>
                      <a:pt x="674923" y="769839"/>
                      <a:pt x="630865" y="897556"/>
                      <a:pt x="547500" y="1003815"/>
                    </a:cubicBezTo>
                    <a:lnTo>
                      <a:pt x="539717" y="1013746"/>
                    </a:lnTo>
                    <a:lnTo>
                      <a:pt x="1169244" y="1013746"/>
                    </a:lnTo>
                    <a:cubicBezTo>
                      <a:pt x="1270385" y="1013746"/>
                      <a:pt x="1365473" y="974366"/>
                      <a:pt x="1436992" y="902847"/>
                    </a:cubicBezTo>
                    <a:cubicBezTo>
                      <a:pt x="1508510" y="831328"/>
                      <a:pt x="1547891" y="736240"/>
                      <a:pt x="1547891" y="635100"/>
                    </a:cubicBezTo>
                    <a:cubicBezTo>
                      <a:pt x="1547891" y="533960"/>
                      <a:pt x="1508510" y="438872"/>
                      <a:pt x="1436992" y="367353"/>
                    </a:cubicBezTo>
                    <a:close/>
                    <a:moveTo>
                      <a:pt x="1089648" y="336970"/>
                    </a:moveTo>
                    <a:lnTo>
                      <a:pt x="748627" y="336970"/>
                    </a:lnTo>
                    <a:cubicBezTo>
                      <a:pt x="707405" y="336970"/>
                      <a:pt x="673855" y="303433"/>
                      <a:pt x="673855" y="262198"/>
                    </a:cubicBezTo>
                    <a:cubicBezTo>
                      <a:pt x="673855" y="220964"/>
                      <a:pt x="707392" y="187427"/>
                      <a:pt x="748627" y="187427"/>
                    </a:cubicBezTo>
                    <a:lnTo>
                      <a:pt x="1089648" y="187427"/>
                    </a:lnTo>
                    <a:cubicBezTo>
                      <a:pt x="1130882" y="187427"/>
                      <a:pt x="1164420" y="220964"/>
                      <a:pt x="1164420" y="262198"/>
                    </a:cubicBezTo>
                    <a:cubicBezTo>
                      <a:pt x="1164420" y="303433"/>
                      <a:pt x="1130882" y="336970"/>
                      <a:pt x="1089648" y="33697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Freeform: Shape 34">
                <a:extLst>
                  <a:ext uri="{FF2B5EF4-FFF2-40B4-BE49-F238E27FC236}">
                    <a16:creationId xmlns:a16="http://schemas.microsoft.com/office/drawing/2014/main" id="{9C49CBD2-6990-F0FC-5891-CD2F560B927B}"/>
                  </a:ext>
                </a:extLst>
              </p:cNvPr>
              <p:cNvSpPr/>
              <p:nvPr/>
            </p:nvSpPr>
            <p:spPr>
              <a:xfrm>
                <a:off x="7213610" y="2819762"/>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6" y="118903"/>
                      <a:pt x="0" y="96518"/>
                      <a:pt x="0" y="68904"/>
                    </a:cubicBezTo>
                    <a:lnTo>
                      <a:pt x="0" y="49999"/>
                    </a:lnTo>
                    <a:cubicBezTo>
                      <a:pt x="0" y="22385"/>
                      <a:pt x="22386" y="0"/>
                      <a:pt x="49999" y="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7" name="Freeform: Shape 36">
              <a:extLst>
                <a:ext uri="{FF2B5EF4-FFF2-40B4-BE49-F238E27FC236}">
                  <a16:creationId xmlns:a16="http://schemas.microsoft.com/office/drawing/2014/main" id="{0371AD0E-2780-9625-BF71-C7F94EA9AD7E}"/>
                </a:ext>
              </a:extLst>
            </p:cNvPr>
            <p:cNvSpPr/>
            <p:nvPr/>
          </p:nvSpPr>
          <p:spPr>
            <a:xfrm>
              <a:off x="5449285" y="2959455"/>
              <a:ext cx="1294416" cy="1294416"/>
            </a:xfrm>
            <a:custGeom>
              <a:avLst/>
              <a:gdLst>
                <a:gd name="connsiteX0" fmla="*/ 381752 w 763504"/>
                <a:gd name="connsiteY0" fmla="*/ 763505 h 763504"/>
                <a:gd name="connsiteX1" fmla="*/ 111808 w 763504"/>
                <a:gd name="connsiteY1" fmla="*/ 651697 h 763504"/>
                <a:gd name="connsiteX2" fmla="*/ 0 w 763504"/>
                <a:gd name="connsiteY2" fmla="*/ 381752 h 763504"/>
                <a:gd name="connsiteX3" fmla="*/ 111808 w 763504"/>
                <a:gd name="connsiteY3" fmla="*/ 111808 h 763504"/>
                <a:gd name="connsiteX4" fmla="*/ 381752 w 763504"/>
                <a:gd name="connsiteY4" fmla="*/ 0 h 763504"/>
                <a:gd name="connsiteX5" fmla="*/ 651697 w 763504"/>
                <a:gd name="connsiteY5" fmla="*/ 111808 h 763504"/>
                <a:gd name="connsiteX6" fmla="*/ 763505 w 763504"/>
                <a:gd name="connsiteY6" fmla="*/ 381752 h 763504"/>
                <a:gd name="connsiteX7" fmla="*/ 651697 w 763504"/>
                <a:gd name="connsiteY7" fmla="*/ 651697 h 763504"/>
                <a:gd name="connsiteX8" fmla="*/ 381752 w 763504"/>
                <a:gd name="connsiteY8" fmla="*/ 763505 h 76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504" h="763504">
                  <a:moveTo>
                    <a:pt x="381752" y="763505"/>
                  </a:moveTo>
                  <a:cubicBezTo>
                    <a:pt x="279777" y="763505"/>
                    <a:pt x="183916" y="723792"/>
                    <a:pt x="111808" y="651697"/>
                  </a:cubicBezTo>
                  <a:cubicBezTo>
                    <a:pt x="39700" y="579589"/>
                    <a:pt x="0" y="483727"/>
                    <a:pt x="0" y="381752"/>
                  </a:cubicBezTo>
                  <a:cubicBezTo>
                    <a:pt x="0" y="279777"/>
                    <a:pt x="39712" y="183916"/>
                    <a:pt x="111808" y="111808"/>
                  </a:cubicBezTo>
                  <a:cubicBezTo>
                    <a:pt x="183916" y="39700"/>
                    <a:pt x="279777" y="0"/>
                    <a:pt x="381752" y="0"/>
                  </a:cubicBezTo>
                  <a:cubicBezTo>
                    <a:pt x="483727" y="0"/>
                    <a:pt x="579589" y="39712"/>
                    <a:pt x="651697" y="111808"/>
                  </a:cubicBezTo>
                  <a:cubicBezTo>
                    <a:pt x="723805" y="183916"/>
                    <a:pt x="763505" y="279777"/>
                    <a:pt x="763505" y="381752"/>
                  </a:cubicBezTo>
                  <a:cubicBezTo>
                    <a:pt x="763505" y="483727"/>
                    <a:pt x="723793" y="579589"/>
                    <a:pt x="651697" y="651697"/>
                  </a:cubicBezTo>
                  <a:cubicBezTo>
                    <a:pt x="579589" y="723805"/>
                    <a:pt x="483727" y="763505"/>
                    <a:pt x="381752" y="763505"/>
                  </a:cubicBezTo>
                  <a:close/>
                </a:path>
              </a:pathLst>
            </a:custGeom>
            <a:solidFill>
              <a:srgbClr val="FFFFFF"/>
            </a:solidFill>
            <a:ln w="3175" cap="flat" cmpd="sng">
              <a:solidFill>
                <a:srgbClr val="459FED"/>
              </a:solidFill>
              <a:prstDash val="solid"/>
              <a:miter/>
            </a:ln>
            <a:effectLst>
              <a:outerShdw blurRad="190500" dist="38100" dir="5400000" rotWithShape="0">
                <a:srgbClr val="0070C0">
                  <a:alpha val="20000"/>
                </a:srgbClr>
              </a:outerShdw>
            </a:effectLst>
          </p:spPr>
          <p:txBody>
            <a:bodyPr rtlCol="0" anchor="ctr"/>
            <a:lstStyle/>
            <a:p>
              <a:pPr algn="ctr"/>
              <a:r>
                <a:rPr lang="en-US" sz="1400" b="1">
                  <a:latin typeface="Arial" panose="020B0604020202020204" pitchFamily="34" charset="0"/>
                </a:rPr>
                <a:t>Icon</a:t>
              </a:r>
              <a:endParaRPr lang="en-IN" sz="1400" b="1">
                <a:latin typeface="Arial" panose="020B0604020202020204" pitchFamily="34" charset="0"/>
              </a:endParaRPr>
            </a:p>
          </p:txBody>
        </p:sp>
      </p:grpSp>
      <p:sp>
        <p:nvSpPr>
          <p:cNvPr id="54" name="TextBox 53">
            <a:extLst>
              <a:ext uri="{FF2B5EF4-FFF2-40B4-BE49-F238E27FC236}">
                <a16:creationId xmlns:a16="http://schemas.microsoft.com/office/drawing/2014/main" id="{39A61F0F-E2A9-E325-2F52-86F541E60829}"/>
              </a:ext>
            </a:extLst>
          </p:cNvPr>
          <p:cNvSpPr txBox="1"/>
          <p:nvPr/>
        </p:nvSpPr>
        <p:spPr>
          <a:xfrm>
            <a:off x="7706958" y="2764068"/>
            <a:ext cx="3858102" cy="2677656"/>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244775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386DC-212B-5824-ABAF-0F8F943B4E40}"/>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B7EAC7D-68A7-8B22-8EA0-1FFBD1F3AF2F}"/>
              </a:ext>
            </a:extLst>
          </p:cNvPr>
          <p:cNvSpPr>
            <a:spLocks noGrp="1"/>
          </p:cNvSpPr>
          <p:nvPr>
            <p:ph type="title"/>
          </p:nvPr>
        </p:nvSpPr>
        <p:spPr/>
        <p:txBody>
          <a:bodyPr/>
          <a:lstStyle/>
          <a:p>
            <a:r>
              <a:rPr lang="en-US"/>
              <a:t>Title</a:t>
            </a:r>
            <a:endParaRPr lang="en-IN"/>
          </a:p>
        </p:txBody>
      </p:sp>
      <p:sp>
        <p:nvSpPr>
          <p:cNvPr id="57" name="Rectangle: Rounded Corners 56">
            <a:extLst>
              <a:ext uri="{FF2B5EF4-FFF2-40B4-BE49-F238E27FC236}">
                <a16:creationId xmlns:a16="http://schemas.microsoft.com/office/drawing/2014/main" id="{DC2C6B0A-C882-A15D-ADCD-94983458587F}"/>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Rounded Corners 57">
            <a:extLst>
              <a:ext uri="{FF2B5EF4-FFF2-40B4-BE49-F238E27FC236}">
                <a16:creationId xmlns:a16="http://schemas.microsoft.com/office/drawing/2014/main" id="{D62A7363-28A6-2CBB-0D5E-BF45E65EF733}"/>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0" name="Rectangle: Rounded Corners 59">
            <a:extLst>
              <a:ext uri="{FF2B5EF4-FFF2-40B4-BE49-F238E27FC236}">
                <a16:creationId xmlns:a16="http://schemas.microsoft.com/office/drawing/2014/main" id="{C0220CA4-1651-A2BB-D218-2D6EE62A07DE}"/>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7" name="Rectangle: Rounded Corners 66">
            <a:extLst>
              <a:ext uri="{FF2B5EF4-FFF2-40B4-BE49-F238E27FC236}">
                <a16:creationId xmlns:a16="http://schemas.microsoft.com/office/drawing/2014/main" id="{967F03D5-22DB-13B7-4C5A-4D1CF5CEC6A5}"/>
              </a:ext>
            </a:extLst>
          </p:cNvPr>
          <p:cNvSpPr/>
          <p:nvPr/>
        </p:nvSpPr>
        <p:spPr>
          <a:xfrm>
            <a:off x="556684" y="1196898"/>
            <a:ext cx="3119966"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AD7DCB46-3737-9C92-B9DD-A40C4FE046B6}"/>
              </a:ext>
            </a:extLst>
          </p:cNvPr>
          <p:cNvSpPr txBox="1"/>
          <p:nvPr/>
        </p:nvSpPr>
        <p:spPr>
          <a:xfrm>
            <a:off x="556684" y="1934688"/>
            <a:ext cx="3119966"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9" name="Rectangle: Rounded Corners 68">
            <a:extLst>
              <a:ext uri="{FF2B5EF4-FFF2-40B4-BE49-F238E27FC236}">
                <a16:creationId xmlns:a16="http://schemas.microsoft.com/office/drawing/2014/main" id="{438430C7-5026-A95E-E442-6267863F067D}"/>
              </a:ext>
            </a:extLst>
          </p:cNvPr>
          <p:cNvSpPr/>
          <p:nvPr/>
        </p:nvSpPr>
        <p:spPr>
          <a:xfrm>
            <a:off x="8515351" y="1196898"/>
            <a:ext cx="3119966" cy="548580"/>
          </a:xfrm>
          <a:prstGeom prst="roundRect">
            <a:avLst>
              <a:gd name="adj" fmla="val 11575"/>
            </a:avLst>
          </a:prstGeom>
          <a:solidFill>
            <a:srgbClr val="9A8D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70995F73-C835-1A1A-35FD-E24C9D7785F6}"/>
              </a:ext>
            </a:extLst>
          </p:cNvPr>
          <p:cNvSpPr txBox="1"/>
          <p:nvPr/>
        </p:nvSpPr>
        <p:spPr>
          <a:xfrm>
            <a:off x="8515350" y="1934688"/>
            <a:ext cx="3119965"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nvGrpSpPr>
          <p:cNvPr id="72" name="Group 71">
            <a:extLst>
              <a:ext uri="{FF2B5EF4-FFF2-40B4-BE49-F238E27FC236}">
                <a16:creationId xmlns:a16="http://schemas.microsoft.com/office/drawing/2014/main" id="{A9C142E0-E2D4-869F-8D32-632F0F9CE629}"/>
              </a:ext>
            </a:extLst>
          </p:cNvPr>
          <p:cNvGrpSpPr>
            <a:grpSpLocks noChangeAspect="1"/>
          </p:cNvGrpSpPr>
          <p:nvPr/>
        </p:nvGrpSpPr>
        <p:grpSpPr>
          <a:xfrm>
            <a:off x="3684000" y="2595131"/>
            <a:ext cx="4824000" cy="2264549"/>
            <a:chOff x="4102100" y="2595131"/>
            <a:chExt cx="3987800" cy="1869228"/>
          </a:xfrm>
        </p:grpSpPr>
        <p:sp>
          <p:nvSpPr>
            <p:cNvPr id="3" name="Freeform: Shape 2">
              <a:extLst>
                <a:ext uri="{FF2B5EF4-FFF2-40B4-BE49-F238E27FC236}">
                  <a16:creationId xmlns:a16="http://schemas.microsoft.com/office/drawing/2014/main" id="{5986F1DF-1DAF-4C23-E4F4-25457CE9513A}"/>
                </a:ext>
              </a:extLst>
            </p:cNvPr>
            <p:cNvSpPr/>
            <p:nvPr/>
          </p:nvSpPr>
          <p:spPr>
            <a:xfrm>
              <a:off x="4102100" y="2703725"/>
              <a:ext cx="1993882" cy="1310264"/>
            </a:xfrm>
            <a:custGeom>
              <a:avLst/>
              <a:gdLst>
                <a:gd name="connsiteX0" fmla="*/ 385004 w 1585309"/>
                <a:gd name="connsiteY0" fmla="*/ 1041775 h 1041774"/>
                <a:gd name="connsiteX1" fmla="*/ 0 w 1585309"/>
                <a:gd name="connsiteY1" fmla="*/ 656771 h 1041774"/>
                <a:gd name="connsiteX2" fmla="*/ 385004 w 1585309"/>
                <a:gd name="connsiteY2" fmla="*/ 271767 h 1041774"/>
                <a:gd name="connsiteX3" fmla="*/ 767346 w 1585309"/>
                <a:gd name="connsiteY3" fmla="*/ 611476 h 1041774"/>
                <a:gd name="connsiteX4" fmla="*/ 930067 w 1585309"/>
                <a:gd name="connsiteY4" fmla="*/ 611476 h 1041774"/>
                <a:gd name="connsiteX5" fmla="*/ 1120898 w 1585309"/>
                <a:gd name="connsiteY5" fmla="*/ 192360 h 1041774"/>
                <a:gd name="connsiteX6" fmla="*/ 1585309 w 1585309"/>
                <a:gd name="connsiteY6" fmla="*/ 0 h 1041774"/>
                <a:gd name="connsiteX7" fmla="*/ 1585309 w 1585309"/>
                <a:gd name="connsiteY7" fmla="*/ 90589 h 1041774"/>
                <a:gd name="connsiteX8" fmla="*/ 1019127 w 1585309"/>
                <a:gd name="connsiteY8" fmla="*/ 656771 h 1041774"/>
                <a:gd name="connsiteX9" fmla="*/ 1019127 w 1585309"/>
                <a:gd name="connsiteY9" fmla="*/ 702066 h 1041774"/>
                <a:gd name="connsiteX10" fmla="*/ 679418 w 1585309"/>
                <a:gd name="connsiteY10" fmla="*/ 702066 h 1041774"/>
                <a:gd name="connsiteX11" fmla="*/ 679418 w 1585309"/>
                <a:gd name="connsiteY11" fmla="*/ 656771 h 1041774"/>
                <a:gd name="connsiteX12" fmla="*/ 385004 w 1585309"/>
                <a:gd name="connsiteY12" fmla="*/ 362356 h 1041774"/>
                <a:gd name="connsiteX13" fmla="*/ 90589 w 1585309"/>
                <a:gd name="connsiteY13" fmla="*/ 656771 h 1041774"/>
                <a:gd name="connsiteX14" fmla="*/ 385004 w 1585309"/>
                <a:gd name="connsiteY14" fmla="*/ 951186 h 1041774"/>
                <a:gd name="connsiteX15" fmla="*/ 631519 w 1585309"/>
                <a:gd name="connsiteY15" fmla="*/ 817793 h 1041774"/>
                <a:gd name="connsiteX16" fmla="*/ 707303 w 1585309"/>
                <a:gd name="connsiteY16" fmla="*/ 867419 h 1041774"/>
                <a:gd name="connsiteX17" fmla="*/ 385004 w 1585309"/>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09" h="1041774">
                  <a:moveTo>
                    <a:pt x="385004" y="1041775"/>
                  </a:moveTo>
                  <a:cubicBezTo>
                    <a:pt x="172714" y="1041775"/>
                    <a:pt x="0" y="869061"/>
                    <a:pt x="0" y="656771"/>
                  </a:cubicBezTo>
                  <a:cubicBezTo>
                    <a:pt x="0" y="444481"/>
                    <a:pt x="172714" y="271767"/>
                    <a:pt x="385004" y="271767"/>
                  </a:cubicBezTo>
                  <a:cubicBezTo>
                    <a:pt x="581978" y="271767"/>
                    <a:pt x="744869" y="420447"/>
                    <a:pt x="767346" y="611476"/>
                  </a:cubicBezTo>
                  <a:lnTo>
                    <a:pt x="930067" y="611476"/>
                  </a:lnTo>
                  <a:cubicBezTo>
                    <a:pt x="940796" y="453087"/>
                    <a:pt x="1007605" y="305682"/>
                    <a:pt x="1120898" y="192360"/>
                  </a:cubicBezTo>
                  <a:cubicBezTo>
                    <a:pt x="1244949" y="68310"/>
                    <a:pt x="1409878" y="0"/>
                    <a:pt x="1585309" y="0"/>
                  </a:cubicBezTo>
                  <a:lnTo>
                    <a:pt x="1585309" y="90589"/>
                  </a:lnTo>
                  <a:cubicBezTo>
                    <a:pt x="1273116" y="90589"/>
                    <a:pt x="1019127" y="344578"/>
                    <a:pt x="1019127" y="656771"/>
                  </a:cubicBezTo>
                  <a:lnTo>
                    <a:pt x="1019127" y="702066"/>
                  </a:lnTo>
                  <a:lnTo>
                    <a:pt x="679418" y="702066"/>
                  </a:lnTo>
                  <a:lnTo>
                    <a:pt x="679418" y="656771"/>
                  </a:lnTo>
                  <a:cubicBezTo>
                    <a:pt x="679418" y="494418"/>
                    <a:pt x="547356" y="362356"/>
                    <a:pt x="385004" y="362356"/>
                  </a:cubicBezTo>
                  <a:cubicBezTo>
                    <a:pt x="222651" y="362356"/>
                    <a:pt x="90589" y="494418"/>
                    <a:pt x="90589" y="656771"/>
                  </a:cubicBezTo>
                  <a:cubicBezTo>
                    <a:pt x="90589" y="819124"/>
                    <a:pt x="222651" y="951186"/>
                    <a:pt x="385004" y="951186"/>
                  </a:cubicBezTo>
                  <a:cubicBezTo>
                    <a:pt x="484680" y="951186"/>
                    <a:pt x="576826" y="901333"/>
                    <a:pt x="631519" y="817793"/>
                  </a:cubicBezTo>
                  <a:lnTo>
                    <a:pt x="707303" y="867419"/>
                  </a:lnTo>
                  <a:cubicBezTo>
                    <a:pt x="635822" y="976579"/>
                    <a:pt x="515339" y="1041775"/>
                    <a:pt x="385004" y="1041775"/>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reeform: Shape 28">
              <a:extLst>
                <a:ext uri="{FF2B5EF4-FFF2-40B4-BE49-F238E27FC236}">
                  <a16:creationId xmlns:a16="http://schemas.microsoft.com/office/drawing/2014/main" id="{DF459883-5CE6-C93F-FEDC-DB765CED072E}"/>
                </a:ext>
              </a:extLst>
            </p:cNvPr>
            <p:cNvSpPr/>
            <p:nvPr/>
          </p:nvSpPr>
          <p:spPr>
            <a:xfrm>
              <a:off x="6095982" y="3045533"/>
              <a:ext cx="1993918" cy="1310264"/>
            </a:xfrm>
            <a:custGeom>
              <a:avLst/>
              <a:gdLst>
                <a:gd name="connsiteX0" fmla="*/ 0 w 1585337"/>
                <a:gd name="connsiteY0" fmla="*/ 1041775 h 1041774"/>
                <a:gd name="connsiteX1" fmla="*/ 0 w 1585337"/>
                <a:gd name="connsiteY1" fmla="*/ 951186 h 1041774"/>
                <a:gd name="connsiteX2" fmla="*/ 566182 w 1585337"/>
                <a:gd name="connsiteY2" fmla="*/ 385004 h 1041774"/>
                <a:gd name="connsiteX3" fmla="*/ 566182 w 1585337"/>
                <a:gd name="connsiteY3" fmla="*/ 339709 h 1041774"/>
                <a:gd name="connsiteX4" fmla="*/ 905891 w 1585337"/>
                <a:gd name="connsiteY4" fmla="*/ 339709 h 1041774"/>
                <a:gd name="connsiteX5" fmla="*/ 905891 w 1585337"/>
                <a:gd name="connsiteY5" fmla="*/ 385004 h 1041774"/>
                <a:gd name="connsiteX6" fmla="*/ 1200305 w 1585337"/>
                <a:gd name="connsiteY6" fmla="*/ 679418 h 1041774"/>
                <a:gd name="connsiteX7" fmla="*/ 1494720 w 1585337"/>
                <a:gd name="connsiteY7" fmla="*/ 385004 h 1041774"/>
                <a:gd name="connsiteX8" fmla="*/ 1200305 w 1585337"/>
                <a:gd name="connsiteY8" fmla="*/ 90589 h 1041774"/>
                <a:gd name="connsiteX9" fmla="*/ 953507 w 1585337"/>
                <a:gd name="connsiteY9" fmla="*/ 224406 h 1041774"/>
                <a:gd name="connsiteX10" fmla="*/ 877638 w 1585337"/>
                <a:gd name="connsiteY10" fmla="*/ 174922 h 1041774"/>
                <a:gd name="connsiteX11" fmla="*/ 1200334 w 1585337"/>
                <a:gd name="connsiteY11" fmla="*/ 0 h 1041774"/>
                <a:gd name="connsiteX12" fmla="*/ 1585337 w 1585337"/>
                <a:gd name="connsiteY12" fmla="*/ 385004 h 1041774"/>
                <a:gd name="connsiteX13" fmla="*/ 1200334 w 1585337"/>
                <a:gd name="connsiteY13" fmla="*/ 770007 h 1041774"/>
                <a:gd name="connsiteX14" fmla="*/ 817991 w 1585337"/>
                <a:gd name="connsiteY14" fmla="*/ 430298 h 1041774"/>
                <a:gd name="connsiteX15" fmla="*/ 655299 w 1585337"/>
                <a:gd name="connsiteY15" fmla="*/ 430298 h 1041774"/>
                <a:gd name="connsiteX16" fmla="*/ 464467 w 1585337"/>
                <a:gd name="connsiteY16" fmla="*/ 849414 h 1041774"/>
                <a:gd name="connsiteX17" fmla="*/ 57 w 1585337"/>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37" h="1041774">
                  <a:moveTo>
                    <a:pt x="0" y="1041775"/>
                  </a:moveTo>
                  <a:lnTo>
                    <a:pt x="0" y="951186"/>
                  </a:lnTo>
                  <a:cubicBezTo>
                    <a:pt x="312193" y="951186"/>
                    <a:pt x="566182" y="697196"/>
                    <a:pt x="566182" y="385004"/>
                  </a:cubicBezTo>
                  <a:lnTo>
                    <a:pt x="566182" y="339709"/>
                  </a:lnTo>
                  <a:lnTo>
                    <a:pt x="905891" y="339709"/>
                  </a:lnTo>
                  <a:lnTo>
                    <a:pt x="905891" y="385004"/>
                  </a:lnTo>
                  <a:cubicBezTo>
                    <a:pt x="905891" y="547356"/>
                    <a:pt x="1037953" y="679418"/>
                    <a:pt x="1200305" y="679418"/>
                  </a:cubicBezTo>
                  <a:cubicBezTo>
                    <a:pt x="1362658" y="679418"/>
                    <a:pt x="1494720" y="547356"/>
                    <a:pt x="1494720" y="385004"/>
                  </a:cubicBezTo>
                  <a:cubicBezTo>
                    <a:pt x="1494720" y="222651"/>
                    <a:pt x="1362658" y="90589"/>
                    <a:pt x="1200305" y="90589"/>
                  </a:cubicBezTo>
                  <a:cubicBezTo>
                    <a:pt x="1100403" y="90589"/>
                    <a:pt x="1008143" y="140611"/>
                    <a:pt x="953507" y="224406"/>
                  </a:cubicBezTo>
                  <a:lnTo>
                    <a:pt x="877638" y="174922"/>
                  </a:lnTo>
                  <a:cubicBezTo>
                    <a:pt x="949091" y="65394"/>
                    <a:pt x="1069716" y="0"/>
                    <a:pt x="1200334" y="0"/>
                  </a:cubicBezTo>
                  <a:cubicBezTo>
                    <a:pt x="1412624" y="0"/>
                    <a:pt x="1585337" y="172714"/>
                    <a:pt x="1585337" y="385004"/>
                  </a:cubicBezTo>
                  <a:cubicBezTo>
                    <a:pt x="1585337" y="597294"/>
                    <a:pt x="1412624" y="770007"/>
                    <a:pt x="1200334" y="770007"/>
                  </a:cubicBezTo>
                  <a:cubicBezTo>
                    <a:pt x="1003359" y="770007"/>
                    <a:pt x="840469" y="621328"/>
                    <a:pt x="817991" y="430298"/>
                  </a:cubicBezTo>
                  <a:lnTo>
                    <a:pt x="655299" y="430298"/>
                  </a:lnTo>
                  <a:cubicBezTo>
                    <a:pt x="644570" y="588688"/>
                    <a:pt x="577760" y="736093"/>
                    <a:pt x="464467" y="849414"/>
                  </a:cubicBezTo>
                  <a:cubicBezTo>
                    <a:pt x="340417" y="973465"/>
                    <a:pt x="175488" y="1041775"/>
                    <a:pt x="57" y="104177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reeform: Shape 35">
              <a:extLst>
                <a:ext uri="{FF2B5EF4-FFF2-40B4-BE49-F238E27FC236}">
                  <a16:creationId xmlns:a16="http://schemas.microsoft.com/office/drawing/2014/main" id="{FE3E8B54-670F-BFF3-6BA4-7BFA23245191}"/>
                </a:ext>
              </a:extLst>
            </p:cNvPr>
            <p:cNvSpPr/>
            <p:nvPr/>
          </p:nvSpPr>
          <p:spPr>
            <a:xfrm rot="18900000">
              <a:off x="6081722" y="2595131"/>
              <a:ext cx="28484" cy="1869228"/>
            </a:xfrm>
            <a:custGeom>
              <a:avLst/>
              <a:gdLst>
                <a:gd name="connsiteX0" fmla="*/ 0 w 22647"/>
                <a:gd name="connsiteY0" fmla="*/ 0 h 1486199"/>
                <a:gd name="connsiteX1" fmla="*/ 22647 w 22647"/>
                <a:gd name="connsiteY1" fmla="*/ 0 h 1486199"/>
                <a:gd name="connsiteX2" fmla="*/ 22647 w 22647"/>
                <a:gd name="connsiteY2" fmla="*/ 1486200 h 1486199"/>
                <a:gd name="connsiteX3" fmla="*/ 0 w 22647"/>
                <a:gd name="connsiteY3" fmla="*/ 1486200 h 1486199"/>
              </a:gdLst>
              <a:ahLst/>
              <a:cxnLst>
                <a:cxn ang="0">
                  <a:pos x="connsiteX0" y="connsiteY0"/>
                </a:cxn>
                <a:cxn ang="0">
                  <a:pos x="connsiteX1" y="connsiteY1"/>
                </a:cxn>
                <a:cxn ang="0">
                  <a:pos x="connsiteX2" y="connsiteY2"/>
                </a:cxn>
                <a:cxn ang="0">
                  <a:pos x="connsiteX3" y="connsiteY3"/>
                </a:cxn>
              </a:cxnLst>
              <a:rect l="l" t="t" r="r" b="b"/>
              <a:pathLst>
                <a:path w="22647" h="1486199">
                  <a:moveTo>
                    <a:pt x="0" y="0"/>
                  </a:moveTo>
                  <a:lnTo>
                    <a:pt x="22647" y="0"/>
                  </a:lnTo>
                  <a:lnTo>
                    <a:pt x="22647" y="1486200"/>
                  </a:lnTo>
                  <a:lnTo>
                    <a:pt x="0" y="1486200"/>
                  </a:lnTo>
                  <a:close/>
                </a:path>
              </a:pathLst>
            </a:custGeom>
            <a:solidFill>
              <a:srgbClr val="FDFDFD"/>
            </a:solidFill>
            <a:ln w="282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2EF88C89-AB0F-8828-CE47-2BFA93AD856F}"/>
                </a:ext>
              </a:extLst>
            </p:cNvPr>
            <p:cNvSpPr/>
            <p:nvPr/>
          </p:nvSpPr>
          <p:spPr>
            <a:xfrm>
              <a:off x="4155507" y="2757132"/>
              <a:ext cx="2690281" cy="1203449"/>
            </a:xfrm>
            <a:custGeom>
              <a:avLst/>
              <a:gdLst>
                <a:gd name="connsiteX0" fmla="*/ 342540 w 2139006"/>
                <a:gd name="connsiteY0" fmla="*/ 956847 h 956847"/>
                <a:gd name="connsiteX1" fmla="*/ 0 w 2139006"/>
                <a:gd name="connsiteY1" fmla="*/ 614307 h 956847"/>
                <a:gd name="connsiteX2" fmla="*/ 342540 w 2139006"/>
                <a:gd name="connsiteY2" fmla="*/ 271767 h 956847"/>
                <a:gd name="connsiteX3" fmla="*/ 685080 w 2139006"/>
                <a:gd name="connsiteY3" fmla="*/ 611476 h 956847"/>
                <a:gd name="connsiteX4" fmla="*/ 928566 w 2139006"/>
                <a:gd name="connsiteY4" fmla="*/ 611476 h 956847"/>
                <a:gd name="connsiteX5" fmla="*/ 1108499 w 2139006"/>
                <a:gd name="connsiteY5" fmla="*/ 179933 h 956847"/>
                <a:gd name="connsiteX6" fmla="*/ 1542874 w 2139006"/>
                <a:gd name="connsiteY6" fmla="*/ 0 h 956847"/>
                <a:gd name="connsiteX7" fmla="*/ 1923971 w 2139006"/>
                <a:gd name="connsiteY7" fmla="*/ 132487 h 956847"/>
                <a:gd name="connsiteX8" fmla="*/ 2139007 w 2139006"/>
                <a:gd name="connsiteY8" fmla="*/ 465458 h 956847"/>
                <a:gd name="connsiteX9" fmla="*/ 2133515 w 2139006"/>
                <a:gd name="connsiteY9" fmla="*/ 466817 h 956847"/>
                <a:gd name="connsiteX10" fmla="*/ 1542874 w 2139006"/>
                <a:gd name="connsiteY10" fmla="*/ 5662 h 956847"/>
                <a:gd name="connsiteX11" fmla="*/ 934228 w 2139006"/>
                <a:gd name="connsiteY11" fmla="*/ 614307 h 956847"/>
                <a:gd name="connsiteX12" fmla="*/ 934228 w 2139006"/>
                <a:gd name="connsiteY12" fmla="*/ 617138 h 956847"/>
                <a:gd name="connsiteX13" fmla="*/ 679446 w 2139006"/>
                <a:gd name="connsiteY13" fmla="*/ 617138 h 956847"/>
                <a:gd name="connsiteX14" fmla="*/ 679446 w 2139006"/>
                <a:gd name="connsiteY14" fmla="*/ 614307 h 956847"/>
                <a:gd name="connsiteX15" fmla="*/ 342568 w 2139006"/>
                <a:gd name="connsiteY15" fmla="*/ 277429 h 956847"/>
                <a:gd name="connsiteX16" fmla="*/ 5662 w 2139006"/>
                <a:gd name="connsiteY16" fmla="*/ 614307 h 956847"/>
                <a:gd name="connsiteX17" fmla="*/ 342540 w 2139006"/>
                <a:gd name="connsiteY17" fmla="*/ 951186 h 956847"/>
                <a:gd name="connsiteX18" fmla="*/ 653544 w 2139006"/>
                <a:gd name="connsiteY18" fmla="*/ 743991 h 956847"/>
                <a:gd name="connsiteX19" fmla="*/ 658781 w 2139006"/>
                <a:gd name="connsiteY19" fmla="*/ 746171 h 956847"/>
                <a:gd name="connsiteX20" fmla="*/ 342540 w 213900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9006" h="956847">
                  <a:moveTo>
                    <a:pt x="342540" y="956847"/>
                  </a:moveTo>
                  <a:cubicBezTo>
                    <a:pt x="153662" y="956847"/>
                    <a:pt x="0" y="803186"/>
                    <a:pt x="0" y="614307"/>
                  </a:cubicBezTo>
                  <a:cubicBezTo>
                    <a:pt x="0" y="425429"/>
                    <a:pt x="153662" y="271767"/>
                    <a:pt x="342540" y="271767"/>
                  </a:cubicBezTo>
                  <a:cubicBezTo>
                    <a:pt x="531418" y="271767"/>
                    <a:pt x="683551" y="423900"/>
                    <a:pt x="685080" y="611476"/>
                  </a:cubicBezTo>
                  <a:lnTo>
                    <a:pt x="928566" y="611476"/>
                  </a:lnTo>
                  <a:cubicBezTo>
                    <a:pt x="929302" y="448444"/>
                    <a:pt x="993111" y="295292"/>
                    <a:pt x="1108499" y="179933"/>
                  </a:cubicBezTo>
                  <a:cubicBezTo>
                    <a:pt x="1224538" y="63894"/>
                    <a:pt x="1378794" y="0"/>
                    <a:pt x="1542874" y="0"/>
                  </a:cubicBezTo>
                  <a:cubicBezTo>
                    <a:pt x="1682777" y="0"/>
                    <a:pt x="1814556" y="45804"/>
                    <a:pt x="1923971" y="132487"/>
                  </a:cubicBezTo>
                  <a:cubicBezTo>
                    <a:pt x="2030130" y="216565"/>
                    <a:pt x="2106508" y="334812"/>
                    <a:pt x="2139007" y="465458"/>
                  </a:cubicBezTo>
                  <a:lnTo>
                    <a:pt x="2133515" y="466817"/>
                  </a:lnTo>
                  <a:cubicBezTo>
                    <a:pt x="2065941" y="195276"/>
                    <a:pt x="1823049" y="5662"/>
                    <a:pt x="1542874" y="5662"/>
                  </a:cubicBezTo>
                  <a:cubicBezTo>
                    <a:pt x="1207269" y="5662"/>
                    <a:pt x="934228" y="278703"/>
                    <a:pt x="934228" y="614307"/>
                  </a:cubicBezTo>
                  <a:lnTo>
                    <a:pt x="934228" y="617138"/>
                  </a:lnTo>
                  <a:lnTo>
                    <a:pt x="679446" y="617138"/>
                  </a:lnTo>
                  <a:lnTo>
                    <a:pt x="679446" y="614307"/>
                  </a:lnTo>
                  <a:cubicBezTo>
                    <a:pt x="679446" y="428543"/>
                    <a:pt x="528333" y="277429"/>
                    <a:pt x="342568" y="277429"/>
                  </a:cubicBezTo>
                  <a:cubicBezTo>
                    <a:pt x="156804" y="277429"/>
                    <a:pt x="5662" y="428543"/>
                    <a:pt x="5662" y="614307"/>
                  </a:cubicBezTo>
                  <a:cubicBezTo>
                    <a:pt x="5662" y="800072"/>
                    <a:pt x="156776" y="951186"/>
                    <a:pt x="342540" y="951186"/>
                  </a:cubicBezTo>
                  <a:cubicBezTo>
                    <a:pt x="478933" y="951186"/>
                    <a:pt x="601002" y="869854"/>
                    <a:pt x="653544" y="743991"/>
                  </a:cubicBezTo>
                  <a:lnTo>
                    <a:pt x="658781" y="746171"/>
                  </a:lnTo>
                  <a:cubicBezTo>
                    <a:pt x="605362" y="874157"/>
                    <a:pt x="481226" y="956847"/>
                    <a:pt x="342540" y="956847"/>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reeform: Shape 44">
              <a:extLst>
                <a:ext uri="{FF2B5EF4-FFF2-40B4-BE49-F238E27FC236}">
                  <a16:creationId xmlns:a16="http://schemas.microsoft.com/office/drawing/2014/main" id="{21032818-DF64-6F75-173A-077D17E872E1}"/>
                </a:ext>
              </a:extLst>
            </p:cNvPr>
            <p:cNvSpPr/>
            <p:nvPr/>
          </p:nvSpPr>
          <p:spPr>
            <a:xfrm>
              <a:off x="4959433" y="3672893"/>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496AA4"/>
            </a:solidFill>
            <a:ln w="2823"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B9088FB3-5B0D-45EC-EE7E-3D2C25FBC657}"/>
                </a:ext>
              </a:extLst>
            </p:cNvPr>
            <p:cNvSpPr/>
            <p:nvPr/>
          </p:nvSpPr>
          <p:spPr>
            <a:xfrm>
              <a:off x="6782305" y="3299575"/>
              <a:ext cx="98910" cy="87658"/>
            </a:xfrm>
            <a:custGeom>
              <a:avLst/>
              <a:gdLst>
                <a:gd name="connsiteX0" fmla="*/ 0 w 78642"/>
                <a:gd name="connsiteY0" fmla="*/ 21430 h 69696"/>
                <a:gd name="connsiteX1" fmla="*/ 55401 w 78642"/>
                <a:gd name="connsiteY1" fmla="*/ 69697 h 69696"/>
                <a:gd name="connsiteX2" fmla="*/ 78643 w 78642"/>
                <a:gd name="connsiteY2" fmla="*/ 0 h 69696"/>
                <a:gd name="connsiteX3" fmla="*/ 0 w 78642"/>
                <a:gd name="connsiteY3" fmla="*/ 21430 h 69696"/>
              </a:gdLst>
              <a:ahLst/>
              <a:cxnLst>
                <a:cxn ang="0">
                  <a:pos x="connsiteX0" y="connsiteY0"/>
                </a:cxn>
                <a:cxn ang="0">
                  <a:pos x="connsiteX1" y="connsiteY1"/>
                </a:cxn>
                <a:cxn ang="0">
                  <a:pos x="connsiteX2" y="connsiteY2"/>
                </a:cxn>
                <a:cxn ang="0">
                  <a:pos x="connsiteX3" y="connsiteY3"/>
                </a:cxn>
              </a:cxnLst>
              <a:rect l="l" t="t" r="r" b="b"/>
              <a:pathLst>
                <a:path w="78642" h="69696">
                  <a:moveTo>
                    <a:pt x="0" y="21430"/>
                  </a:moveTo>
                  <a:lnTo>
                    <a:pt x="55401" y="69697"/>
                  </a:lnTo>
                  <a:lnTo>
                    <a:pt x="78643" y="0"/>
                  </a:lnTo>
                  <a:lnTo>
                    <a:pt x="0" y="21430"/>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7" name="Freeform: Shape 46">
              <a:extLst>
                <a:ext uri="{FF2B5EF4-FFF2-40B4-BE49-F238E27FC236}">
                  <a16:creationId xmlns:a16="http://schemas.microsoft.com/office/drawing/2014/main" id="{67DC453D-2852-9F45-242A-DBDA7B0AB1B3}"/>
                </a:ext>
              </a:extLst>
            </p:cNvPr>
            <p:cNvSpPr/>
            <p:nvPr/>
          </p:nvSpPr>
          <p:spPr>
            <a:xfrm>
              <a:off x="5346318" y="3098940"/>
              <a:ext cx="2690067" cy="1203449"/>
            </a:xfrm>
            <a:custGeom>
              <a:avLst/>
              <a:gdLst>
                <a:gd name="connsiteX0" fmla="*/ 596048 w 2138836"/>
                <a:gd name="connsiteY0" fmla="*/ 956847 h 956847"/>
                <a:gd name="connsiteX1" fmla="*/ 215121 w 2138836"/>
                <a:gd name="connsiteY1" fmla="*/ 824531 h 956847"/>
                <a:gd name="connsiteX2" fmla="*/ 0 w 2138836"/>
                <a:gd name="connsiteY2" fmla="*/ 491871 h 956847"/>
                <a:gd name="connsiteX3" fmla="*/ 5492 w 2138836"/>
                <a:gd name="connsiteY3" fmla="*/ 490512 h 956847"/>
                <a:gd name="connsiteX4" fmla="*/ 596020 w 2138836"/>
                <a:gd name="connsiteY4" fmla="*/ 951186 h 956847"/>
                <a:gd name="connsiteX5" fmla="*/ 1204665 w 2138836"/>
                <a:gd name="connsiteY5" fmla="*/ 342540 h 956847"/>
                <a:gd name="connsiteX6" fmla="*/ 1204665 w 2138836"/>
                <a:gd name="connsiteY6" fmla="*/ 339709 h 956847"/>
                <a:gd name="connsiteX7" fmla="*/ 1459447 w 2138836"/>
                <a:gd name="connsiteY7" fmla="*/ 339709 h 956847"/>
                <a:gd name="connsiteX8" fmla="*/ 1459447 w 2138836"/>
                <a:gd name="connsiteY8" fmla="*/ 342540 h 956847"/>
                <a:gd name="connsiteX9" fmla="*/ 1796325 w 2138836"/>
                <a:gd name="connsiteY9" fmla="*/ 679418 h 956847"/>
                <a:gd name="connsiteX10" fmla="*/ 2133203 w 2138836"/>
                <a:gd name="connsiteY10" fmla="*/ 342540 h 956847"/>
                <a:gd name="connsiteX11" fmla="*/ 1796325 w 2138836"/>
                <a:gd name="connsiteY11" fmla="*/ 5662 h 956847"/>
                <a:gd name="connsiteX12" fmla="*/ 1485066 w 2138836"/>
                <a:gd name="connsiteY12" fmla="*/ 213422 h 956847"/>
                <a:gd name="connsiteX13" fmla="*/ 1479829 w 2138836"/>
                <a:gd name="connsiteY13" fmla="*/ 211242 h 956847"/>
                <a:gd name="connsiteX14" fmla="*/ 1796297 w 2138836"/>
                <a:gd name="connsiteY14" fmla="*/ 0 h 956847"/>
                <a:gd name="connsiteX15" fmla="*/ 2138837 w 2138836"/>
                <a:gd name="connsiteY15" fmla="*/ 342540 h 956847"/>
                <a:gd name="connsiteX16" fmla="*/ 1796297 w 2138836"/>
                <a:gd name="connsiteY16" fmla="*/ 685080 h 956847"/>
                <a:gd name="connsiteX17" fmla="*/ 1453757 w 2138836"/>
                <a:gd name="connsiteY17" fmla="*/ 345371 h 956847"/>
                <a:gd name="connsiteX18" fmla="*/ 1210270 w 2138836"/>
                <a:gd name="connsiteY18" fmla="*/ 345371 h 956847"/>
                <a:gd name="connsiteX19" fmla="*/ 1030338 w 2138836"/>
                <a:gd name="connsiteY19" fmla="*/ 776915 h 956847"/>
                <a:gd name="connsiteX20" fmla="*/ 595963 w 213883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8836" h="956847">
                  <a:moveTo>
                    <a:pt x="596048" y="956847"/>
                  </a:moveTo>
                  <a:cubicBezTo>
                    <a:pt x="456229" y="956847"/>
                    <a:pt x="324535" y="911100"/>
                    <a:pt x="215121" y="824531"/>
                  </a:cubicBezTo>
                  <a:cubicBezTo>
                    <a:pt x="108990" y="740538"/>
                    <a:pt x="32612" y="622404"/>
                    <a:pt x="0" y="491871"/>
                  </a:cubicBezTo>
                  <a:lnTo>
                    <a:pt x="5492" y="490512"/>
                  </a:lnTo>
                  <a:cubicBezTo>
                    <a:pt x="73236" y="761741"/>
                    <a:pt x="316071" y="951186"/>
                    <a:pt x="596020" y="951186"/>
                  </a:cubicBezTo>
                  <a:cubicBezTo>
                    <a:pt x="931624" y="951186"/>
                    <a:pt x="1204665" y="678144"/>
                    <a:pt x="1204665" y="342540"/>
                  </a:cubicBezTo>
                  <a:lnTo>
                    <a:pt x="1204665" y="339709"/>
                  </a:lnTo>
                  <a:lnTo>
                    <a:pt x="1459447" y="339709"/>
                  </a:lnTo>
                  <a:lnTo>
                    <a:pt x="1459447" y="342540"/>
                  </a:lnTo>
                  <a:cubicBezTo>
                    <a:pt x="1459447" y="528304"/>
                    <a:pt x="1610561" y="679418"/>
                    <a:pt x="1796325" y="679418"/>
                  </a:cubicBezTo>
                  <a:cubicBezTo>
                    <a:pt x="1982089" y="679418"/>
                    <a:pt x="2133203" y="528304"/>
                    <a:pt x="2133203" y="342540"/>
                  </a:cubicBezTo>
                  <a:cubicBezTo>
                    <a:pt x="2133203" y="156776"/>
                    <a:pt x="1982089" y="5662"/>
                    <a:pt x="1796325" y="5662"/>
                  </a:cubicBezTo>
                  <a:cubicBezTo>
                    <a:pt x="1659677" y="5662"/>
                    <a:pt x="1537495" y="87220"/>
                    <a:pt x="1485066" y="213422"/>
                  </a:cubicBezTo>
                  <a:lnTo>
                    <a:pt x="1479829" y="211242"/>
                  </a:lnTo>
                  <a:cubicBezTo>
                    <a:pt x="1533135" y="82917"/>
                    <a:pt x="1657356" y="0"/>
                    <a:pt x="1796297" y="0"/>
                  </a:cubicBezTo>
                  <a:cubicBezTo>
                    <a:pt x="1985175" y="0"/>
                    <a:pt x="2138837" y="153662"/>
                    <a:pt x="2138837" y="342540"/>
                  </a:cubicBezTo>
                  <a:cubicBezTo>
                    <a:pt x="2138837" y="531418"/>
                    <a:pt x="1985175" y="685080"/>
                    <a:pt x="1796297" y="685080"/>
                  </a:cubicBezTo>
                  <a:cubicBezTo>
                    <a:pt x="1607418" y="685080"/>
                    <a:pt x="1455285" y="532947"/>
                    <a:pt x="1453757" y="345371"/>
                  </a:cubicBezTo>
                  <a:lnTo>
                    <a:pt x="1210270" y="345371"/>
                  </a:lnTo>
                  <a:cubicBezTo>
                    <a:pt x="1209534" y="508403"/>
                    <a:pt x="1145725" y="661555"/>
                    <a:pt x="1030338" y="776915"/>
                  </a:cubicBezTo>
                  <a:cubicBezTo>
                    <a:pt x="914299" y="892954"/>
                    <a:pt x="760042" y="956847"/>
                    <a:pt x="595963" y="956847"/>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reeform: Shape 47">
              <a:extLst>
                <a:ext uri="{FF2B5EF4-FFF2-40B4-BE49-F238E27FC236}">
                  <a16:creationId xmlns:a16="http://schemas.microsoft.com/office/drawing/2014/main" id="{564BF82F-77B1-674A-7AD0-5A086BBC79B4}"/>
                </a:ext>
              </a:extLst>
            </p:cNvPr>
            <p:cNvSpPr/>
            <p:nvPr/>
          </p:nvSpPr>
          <p:spPr>
            <a:xfrm>
              <a:off x="7189520" y="3344508"/>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9A8DC8"/>
            </a:solidFill>
            <a:ln w="2823"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408D254F-8BA9-E08F-7179-984E1973A038}"/>
                </a:ext>
              </a:extLst>
            </p:cNvPr>
            <p:cNvSpPr/>
            <p:nvPr/>
          </p:nvSpPr>
          <p:spPr>
            <a:xfrm>
              <a:off x="5310784" y="3672893"/>
              <a:ext cx="98945" cy="87658"/>
            </a:xfrm>
            <a:custGeom>
              <a:avLst/>
              <a:gdLst>
                <a:gd name="connsiteX0" fmla="*/ 23270 w 78670"/>
                <a:gd name="connsiteY0" fmla="*/ 0 h 69696"/>
                <a:gd name="connsiteX1" fmla="*/ 0 w 78670"/>
                <a:gd name="connsiteY1" fmla="*/ 69697 h 69696"/>
                <a:gd name="connsiteX2" fmla="*/ 78671 w 78670"/>
                <a:gd name="connsiteY2" fmla="*/ 48267 h 69696"/>
                <a:gd name="connsiteX3" fmla="*/ 23270 w 78670"/>
                <a:gd name="connsiteY3" fmla="*/ 0 h 69696"/>
              </a:gdLst>
              <a:ahLst/>
              <a:cxnLst>
                <a:cxn ang="0">
                  <a:pos x="connsiteX0" y="connsiteY0"/>
                </a:cxn>
                <a:cxn ang="0">
                  <a:pos x="connsiteX1" y="connsiteY1"/>
                </a:cxn>
                <a:cxn ang="0">
                  <a:pos x="connsiteX2" y="connsiteY2"/>
                </a:cxn>
                <a:cxn ang="0">
                  <a:pos x="connsiteX3" y="connsiteY3"/>
                </a:cxn>
              </a:cxnLst>
              <a:rect l="l" t="t" r="r" b="b"/>
              <a:pathLst>
                <a:path w="78670" h="69696">
                  <a:moveTo>
                    <a:pt x="23270" y="0"/>
                  </a:moveTo>
                  <a:lnTo>
                    <a:pt x="0" y="69697"/>
                  </a:lnTo>
                  <a:lnTo>
                    <a:pt x="78671" y="48267"/>
                  </a:lnTo>
                  <a:lnTo>
                    <a:pt x="23270" y="0"/>
                  </a:ln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2" name="Freeform: Shape 51">
              <a:extLst>
                <a:ext uri="{FF2B5EF4-FFF2-40B4-BE49-F238E27FC236}">
                  <a16:creationId xmlns:a16="http://schemas.microsoft.com/office/drawing/2014/main" id="{4244E491-CEA0-23A5-0C2A-C2E38753D0CB}"/>
                </a:ext>
              </a:extLst>
            </p:cNvPr>
            <p:cNvSpPr/>
            <p:nvPr/>
          </p:nvSpPr>
          <p:spPr>
            <a:xfrm>
              <a:off x="5540543" y="2974287"/>
              <a:ext cx="1110877" cy="1110876"/>
            </a:xfrm>
            <a:custGeom>
              <a:avLst/>
              <a:gdLst>
                <a:gd name="connsiteX0" fmla="*/ 441622 w 883243"/>
                <a:gd name="connsiteY0" fmla="*/ 883244 h 883243"/>
                <a:gd name="connsiteX1" fmla="*/ 0 w 883243"/>
                <a:gd name="connsiteY1" fmla="*/ 441622 h 883243"/>
                <a:gd name="connsiteX2" fmla="*/ 441622 w 883243"/>
                <a:gd name="connsiteY2" fmla="*/ 0 h 883243"/>
                <a:gd name="connsiteX3" fmla="*/ 883244 w 883243"/>
                <a:gd name="connsiteY3" fmla="*/ 441622 h 883243"/>
                <a:gd name="connsiteX4" fmla="*/ 441622 w 883243"/>
                <a:gd name="connsiteY4" fmla="*/ 883244 h 883243"/>
                <a:gd name="connsiteX5" fmla="*/ 441622 w 883243"/>
                <a:gd name="connsiteY5" fmla="*/ 45295 h 883243"/>
                <a:gd name="connsiteX6" fmla="*/ 45295 w 883243"/>
                <a:gd name="connsiteY6" fmla="*/ 441622 h 883243"/>
                <a:gd name="connsiteX7" fmla="*/ 441622 w 883243"/>
                <a:gd name="connsiteY7" fmla="*/ 837949 h 883243"/>
                <a:gd name="connsiteX8" fmla="*/ 837949 w 883243"/>
                <a:gd name="connsiteY8" fmla="*/ 441622 h 883243"/>
                <a:gd name="connsiteX9" fmla="*/ 441622 w 883243"/>
                <a:gd name="connsiteY9" fmla="*/ 45295 h 88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3243" h="883243">
                  <a:moveTo>
                    <a:pt x="441622" y="883244"/>
                  </a:moveTo>
                  <a:cubicBezTo>
                    <a:pt x="198107" y="883244"/>
                    <a:pt x="0" y="685137"/>
                    <a:pt x="0" y="441622"/>
                  </a:cubicBezTo>
                  <a:cubicBezTo>
                    <a:pt x="0" y="198107"/>
                    <a:pt x="198107" y="0"/>
                    <a:pt x="441622" y="0"/>
                  </a:cubicBezTo>
                  <a:cubicBezTo>
                    <a:pt x="685137" y="0"/>
                    <a:pt x="883244" y="198107"/>
                    <a:pt x="883244" y="441622"/>
                  </a:cubicBezTo>
                  <a:cubicBezTo>
                    <a:pt x="883244" y="685137"/>
                    <a:pt x="685137" y="883244"/>
                    <a:pt x="441622" y="883244"/>
                  </a:cubicBezTo>
                  <a:close/>
                  <a:moveTo>
                    <a:pt x="441622" y="45295"/>
                  </a:moveTo>
                  <a:cubicBezTo>
                    <a:pt x="223076" y="45295"/>
                    <a:pt x="45295" y="223076"/>
                    <a:pt x="45295" y="441622"/>
                  </a:cubicBezTo>
                  <a:cubicBezTo>
                    <a:pt x="45295" y="660168"/>
                    <a:pt x="223076" y="837949"/>
                    <a:pt x="441622" y="837949"/>
                  </a:cubicBezTo>
                  <a:cubicBezTo>
                    <a:pt x="660168" y="837949"/>
                    <a:pt x="837949" y="660168"/>
                    <a:pt x="837949" y="441622"/>
                  </a:cubicBezTo>
                  <a:cubicBezTo>
                    <a:pt x="837949" y="223076"/>
                    <a:pt x="660168" y="45295"/>
                    <a:pt x="441622" y="45295"/>
                  </a:cubicBezTo>
                  <a:close/>
                </a:path>
              </a:pathLst>
            </a:custGeom>
            <a:solidFill>
              <a:srgbClr val="D5E8F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lumMod val="85000"/>
                      <a:lumOff val="15000"/>
                    </a:schemeClr>
                  </a:solidFill>
                </a:rPr>
                <a:t>Text</a:t>
              </a:r>
              <a:endParaRPr lang="en-IN" sz="1400" b="1">
                <a:solidFill>
                  <a:schemeClr val="tx1">
                    <a:lumMod val="85000"/>
                    <a:lumOff val="15000"/>
                  </a:schemeClr>
                </a:solidFill>
              </a:endParaRPr>
            </a:p>
          </p:txBody>
        </p:sp>
      </p:grpSp>
      <p:pic>
        <p:nvPicPr>
          <p:cNvPr id="74" name="Graphic 73">
            <a:extLst>
              <a:ext uri="{FF2B5EF4-FFF2-40B4-BE49-F238E27FC236}">
                <a16:creationId xmlns:a16="http://schemas.microsoft.com/office/drawing/2014/main" id="{443B623A-D7B1-13B2-D08B-D697127646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23805" y="3488684"/>
            <a:ext cx="462490" cy="462490"/>
          </a:xfrm>
          <a:prstGeom prst="rect">
            <a:avLst/>
          </a:prstGeom>
        </p:spPr>
      </p:pic>
      <p:pic>
        <p:nvPicPr>
          <p:cNvPr id="75" name="Graphic 74">
            <a:extLst>
              <a:ext uri="{FF2B5EF4-FFF2-40B4-BE49-F238E27FC236}">
                <a16:creationId xmlns:a16="http://schemas.microsoft.com/office/drawing/2014/main" id="{88D1B8BD-20B3-8BED-4CE7-8EB64B9AF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96645" y="3488684"/>
            <a:ext cx="462490" cy="462490"/>
          </a:xfrm>
          <a:prstGeom prst="rect">
            <a:avLst/>
          </a:prstGeom>
        </p:spPr>
      </p:pic>
    </p:spTree>
    <p:extLst>
      <p:ext uri="{BB962C8B-B14F-4D97-AF65-F5344CB8AC3E}">
        <p14:creationId xmlns:p14="http://schemas.microsoft.com/office/powerpoint/2010/main" val="3939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9351-AE03-CF90-5FC5-2F02DA36293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6F1247C5-92DA-B38D-DD73-362D24350D2C}"/>
              </a:ext>
            </a:extLst>
          </p:cNvPr>
          <p:cNvSpPr>
            <a:spLocks noGrp="1"/>
          </p:cNvSpPr>
          <p:nvPr>
            <p:ph type="title"/>
          </p:nvPr>
        </p:nvSpPr>
        <p:spPr/>
        <p:txBody>
          <a:bodyPr/>
          <a:lstStyle/>
          <a:p>
            <a:r>
              <a:rPr lang="en-US"/>
              <a:t>Title</a:t>
            </a:r>
            <a:endParaRPr lang="en-IN"/>
          </a:p>
        </p:txBody>
      </p:sp>
      <p:grpSp>
        <p:nvGrpSpPr>
          <p:cNvPr id="63" name="Group 62">
            <a:extLst>
              <a:ext uri="{FF2B5EF4-FFF2-40B4-BE49-F238E27FC236}">
                <a16:creationId xmlns:a16="http://schemas.microsoft.com/office/drawing/2014/main" id="{EBCEAD86-1EDF-7CAC-0B68-0C50656B546B}"/>
              </a:ext>
            </a:extLst>
          </p:cNvPr>
          <p:cNvGrpSpPr/>
          <p:nvPr/>
        </p:nvGrpSpPr>
        <p:grpSpPr>
          <a:xfrm>
            <a:off x="468956" y="1103294"/>
            <a:ext cx="6923387" cy="4187582"/>
            <a:chOff x="465665" y="1103294"/>
            <a:chExt cx="6923387" cy="4187582"/>
          </a:xfrm>
        </p:grpSpPr>
        <p:sp>
          <p:nvSpPr>
            <p:cNvPr id="41" name="Freeform: Shape 40">
              <a:extLst>
                <a:ext uri="{FF2B5EF4-FFF2-40B4-BE49-F238E27FC236}">
                  <a16:creationId xmlns:a16="http://schemas.microsoft.com/office/drawing/2014/main" id="{B208AE00-A5EA-2424-8F7E-099C4FA9DA5C}"/>
                </a:ext>
              </a:extLst>
            </p:cNvPr>
            <p:cNvSpPr/>
            <p:nvPr/>
          </p:nvSpPr>
          <p:spPr>
            <a:xfrm>
              <a:off x="3487909" y="1168165"/>
              <a:ext cx="3836149" cy="786750"/>
            </a:xfrm>
            <a:custGeom>
              <a:avLst/>
              <a:gdLst>
                <a:gd name="connsiteX0" fmla="*/ 2997625 w 3019782"/>
                <a:gd name="connsiteY0" fmla="*/ 245234 h 619323"/>
                <a:gd name="connsiteX1" fmla="*/ 2781678 w 3019782"/>
                <a:gd name="connsiteY1" fmla="*/ 619323 h 619323"/>
                <a:gd name="connsiteX2" fmla="*/ 0 w 3019782"/>
                <a:gd name="connsiteY2" fmla="*/ 619323 h 619323"/>
                <a:gd name="connsiteX3" fmla="*/ 310383 w 3019782"/>
                <a:gd name="connsiteY3" fmla="*/ 81734 h 619323"/>
                <a:gd name="connsiteX4" fmla="*/ 451942 w 3019782"/>
                <a:gd name="connsiteY4" fmla="*/ 0 h 619323"/>
                <a:gd name="connsiteX5" fmla="*/ 2856002 w 3019782"/>
                <a:gd name="connsiteY5" fmla="*/ 0 h 619323"/>
                <a:gd name="connsiteX6" fmla="*/ 2997625 w 3019782"/>
                <a:gd name="connsiteY6" fmla="*/ 81734 h 619323"/>
                <a:gd name="connsiteX7" fmla="*/ 2997625 w 3019782"/>
                <a:gd name="connsiteY7" fmla="*/ 245234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2997625" y="245234"/>
                  </a:moveTo>
                  <a:lnTo>
                    <a:pt x="2781678" y="619323"/>
                  </a:lnTo>
                  <a:lnTo>
                    <a:pt x="0" y="619323"/>
                  </a:lnTo>
                  <a:lnTo>
                    <a:pt x="310383" y="81734"/>
                  </a:lnTo>
                  <a:cubicBezTo>
                    <a:pt x="339510" y="31308"/>
                    <a:pt x="393753" y="0"/>
                    <a:pt x="451942" y="0"/>
                  </a:cubicBezTo>
                  <a:lnTo>
                    <a:pt x="2856002" y="0"/>
                  </a:lnTo>
                  <a:cubicBezTo>
                    <a:pt x="2915121" y="0"/>
                    <a:pt x="2968049" y="30538"/>
                    <a:pt x="2997625" y="81734"/>
                  </a:cubicBezTo>
                  <a:cubicBezTo>
                    <a:pt x="3027169" y="132930"/>
                    <a:pt x="3027169" y="194038"/>
                    <a:pt x="2997625" y="245234"/>
                  </a:cubicBez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2" name="Freeform: Shape 41">
              <a:extLst>
                <a:ext uri="{FF2B5EF4-FFF2-40B4-BE49-F238E27FC236}">
                  <a16:creationId xmlns:a16="http://schemas.microsoft.com/office/drawing/2014/main" id="{8F93F43E-17E4-E2D8-7972-AA0DB9FA595E}"/>
                </a:ext>
              </a:extLst>
            </p:cNvPr>
            <p:cNvSpPr/>
            <p:nvPr/>
          </p:nvSpPr>
          <p:spPr>
            <a:xfrm>
              <a:off x="3412930" y="1103294"/>
              <a:ext cx="3976122" cy="2431972"/>
            </a:xfrm>
            <a:custGeom>
              <a:avLst/>
              <a:gdLst>
                <a:gd name="connsiteX0" fmla="*/ 3108229 w 3137314"/>
                <a:gd name="connsiteY0" fmla="*/ 321835 h 1914426"/>
                <a:gd name="connsiteX1" fmla="*/ 2188755 w 3137314"/>
                <a:gd name="connsiteY1" fmla="*/ 1914427 h 1914426"/>
                <a:gd name="connsiteX2" fmla="*/ 2144519 w 3137314"/>
                <a:gd name="connsiteY2" fmla="*/ 1888893 h 1914426"/>
                <a:gd name="connsiteX3" fmla="*/ 2818503 w 3137314"/>
                <a:gd name="connsiteY3" fmla="*/ 721491 h 1914426"/>
                <a:gd name="connsiteX4" fmla="*/ 2848047 w 3137314"/>
                <a:gd name="connsiteY4" fmla="*/ 670391 h 1914426"/>
                <a:gd name="connsiteX5" fmla="*/ 3063993 w 3137314"/>
                <a:gd name="connsiteY5" fmla="*/ 296301 h 1914426"/>
                <a:gd name="connsiteX6" fmla="*/ 3063993 w 3137314"/>
                <a:gd name="connsiteY6" fmla="*/ 132802 h 1914426"/>
                <a:gd name="connsiteX7" fmla="*/ 2922371 w 3137314"/>
                <a:gd name="connsiteY7" fmla="*/ 51068 h 1914426"/>
                <a:gd name="connsiteX8" fmla="*/ 518311 w 3137314"/>
                <a:gd name="connsiteY8" fmla="*/ 51068 h 1914426"/>
                <a:gd name="connsiteX9" fmla="*/ 376752 w 3137314"/>
                <a:gd name="connsiteY9" fmla="*/ 132802 h 1914426"/>
                <a:gd name="connsiteX10" fmla="*/ 66368 w 3137314"/>
                <a:gd name="connsiteY10" fmla="*/ 670391 h 1914426"/>
                <a:gd name="connsiteX11" fmla="*/ 44235 w 3137314"/>
                <a:gd name="connsiteY11" fmla="*/ 708724 h 1914426"/>
                <a:gd name="connsiteX12" fmla="*/ 0 w 3137314"/>
                <a:gd name="connsiteY12" fmla="*/ 683190 h 1914426"/>
                <a:gd name="connsiteX13" fmla="*/ 7346 w 3137314"/>
                <a:gd name="connsiteY13" fmla="*/ 670423 h 1914426"/>
                <a:gd name="connsiteX14" fmla="*/ 332485 w 3137314"/>
                <a:gd name="connsiteY14" fmla="*/ 107300 h 1914426"/>
                <a:gd name="connsiteX15" fmla="*/ 518311 w 3137314"/>
                <a:gd name="connsiteY15" fmla="*/ 0 h 1914426"/>
                <a:gd name="connsiteX16" fmla="*/ 2922371 w 3137314"/>
                <a:gd name="connsiteY16" fmla="*/ 0 h 1914426"/>
                <a:gd name="connsiteX17" fmla="*/ 3108229 w 3137314"/>
                <a:gd name="connsiteY17" fmla="*/ 107300 h 1914426"/>
                <a:gd name="connsiteX18" fmla="*/ 3108229 w 3137314"/>
                <a:gd name="connsiteY18" fmla="*/ 321867 h 1914426"/>
                <a:gd name="connsiteX0" fmla="*/ 3108229 w 3137314"/>
                <a:gd name="connsiteY0" fmla="*/ 321835 h 1914427"/>
                <a:gd name="connsiteX1" fmla="*/ 2188755 w 3137314"/>
                <a:gd name="connsiteY1" fmla="*/ 1914427 h 1914427"/>
                <a:gd name="connsiteX2" fmla="*/ 2144519 w 3137314"/>
                <a:gd name="connsiteY2" fmla="*/ 1888893 h 1914427"/>
                <a:gd name="connsiteX3" fmla="*/ 2818503 w 3137314"/>
                <a:gd name="connsiteY3" fmla="*/ 721491 h 1914427"/>
                <a:gd name="connsiteX4" fmla="*/ 2848047 w 3137314"/>
                <a:gd name="connsiteY4" fmla="*/ 670391 h 1914427"/>
                <a:gd name="connsiteX5" fmla="*/ 3063993 w 3137314"/>
                <a:gd name="connsiteY5" fmla="*/ 296301 h 1914427"/>
                <a:gd name="connsiteX6" fmla="*/ 3063993 w 3137314"/>
                <a:gd name="connsiteY6" fmla="*/ 132802 h 1914427"/>
                <a:gd name="connsiteX7" fmla="*/ 2922371 w 3137314"/>
                <a:gd name="connsiteY7" fmla="*/ 51068 h 1914427"/>
                <a:gd name="connsiteX8" fmla="*/ 518311 w 3137314"/>
                <a:gd name="connsiteY8" fmla="*/ 51068 h 1914427"/>
                <a:gd name="connsiteX9" fmla="*/ 376752 w 3137314"/>
                <a:gd name="connsiteY9" fmla="*/ 132802 h 1914427"/>
                <a:gd name="connsiteX10" fmla="*/ 66368 w 3137314"/>
                <a:gd name="connsiteY10" fmla="*/ 670391 h 1914427"/>
                <a:gd name="connsiteX11" fmla="*/ 0 w 3137314"/>
                <a:gd name="connsiteY11" fmla="*/ 683190 h 1914427"/>
                <a:gd name="connsiteX12" fmla="*/ 7346 w 3137314"/>
                <a:gd name="connsiteY12" fmla="*/ 670423 h 1914427"/>
                <a:gd name="connsiteX13" fmla="*/ 332485 w 3137314"/>
                <a:gd name="connsiteY13" fmla="*/ 107300 h 1914427"/>
                <a:gd name="connsiteX14" fmla="*/ 518311 w 3137314"/>
                <a:gd name="connsiteY14" fmla="*/ 0 h 1914427"/>
                <a:gd name="connsiteX15" fmla="*/ 2922371 w 3137314"/>
                <a:gd name="connsiteY15" fmla="*/ 0 h 1914427"/>
                <a:gd name="connsiteX16" fmla="*/ 3108229 w 3137314"/>
                <a:gd name="connsiteY16" fmla="*/ 107300 h 1914427"/>
                <a:gd name="connsiteX17" fmla="*/ 3108229 w 3137314"/>
                <a:gd name="connsiteY17" fmla="*/ 321867 h 1914427"/>
                <a:gd name="connsiteX18" fmla="*/ 3108229 w 3137314"/>
                <a:gd name="connsiteY18" fmla="*/ 321835 h 1914427"/>
                <a:gd name="connsiteX0" fmla="*/ 3100883 w 3129968"/>
                <a:gd name="connsiteY0" fmla="*/ 321835 h 1914427"/>
                <a:gd name="connsiteX1" fmla="*/ 2181409 w 3129968"/>
                <a:gd name="connsiteY1" fmla="*/ 1914427 h 1914427"/>
                <a:gd name="connsiteX2" fmla="*/ 2137173 w 3129968"/>
                <a:gd name="connsiteY2" fmla="*/ 1888893 h 1914427"/>
                <a:gd name="connsiteX3" fmla="*/ 2811157 w 3129968"/>
                <a:gd name="connsiteY3" fmla="*/ 721491 h 1914427"/>
                <a:gd name="connsiteX4" fmla="*/ 2840701 w 3129968"/>
                <a:gd name="connsiteY4" fmla="*/ 670391 h 1914427"/>
                <a:gd name="connsiteX5" fmla="*/ 3056647 w 3129968"/>
                <a:gd name="connsiteY5" fmla="*/ 296301 h 1914427"/>
                <a:gd name="connsiteX6" fmla="*/ 3056647 w 3129968"/>
                <a:gd name="connsiteY6" fmla="*/ 132802 h 1914427"/>
                <a:gd name="connsiteX7" fmla="*/ 2915025 w 3129968"/>
                <a:gd name="connsiteY7" fmla="*/ 51068 h 1914427"/>
                <a:gd name="connsiteX8" fmla="*/ 510965 w 3129968"/>
                <a:gd name="connsiteY8" fmla="*/ 51068 h 1914427"/>
                <a:gd name="connsiteX9" fmla="*/ 369406 w 3129968"/>
                <a:gd name="connsiteY9" fmla="*/ 132802 h 1914427"/>
                <a:gd name="connsiteX10" fmla="*/ 59022 w 3129968"/>
                <a:gd name="connsiteY10" fmla="*/ 670391 h 1914427"/>
                <a:gd name="connsiteX11" fmla="*/ 0 w 3129968"/>
                <a:gd name="connsiteY11" fmla="*/ 670423 h 1914427"/>
                <a:gd name="connsiteX12" fmla="*/ 325139 w 3129968"/>
                <a:gd name="connsiteY12" fmla="*/ 107300 h 1914427"/>
                <a:gd name="connsiteX13" fmla="*/ 510965 w 3129968"/>
                <a:gd name="connsiteY13" fmla="*/ 0 h 1914427"/>
                <a:gd name="connsiteX14" fmla="*/ 2915025 w 3129968"/>
                <a:gd name="connsiteY14" fmla="*/ 0 h 1914427"/>
                <a:gd name="connsiteX15" fmla="*/ 3100883 w 3129968"/>
                <a:gd name="connsiteY15" fmla="*/ 107300 h 1914427"/>
                <a:gd name="connsiteX16" fmla="*/ 3100883 w 3129968"/>
                <a:gd name="connsiteY16" fmla="*/ 321867 h 1914427"/>
                <a:gd name="connsiteX17" fmla="*/ 3100883 w 3129968"/>
                <a:gd name="connsiteY17" fmla="*/ 321835 h 191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29968" h="1914427">
                  <a:moveTo>
                    <a:pt x="3100883" y="321835"/>
                  </a:moveTo>
                  <a:lnTo>
                    <a:pt x="2181409" y="1914427"/>
                  </a:lnTo>
                  <a:lnTo>
                    <a:pt x="2137173" y="1888893"/>
                  </a:lnTo>
                  <a:lnTo>
                    <a:pt x="2811157" y="721491"/>
                  </a:lnTo>
                  <a:lnTo>
                    <a:pt x="2840701" y="670391"/>
                  </a:lnTo>
                  <a:lnTo>
                    <a:pt x="3056647" y="296301"/>
                  </a:lnTo>
                  <a:cubicBezTo>
                    <a:pt x="3086191" y="245105"/>
                    <a:pt x="3086191" y="183997"/>
                    <a:pt x="3056647" y="132802"/>
                  </a:cubicBezTo>
                  <a:cubicBezTo>
                    <a:pt x="3027072" y="81606"/>
                    <a:pt x="2974144" y="51068"/>
                    <a:pt x="2915025" y="51068"/>
                  </a:cubicBezTo>
                  <a:lnTo>
                    <a:pt x="510965" y="51068"/>
                  </a:lnTo>
                  <a:cubicBezTo>
                    <a:pt x="452776" y="51068"/>
                    <a:pt x="398500" y="82375"/>
                    <a:pt x="369406" y="132802"/>
                  </a:cubicBezTo>
                  <a:lnTo>
                    <a:pt x="59022" y="670391"/>
                  </a:lnTo>
                  <a:lnTo>
                    <a:pt x="0" y="670423"/>
                  </a:lnTo>
                  <a:lnTo>
                    <a:pt x="325139" y="107300"/>
                  </a:lnTo>
                  <a:cubicBezTo>
                    <a:pt x="363343" y="41124"/>
                    <a:pt x="434524" y="0"/>
                    <a:pt x="510965" y="0"/>
                  </a:cubicBezTo>
                  <a:lnTo>
                    <a:pt x="2915025" y="0"/>
                  </a:lnTo>
                  <a:cubicBezTo>
                    <a:pt x="2992621" y="0"/>
                    <a:pt x="3062101" y="40097"/>
                    <a:pt x="3100883" y="107300"/>
                  </a:cubicBezTo>
                  <a:cubicBezTo>
                    <a:pt x="3139664" y="174470"/>
                    <a:pt x="3139664" y="254697"/>
                    <a:pt x="3100883" y="321867"/>
                  </a:cubicBezTo>
                  <a:lnTo>
                    <a:pt x="3100883" y="321835"/>
                  </a:lnTo>
                  <a:close/>
                </a:path>
              </a:pathLst>
            </a:custGeom>
            <a:solidFill>
              <a:srgbClr val="B898D0"/>
            </a:solidFill>
            <a:ln w="3206" cap="flat">
              <a:noFill/>
              <a:prstDash val="solid"/>
              <a:miter/>
            </a:ln>
          </p:spPr>
          <p:txBody>
            <a:bodyPr rtlCol="0" anchor="ctr"/>
            <a:lstStyle/>
            <a:p>
              <a:endParaRPr lang="en-IN"/>
            </a:p>
          </p:txBody>
        </p:sp>
        <p:sp>
          <p:nvSpPr>
            <p:cNvPr id="49" name="Rectangle: Rounded Corners 48">
              <a:extLst>
                <a:ext uri="{FF2B5EF4-FFF2-40B4-BE49-F238E27FC236}">
                  <a16:creationId xmlns:a16="http://schemas.microsoft.com/office/drawing/2014/main" id="{9E2A61F7-B4BB-F14F-4717-BD52EB2FA240}"/>
                </a:ext>
              </a:extLst>
            </p:cNvPr>
            <p:cNvSpPr/>
            <p:nvPr/>
          </p:nvSpPr>
          <p:spPr>
            <a:xfrm>
              <a:off x="465665"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4" name="TextBox 53">
            <a:extLst>
              <a:ext uri="{FF2B5EF4-FFF2-40B4-BE49-F238E27FC236}">
                <a16:creationId xmlns:a16="http://schemas.microsoft.com/office/drawing/2014/main" id="{264FF38F-E0A3-B13C-DC6C-5104E043AE68}"/>
              </a:ext>
            </a:extLst>
          </p:cNvPr>
          <p:cNvSpPr txBox="1"/>
          <p:nvPr/>
        </p:nvSpPr>
        <p:spPr>
          <a:xfrm>
            <a:off x="3930650" y="1376874"/>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nvGrpSpPr>
          <p:cNvPr id="62" name="Group 61">
            <a:extLst>
              <a:ext uri="{FF2B5EF4-FFF2-40B4-BE49-F238E27FC236}">
                <a16:creationId xmlns:a16="http://schemas.microsoft.com/office/drawing/2014/main" id="{BE441BB6-27B4-5CA8-94E9-9B11DE982279}"/>
              </a:ext>
            </a:extLst>
          </p:cNvPr>
          <p:cNvGrpSpPr/>
          <p:nvPr/>
        </p:nvGrpSpPr>
        <p:grpSpPr>
          <a:xfrm>
            <a:off x="4802946" y="1954916"/>
            <a:ext cx="6923387" cy="4187625"/>
            <a:chOff x="4802946" y="1954916"/>
            <a:chExt cx="6923387" cy="4187625"/>
          </a:xfrm>
        </p:grpSpPr>
        <p:sp>
          <p:nvSpPr>
            <p:cNvPr id="35" name="Freeform: Shape 34">
              <a:extLst>
                <a:ext uri="{FF2B5EF4-FFF2-40B4-BE49-F238E27FC236}">
                  <a16:creationId xmlns:a16="http://schemas.microsoft.com/office/drawing/2014/main" id="{C784B3A5-5ED7-6FBA-75DB-80E1DD015E5F}"/>
                </a:ext>
              </a:extLst>
            </p:cNvPr>
            <p:cNvSpPr/>
            <p:nvPr/>
          </p:nvSpPr>
          <p:spPr>
            <a:xfrm>
              <a:off x="4867942" y="5290876"/>
              <a:ext cx="3836148" cy="786750"/>
            </a:xfrm>
            <a:custGeom>
              <a:avLst/>
              <a:gdLst>
                <a:gd name="connsiteX0" fmla="*/ 3019783 w 3019782"/>
                <a:gd name="connsiteY0" fmla="*/ 0 h 619323"/>
                <a:gd name="connsiteX1" fmla="*/ 2709399 w 3019782"/>
                <a:gd name="connsiteY1" fmla="*/ 537589 h 619323"/>
                <a:gd name="connsiteX2" fmla="*/ 2567841 w 3019782"/>
                <a:gd name="connsiteY2" fmla="*/ 619323 h 619323"/>
                <a:gd name="connsiteX3" fmla="*/ 163780 w 3019782"/>
                <a:gd name="connsiteY3" fmla="*/ 619323 h 619323"/>
                <a:gd name="connsiteX4" fmla="*/ 22158 w 3019782"/>
                <a:gd name="connsiteY4" fmla="*/ 537589 h 619323"/>
                <a:gd name="connsiteX5" fmla="*/ 22158 w 3019782"/>
                <a:gd name="connsiteY5" fmla="*/ 374090 h 619323"/>
                <a:gd name="connsiteX6" fmla="*/ 238169 w 3019782"/>
                <a:gd name="connsiteY6" fmla="*/ 0 h 619323"/>
                <a:gd name="connsiteX7" fmla="*/ 3019783 w 3019782"/>
                <a:gd name="connsiteY7" fmla="*/ 0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3019783" y="0"/>
                  </a:moveTo>
                  <a:lnTo>
                    <a:pt x="2709399" y="537589"/>
                  </a:lnTo>
                  <a:cubicBezTo>
                    <a:pt x="2680272" y="588015"/>
                    <a:pt x="2626062" y="619323"/>
                    <a:pt x="2567841" y="619323"/>
                  </a:cubicBezTo>
                  <a:lnTo>
                    <a:pt x="163780" y="619323"/>
                  </a:lnTo>
                  <a:cubicBezTo>
                    <a:pt x="104661" y="619323"/>
                    <a:pt x="51733" y="588785"/>
                    <a:pt x="22158" y="537589"/>
                  </a:cubicBezTo>
                  <a:cubicBezTo>
                    <a:pt x="-7386" y="486394"/>
                    <a:pt x="-7386" y="425285"/>
                    <a:pt x="22158" y="374090"/>
                  </a:cubicBezTo>
                  <a:lnTo>
                    <a:pt x="238169" y="0"/>
                  </a:lnTo>
                  <a:lnTo>
                    <a:pt x="3019783" y="0"/>
                  </a:lnTo>
                  <a:close/>
                </a:path>
              </a:pathLst>
            </a:custGeom>
            <a:solidFill>
              <a:srgbClr val="60A6D8"/>
            </a:solidFill>
            <a:ln w="3206"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FF0A8C4D-35BB-2271-5931-35BA164A03C6}"/>
                </a:ext>
              </a:extLst>
            </p:cNvPr>
            <p:cNvSpPr/>
            <p:nvPr/>
          </p:nvSpPr>
          <p:spPr>
            <a:xfrm>
              <a:off x="4802946" y="3710529"/>
              <a:ext cx="3985455" cy="2432012"/>
            </a:xfrm>
            <a:custGeom>
              <a:avLst/>
              <a:gdLst>
                <a:gd name="connsiteX0" fmla="*/ 3137315 w 3137314"/>
                <a:gd name="connsiteY0" fmla="*/ 1231269 h 1914458"/>
                <a:gd name="connsiteX1" fmla="*/ 3129970 w 3137314"/>
                <a:gd name="connsiteY1" fmla="*/ 1244036 h 1914458"/>
                <a:gd name="connsiteX2" fmla="*/ 2804830 w 3137314"/>
                <a:gd name="connsiteY2" fmla="*/ 1807159 h 1914458"/>
                <a:gd name="connsiteX3" fmla="*/ 2619004 w 3137314"/>
                <a:gd name="connsiteY3" fmla="*/ 1914459 h 1914458"/>
                <a:gd name="connsiteX4" fmla="*/ 214944 w 3137314"/>
                <a:gd name="connsiteY4" fmla="*/ 1914459 h 1914458"/>
                <a:gd name="connsiteX5" fmla="*/ 29086 w 3137314"/>
                <a:gd name="connsiteY5" fmla="*/ 1807159 h 1914458"/>
                <a:gd name="connsiteX6" fmla="*/ 29086 w 3137314"/>
                <a:gd name="connsiteY6" fmla="*/ 1592592 h 1914458"/>
                <a:gd name="connsiteX7" fmla="*/ 252443 w 3137314"/>
                <a:gd name="connsiteY7" fmla="*/ 1205735 h 1914458"/>
                <a:gd name="connsiteX8" fmla="*/ 948560 w 3137314"/>
                <a:gd name="connsiteY8" fmla="*/ 0 h 1914458"/>
                <a:gd name="connsiteX9" fmla="*/ 992796 w 3137314"/>
                <a:gd name="connsiteY9" fmla="*/ 25534 h 1914458"/>
                <a:gd name="connsiteX10" fmla="*/ 318812 w 3137314"/>
                <a:gd name="connsiteY10" fmla="*/ 1192936 h 1914458"/>
                <a:gd name="connsiteX11" fmla="*/ 296678 w 3137314"/>
                <a:gd name="connsiteY11" fmla="*/ 1231269 h 1914458"/>
                <a:gd name="connsiteX12" fmla="*/ 289333 w 3137314"/>
                <a:gd name="connsiteY12" fmla="*/ 1244036 h 1914458"/>
                <a:gd name="connsiteX13" fmla="*/ 73321 w 3137314"/>
                <a:gd name="connsiteY13" fmla="*/ 1618125 h 1914458"/>
                <a:gd name="connsiteX14" fmla="*/ 73321 w 3137314"/>
                <a:gd name="connsiteY14" fmla="*/ 1781625 h 1914458"/>
                <a:gd name="connsiteX15" fmla="*/ 214944 w 3137314"/>
                <a:gd name="connsiteY15" fmla="*/ 1863359 h 1914458"/>
                <a:gd name="connsiteX16" fmla="*/ 2619004 w 3137314"/>
                <a:gd name="connsiteY16" fmla="*/ 1863359 h 1914458"/>
                <a:gd name="connsiteX17" fmla="*/ 2760563 w 3137314"/>
                <a:gd name="connsiteY17" fmla="*/ 1781625 h 1914458"/>
                <a:gd name="connsiteX18" fmla="*/ 3070947 w 3137314"/>
                <a:gd name="connsiteY18" fmla="*/ 1244036 h 1914458"/>
                <a:gd name="connsiteX19" fmla="*/ 3093080 w 3137314"/>
                <a:gd name="connsiteY19" fmla="*/ 1205703 h 1914458"/>
                <a:gd name="connsiteX20" fmla="*/ 3137315 w 3137314"/>
                <a:gd name="connsiteY20" fmla="*/ 1231237 h 1914458"/>
                <a:gd name="connsiteX0" fmla="*/ 3137315 w 3137315"/>
                <a:gd name="connsiteY0" fmla="*/ 1231269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 name="connsiteX20" fmla="*/ 3137315 w 3137315"/>
                <a:gd name="connsiteY20" fmla="*/ 1231269 h 1914459"/>
                <a:gd name="connsiteX0" fmla="*/ 3137315 w 3137315"/>
                <a:gd name="connsiteY0" fmla="*/ 1231237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37315" h="1914459">
                  <a:moveTo>
                    <a:pt x="3137315" y="1231237"/>
                  </a:moveTo>
                  <a:lnTo>
                    <a:pt x="3129970" y="1244036"/>
                  </a:lnTo>
                  <a:lnTo>
                    <a:pt x="2804830" y="1807159"/>
                  </a:lnTo>
                  <a:cubicBezTo>
                    <a:pt x="2766626" y="1873335"/>
                    <a:pt x="2695445" y="1914459"/>
                    <a:pt x="2619004" y="1914459"/>
                  </a:cubicBezTo>
                  <a:lnTo>
                    <a:pt x="214944" y="1914459"/>
                  </a:lnTo>
                  <a:cubicBezTo>
                    <a:pt x="137349" y="1914459"/>
                    <a:pt x="67868" y="1874362"/>
                    <a:pt x="29086" y="1807159"/>
                  </a:cubicBezTo>
                  <a:cubicBezTo>
                    <a:pt x="-9695" y="1739988"/>
                    <a:pt x="-9695" y="1659762"/>
                    <a:pt x="29086" y="1592592"/>
                  </a:cubicBezTo>
                  <a:lnTo>
                    <a:pt x="252443" y="1205735"/>
                  </a:lnTo>
                  <a:lnTo>
                    <a:pt x="948560" y="0"/>
                  </a:lnTo>
                  <a:lnTo>
                    <a:pt x="992796" y="25534"/>
                  </a:lnTo>
                  <a:lnTo>
                    <a:pt x="318812" y="1192936"/>
                  </a:lnTo>
                  <a:lnTo>
                    <a:pt x="296678" y="1231269"/>
                  </a:lnTo>
                  <a:lnTo>
                    <a:pt x="289333" y="1244036"/>
                  </a:lnTo>
                  <a:lnTo>
                    <a:pt x="73321" y="1618125"/>
                  </a:lnTo>
                  <a:cubicBezTo>
                    <a:pt x="43778" y="1669321"/>
                    <a:pt x="43778" y="1730429"/>
                    <a:pt x="73321" y="1781625"/>
                  </a:cubicBezTo>
                  <a:cubicBezTo>
                    <a:pt x="102897" y="1832821"/>
                    <a:pt x="155825" y="1863359"/>
                    <a:pt x="214944" y="1863359"/>
                  </a:cubicBezTo>
                  <a:lnTo>
                    <a:pt x="2619004" y="1863359"/>
                  </a:lnTo>
                  <a:cubicBezTo>
                    <a:pt x="2677258" y="1863359"/>
                    <a:pt x="2731469" y="1832051"/>
                    <a:pt x="2760563" y="1781625"/>
                  </a:cubicBezTo>
                  <a:lnTo>
                    <a:pt x="3070947" y="1244036"/>
                  </a:lnTo>
                  <a:lnTo>
                    <a:pt x="3137315" y="1231237"/>
                  </a:lnTo>
                  <a:close/>
                </a:path>
              </a:pathLst>
            </a:custGeom>
            <a:solidFill>
              <a:srgbClr val="60A6D8"/>
            </a:solidFill>
            <a:ln w="3206"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DB9E1189-7205-0B72-71D6-3EECD0691157}"/>
                </a:ext>
              </a:extLst>
            </p:cNvPr>
            <p:cNvSpPr/>
            <p:nvPr/>
          </p:nvSpPr>
          <p:spPr>
            <a:xfrm>
              <a:off x="5946734" y="3473610"/>
              <a:ext cx="298530" cy="298530"/>
            </a:xfrm>
            <a:custGeom>
              <a:avLst/>
              <a:gdLst>
                <a:gd name="connsiteX0" fmla="*/ 235001 w 235000"/>
                <a:gd name="connsiteY0" fmla="*/ 117500 h 235000"/>
                <a:gd name="connsiteX1" fmla="*/ 117500 w 235000"/>
                <a:gd name="connsiteY1" fmla="*/ 235001 h 235000"/>
                <a:gd name="connsiteX2" fmla="*/ 0 w 235000"/>
                <a:gd name="connsiteY2" fmla="*/ 117500 h 235000"/>
                <a:gd name="connsiteX3" fmla="*/ 117500 w 235000"/>
                <a:gd name="connsiteY3" fmla="*/ 0 h 235000"/>
                <a:gd name="connsiteX4" fmla="*/ 235001 w 235000"/>
                <a:gd name="connsiteY4" fmla="*/ 117500 h 23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000" h="235000">
                  <a:moveTo>
                    <a:pt x="235001" y="117500"/>
                  </a:moveTo>
                  <a:cubicBezTo>
                    <a:pt x="235001" y="182394"/>
                    <a:pt x="182394" y="235001"/>
                    <a:pt x="117500" y="235001"/>
                  </a:cubicBezTo>
                  <a:cubicBezTo>
                    <a:pt x="52607" y="235001"/>
                    <a:pt x="0" y="182394"/>
                    <a:pt x="0" y="117500"/>
                  </a:cubicBezTo>
                  <a:cubicBezTo>
                    <a:pt x="0" y="52607"/>
                    <a:pt x="52607" y="0"/>
                    <a:pt x="117500" y="0"/>
                  </a:cubicBezTo>
                  <a:cubicBezTo>
                    <a:pt x="182394" y="0"/>
                    <a:pt x="235001" y="52607"/>
                    <a:pt x="235001" y="117500"/>
                  </a:cubicBezTo>
                  <a:close/>
                </a:path>
              </a:pathLst>
            </a:custGeom>
            <a:solidFill>
              <a:srgbClr val="60A6D8"/>
            </a:solidFill>
            <a:ln w="3206" cap="flat">
              <a:noFill/>
              <a:prstDash val="solid"/>
              <a:miter/>
            </a:ln>
          </p:spPr>
          <p:txBody>
            <a:bodyPr rtlCol="0" anchor="ctr"/>
            <a:lstStyle/>
            <a:p>
              <a:endParaRPr lang="en-IN"/>
            </a:p>
          </p:txBody>
        </p:sp>
        <p:sp>
          <p:nvSpPr>
            <p:cNvPr id="53" name="Rectangle: Rounded Corners 48">
              <a:extLst>
                <a:ext uri="{FF2B5EF4-FFF2-40B4-BE49-F238E27FC236}">
                  <a16:creationId xmlns:a16="http://schemas.microsoft.com/office/drawing/2014/main" id="{81D68DDC-13DA-9AAF-2D8F-D7E2E7974DAB}"/>
                </a:ext>
              </a:extLst>
            </p:cNvPr>
            <p:cNvSpPr/>
            <p:nvPr/>
          </p:nvSpPr>
          <p:spPr>
            <a:xfrm flipH="1" flipV="1">
              <a:off x="5139726"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03473505-2F42-E968-F714-67A64C7DF44C}"/>
                </a:ext>
              </a:extLst>
            </p:cNvPr>
            <p:cNvSpPr txBox="1"/>
            <p:nvPr/>
          </p:nvSpPr>
          <p:spPr>
            <a:xfrm>
              <a:off x="5225205" y="5499585"/>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sp>
        <p:nvSpPr>
          <p:cNvPr id="56" name="TextBox 55">
            <a:extLst>
              <a:ext uri="{FF2B5EF4-FFF2-40B4-BE49-F238E27FC236}">
                <a16:creationId xmlns:a16="http://schemas.microsoft.com/office/drawing/2014/main" id="{47D6797C-1B92-B2C6-8BB7-1F9E60BD21CD}"/>
              </a:ext>
            </a:extLst>
          </p:cNvPr>
          <p:cNvSpPr txBox="1"/>
          <p:nvPr/>
        </p:nvSpPr>
        <p:spPr>
          <a:xfrm>
            <a:off x="671856" y="2233576"/>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59" name="TextBox 58">
            <a:extLst>
              <a:ext uri="{FF2B5EF4-FFF2-40B4-BE49-F238E27FC236}">
                <a16:creationId xmlns:a16="http://schemas.microsoft.com/office/drawing/2014/main" id="{B9F26D90-774A-D7C8-730A-A17426B3907E}"/>
              </a:ext>
            </a:extLst>
          </p:cNvPr>
          <p:cNvSpPr txBox="1"/>
          <p:nvPr/>
        </p:nvSpPr>
        <p:spPr>
          <a:xfrm>
            <a:off x="6539256" y="3410443"/>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78158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8670-AEF3-7DEE-1719-F803291F6691}"/>
            </a:ext>
          </a:extLst>
        </p:cNvPr>
        <p:cNvGrpSpPr/>
        <p:nvPr/>
      </p:nvGrpSpPr>
      <p:grpSpPr>
        <a:xfrm>
          <a:off x="0" y="0"/>
          <a:ext cx="0" cy="0"/>
          <a:chOff x="0" y="0"/>
          <a:chExt cx="0" cy="0"/>
        </a:xfrm>
      </p:grpSpPr>
      <p:sp>
        <p:nvSpPr>
          <p:cNvPr id="68" name="Rectangle: Rounded Corners 67">
            <a:extLst>
              <a:ext uri="{FF2B5EF4-FFF2-40B4-BE49-F238E27FC236}">
                <a16:creationId xmlns:a16="http://schemas.microsoft.com/office/drawing/2014/main" id="{3E47EA74-6A89-A059-D39E-ACD4FE7859BD}"/>
              </a:ext>
            </a:extLst>
          </p:cNvPr>
          <p:cNvSpPr/>
          <p:nvPr/>
        </p:nvSpPr>
        <p:spPr>
          <a:xfrm>
            <a:off x="195992" y="829462"/>
            <a:ext cx="8209479" cy="2606400"/>
          </a:xfrm>
          <a:prstGeom prst="roundRect">
            <a:avLst>
              <a:gd name="adj" fmla="val 3629"/>
            </a:avLst>
          </a:prstGeom>
          <a:noFill/>
          <a:ln w="63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Rounded Corners 66">
            <a:extLst>
              <a:ext uri="{FF2B5EF4-FFF2-40B4-BE49-F238E27FC236}">
                <a16:creationId xmlns:a16="http://schemas.microsoft.com/office/drawing/2014/main" id="{537FBA65-9281-83CA-694E-2D16C2DAC4F2}"/>
              </a:ext>
            </a:extLst>
          </p:cNvPr>
          <p:cNvSpPr/>
          <p:nvPr/>
        </p:nvSpPr>
        <p:spPr>
          <a:xfrm>
            <a:off x="3788008" y="3810958"/>
            <a:ext cx="8208000" cy="2606504"/>
          </a:xfrm>
          <a:prstGeom prst="roundRect">
            <a:avLst>
              <a:gd name="adj" fmla="val 3629"/>
            </a:avLst>
          </a:prstGeom>
          <a:noFill/>
          <a:ln w="63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82B8390C-8E82-CA20-D498-02FE86ECD9FE}"/>
              </a:ext>
            </a:extLst>
          </p:cNvPr>
          <p:cNvSpPr>
            <a:spLocks noGrp="1"/>
          </p:cNvSpPr>
          <p:nvPr>
            <p:ph type="title"/>
          </p:nvPr>
        </p:nvSpPr>
        <p:spPr/>
        <p:txBody>
          <a:bodyPr/>
          <a:lstStyle/>
          <a:p>
            <a:r>
              <a:rPr lang="en-US"/>
              <a:t>Title</a:t>
            </a:r>
            <a:endParaRPr lang="en-IN"/>
          </a:p>
        </p:txBody>
      </p:sp>
      <p:grpSp>
        <p:nvGrpSpPr>
          <p:cNvPr id="69" name="Group 68">
            <a:extLst>
              <a:ext uri="{FF2B5EF4-FFF2-40B4-BE49-F238E27FC236}">
                <a16:creationId xmlns:a16="http://schemas.microsoft.com/office/drawing/2014/main" id="{27B2406D-2875-0174-1FF4-21C982C67582}"/>
              </a:ext>
            </a:extLst>
          </p:cNvPr>
          <p:cNvGrpSpPr/>
          <p:nvPr/>
        </p:nvGrpSpPr>
        <p:grpSpPr>
          <a:xfrm>
            <a:off x="4308854" y="3570404"/>
            <a:ext cx="3716325" cy="1963000"/>
            <a:chOff x="4308854" y="3570404"/>
            <a:chExt cx="3716325" cy="1963000"/>
          </a:xfrm>
        </p:grpSpPr>
        <p:grpSp>
          <p:nvGrpSpPr>
            <p:cNvPr id="46" name="Graphic 39">
              <a:extLst>
                <a:ext uri="{FF2B5EF4-FFF2-40B4-BE49-F238E27FC236}">
                  <a16:creationId xmlns:a16="http://schemas.microsoft.com/office/drawing/2014/main" id="{B9CFD000-4CD1-3866-08C3-0AFF539E1F16}"/>
                </a:ext>
              </a:extLst>
            </p:cNvPr>
            <p:cNvGrpSpPr/>
            <p:nvPr/>
          </p:nvGrpSpPr>
          <p:grpSpPr>
            <a:xfrm>
              <a:off x="4308854" y="4270969"/>
              <a:ext cx="1847474" cy="1262435"/>
              <a:chOff x="8059973" y="4981710"/>
              <a:chExt cx="909305" cy="621356"/>
            </a:xfrm>
            <a:solidFill>
              <a:srgbClr val="8D6FBD"/>
            </a:solidFill>
          </p:grpSpPr>
          <p:sp>
            <p:nvSpPr>
              <p:cNvPr id="52" name="Freeform: Shape 51">
                <a:extLst>
                  <a:ext uri="{FF2B5EF4-FFF2-40B4-BE49-F238E27FC236}">
                    <a16:creationId xmlns:a16="http://schemas.microsoft.com/office/drawing/2014/main" id="{C7F7A9A4-24EE-25DF-CC8E-F31782FA21E7}"/>
                  </a:ext>
                </a:extLst>
              </p:cNvPr>
              <p:cNvSpPr/>
              <p:nvPr/>
            </p:nvSpPr>
            <p:spPr>
              <a:xfrm>
                <a:off x="8059973" y="4981710"/>
                <a:ext cx="18850" cy="19408"/>
              </a:xfrm>
              <a:custGeom>
                <a:avLst/>
                <a:gdLst>
                  <a:gd name="connsiteX0" fmla="*/ 9590 w 18850"/>
                  <a:gd name="connsiteY0" fmla="*/ 19409 h 19408"/>
                  <a:gd name="connsiteX1" fmla="*/ 882 w 18850"/>
                  <a:gd name="connsiteY1" fmla="*/ 13313 h 19408"/>
                  <a:gd name="connsiteX2" fmla="*/ 567 w 18850"/>
                  <a:gd name="connsiteY2" fmla="*/ 12452 h 19408"/>
                  <a:gd name="connsiteX3" fmla="*/ 6079 w 18850"/>
                  <a:gd name="connsiteY3" fmla="*/ 567 h 19408"/>
                  <a:gd name="connsiteX4" fmla="*/ 17963 w 18850"/>
                  <a:gd name="connsiteY4" fmla="*/ 6079 h 19408"/>
                  <a:gd name="connsiteX5" fmla="*/ 18288 w 18850"/>
                  <a:gd name="connsiteY5" fmla="*/ 6959 h 19408"/>
                  <a:gd name="connsiteX6" fmla="*/ 12758 w 18850"/>
                  <a:gd name="connsiteY6" fmla="*/ 18834 h 19408"/>
                  <a:gd name="connsiteX7" fmla="*/ 9580 w 18850"/>
                  <a:gd name="connsiteY7" fmla="*/ 19399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0" h="19408">
                    <a:moveTo>
                      <a:pt x="9590" y="19409"/>
                    </a:moveTo>
                    <a:cubicBezTo>
                      <a:pt x="5810" y="19409"/>
                      <a:pt x="2262" y="17074"/>
                      <a:pt x="882" y="13313"/>
                    </a:cubicBezTo>
                    <a:lnTo>
                      <a:pt x="567" y="12452"/>
                    </a:lnTo>
                    <a:cubicBezTo>
                      <a:pt x="-1193" y="7644"/>
                      <a:pt x="1281" y="2327"/>
                      <a:pt x="6079" y="567"/>
                    </a:cubicBezTo>
                    <a:cubicBezTo>
                      <a:pt x="10886" y="-1193"/>
                      <a:pt x="16203" y="1281"/>
                      <a:pt x="17963" y="6079"/>
                    </a:cubicBezTo>
                    <a:lnTo>
                      <a:pt x="18288" y="6959"/>
                    </a:lnTo>
                    <a:cubicBezTo>
                      <a:pt x="20038" y="11766"/>
                      <a:pt x="17565" y="17084"/>
                      <a:pt x="12758" y="18834"/>
                    </a:cubicBezTo>
                    <a:cubicBezTo>
                      <a:pt x="11711" y="19214"/>
                      <a:pt x="10636" y="19399"/>
                      <a:pt x="9580" y="19399"/>
                    </a:cubicBezTo>
                    <a:close/>
                  </a:path>
                </a:pathLst>
              </a:custGeom>
              <a:grpFill/>
              <a:ln w="924"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A6B72D80-109C-947E-70D8-84FFE18C317B}"/>
                  </a:ext>
                </a:extLst>
              </p:cNvPr>
              <p:cNvSpPr/>
              <p:nvPr/>
            </p:nvSpPr>
            <p:spPr>
              <a:xfrm>
                <a:off x="8088842" y="5051652"/>
                <a:ext cx="804523" cy="550607"/>
              </a:xfrm>
              <a:custGeom>
                <a:avLst/>
                <a:gdLst>
                  <a:gd name="connsiteX0" fmla="*/ 795266 w 804523"/>
                  <a:gd name="connsiteY0" fmla="*/ 550608 h 550607"/>
                  <a:gd name="connsiteX1" fmla="*/ 794785 w 804523"/>
                  <a:gd name="connsiteY1" fmla="*/ 550599 h 550607"/>
                  <a:gd name="connsiteX2" fmla="*/ 792914 w 804523"/>
                  <a:gd name="connsiteY2" fmla="*/ 550497 h 550607"/>
                  <a:gd name="connsiteX3" fmla="*/ 784151 w 804523"/>
                  <a:gd name="connsiteY3" fmla="*/ 540761 h 550607"/>
                  <a:gd name="connsiteX4" fmla="*/ 793886 w 804523"/>
                  <a:gd name="connsiteY4" fmla="*/ 531998 h 550607"/>
                  <a:gd name="connsiteX5" fmla="*/ 795730 w 804523"/>
                  <a:gd name="connsiteY5" fmla="*/ 532091 h 550607"/>
                  <a:gd name="connsiteX6" fmla="*/ 804511 w 804523"/>
                  <a:gd name="connsiteY6" fmla="*/ 541817 h 550607"/>
                  <a:gd name="connsiteX7" fmla="*/ 795266 w 804523"/>
                  <a:gd name="connsiteY7" fmla="*/ 550608 h 550607"/>
                  <a:gd name="connsiteX8" fmla="*/ 719040 w 804523"/>
                  <a:gd name="connsiteY8" fmla="*/ 543531 h 550607"/>
                  <a:gd name="connsiteX9" fmla="*/ 717789 w 804523"/>
                  <a:gd name="connsiteY9" fmla="*/ 543448 h 550607"/>
                  <a:gd name="connsiteX10" fmla="*/ 715927 w 804523"/>
                  <a:gd name="connsiteY10" fmla="*/ 543197 h 550607"/>
                  <a:gd name="connsiteX11" fmla="*/ 707998 w 804523"/>
                  <a:gd name="connsiteY11" fmla="*/ 532767 h 550607"/>
                  <a:gd name="connsiteX12" fmla="*/ 718428 w 804523"/>
                  <a:gd name="connsiteY12" fmla="*/ 524838 h 550607"/>
                  <a:gd name="connsiteX13" fmla="*/ 720263 w 804523"/>
                  <a:gd name="connsiteY13" fmla="*/ 525088 h 550607"/>
                  <a:gd name="connsiteX14" fmla="*/ 728201 w 804523"/>
                  <a:gd name="connsiteY14" fmla="*/ 535509 h 550607"/>
                  <a:gd name="connsiteX15" fmla="*/ 719031 w 804523"/>
                  <a:gd name="connsiteY15" fmla="*/ 543540 h 550607"/>
                  <a:gd name="connsiteX16" fmla="*/ 643647 w 804523"/>
                  <a:gd name="connsiteY16" fmla="*/ 530127 h 550607"/>
                  <a:gd name="connsiteX17" fmla="*/ 641637 w 804523"/>
                  <a:gd name="connsiteY17" fmla="*/ 529905 h 550607"/>
                  <a:gd name="connsiteX18" fmla="*/ 639803 w 804523"/>
                  <a:gd name="connsiteY18" fmla="*/ 529497 h 550607"/>
                  <a:gd name="connsiteX19" fmla="*/ 632781 w 804523"/>
                  <a:gd name="connsiteY19" fmla="*/ 518437 h 550607"/>
                  <a:gd name="connsiteX20" fmla="*/ 643842 w 804523"/>
                  <a:gd name="connsiteY20" fmla="*/ 511415 h 550607"/>
                  <a:gd name="connsiteX21" fmla="*/ 645648 w 804523"/>
                  <a:gd name="connsiteY21" fmla="*/ 511814 h 550607"/>
                  <a:gd name="connsiteX22" fmla="*/ 652688 w 804523"/>
                  <a:gd name="connsiteY22" fmla="*/ 522865 h 550607"/>
                  <a:gd name="connsiteX23" fmla="*/ 643656 w 804523"/>
                  <a:gd name="connsiteY23" fmla="*/ 530127 h 550607"/>
                  <a:gd name="connsiteX24" fmla="*/ 569644 w 804523"/>
                  <a:gd name="connsiteY24" fmla="*/ 510452 h 550607"/>
                  <a:gd name="connsiteX25" fmla="*/ 566883 w 804523"/>
                  <a:gd name="connsiteY25" fmla="*/ 510026 h 550607"/>
                  <a:gd name="connsiteX26" fmla="*/ 565095 w 804523"/>
                  <a:gd name="connsiteY26" fmla="*/ 509470 h 550607"/>
                  <a:gd name="connsiteX27" fmla="*/ 559028 w 804523"/>
                  <a:gd name="connsiteY27" fmla="*/ 497863 h 550607"/>
                  <a:gd name="connsiteX28" fmla="*/ 570635 w 804523"/>
                  <a:gd name="connsiteY28" fmla="*/ 491796 h 550607"/>
                  <a:gd name="connsiteX29" fmla="*/ 572395 w 804523"/>
                  <a:gd name="connsiteY29" fmla="*/ 492343 h 550607"/>
                  <a:gd name="connsiteX30" fmla="*/ 578481 w 804523"/>
                  <a:gd name="connsiteY30" fmla="*/ 503940 h 550607"/>
                  <a:gd name="connsiteX31" fmla="*/ 569644 w 804523"/>
                  <a:gd name="connsiteY31" fmla="*/ 510452 h 550607"/>
                  <a:gd name="connsiteX32" fmla="*/ 497595 w 804523"/>
                  <a:gd name="connsiteY32" fmla="*/ 484645 h 550607"/>
                  <a:gd name="connsiteX33" fmla="*/ 494112 w 804523"/>
                  <a:gd name="connsiteY33" fmla="*/ 483959 h 550607"/>
                  <a:gd name="connsiteX34" fmla="*/ 492361 w 804523"/>
                  <a:gd name="connsiteY34" fmla="*/ 483246 h 550607"/>
                  <a:gd name="connsiteX35" fmla="*/ 487294 w 804523"/>
                  <a:gd name="connsiteY35" fmla="*/ 471167 h 550607"/>
                  <a:gd name="connsiteX36" fmla="*/ 499373 w 804523"/>
                  <a:gd name="connsiteY36" fmla="*/ 466109 h 550607"/>
                  <a:gd name="connsiteX37" fmla="*/ 501068 w 804523"/>
                  <a:gd name="connsiteY37" fmla="*/ 466804 h 550607"/>
                  <a:gd name="connsiteX38" fmla="*/ 506163 w 804523"/>
                  <a:gd name="connsiteY38" fmla="*/ 478874 h 550607"/>
                  <a:gd name="connsiteX39" fmla="*/ 497576 w 804523"/>
                  <a:gd name="connsiteY39" fmla="*/ 484654 h 550607"/>
                  <a:gd name="connsiteX40" fmla="*/ 427954 w 804523"/>
                  <a:gd name="connsiteY40" fmla="*/ 452882 h 550607"/>
                  <a:gd name="connsiteX41" fmla="*/ 423777 w 804523"/>
                  <a:gd name="connsiteY41" fmla="*/ 451881 h 550607"/>
                  <a:gd name="connsiteX42" fmla="*/ 422091 w 804523"/>
                  <a:gd name="connsiteY42" fmla="*/ 451020 h 550607"/>
                  <a:gd name="connsiteX43" fmla="*/ 418052 w 804523"/>
                  <a:gd name="connsiteY43" fmla="*/ 438561 h 550607"/>
                  <a:gd name="connsiteX44" fmla="*/ 430511 w 804523"/>
                  <a:gd name="connsiteY44" fmla="*/ 434522 h 550607"/>
                  <a:gd name="connsiteX45" fmla="*/ 432141 w 804523"/>
                  <a:gd name="connsiteY45" fmla="*/ 435356 h 550607"/>
                  <a:gd name="connsiteX46" fmla="*/ 436226 w 804523"/>
                  <a:gd name="connsiteY46" fmla="*/ 447805 h 550607"/>
                  <a:gd name="connsiteX47" fmla="*/ 427954 w 804523"/>
                  <a:gd name="connsiteY47" fmla="*/ 452891 h 550607"/>
                  <a:gd name="connsiteX48" fmla="*/ 361204 w 804523"/>
                  <a:gd name="connsiteY48" fmla="*/ 415403 h 550607"/>
                  <a:gd name="connsiteX49" fmla="*/ 356341 w 804523"/>
                  <a:gd name="connsiteY49" fmla="*/ 414013 h 550607"/>
                  <a:gd name="connsiteX50" fmla="*/ 354748 w 804523"/>
                  <a:gd name="connsiteY50" fmla="*/ 413022 h 550607"/>
                  <a:gd name="connsiteX51" fmla="*/ 351756 w 804523"/>
                  <a:gd name="connsiteY51" fmla="*/ 400267 h 550607"/>
                  <a:gd name="connsiteX52" fmla="*/ 364511 w 804523"/>
                  <a:gd name="connsiteY52" fmla="*/ 397275 h 550607"/>
                  <a:gd name="connsiteX53" fmla="*/ 366086 w 804523"/>
                  <a:gd name="connsiteY53" fmla="*/ 398247 h 550607"/>
                  <a:gd name="connsiteX54" fmla="*/ 369096 w 804523"/>
                  <a:gd name="connsiteY54" fmla="*/ 410994 h 550607"/>
                  <a:gd name="connsiteX55" fmla="*/ 361204 w 804523"/>
                  <a:gd name="connsiteY55" fmla="*/ 415384 h 550607"/>
                  <a:gd name="connsiteX56" fmla="*/ 297807 w 804523"/>
                  <a:gd name="connsiteY56" fmla="*/ 372487 h 550607"/>
                  <a:gd name="connsiteX57" fmla="*/ 292305 w 804523"/>
                  <a:gd name="connsiteY57" fmla="*/ 370671 h 550607"/>
                  <a:gd name="connsiteX58" fmla="*/ 290785 w 804523"/>
                  <a:gd name="connsiteY58" fmla="*/ 369550 h 550607"/>
                  <a:gd name="connsiteX59" fmla="*/ 288868 w 804523"/>
                  <a:gd name="connsiteY59" fmla="*/ 356591 h 550607"/>
                  <a:gd name="connsiteX60" fmla="*/ 301827 w 804523"/>
                  <a:gd name="connsiteY60" fmla="*/ 354683 h 550607"/>
                  <a:gd name="connsiteX61" fmla="*/ 303309 w 804523"/>
                  <a:gd name="connsiteY61" fmla="*/ 355776 h 550607"/>
                  <a:gd name="connsiteX62" fmla="*/ 305255 w 804523"/>
                  <a:gd name="connsiteY62" fmla="*/ 368726 h 550607"/>
                  <a:gd name="connsiteX63" fmla="*/ 297798 w 804523"/>
                  <a:gd name="connsiteY63" fmla="*/ 372487 h 550607"/>
                  <a:gd name="connsiteX64" fmla="*/ 238189 w 804523"/>
                  <a:gd name="connsiteY64" fmla="*/ 324448 h 550607"/>
                  <a:gd name="connsiteX65" fmla="*/ 232094 w 804523"/>
                  <a:gd name="connsiteY65" fmla="*/ 322151 h 550607"/>
                  <a:gd name="connsiteX66" fmla="*/ 230668 w 804523"/>
                  <a:gd name="connsiteY66" fmla="*/ 320900 h 550607"/>
                  <a:gd name="connsiteX67" fmla="*/ 229843 w 804523"/>
                  <a:gd name="connsiteY67" fmla="*/ 307830 h 550607"/>
                  <a:gd name="connsiteX68" fmla="*/ 242913 w 804523"/>
                  <a:gd name="connsiteY68" fmla="*/ 307005 h 550607"/>
                  <a:gd name="connsiteX69" fmla="*/ 244294 w 804523"/>
                  <a:gd name="connsiteY69" fmla="*/ 308219 h 550607"/>
                  <a:gd name="connsiteX70" fmla="*/ 245164 w 804523"/>
                  <a:gd name="connsiteY70" fmla="*/ 321289 h 550607"/>
                  <a:gd name="connsiteX71" fmla="*/ 238189 w 804523"/>
                  <a:gd name="connsiteY71" fmla="*/ 324448 h 550607"/>
                  <a:gd name="connsiteX72" fmla="*/ 182749 w 804523"/>
                  <a:gd name="connsiteY72" fmla="*/ 271629 h 550607"/>
                  <a:gd name="connsiteX73" fmla="*/ 176089 w 804523"/>
                  <a:gd name="connsiteY73" fmla="*/ 268804 h 550607"/>
                  <a:gd name="connsiteX74" fmla="*/ 174783 w 804523"/>
                  <a:gd name="connsiteY74" fmla="*/ 267452 h 550607"/>
                  <a:gd name="connsiteX75" fmla="*/ 175033 w 804523"/>
                  <a:gd name="connsiteY75" fmla="*/ 254353 h 550607"/>
                  <a:gd name="connsiteX76" fmla="*/ 188131 w 804523"/>
                  <a:gd name="connsiteY76" fmla="*/ 254604 h 550607"/>
                  <a:gd name="connsiteX77" fmla="*/ 189419 w 804523"/>
                  <a:gd name="connsiteY77" fmla="*/ 255938 h 550607"/>
                  <a:gd name="connsiteX78" fmla="*/ 189187 w 804523"/>
                  <a:gd name="connsiteY78" fmla="*/ 269036 h 550607"/>
                  <a:gd name="connsiteX79" fmla="*/ 182749 w 804523"/>
                  <a:gd name="connsiteY79" fmla="*/ 271639 h 550607"/>
                  <a:gd name="connsiteX80" fmla="*/ 131876 w 804523"/>
                  <a:gd name="connsiteY80" fmla="*/ 214401 h 550607"/>
                  <a:gd name="connsiteX81" fmla="*/ 124688 w 804523"/>
                  <a:gd name="connsiteY81" fmla="*/ 210993 h 550607"/>
                  <a:gd name="connsiteX82" fmla="*/ 123502 w 804523"/>
                  <a:gd name="connsiteY82" fmla="*/ 209538 h 550607"/>
                  <a:gd name="connsiteX83" fmla="*/ 124836 w 804523"/>
                  <a:gd name="connsiteY83" fmla="*/ 196505 h 550607"/>
                  <a:gd name="connsiteX84" fmla="*/ 137869 w 804523"/>
                  <a:gd name="connsiteY84" fmla="*/ 197839 h 550607"/>
                  <a:gd name="connsiteX85" fmla="*/ 139046 w 804523"/>
                  <a:gd name="connsiteY85" fmla="*/ 199284 h 550607"/>
                  <a:gd name="connsiteX86" fmla="*/ 137721 w 804523"/>
                  <a:gd name="connsiteY86" fmla="*/ 212317 h 550607"/>
                  <a:gd name="connsiteX87" fmla="*/ 131876 w 804523"/>
                  <a:gd name="connsiteY87" fmla="*/ 214401 h 550607"/>
                  <a:gd name="connsiteX88" fmla="*/ 85921 w 804523"/>
                  <a:gd name="connsiteY88" fmla="*/ 153144 h 550607"/>
                  <a:gd name="connsiteX89" fmla="*/ 78279 w 804523"/>
                  <a:gd name="connsiteY89" fmla="*/ 149124 h 550607"/>
                  <a:gd name="connsiteX90" fmla="*/ 77205 w 804523"/>
                  <a:gd name="connsiteY90" fmla="*/ 147559 h 550607"/>
                  <a:gd name="connsiteX91" fmla="*/ 79623 w 804523"/>
                  <a:gd name="connsiteY91" fmla="*/ 134683 h 550607"/>
                  <a:gd name="connsiteX92" fmla="*/ 92498 w 804523"/>
                  <a:gd name="connsiteY92" fmla="*/ 137100 h 550607"/>
                  <a:gd name="connsiteX93" fmla="*/ 93545 w 804523"/>
                  <a:gd name="connsiteY93" fmla="*/ 138620 h 550607"/>
                  <a:gd name="connsiteX94" fmla="*/ 91155 w 804523"/>
                  <a:gd name="connsiteY94" fmla="*/ 151505 h 550607"/>
                  <a:gd name="connsiteX95" fmla="*/ 85912 w 804523"/>
                  <a:gd name="connsiteY95" fmla="*/ 153135 h 550607"/>
                  <a:gd name="connsiteX96" fmla="*/ 45210 w 804523"/>
                  <a:gd name="connsiteY96" fmla="*/ 88274 h 550607"/>
                  <a:gd name="connsiteX97" fmla="*/ 37160 w 804523"/>
                  <a:gd name="connsiteY97" fmla="*/ 83606 h 550607"/>
                  <a:gd name="connsiteX98" fmla="*/ 36215 w 804523"/>
                  <a:gd name="connsiteY98" fmla="*/ 81957 h 550607"/>
                  <a:gd name="connsiteX99" fmla="*/ 39698 w 804523"/>
                  <a:gd name="connsiteY99" fmla="*/ 69331 h 550607"/>
                  <a:gd name="connsiteX100" fmla="*/ 52324 w 804523"/>
                  <a:gd name="connsiteY100" fmla="*/ 72814 h 550607"/>
                  <a:gd name="connsiteX101" fmla="*/ 53232 w 804523"/>
                  <a:gd name="connsiteY101" fmla="*/ 74417 h 550607"/>
                  <a:gd name="connsiteX102" fmla="*/ 49786 w 804523"/>
                  <a:gd name="connsiteY102" fmla="*/ 87052 h 550607"/>
                  <a:gd name="connsiteX103" fmla="*/ 45201 w 804523"/>
                  <a:gd name="connsiteY103" fmla="*/ 88274 h 550607"/>
                  <a:gd name="connsiteX104" fmla="*/ 10056 w 804523"/>
                  <a:gd name="connsiteY104" fmla="*/ 20227 h 550607"/>
                  <a:gd name="connsiteX105" fmla="*/ 1655 w 804523"/>
                  <a:gd name="connsiteY105" fmla="*/ 14864 h 550607"/>
                  <a:gd name="connsiteX106" fmla="*/ 858 w 804523"/>
                  <a:gd name="connsiteY106" fmla="*/ 13150 h 550607"/>
                  <a:gd name="connsiteX107" fmla="*/ 5378 w 804523"/>
                  <a:gd name="connsiteY107" fmla="*/ 858 h 550607"/>
                  <a:gd name="connsiteX108" fmla="*/ 17671 w 804523"/>
                  <a:gd name="connsiteY108" fmla="*/ 5378 h 550607"/>
                  <a:gd name="connsiteX109" fmla="*/ 18449 w 804523"/>
                  <a:gd name="connsiteY109" fmla="*/ 7064 h 550607"/>
                  <a:gd name="connsiteX110" fmla="*/ 13956 w 804523"/>
                  <a:gd name="connsiteY110" fmla="*/ 19366 h 550607"/>
                  <a:gd name="connsiteX111" fmla="*/ 10056 w 804523"/>
                  <a:gd name="connsiteY111" fmla="*/ 20227 h 55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04523" h="550607">
                    <a:moveTo>
                      <a:pt x="795266" y="550608"/>
                    </a:moveTo>
                    <a:cubicBezTo>
                      <a:pt x="795109" y="550608"/>
                      <a:pt x="794951" y="550608"/>
                      <a:pt x="794785" y="550599"/>
                    </a:cubicBezTo>
                    <a:lnTo>
                      <a:pt x="792914" y="550497"/>
                    </a:lnTo>
                    <a:cubicBezTo>
                      <a:pt x="787800" y="550228"/>
                      <a:pt x="783882" y="545865"/>
                      <a:pt x="784151" y="540761"/>
                    </a:cubicBezTo>
                    <a:cubicBezTo>
                      <a:pt x="784419" y="535648"/>
                      <a:pt x="788764" y="531711"/>
                      <a:pt x="793886" y="531998"/>
                    </a:cubicBezTo>
                    <a:lnTo>
                      <a:pt x="795730" y="532091"/>
                    </a:lnTo>
                    <a:cubicBezTo>
                      <a:pt x="800843" y="532350"/>
                      <a:pt x="804770" y="536704"/>
                      <a:pt x="804511" y="541817"/>
                    </a:cubicBezTo>
                    <a:cubicBezTo>
                      <a:pt x="804261" y="546764"/>
                      <a:pt x="800167" y="550608"/>
                      <a:pt x="795266" y="550608"/>
                    </a:cubicBezTo>
                    <a:close/>
                    <a:moveTo>
                      <a:pt x="719040" y="543531"/>
                    </a:moveTo>
                    <a:cubicBezTo>
                      <a:pt x="718623" y="543531"/>
                      <a:pt x="718206" y="543503"/>
                      <a:pt x="717789" y="543448"/>
                    </a:cubicBezTo>
                    <a:lnTo>
                      <a:pt x="715927" y="543197"/>
                    </a:lnTo>
                    <a:cubicBezTo>
                      <a:pt x="710860" y="542503"/>
                      <a:pt x="707313" y="537834"/>
                      <a:pt x="707998" y="532767"/>
                    </a:cubicBezTo>
                    <a:cubicBezTo>
                      <a:pt x="708693" y="527700"/>
                      <a:pt x="713352" y="524152"/>
                      <a:pt x="718428" y="524838"/>
                    </a:cubicBezTo>
                    <a:lnTo>
                      <a:pt x="720263" y="525088"/>
                    </a:lnTo>
                    <a:cubicBezTo>
                      <a:pt x="725330" y="525773"/>
                      <a:pt x="728887" y="530433"/>
                      <a:pt x="728201" y="535509"/>
                    </a:cubicBezTo>
                    <a:cubicBezTo>
                      <a:pt x="727571" y="540159"/>
                      <a:pt x="723597" y="543540"/>
                      <a:pt x="719031" y="543540"/>
                    </a:cubicBezTo>
                    <a:close/>
                    <a:moveTo>
                      <a:pt x="643647" y="530127"/>
                    </a:moveTo>
                    <a:cubicBezTo>
                      <a:pt x="642980" y="530127"/>
                      <a:pt x="642313" y="530053"/>
                      <a:pt x="641637" y="529905"/>
                    </a:cubicBezTo>
                    <a:lnTo>
                      <a:pt x="639803" y="529497"/>
                    </a:lnTo>
                    <a:cubicBezTo>
                      <a:pt x="634810" y="528386"/>
                      <a:pt x="631670" y="523430"/>
                      <a:pt x="632781" y="518437"/>
                    </a:cubicBezTo>
                    <a:cubicBezTo>
                      <a:pt x="633893" y="513444"/>
                      <a:pt x="638839" y="510295"/>
                      <a:pt x="643842" y="511415"/>
                    </a:cubicBezTo>
                    <a:lnTo>
                      <a:pt x="645648" y="511814"/>
                    </a:lnTo>
                    <a:cubicBezTo>
                      <a:pt x="650641" y="512925"/>
                      <a:pt x="653790" y="517872"/>
                      <a:pt x="652688" y="522865"/>
                    </a:cubicBezTo>
                    <a:cubicBezTo>
                      <a:pt x="651734" y="527181"/>
                      <a:pt x="647899" y="530127"/>
                      <a:pt x="643656" y="530127"/>
                    </a:cubicBezTo>
                    <a:close/>
                    <a:moveTo>
                      <a:pt x="569644" y="510452"/>
                    </a:moveTo>
                    <a:cubicBezTo>
                      <a:pt x="568727" y="510452"/>
                      <a:pt x="567800" y="510313"/>
                      <a:pt x="566883" y="510026"/>
                    </a:cubicBezTo>
                    <a:lnTo>
                      <a:pt x="565095" y="509470"/>
                    </a:lnTo>
                    <a:cubicBezTo>
                      <a:pt x="560214" y="507942"/>
                      <a:pt x="557500" y="502745"/>
                      <a:pt x="559028" y="497863"/>
                    </a:cubicBezTo>
                    <a:cubicBezTo>
                      <a:pt x="560556" y="492982"/>
                      <a:pt x="565753" y="490258"/>
                      <a:pt x="570635" y="491796"/>
                    </a:cubicBezTo>
                    <a:lnTo>
                      <a:pt x="572395" y="492343"/>
                    </a:lnTo>
                    <a:cubicBezTo>
                      <a:pt x="577276" y="493862"/>
                      <a:pt x="580000" y="499058"/>
                      <a:pt x="578481" y="503940"/>
                    </a:cubicBezTo>
                    <a:cubicBezTo>
                      <a:pt x="577249" y="507905"/>
                      <a:pt x="573590" y="510452"/>
                      <a:pt x="569644" y="510452"/>
                    </a:cubicBezTo>
                    <a:close/>
                    <a:moveTo>
                      <a:pt x="497595" y="484645"/>
                    </a:moveTo>
                    <a:cubicBezTo>
                      <a:pt x="496437" y="484645"/>
                      <a:pt x="495251" y="484423"/>
                      <a:pt x="494112" y="483959"/>
                    </a:cubicBezTo>
                    <a:lnTo>
                      <a:pt x="492361" y="483246"/>
                    </a:lnTo>
                    <a:cubicBezTo>
                      <a:pt x="487628" y="481310"/>
                      <a:pt x="485358" y="475901"/>
                      <a:pt x="487294" y="471167"/>
                    </a:cubicBezTo>
                    <a:cubicBezTo>
                      <a:pt x="489230" y="466434"/>
                      <a:pt x="494640" y="464164"/>
                      <a:pt x="499373" y="466109"/>
                    </a:cubicBezTo>
                    <a:lnTo>
                      <a:pt x="501068" y="466804"/>
                    </a:lnTo>
                    <a:cubicBezTo>
                      <a:pt x="505811" y="468731"/>
                      <a:pt x="508090" y="474131"/>
                      <a:pt x="506163" y="478874"/>
                    </a:cubicBezTo>
                    <a:cubicBezTo>
                      <a:pt x="504700" y="482468"/>
                      <a:pt x="501235" y="484654"/>
                      <a:pt x="497576" y="484654"/>
                    </a:cubicBezTo>
                    <a:close/>
                    <a:moveTo>
                      <a:pt x="427954" y="452882"/>
                    </a:moveTo>
                    <a:cubicBezTo>
                      <a:pt x="426546" y="452882"/>
                      <a:pt x="425120" y="452557"/>
                      <a:pt x="423777" y="451881"/>
                    </a:cubicBezTo>
                    <a:lnTo>
                      <a:pt x="422091" y="451020"/>
                    </a:lnTo>
                    <a:cubicBezTo>
                      <a:pt x="417533" y="448695"/>
                      <a:pt x="415727" y="443118"/>
                      <a:pt x="418052" y="438561"/>
                    </a:cubicBezTo>
                    <a:cubicBezTo>
                      <a:pt x="420377" y="434003"/>
                      <a:pt x="425953" y="432188"/>
                      <a:pt x="430511" y="434522"/>
                    </a:cubicBezTo>
                    <a:lnTo>
                      <a:pt x="432141" y="435356"/>
                    </a:lnTo>
                    <a:cubicBezTo>
                      <a:pt x="436708" y="437662"/>
                      <a:pt x="438533" y="443239"/>
                      <a:pt x="436226" y="447805"/>
                    </a:cubicBezTo>
                    <a:cubicBezTo>
                      <a:pt x="434596" y="451029"/>
                      <a:pt x="431335" y="452891"/>
                      <a:pt x="427954" y="452891"/>
                    </a:cubicBezTo>
                    <a:close/>
                    <a:moveTo>
                      <a:pt x="361204" y="415403"/>
                    </a:moveTo>
                    <a:cubicBezTo>
                      <a:pt x="359546" y="415403"/>
                      <a:pt x="357860" y="414958"/>
                      <a:pt x="356341" y="414013"/>
                    </a:cubicBezTo>
                    <a:lnTo>
                      <a:pt x="354748" y="413022"/>
                    </a:lnTo>
                    <a:cubicBezTo>
                      <a:pt x="350403" y="410327"/>
                      <a:pt x="349060" y="404621"/>
                      <a:pt x="351756" y="400267"/>
                    </a:cubicBezTo>
                    <a:cubicBezTo>
                      <a:pt x="354451" y="395913"/>
                      <a:pt x="360157" y="394579"/>
                      <a:pt x="364511" y="397275"/>
                    </a:cubicBezTo>
                    <a:lnTo>
                      <a:pt x="366086" y="398247"/>
                    </a:lnTo>
                    <a:cubicBezTo>
                      <a:pt x="370439" y="400934"/>
                      <a:pt x="371783" y="406649"/>
                      <a:pt x="369096" y="410994"/>
                    </a:cubicBezTo>
                    <a:cubicBezTo>
                      <a:pt x="367346" y="413828"/>
                      <a:pt x="364316" y="415384"/>
                      <a:pt x="361204" y="415384"/>
                    </a:cubicBezTo>
                    <a:close/>
                    <a:moveTo>
                      <a:pt x="297807" y="372487"/>
                    </a:moveTo>
                    <a:cubicBezTo>
                      <a:pt x="295899" y="372487"/>
                      <a:pt x="293963" y="371894"/>
                      <a:pt x="292305" y="370671"/>
                    </a:cubicBezTo>
                    <a:lnTo>
                      <a:pt x="290785" y="369550"/>
                    </a:lnTo>
                    <a:cubicBezTo>
                      <a:pt x="286682" y="366503"/>
                      <a:pt x="285820" y="360695"/>
                      <a:pt x="288868" y="356591"/>
                    </a:cubicBezTo>
                    <a:cubicBezTo>
                      <a:pt x="291916" y="352487"/>
                      <a:pt x="297724" y="351626"/>
                      <a:pt x="301827" y="354683"/>
                    </a:cubicBezTo>
                    <a:lnTo>
                      <a:pt x="303309" y="355776"/>
                    </a:lnTo>
                    <a:cubicBezTo>
                      <a:pt x="307422" y="358814"/>
                      <a:pt x="308293" y="364613"/>
                      <a:pt x="305255" y="368726"/>
                    </a:cubicBezTo>
                    <a:cubicBezTo>
                      <a:pt x="303439" y="371180"/>
                      <a:pt x="300632" y="372487"/>
                      <a:pt x="297798" y="372487"/>
                    </a:cubicBezTo>
                    <a:close/>
                    <a:moveTo>
                      <a:pt x="238189" y="324448"/>
                    </a:moveTo>
                    <a:cubicBezTo>
                      <a:pt x="236022" y="324448"/>
                      <a:pt x="233845" y="323697"/>
                      <a:pt x="232094" y="322151"/>
                    </a:cubicBezTo>
                    <a:lnTo>
                      <a:pt x="230668" y="320900"/>
                    </a:lnTo>
                    <a:cubicBezTo>
                      <a:pt x="226833" y="317519"/>
                      <a:pt x="226462" y="311665"/>
                      <a:pt x="229843" y="307830"/>
                    </a:cubicBezTo>
                    <a:cubicBezTo>
                      <a:pt x="233224" y="303995"/>
                      <a:pt x="239079" y="303624"/>
                      <a:pt x="242913" y="307005"/>
                    </a:cubicBezTo>
                    <a:lnTo>
                      <a:pt x="244294" y="308219"/>
                    </a:lnTo>
                    <a:cubicBezTo>
                      <a:pt x="248147" y="311591"/>
                      <a:pt x="248536" y="317445"/>
                      <a:pt x="245164" y="321289"/>
                    </a:cubicBezTo>
                    <a:cubicBezTo>
                      <a:pt x="243330" y="323383"/>
                      <a:pt x="240764" y="324448"/>
                      <a:pt x="238189" y="324448"/>
                    </a:cubicBezTo>
                    <a:close/>
                    <a:moveTo>
                      <a:pt x="182749" y="271629"/>
                    </a:moveTo>
                    <a:cubicBezTo>
                      <a:pt x="180322" y="271629"/>
                      <a:pt x="177905" y="270684"/>
                      <a:pt x="176089" y="268804"/>
                    </a:cubicBezTo>
                    <a:lnTo>
                      <a:pt x="174783" y="267452"/>
                    </a:lnTo>
                    <a:cubicBezTo>
                      <a:pt x="171235" y="263765"/>
                      <a:pt x="171346" y="257901"/>
                      <a:pt x="175033" y="254353"/>
                    </a:cubicBezTo>
                    <a:cubicBezTo>
                      <a:pt x="178720" y="250806"/>
                      <a:pt x="184583" y="250917"/>
                      <a:pt x="188131" y="254604"/>
                    </a:cubicBezTo>
                    <a:lnTo>
                      <a:pt x="189419" y="255938"/>
                    </a:lnTo>
                    <a:cubicBezTo>
                      <a:pt x="192976" y="259615"/>
                      <a:pt x="192874" y="265479"/>
                      <a:pt x="189187" y="269036"/>
                    </a:cubicBezTo>
                    <a:cubicBezTo>
                      <a:pt x="187390" y="270768"/>
                      <a:pt x="185074" y="271639"/>
                      <a:pt x="182749" y="271639"/>
                    </a:cubicBezTo>
                    <a:close/>
                    <a:moveTo>
                      <a:pt x="131876" y="214401"/>
                    </a:moveTo>
                    <a:cubicBezTo>
                      <a:pt x="129190" y="214401"/>
                      <a:pt x="126522" y="213234"/>
                      <a:pt x="124688" y="210993"/>
                    </a:cubicBezTo>
                    <a:lnTo>
                      <a:pt x="123502" y="209538"/>
                    </a:lnTo>
                    <a:cubicBezTo>
                      <a:pt x="120269" y="205574"/>
                      <a:pt x="120871" y="199738"/>
                      <a:pt x="124836" y="196505"/>
                    </a:cubicBezTo>
                    <a:cubicBezTo>
                      <a:pt x="128801" y="193272"/>
                      <a:pt x="134636" y="193865"/>
                      <a:pt x="137869" y="197839"/>
                    </a:cubicBezTo>
                    <a:lnTo>
                      <a:pt x="139046" y="199284"/>
                    </a:lnTo>
                    <a:cubicBezTo>
                      <a:pt x="142279" y="203249"/>
                      <a:pt x="141686" y="209084"/>
                      <a:pt x="137721" y="212317"/>
                    </a:cubicBezTo>
                    <a:cubicBezTo>
                      <a:pt x="135998" y="213716"/>
                      <a:pt x="133932" y="214401"/>
                      <a:pt x="131876" y="214401"/>
                    </a:cubicBezTo>
                    <a:close/>
                    <a:moveTo>
                      <a:pt x="85921" y="153144"/>
                    </a:moveTo>
                    <a:cubicBezTo>
                      <a:pt x="82976" y="153144"/>
                      <a:pt x="80076" y="151736"/>
                      <a:pt x="78279" y="149124"/>
                    </a:cubicBezTo>
                    <a:lnTo>
                      <a:pt x="77205" y="147559"/>
                    </a:lnTo>
                    <a:cubicBezTo>
                      <a:pt x="74315" y="143335"/>
                      <a:pt x="75399" y="137573"/>
                      <a:pt x="79623" y="134683"/>
                    </a:cubicBezTo>
                    <a:cubicBezTo>
                      <a:pt x="83847" y="131793"/>
                      <a:pt x="89608" y="132876"/>
                      <a:pt x="92498" y="137100"/>
                    </a:cubicBezTo>
                    <a:lnTo>
                      <a:pt x="93545" y="138620"/>
                    </a:lnTo>
                    <a:cubicBezTo>
                      <a:pt x="96444" y="142834"/>
                      <a:pt x="95379" y="148605"/>
                      <a:pt x="91155" y="151505"/>
                    </a:cubicBezTo>
                    <a:cubicBezTo>
                      <a:pt x="89553" y="152607"/>
                      <a:pt x="87728" y="153135"/>
                      <a:pt x="85912" y="153135"/>
                    </a:cubicBezTo>
                    <a:close/>
                    <a:moveTo>
                      <a:pt x="45210" y="88274"/>
                    </a:moveTo>
                    <a:cubicBezTo>
                      <a:pt x="41996" y="88274"/>
                      <a:pt x="38874" y="86598"/>
                      <a:pt x="37160" y="83606"/>
                    </a:cubicBezTo>
                    <a:lnTo>
                      <a:pt x="36215" y="81957"/>
                    </a:lnTo>
                    <a:cubicBezTo>
                      <a:pt x="33687" y="77511"/>
                      <a:pt x="35252" y="71851"/>
                      <a:pt x="39698" y="69331"/>
                    </a:cubicBezTo>
                    <a:cubicBezTo>
                      <a:pt x="44145" y="66812"/>
                      <a:pt x="49804" y="68368"/>
                      <a:pt x="52324" y="72814"/>
                    </a:cubicBezTo>
                    <a:lnTo>
                      <a:pt x="53232" y="74417"/>
                    </a:lnTo>
                    <a:cubicBezTo>
                      <a:pt x="55770" y="78854"/>
                      <a:pt x="54232" y="84513"/>
                      <a:pt x="49786" y="87052"/>
                    </a:cubicBezTo>
                    <a:cubicBezTo>
                      <a:pt x="48332" y="87885"/>
                      <a:pt x="46757" y="88274"/>
                      <a:pt x="45201" y="88274"/>
                    </a:cubicBezTo>
                    <a:close/>
                    <a:moveTo>
                      <a:pt x="10056" y="20227"/>
                    </a:moveTo>
                    <a:cubicBezTo>
                      <a:pt x="6564" y="20227"/>
                      <a:pt x="3220" y="18245"/>
                      <a:pt x="1655" y="14864"/>
                    </a:cubicBezTo>
                    <a:lnTo>
                      <a:pt x="858" y="13150"/>
                    </a:lnTo>
                    <a:cubicBezTo>
                      <a:pt x="-1291" y="8509"/>
                      <a:pt x="737" y="2998"/>
                      <a:pt x="5378" y="858"/>
                    </a:cubicBezTo>
                    <a:cubicBezTo>
                      <a:pt x="10019" y="-1291"/>
                      <a:pt x="15531" y="737"/>
                      <a:pt x="17671" y="5378"/>
                    </a:cubicBezTo>
                    <a:lnTo>
                      <a:pt x="18449" y="7064"/>
                    </a:lnTo>
                    <a:cubicBezTo>
                      <a:pt x="20607" y="11705"/>
                      <a:pt x="18597" y="17217"/>
                      <a:pt x="13956" y="19366"/>
                    </a:cubicBezTo>
                    <a:cubicBezTo>
                      <a:pt x="12696" y="19949"/>
                      <a:pt x="11362" y="20227"/>
                      <a:pt x="10056" y="20227"/>
                    </a:cubicBezTo>
                    <a:close/>
                  </a:path>
                </a:pathLst>
              </a:custGeom>
              <a:grpFill/>
              <a:ln w="924"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B7C96376-5573-82BC-B789-7CAD47D1717C}"/>
                  </a:ext>
                </a:extLst>
              </p:cNvPr>
              <p:cNvSpPr/>
              <p:nvPr/>
            </p:nvSpPr>
            <p:spPr>
              <a:xfrm>
                <a:off x="8949827" y="5584509"/>
                <a:ext cx="19451" cy="18556"/>
              </a:xfrm>
              <a:custGeom>
                <a:avLst/>
                <a:gdLst>
                  <a:gd name="connsiteX0" fmla="*/ 9258 w 19451"/>
                  <a:gd name="connsiteY0" fmla="*/ 18557 h 18556"/>
                  <a:gd name="connsiteX1" fmla="*/ 4 w 19451"/>
                  <a:gd name="connsiteY1" fmla="*/ 9562 h 18556"/>
                  <a:gd name="connsiteX2" fmla="*/ 8989 w 19451"/>
                  <a:gd name="connsiteY2" fmla="*/ 30 h 18556"/>
                  <a:gd name="connsiteX3" fmla="*/ 9916 w 19451"/>
                  <a:gd name="connsiteY3" fmla="*/ 3 h 18556"/>
                  <a:gd name="connsiteX4" fmla="*/ 19447 w 19451"/>
                  <a:gd name="connsiteY4" fmla="*/ 8988 h 18556"/>
                  <a:gd name="connsiteX5" fmla="*/ 10462 w 19451"/>
                  <a:gd name="connsiteY5" fmla="*/ 18520 h 18556"/>
                  <a:gd name="connsiteX6" fmla="*/ 9536 w 19451"/>
                  <a:gd name="connsiteY6" fmla="*/ 18548 h 18556"/>
                  <a:gd name="connsiteX7" fmla="*/ 9258 w 19451"/>
                  <a:gd name="connsiteY7" fmla="*/ 18548 h 1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1" h="18556">
                    <a:moveTo>
                      <a:pt x="9258" y="18557"/>
                    </a:moveTo>
                    <a:cubicBezTo>
                      <a:pt x="4265" y="18557"/>
                      <a:pt x="152" y="14583"/>
                      <a:pt x="4" y="9562"/>
                    </a:cubicBezTo>
                    <a:cubicBezTo>
                      <a:pt x="-144" y="4449"/>
                      <a:pt x="3876" y="179"/>
                      <a:pt x="8989" y="30"/>
                    </a:cubicBezTo>
                    <a:lnTo>
                      <a:pt x="9916" y="3"/>
                    </a:lnTo>
                    <a:cubicBezTo>
                      <a:pt x="15001" y="-118"/>
                      <a:pt x="19299" y="3875"/>
                      <a:pt x="19447" y="8988"/>
                    </a:cubicBezTo>
                    <a:cubicBezTo>
                      <a:pt x="19596" y="14101"/>
                      <a:pt x="15575" y="18371"/>
                      <a:pt x="10462" y="18520"/>
                    </a:cubicBezTo>
                    <a:lnTo>
                      <a:pt x="9536" y="18548"/>
                    </a:lnTo>
                    <a:cubicBezTo>
                      <a:pt x="9443" y="18548"/>
                      <a:pt x="9350" y="18548"/>
                      <a:pt x="9258" y="18548"/>
                    </a:cubicBezTo>
                    <a:close/>
                  </a:path>
                </a:pathLst>
              </a:custGeom>
              <a:grpFill/>
              <a:ln w="924" cap="flat">
                <a:noFill/>
                <a:prstDash val="solid"/>
                <a:miter/>
              </a:ln>
            </p:spPr>
            <p:txBody>
              <a:bodyPr rtlCol="0" anchor="ctr"/>
              <a:lstStyle/>
              <a:p>
                <a:endParaRPr lang="en-IN"/>
              </a:p>
            </p:txBody>
          </p:sp>
        </p:grpSp>
        <p:grpSp>
          <p:nvGrpSpPr>
            <p:cNvPr id="31" name="Graphic 39">
              <a:extLst>
                <a:ext uri="{FF2B5EF4-FFF2-40B4-BE49-F238E27FC236}">
                  <a16:creationId xmlns:a16="http://schemas.microsoft.com/office/drawing/2014/main" id="{D90771CA-6178-E65C-27B2-82B8B93D2EC1}"/>
                </a:ext>
              </a:extLst>
            </p:cNvPr>
            <p:cNvGrpSpPr/>
            <p:nvPr/>
          </p:nvGrpSpPr>
          <p:grpSpPr>
            <a:xfrm>
              <a:off x="6546296" y="3570404"/>
              <a:ext cx="1478883" cy="1840949"/>
              <a:chOff x="9161216" y="4636900"/>
              <a:chExt cx="727889" cy="906094"/>
            </a:xfrm>
            <a:solidFill>
              <a:srgbClr val="B898D0"/>
            </a:solidFill>
          </p:grpSpPr>
          <p:sp>
            <p:nvSpPr>
              <p:cNvPr id="36" name="Freeform: Shape 35">
                <a:extLst>
                  <a:ext uri="{FF2B5EF4-FFF2-40B4-BE49-F238E27FC236}">
                    <a16:creationId xmlns:a16="http://schemas.microsoft.com/office/drawing/2014/main" id="{95EEBCDD-9385-9CDA-2DDE-0CCE98CB5FB6}"/>
                  </a:ext>
                </a:extLst>
              </p:cNvPr>
              <p:cNvSpPr/>
              <p:nvPr/>
            </p:nvSpPr>
            <p:spPr>
              <a:xfrm>
                <a:off x="9161216" y="4911673"/>
                <a:ext cx="634591" cy="631321"/>
              </a:xfrm>
              <a:custGeom>
                <a:avLst/>
                <a:gdLst>
                  <a:gd name="connsiteX0" fmla="*/ 0 w 634591"/>
                  <a:gd name="connsiteY0" fmla="*/ 400224 h 631321"/>
                  <a:gd name="connsiteX1" fmla="*/ 31458 w 634591"/>
                  <a:gd name="connsiteY1" fmla="*/ 244436 h 631321"/>
                  <a:gd name="connsiteX2" fmla="*/ 117216 w 634591"/>
                  <a:gd name="connsiteY2" fmla="*/ 117225 h 631321"/>
                  <a:gd name="connsiteX3" fmla="*/ 244418 w 634591"/>
                  <a:gd name="connsiteY3" fmla="*/ 31458 h 631321"/>
                  <a:gd name="connsiteX4" fmla="*/ 400196 w 634591"/>
                  <a:gd name="connsiteY4" fmla="*/ 0 h 631321"/>
                  <a:gd name="connsiteX5" fmla="*/ 625597 w 634591"/>
                  <a:gd name="connsiteY5" fmla="*/ 69464 h 631321"/>
                  <a:gd name="connsiteX6" fmla="*/ 634591 w 634591"/>
                  <a:gd name="connsiteY6" fmla="*/ 75606 h 631321"/>
                  <a:gd name="connsiteX7" fmla="*/ 630775 w 634591"/>
                  <a:gd name="connsiteY7" fmla="*/ 85805 h 631321"/>
                  <a:gd name="connsiteX8" fmla="*/ 541145 w 634591"/>
                  <a:gd name="connsiteY8" fmla="*/ 263620 h 631321"/>
                  <a:gd name="connsiteX9" fmla="*/ 416601 w 634591"/>
                  <a:gd name="connsiteY9" fmla="*/ 416648 h 631321"/>
                  <a:gd name="connsiteX10" fmla="*/ 262333 w 634591"/>
                  <a:gd name="connsiteY10" fmla="*/ 539709 h 631321"/>
                  <a:gd name="connsiteX11" fmla="*/ 83507 w 634591"/>
                  <a:gd name="connsiteY11" fmla="*/ 627616 h 631321"/>
                  <a:gd name="connsiteX12" fmla="*/ 73272 w 634591"/>
                  <a:gd name="connsiteY12" fmla="*/ 631321 h 631321"/>
                  <a:gd name="connsiteX13" fmla="*/ 67223 w 634591"/>
                  <a:gd name="connsiteY13" fmla="*/ 622271 h 631321"/>
                  <a:gd name="connsiteX14" fmla="*/ 0 w 634591"/>
                  <a:gd name="connsiteY14" fmla="*/ 400206 h 63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4591" h="631321">
                    <a:moveTo>
                      <a:pt x="0" y="400224"/>
                    </a:moveTo>
                    <a:cubicBezTo>
                      <a:pt x="0" y="346201"/>
                      <a:pt x="10588" y="293790"/>
                      <a:pt x="31458" y="244436"/>
                    </a:cubicBezTo>
                    <a:cubicBezTo>
                      <a:pt x="51614" y="196777"/>
                      <a:pt x="80469" y="153981"/>
                      <a:pt x="117216" y="117225"/>
                    </a:cubicBezTo>
                    <a:cubicBezTo>
                      <a:pt x="153963" y="80478"/>
                      <a:pt x="196768" y="51624"/>
                      <a:pt x="244418" y="31458"/>
                    </a:cubicBezTo>
                    <a:cubicBezTo>
                      <a:pt x="293763" y="10588"/>
                      <a:pt x="346174" y="0"/>
                      <a:pt x="400196" y="0"/>
                    </a:cubicBezTo>
                    <a:cubicBezTo>
                      <a:pt x="481091" y="0"/>
                      <a:pt x="559032" y="24019"/>
                      <a:pt x="625597" y="69464"/>
                    </a:cubicBezTo>
                    <a:lnTo>
                      <a:pt x="634591" y="75606"/>
                    </a:lnTo>
                    <a:lnTo>
                      <a:pt x="630775" y="85805"/>
                    </a:lnTo>
                    <a:cubicBezTo>
                      <a:pt x="607543" y="147970"/>
                      <a:pt x="577382" y="207800"/>
                      <a:pt x="541145" y="263620"/>
                    </a:cubicBezTo>
                    <a:cubicBezTo>
                      <a:pt x="505324" y="318792"/>
                      <a:pt x="463417" y="370286"/>
                      <a:pt x="416601" y="416648"/>
                    </a:cubicBezTo>
                    <a:cubicBezTo>
                      <a:pt x="369767" y="463028"/>
                      <a:pt x="317865" y="504435"/>
                      <a:pt x="262333" y="539709"/>
                    </a:cubicBezTo>
                    <a:cubicBezTo>
                      <a:pt x="206115" y="575418"/>
                      <a:pt x="145950" y="604996"/>
                      <a:pt x="83507" y="627616"/>
                    </a:cubicBezTo>
                    <a:lnTo>
                      <a:pt x="73272" y="631321"/>
                    </a:lnTo>
                    <a:lnTo>
                      <a:pt x="67223" y="622271"/>
                    </a:lnTo>
                    <a:cubicBezTo>
                      <a:pt x="23241" y="556466"/>
                      <a:pt x="0" y="479683"/>
                      <a:pt x="0" y="40020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nvGrpSpPr>
              <p:cNvPr id="38" name="Graphic 39">
                <a:extLst>
                  <a:ext uri="{FF2B5EF4-FFF2-40B4-BE49-F238E27FC236}">
                    <a16:creationId xmlns:a16="http://schemas.microsoft.com/office/drawing/2014/main" id="{86B5E926-4516-5A83-0885-B4E03DBBAEE2}"/>
                  </a:ext>
                </a:extLst>
              </p:cNvPr>
              <p:cNvGrpSpPr/>
              <p:nvPr/>
            </p:nvGrpSpPr>
            <p:grpSpPr>
              <a:xfrm>
                <a:off x="9571750" y="4636900"/>
                <a:ext cx="317355" cy="697499"/>
                <a:chOff x="9571750" y="4636900"/>
                <a:chExt cx="317355" cy="697499"/>
              </a:xfrm>
              <a:grpFill/>
            </p:grpSpPr>
            <p:sp>
              <p:nvSpPr>
                <p:cNvPr id="39" name="Freeform: Shape 38">
                  <a:extLst>
                    <a:ext uri="{FF2B5EF4-FFF2-40B4-BE49-F238E27FC236}">
                      <a16:creationId xmlns:a16="http://schemas.microsoft.com/office/drawing/2014/main" id="{DFB1F853-A2E5-43CA-64CE-FCB08DDA139E}"/>
                    </a:ext>
                  </a:extLst>
                </p:cNvPr>
                <p:cNvSpPr/>
                <p:nvPr/>
              </p:nvSpPr>
              <p:spPr>
                <a:xfrm>
                  <a:off x="9571750" y="4636900"/>
                  <a:ext cx="317355" cy="697499"/>
                </a:xfrm>
                <a:custGeom>
                  <a:avLst/>
                  <a:gdLst>
                    <a:gd name="connsiteX0" fmla="*/ 15812 w 317355"/>
                    <a:gd name="connsiteY0" fmla="*/ 694793 h 697499"/>
                    <a:gd name="connsiteX1" fmla="*/ 138392 w 317355"/>
                    <a:gd name="connsiteY1" fmla="*/ 543442 h 697499"/>
                    <a:gd name="connsiteX2" fmla="*/ 228930 w 317355"/>
                    <a:gd name="connsiteY2" fmla="*/ 363820 h 697499"/>
                    <a:gd name="connsiteX3" fmla="*/ 286519 w 317355"/>
                    <a:gd name="connsiteY3" fmla="*/ 77792 h 697499"/>
                    <a:gd name="connsiteX4" fmla="*/ 317356 w 317355"/>
                    <a:gd name="connsiteY4" fmla="*/ 39368 h 697499"/>
                    <a:gd name="connsiteX5" fmla="*/ 277987 w 317355"/>
                    <a:gd name="connsiteY5" fmla="*/ 0 h 697499"/>
                    <a:gd name="connsiteX6" fmla="*/ 238619 w 317355"/>
                    <a:gd name="connsiteY6" fmla="*/ 39368 h 697499"/>
                    <a:gd name="connsiteX7" fmla="*/ 267992 w 317355"/>
                    <a:gd name="connsiteY7" fmla="*/ 77449 h 697499"/>
                    <a:gd name="connsiteX8" fmla="*/ 211570 w 317355"/>
                    <a:gd name="connsiteY8" fmla="*/ 357336 h 697499"/>
                    <a:gd name="connsiteX9" fmla="*/ 122848 w 317355"/>
                    <a:gd name="connsiteY9" fmla="*/ 533354 h 697499"/>
                    <a:gd name="connsiteX10" fmla="*/ 2714 w 317355"/>
                    <a:gd name="connsiteY10" fmla="*/ 681685 h 697499"/>
                    <a:gd name="connsiteX11" fmla="*/ 0 w 317355"/>
                    <a:gd name="connsiteY11" fmla="*/ 688234 h 697499"/>
                    <a:gd name="connsiteX12" fmla="*/ 2714 w 317355"/>
                    <a:gd name="connsiteY12" fmla="*/ 694783 h 697499"/>
                    <a:gd name="connsiteX13" fmla="*/ 15812 w 317355"/>
                    <a:gd name="connsiteY13" fmla="*/ 694783 h 697499"/>
                    <a:gd name="connsiteX14" fmla="*/ 257145 w 317355"/>
                    <a:gd name="connsiteY14" fmla="*/ 39378 h 697499"/>
                    <a:gd name="connsiteX15" fmla="*/ 277987 w 317355"/>
                    <a:gd name="connsiteY15" fmla="*/ 18536 h 697499"/>
                    <a:gd name="connsiteX16" fmla="*/ 298830 w 317355"/>
                    <a:gd name="connsiteY16" fmla="*/ 39378 h 697499"/>
                    <a:gd name="connsiteX17" fmla="*/ 277987 w 317355"/>
                    <a:gd name="connsiteY17" fmla="*/ 60220 h 697499"/>
                    <a:gd name="connsiteX18" fmla="*/ 257145 w 317355"/>
                    <a:gd name="connsiteY18" fmla="*/ 39378 h 69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7355" h="697499">
                      <a:moveTo>
                        <a:pt x="15812" y="694793"/>
                      </a:moveTo>
                      <a:cubicBezTo>
                        <a:pt x="61804" y="648810"/>
                        <a:pt x="103043" y="597891"/>
                        <a:pt x="138392" y="543442"/>
                      </a:cubicBezTo>
                      <a:cubicBezTo>
                        <a:pt x="175000" y="487048"/>
                        <a:pt x="205466" y="426615"/>
                        <a:pt x="228930" y="363820"/>
                      </a:cubicBezTo>
                      <a:cubicBezTo>
                        <a:pt x="263166" y="272207"/>
                        <a:pt x="282526" y="176000"/>
                        <a:pt x="286519" y="77792"/>
                      </a:cubicBezTo>
                      <a:cubicBezTo>
                        <a:pt x="304137" y="73883"/>
                        <a:pt x="317356" y="58145"/>
                        <a:pt x="317356" y="39368"/>
                      </a:cubicBezTo>
                      <a:cubicBezTo>
                        <a:pt x="317356" y="17665"/>
                        <a:pt x="299691" y="0"/>
                        <a:pt x="277987" y="0"/>
                      </a:cubicBezTo>
                      <a:cubicBezTo>
                        <a:pt x="256284" y="0"/>
                        <a:pt x="238619" y="17665"/>
                        <a:pt x="238619" y="39368"/>
                      </a:cubicBezTo>
                      <a:cubicBezTo>
                        <a:pt x="238619" y="57626"/>
                        <a:pt x="251115" y="73012"/>
                        <a:pt x="267992" y="77449"/>
                      </a:cubicBezTo>
                      <a:cubicBezTo>
                        <a:pt x="264037" y="173555"/>
                        <a:pt x="245075" y="267687"/>
                        <a:pt x="211570" y="357336"/>
                      </a:cubicBezTo>
                      <a:cubicBezTo>
                        <a:pt x="188579" y="418862"/>
                        <a:pt x="158724" y="478081"/>
                        <a:pt x="122848" y="533354"/>
                      </a:cubicBezTo>
                      <a:cubicBezTo>
                        <a:pt x="88204" y="586719"/>
                        <a:pt x="47789" y="636629"/>
                        <a:pt x="2714" y="681685"/>
                      </a:cubicBezTo>
                      <a:cubicBezTo>
                        <a:pt x="908" y="683492"/>
                        <a:pt x="0" y="685863"/>
                        <a:pt x="0" y="688234"/>
                      </a:cubicBezTo>
                      <a:cubicBezTo>
                        <a:pt x="0" y="690606"/>
                        <a:pt x="908" y="692977"/>
                        <a:pt x="2714" y="694783"/>
                      </a:cubicBezTo>
                      <a:cubicBezTo>
                        <a:pt x="6327" y="698405"/>
                        <a:pt x="12200" y="698405"/>
                        <a:pt x="15812" y="694783"/>
                      </a:cubicBezTo>
                      <a:close/>
                      <a:moveTo>
                        <a:pt x="257145" y="39378"/>
                      </a:moveTo>
                      <a:cubicBezTo>
                        <a:pt x="257145" y="27882"/>
                        <a:pt x="266492" y="18536"/>
                        <a:pt x="277987" y="18536"/>
                      </a:cubicBezTo>
                      <a:cubicBezTo>
                        <a:pt x="289483" y="18536"/>
                        <a:pt x="298830" y="27882"/>
                        <a:pt x="298830" y="39378"/>
                      </a:cubicBezTo>
                      <a:cubicBezTo>
                        <a:pt x="298830" y="50873"/>
                        <a:pt x="289483" y="60220"/>
                        <a:pt x="277987" y="60220"/>
                      </a:cubicBezTo>
                      <a:cubicBezTo>
                        <a:pt x="266492" y="60220"/>
                        <a:pt x="257145" y="50873"/>
                        <a:pt x="257145" y="39378"/>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0" name="Freeform: Shape 39">
                  <a:extLst>
                    <a:ext uri="{FF2B5EF4-FFF2-40B4-BE49-F238E27FC236}">
                      <a16:creationId xmlns:a16="http://schemas.microsoft.com/office/drawing/2014/main" id="{BBD7D277-C466-770C-49DB-9499AF52C64E}"/>
                    </a:ext>
                  </a:extLst>
                </p:cNvPr>
                <p:cNvSpPr/>
                <p:nvPr/>
              </p:nvSpPr>
              <p:spPr>
                <a:xfrm>
                  <a:off x="9838158" y="4664699"/>
                  <a:ext cx="23157" cy="23157"/>
                </a:xfrm>
                <a:custGeom>
                  <a:avLst/>
                  <a:gdLst>
                    <a:gd name="connsiteX0" fmla="*/ 23158 w 23157"/>
                    <a:gd name="connsiteY0" fmla="*/ 11579 h 23157"/>
                    <a:gd name="connsiteX1" fmla="*/ 11579 w 23157"/>
                    <a:gd name="connsiteY1" fmla="*/ 23158 h 23157"/>
                    <a:gd name="connsiteX2" fmla="*/ 0 w 23157"/>
                    <a:gd name="connsiteY2" fmla="*/ 11579 h 23157"/>
                    <a:gd name="connsiteX3" fmla="*/ 11579 w 23157"/>
                    <a:gd name="connsiteY3" fmla="*/ 0 h 23157"/>
                    <a:gd name="connsiteX4" fmla="*/ 23158 w 23157"/>
                    <a:gd name="connsiteY4" fmla="*/ 11579 h 23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57" h="23157">
                      <a:moveTo>
                        <a:pt x="23158" y="11579"/>
                      </a:moveTo>
                      <a:cubicBezTo>
                        <a:pt x="23158" y="17974"/>
                        <a:pt x="17974" y="23158"/>
                        <a:pt x="11579" y="23158"/>
                      </a:cubicBezTo>
                      <a:cubicBezTo>
                        <a:pt x="5184" y="23158"/>
                        <a:pt x="0" y="17974"/>
                        <a:pt x="0" y="11579"/>
                      </a:cubicBezTo>
                      <a:cubicBezTo>
                        <a:pt x="0" y="5184"/>
                        <a:pt x="5184" y="0"/>
                        <a:pt x="11579" y="0"/>
                      </a:cubicBezTo>
                      <a:cubicBezTo>
                        <a:pt x="17974" y="0"/>
                        <a:pt x="23158" y="5184"/>
                        <a:pt x="23158" y="11579"/>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sp>
          <p:nvSpPr>
            <p:cNvPr id="32" name="Freeform: Shape 31">
              <a:extLst>
                <a:ext uri="{FF2B5EF4-FFF2-40B4-BE49-F238E27FC236}">
                  <a16:creationId xmlns:a16="http://schemas.microsoft.com/office/drawing/2014/main" id="{0F01B2BF-09FF-B112-B3E2-630769E96884}"/>
                </a:ext>
              </a:extLst>
            </p:cNvPr>
            <p:cNvSpPr/>
            <p:nvPr/>
          </p:nvSpPr>
          <p:spPr>
            <a:xfrm>
              <a:off x="6809894" y="4385815"/>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3" name="Rectangle: Rounded Corners 32">
            <a:extLst>
              <a:ext uri="{FF2B5EF4-FFF2-40B4-BE49-F238E27FC236}">
                <a16:creationId xmlns:a16="http://schemas.microsoft.com/office/drawing/2014/main" id="{3E51E61C-9434-CC36-996D-19490089474B}"/>
              </a:ext>
            </a:extLst>
          </p:cNvPr>
          <p:cNvSpPr/>
          <p:nvPr/>
        </p:nvSpPr>
        <p:spPr>
          <a:xfrm>
            <a:off x="3517900" y="4687183"/>
            <a:ext cx="2591384" cy="505840"/>
          </a:xfrm>
          <a:prstGeom prst="roundRect">
            <a:avLst>
              <a:gd name="adj" fmla="val 12553"/>
            </a:avLst>
          </a:pr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nvGrpSpPr>
          <p:cNvPr id="70" name="Group 69">
            <a:extLst>
              <a:ext uri="{FF2B5EF4-FFF2-40B4-BE49-F238E27FC236}">
                <a16:creationId xmlns:a16="http://schemas.microsoft.com/office/drawing/2014/main" id="{3B10986D-CF63-77D7-C487-403CA4E3BCEE}"/>
              </a:ext>
            </a:extLst>
          </p:cNvPr>
          <p:cNvGrpSpPr/>
          <p:nvPr/>
        </p:nvGrpSpPr>
        <p:grpSpPr>
          <a:xfrm>
            <a:off x="4130085" y="1767780"/>
            <a:ext cx="4544016" cy="1971761"/>
            <a:chOff x="4130085" y="1767780"/>
            <a:chExt cx="4544016" cy="1971761"/>
          </a:xfrm>
        </p:grpSpPr>
        <p:grpSp>
          <p:nvGrpSpPr>
            <p:cNvPr id="47" name="Graphic 39">
              <a:extLst>
                <a:ext uri="{FF2B5EF4-FFF2-40B4-BE49-F238E27FC236}">
                  <a16:creationId xmlns:a16="http://schemas.microsoft.com/office/drawing/2014/main" id="{4677D6A7-FE31-D464-A293-A834C18F70B0}"/>
                </a:ext>
              </a:extLst>
            </p:cNvPr>
            <p:cNvGrpSpPr/>
            <p:nvPr/>
          </p:nvGrpSpPr>
          <p:grpSpPr>
            <a:xfrm>
              <a:off x="5973593" y="1767780"/>
              <a:ext cx="1872566" cy="1247498"/>
              <a:chOff x="8879338" y="3749669"/>
              <a:chExt cx="921655" cy="614004"/>
            </a:xfrm>
            <a:solidFill>
              <a:srgbClr val="2082C8"/>
            </a:solidFill>
          </p:grpSpPr>
          <p:sp>
            <p:nvSpPr>
              <p:cNvPr id="48" name="Freeform: Shape 47">
                <a:extLst>
                  <a:ext uri="{FF2B5EF4-FFF2-40B4-BE49-F238E27FC236}">
                    <a16:creationId xmlns:a16="http://schemas.microsoft.com/office/drawing/2014/main" id="{998C858A-5F70-32C5-8DE0-3A5D96FE5B96}"/>
                  </a:ext>
                </a:extLst>
              </p:cNvPr>
              <p:cNvSpPr/>
              <p:nvPr/>
            </p:nvSpPr>
            <p:spPr>
              <a:xfrm>
                <a:off x="8879338" y="3750036"/>
                <a:ext cx="19444" cy="18572"/>
              </a:xfrm>
              <a:custGeom>
                <a:avLst/>
                <a:gdLst>
                  <a:gd name="connsiteX0" fmla="*/ 9254 w 19444"/>
                  <a:gd name="connsiteY0" fmla="*/ 18572 h 18572"/>
                  <a:gd name="connsiteX1" fmla="*/ 10 w 19444"/>
                  <a:gd name="connsiteY1" fmla="*/ 9735 h 18572"/>
                  <a:gd name="connsiteX2" fmla="*/ 8837 w 19444"/>
                  <a:gd name="connsiteY2" fmla="*/ 55 h 18572"/>
                  <a:gd name="connsiteX3" fmla="*/ 9755 w 19444"/>
                  <a:gd name="connsiteY3" fmla="*/ 9 h 18572"/>
                  <a:gd name="connsiteX4" fmla="*/ 19434 w 19444"/>
                  <a:gd name="connsiteY4" fmla="*/ 8837 h 18572"/>
                  <a:gd name="connsiteX5" fmla="*/ 10607 w 19444"/>
                  <a:gd name="connsiteY5" fmla="*/ 18517 h 18572"/>
                  <a:gd name="connsiteX6" fmla="*/ 9690 w 19444"/>
                  <a:gd name="connsiteY6" fmla="*/ 18563 h 18572"/>
                  <a:gd name="connsiteX7" fmla="*/ 9264 w 19444"/>
                  <a:gd name="connsiteY7" fmla="*/ 18572 h 1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44" h="18572">
                    <a:moveTo>
                      <a:pt x="9254" y="18572"/>
                    </a:moveTo>
                    <a:cubicBezTo>
                      <a:pt x="4335" y="18572"/>
                      <a:pt x="232" y="14700"/>
                      <a:pt x="10" y="9735"/>
                    </a:cubicBezTo>
                    <a:cubicBezTo>
                      <a:pt x="-222" y="4622"/>
                      <a:pt x="3733" y="296"/>
                      <a:pt x="8837" y="55"/>
                    </a:cubicBezTo>
                    <a:lnTo>
                      <a:pt x="9755" y="9"/>
                    </a:lnTo>
                    <a:cubicBezTo>
                      <a:pt x="14868" y="-213"/>
                      <a:pt x="19194" y="3733"/>
                      <a:pt x="19434" y="8837"/>
                    </a:cubicBezTo>
                    <a:cubicBezTo>
                      <a:pt x="19666" y="13950"/>
                      <a:pt x="15711" y="18276"/>
                      <a:pt x="10607" y="18517"/>
                    </a:cubicBezTo>
                    <a:lnTo>
                      <a:pt x="9690" y="18563"/>
                    </a:lnTo>
                    <a:cubicBezTo>
                      <a:pt x="9541" y="18563"/>
                      <a:pt x="9403" y="18572"/>
                      <a:pt x="9264" y="18572"/>
                    </a:cubicBezTo>
                    <a:close/>
                  </a:path>
                </a:pathLst>
              </a:custGeom>
              <a:grpFill/>
              <a:ln w="924"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267E4DF9-8F02-4C00-2A00-D745E186B45C}"/>
                  </a:ext>
                </a:extLst>
              </p:cNvPr>
              <p:cNvSpPr/>
              <p:nvPr/>
            </p:nvSpPr>
            <p:spPr>
              <a:xfrm>
                <a:off x="8955448" y="3749669"/>
                <a:ext cx="815860" cy="543799"/>
              </a:xfrm>
              <a:custGeom>
                <a:avLst/>
                <a:gdLst>
                  <a:gd name="connsiteX0" fmla="*/ 806595 w 815860"/>
                  <a:gd name="connsiteY0" fmla="*/ 543799 h 543799"/>
                  <a:gd name="connsiteX1" fmla="*/ 798212 w 815860"/>
                  <a:gd name="connsiteY1" fmla="*/ 538492 h 543799"/>
                  <a:gd name="connsiteX2" fmla="*/ 797415 w 815860"/>
                  <a:gd name="connsiteY2" fmla="*/ 536815 h 543799"/>
                  <a:gd name="connsiteX3" fmla="*/ 801806 w 815860"/>
                  <a:gd name="connsiteY3" fmla="*/ 524467 h 543799"/>
                  <a:gd name="connsiteX4" fmla="*/ 814154 w 815860"/>
                  <a:gd name="connsiteY4" fmla="*/ 528858 h 543799"/>
                  <a:gd name="connsiteX5" fmla="*/ 814969 w 815860"/>
                  <a:gd name="connsiteY5" fmla="*/ 530572 h 543799"/>
                  <a:gd name="connsiteX6" fmla="*/ 810560 w 815860"/>
                  <a:gd name="connsiteY6" fmla="*/ 542910 h 543799"/>
                  <a:gd name="connsiteX7" fmla="*/ 806604 w 815860"/>
                  <a:gd name="connsiteY7" fmla="*/ 543799 h 543799"/>
                  <a:gd name="connsiteX8" fmla="*/ 770747 w 815860"/>
                  <a:gd name="connsiteY8" fmla="*/ 475604 h 543799"/>
                  <a:gd name="connsiteX9" fmla="*/ 762725 w 815860"/>
                  <a:gd name="connsiteY9" fmla="*/ 470991 h 543799"/>
                  <a:gd name="connsiteX10" fmla="*/ 761789 w 815860"/>
                  <a:gd name="connsiteY10" fmla="*/ 469388 h 543799"/>
                  <a:gd name="connsiteX11" fmla="*/ 765124 w 815860"/>
                  <a:gd name="connsiteY11" fmla="*/ 456716 h 543799"/>
                  <a:gd name="connsiteX12" fmla="*/ 777796 w 815860"/>
                  <a:gd name="connsiteY12" fmla="*/ 460051 h 543799"/>
                  <a:gd name="connsiteX13" fmla="*/ 778750 w 815860"/>
                  <a:gd name="connsiteY13" fmla="*/ 461691 h 543799"/>
                  <a:gd name="connsiteX14" fmla="*/ 775388 w 815860"/>
                  <a:gd name="connsiteY14" fmla="*/ 474353 h 543799"/>
                  <a:gd name="connsiteX15" fmla="*/ 770747 w 815860"/>
                  <a:gd name="connsiteY15" fmla="*/ 475604 h 543799"/>
                  <a:gd name="connsiteX16" fmla="*/ 729294 w 815860"/>
                  <a:gd name="connsiteY16" fmla="*/ 410660 h 543799"/>
                  <a:gd name="connsiteX17" fmla="*/ 721689 w 815860"/>
                  <a:gd name="connsiteY17" fmla="*/ 406705 h 543799"/>
                  <a:gd name="connsiteX18" fmla="*/ 720624 w 815860"/>
                  <a:gd name="connsiteY18" fmla="*/ 405185 h 543799"/>
                  <a:gd name="connsiteX19" fmla="*/ 722875 w 815860"/>
                  <a:gd name="connsiteY19" fmla="*/ 392282 h 543799"/>
                  <a:gd name="connsiteX20" fmla="*/ 735778 w 815860"/>
                  <a:gd name="connsiteY20" fmla="*/ 394533 h 543799"/>
                  <a:gd name="connsiteX21" fmla="*/ 736871 w 815860"/>
                  <a:gd name="connsiteY21" fmla="*/ 396089 h 543799"/>
                  <a:gd name="connsiteX22" fmla="*/ 734583 w 815860"/>
                  <a:gd name="connsiteY22" fmla="*/ 408983 h 543799"/>
                  <a:gd name="connsiteX23" fmla="*/ 729285 w 815860"/>
                  <a:gd name="connsiteY23" fmla="*/ 410651 h 543799"/>
                  <a:gd name="connsiteX24" fmla="*/ 682552 w 815860"/>
                  <a:gd name="connsiteY24" fmla="*/ 349403 h 543799"/>
                  <a:gd name="connsiteX25" fmla="*/ 675420 w 815860"/>
                  <a:gd name="connsiteY25" fmla="*/ 346059 h 543799"/>
                  <a:gd name="connsiteX26" fmla="*/ 674234 w 815860"/>
                  <a:gd name="connsiteY26" fmla="*/ 344641 h 543799"/>
                  <a:gd name="connsiteX27" fmla="*/ 675401 w 815860"/>
                  <a:gd name="connsiteY27" fmla="*/ 331590 h 543799"/>
                  <a:gd name="connsiteX28" fmla="*/ 688453 w 815860"/>
                  <a:gd name="connsiteY28" fmla="*/ 332757 h 543799"/>
                  <a:gd name="connsiteX29" fmla="*/ 689676 w 815860"/>
                  <a:gd name="connsiteY29" fmla="*/ 334220 h 543799"/>
                  <a:gd name="connsiteX30" fmla="*/ 688462 w 815860"/>
                  <a:gd name="connsiteY30" fmla="*/ 347263 h 543799"/>
                  <a:gd name="connsiteX31" fmla="*/ 682552 w 815860"/>
                  <a:gd name="connsiteY31" fmla="*/ 349403 h 543799"/>
                  <a:gd name="connsiteX32" fmla="*/ 630845 w 815860"/>
                  <a:gd name="connsiteY32" fmla="*/ 292258 h 543799"/>
                  <a:gd name="connsiteX33" fmla="*/ 624241 w 815860"/>
                  <a:gd name="connsiteY33" fmla="*/ 289489 h 543799"/>
                  <a:gd name="connsiteX34" fmla="*/ 622935 w 815860"/>
                  <a:gd name="connsiteY34" fmla="*/ 288164 h 543799"/>
                  <a:gd name="connsiteX35" fmla="*/ 623018 w 815860"/>
                  <a:gd name="connsiteY35" fmla="*/ 275066 h 543799"/>
                  <a:gd name="connsiteX36" fmla="*/ 636116 w 815860"/>
                  <a:gd name="connsiteY36" fmla="*/ 275149 h 543799"/>
                  <a:gd name="connsiteX37" fmla="*/ 637450 w 815860"/>
                  <a:gd name="connsiteY37" fmla="*/ 276502 h 543799"/>
                  <a:gd name="connsiteX38" fmla="*/ 637339 w 815860"/>
                  <a:gd name="connsiteY38" fmla="*/ 289600 h 543799"/>
                  <a:gd name="connsiteX39" fmla="*/ 630845 w 815860"/>
                  <a:gd name="connsiteY39" fmla="*/ 292258 h 543799"/>
                  <a:gd name="connsiteX40" fmla="*/ 574553 w 815860"/>
                  <a:gd name="connsiteY40" fmla="*/ 239616 h 543799"/>
                  <a:gd name="connsiteX41" fmla="*/ 568523 w 815860"/>
                  <a:gd name="connsiteY41" fmla="*/ 237383 h 543799"/>
                  <a:gd name="connsiteX42" fmla="*/ 567096 w 815860"/>
                  <a:gd name="connsiteY42" fmla="*/ 236161 h 543799"/>
                  <a:gd name="connsiteX43" fmla="*/ 566096 w 815860"/>
                  <a:gd name="connsiteY43" fmla="*/ 223100 h 543799"/>
                  <a:gd name="connsiteX44" fmla="*/ 579157 w 815860"/>
                  <a:gd name="connsiteY44" fmla="*/ 222099 h 543799"/>
                  <a:gd name="connsiteX45" fmla="*/ 580593 w 815860"/>
                  <a:gd name="connsiteY45" fmla="*/ 223331 h 543799"/>
                  <a:gd name="connsiteX46" fmla="*/ 581584 w 815860"/>
                  <a:gd name="connsiteY46" fmla="*/ 236392 h 543799"/>
                  <a:gd name="connsiteX47" fmla="*/ 574553 w 815860"/>
                  <a:gd name="connsiteY47" fmla="*/ 239625 h 543799"/>
                  <a:gd name="connsiteX48" fmla="*/ 514065 w 815860"/>
                  <a:gd name="connsiteY48" fmla="*/ 191846 h 543799"/>
                  <a:gd name="connsiteX49" fmla="*/ 508646 w 815860"/>
                  <a:gd name="connsiteY49" fmla="*/ 190086 h 543799"/>
                  <a:gd name="connsiteX50" fmla="*/ 507136 w 815860"/>
                  <a:gd name="connsiteY50" fmla="*/ 188993 h 543799"/>
                  <a:gd name="connsiteX51" fmla="*/ 505033 w 815860"/>
                  <a:gd name="connsiteY51" fmla="*/ 176061 h 543799"/>
                  <a:gd name="connsiteX52" fmla="*/ 517964 w 815860"/>
                  <a:gd name="connsiteY52" fmla="*/ 173958 h 543799"/>
                  <a:gd name="connsiteX53" fmla="*/ 519502 w 815860"/>
                  <a:gd name="connsiteY53" fmla="*/ 175070 h 543799"/>
                  <a:gd name="connsiteX54" fmla="*/ 521577 w 815860"/>
                  <a:gd name="connsiteY54" fmla="*/ 188001 h 543799"/>
                  <a:gd name="connsiteX55" fmla="*/ 514065 w 815860"/>
                  <a:gd name="connsiteY55" fmla="*/ 191836 h 543799"/>
                  <a:gd name="connsiteX56" fmla="*/ 449788 w 815860"/>
                  <a:gd name="connsiteY56" fmla="*/ 149300 h 543799"/>
                  <a:gd name="connsiteX57" fmla="*/ 445008 w 815860"/>
                  <a:gd name="connsiteY57" fmla="*/ 147966 h 543799"/>
                  <a:gd name="connsiteX58" fmla="*/ 443415 w 815860"/>
                  <a:gd name="connsiteY58" fmla="*/ 147012 h 543799"/>
                  <a:gd name="connsiteX59" fmla="*/ 440237 w 815860"/>
                  <a:gd name="connsiteY59" fmla="*/ 134303 h 543799"/>
                  <a:gd name="connsiteX60" fmla="*/ 452946 w 815860"/>
                  <a:gd name="connsiteY60" fmla="*/ 131126 h 543799"/>
                  <a:gd name="connsiteX61" fmla="*/ 454577 w 815860"/>
                  <a:gd name="connsiteY61" fmla="*/ 132108 h 543799"/>
                  <a:gd name="connsiteX62" fmla="*/ 457717 w 815860"/>
                  <a:gd name="connsiteY62" fmla="*/ 144826 h 543799"/>
                  <a:gd name="connsiteX63" fmla="*/ 449778 w 815860"/>
                  <a:gd name="connsiteY63" fmla="*/ 149300 h 543799"/>
                  <a:gd name="connsiteX64" fmla="*/ 382167 w 815860"/>
                  <a:gd name="connsiteY64" fmla="*/ 112294 h 543799"/>
                  <a:gd name="connsiteX65" fmla="*/ 378072 w 815860"/>
                  <a:gd name="connsiteY65" fmla="*/ 111330 h 543799"/>
                  <a:gd name="connsiteX66" fmla="*/ 376405 w 815860"/>
                  <a:gd name="connsiteY66" fmla="*/ 110506 h 543799"/>
                  <a:gd name="connsiteX67" fmla="*/ 372172 w 815860"/>
                  <a:gd name="connsiteY67" fmla="*/ 98112 h 543799"/>
                  <a:gd name="connsiteX68" fmla="*/ 384566 w 815860"/>
                  <a:gd name="connsiteY68" fmla="*/ 93878 h 543799"/>
                  <a:gd name="connsiteX69" fmla="*/ 386279 w 815860"/>
                  <a:gd name="connsiteY69" fmla="*/ 94721 h 543799"/>
                  <a:gd name="connsiteX70" fmla="*/ 390476 w 815860"/>
                  <a:gd name="connsiteY70" fmla="*/ 107134 h 543799"/>
                  <a:gd name="connsiteX71" fmla="*/ 382167 w 815860"/>
                  <a:gd name="connsiteY71" fmla="*/ 112294 h 543799"/>
                  <a:gd name="connsiteX72" fmla="*/ 311665 w 815860"/>
                  <a:gd name="connsiteY72" fmla="*/ 81114 h 543799"/>
                  <a:gd name="connsiteX73" fmla="*/ 308284 w 815860"/>
                  <a:gd name="connsiteY73" fmla="*/ 80475 h 543799"/>
                  <a:gd name="connsiteX74" fmla="*/ 306542 w 815860"/>
                  <a:gd name="connsiteY74" fmla="*/ 79789 h 543799"/>
                  <a:gd name="connsiteX75" fmla="*/ 301281 w 815860"/>
                  <a:gd name="connsiteY75" fmla="*/ 67793 h 543799"/>
                  <a:gd name="connsiteX76" fmla="*/ 313276 w 815860"/>
                  <a:gd name="connsiteY76" fmla="*/ 62532 h 543799"/>
                  <a:gd name="connsiteX77" fmla="*/ 315046 w 815860"/>
                  <a:gd name="connsiteY77" fmla="*/ 63227 h 543799"/>
                  <a:gd name="connsiteX78" fmla="*/ 320279 w 815860"/>
                  <a:gd name="connsiteY78" fmla="*/ 75232 h 543799"/>
                  <a:gd name="connsiteX79" fmla="*/ 311655 w 815860"/>
                  <a:gd name="connsiteY79" fmla="*/ 81114 h 543799"/>
                  <a:gd name="connsiteX80" fmla="*/ 238782 w 815860"/>
                  <a:gd name="connsiteY80" fmla="*/ 56001 h 543799"/>
                  <a:gd name="connsiteX81" fmla="*/ 236133 w 815860"/>
                  <a:gd name="connsiteY81" fmla="*/ 55612 h 543799"/>
                  <a:gd name="connsiteX82" fmla="*/ 234345 w 815860"/>
                  <a:gd name="connsiteY82" fmla="*/ 55084 h 543799"/>
                  <a:gd name="connsiteX83" fmla="*/ 228083 w 815860"/>
                  <a:gd name="connsiteY83" fmla="*/ 43580 h 543799"/>
                  <a:gd name="connsiteX84" fmla="*/ 239588 w 815860"/>
                  <a:gd name="connsiteY84" fmla="*/ 37318 h 543799"/>
                  <a:gd name="connsiteX85" fmla="*/ 241422 w 815860"/>
                  <a:gd name="connsiteY85" fmla="*/ 37864 h 543799"/>
                  <a:gd name="connsiteX86" fmla="*/ 247656 w 815860"/>
                  <a:gd name="connsiteY86" fmla="*/ 49388 h 543799"/>
                  <a:gd name="connsiteX87" fmla="*/ 238782 w 815860"/>
                  <a:gd name="connsiteY87" fmla="*/ 56011 h 543799"/>
                  <a:gd name="connsiteX88" fmla="*/ 164028 w 815860"/>
                  <a:gd name="connsiteY88" fmla="*/ 37142 h 543799"/>
                  <a:gd name="connsiteX89" fmla="*/ 162139 w 815860"/>
                  <a:gd name="connsiteY89" fmla="*/ 36947 h 543799"/>
                  <a:gd name="connsiteX90" fmla="*/ 160314 w 815860"/>
                  <a:gd name="connsiteY90" fmla="*/ 36567 h 543799"/>
                  <a:gd name="connsiteX91" fmla="*/ 153098 w 815860"/>
                  <a:gd name="connsiteY91" fmla="*/ 25627 h 543799"/>
                  <a:gd name="connsiteX92" fmla="*/ 164038 w 815860"/>
                  <a:gd name="connsiteY92" fmla="*/ 18412 h 543799"/>
                  <a:gd name="connsiteX93" fmla="*/ 165909 w 815860"/>
                  <a:gd name="connsiteY93" fmla="*/ 18801 h 543799"/>
                  <a:gd name="connsiteX94" fmla="*/ 173097 w 815860"/>
                  <a:gd name="connsiteY94" fmla="*/ 29759 h 543799"/>
                  <a:gd name="connsiteX95" fmla="*/ 164038 w 815860"/>
                  <a:gd name="connsiteY95" fmla="*/ 37142 h 543799"/>
                  <a:gd name="connsiteX96" fmla="*/ 87978 w 815860"/>
                  <a:gd name="connsiteY96" fmla="*/ 24655 h 543799"/>
                  <a:gd name="connsiteX97" fmla="*/ 86848 w 815860"/>
                  <a:gd name="connsiteY97" fmla="*/ 24590 h 543799"/>
                  <a:gd name="connsiteX98" fmla="*/ 85004 w 815860"/>
                  <a:gd name="connsiteY98" fmla="*/ 24368 h 543799"/>
                  <a:gd name="connsiteX99" fmla="*/ 76899 w 815860"/>
                  <a:gd name="connsiteY99" fmla="*/ 14076 h 543799"/>
                  <a:gd name="connsiteX100" fmla="*/ 87191 w 815860"/>
                  <a:gd name="connsiteY100" fmla="*/ 5971 h 543799"/>
                  <a:gd name="connsiteX101" fmla="*/ 89080 w 815860"/>
                  <a:gd name="connsiteY101" fmla="*/ 6203 h 543799"/>
                  <a:gd name="connsiteX102" fmla="*/ 97158 w 815860"/>
                  <a:gd name="connsiteY102" fmla="*/ 16513 h 543799"/>
                  <a:gd name="connsiteX103" fmla="*/ 87978 w 815860"/>
                  <a:gd name="connsiteY103" fmla="*/ 24655 h 543799"/>
                  <a:gd name="connsiteX104" fmla="*/ 11149 w 815860"/>
                  <a:gd name="connsiteY104" fmla="*/ 18587 h 543799"/>
                  <a:gd name="connsiteX105" fmla="*/ 10797 w 815860"/>
                  <a:gd name="connsiteY105" fmla="*/ 18587 h 543799"/>
                  <a:gd name="connsiteX106" fmla="*/ 8935 w 815860"/>
                  <a:gd name="connsiteY106" fmla="*/ 18523 h 543799"/>
                  <a:gd name="connsiteX107" fmla="*/ 6 w 815860"/>
                  <a:gd name="connsiteY107" fmla="*/ 8935 h 543799"/>
                  <a:gd name="connsiteX108" fmla="*/ 9593 w 815860"/>
                  <a:gd name="connsiteY108" fmla="*/ 6 h 543799"/>
                  <a:gd name="connsiteX109" fmla="*/ 11483 w 815860"/>
                  <a:gd name="connsiteY109" fmla="*/ 70 h 543799"/>
                  <a:gd name="connsiteX110" fmla="*/ 20394 w 815860"/>
                  <a:gd name="connsiteY110" fmla="*/ 9667 h 543799"/>
                  <a:gd name="connsiteX111" fmla="*/ 11140 w 815860"/>
                  <a:gd name="connsiteY111" fmla="*/ 18587 h 54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15860" h="543799">
                    <a:moveTo>
                      <a:pt x="806595" y="543799"/>
                    </a:moveTo>
                    <a:cubicBezTo>
                      <a:pt x="803121" y="543799"/>
                      <a:pt x="799796" y="541845"/>
                      <a:pt x="798212" y="538492"/>
                    </a:cubicBezTo>
                    <a:lnTo>
                      <a:pt x="797415" y="536815"/>
                    </a:lnTo>
                    <a:cubicBezTo>
                      <a:pt x="795220" y="532193"/>
                      <a:pt x="797184" y="526672"/>
                      <a:pt x="801806" y="524467"/>
                    </a:cubicBezTo>
                    <a:cubicBezTo>
                      <a:pt x="806428" y="522272"/>
                      <a:pt x="811949" y="524236"/>
                      <a:pt x="814154" y="528858"/>
                    </a:cubicBezTo>
                    <a:lnTo>
                      <a:pt x="814969" y="530572"/>
                    </a:lnTo>
                    <a:cubicBezTo>
                      <a:pt x="817155" y="535194"/>
                      <a:pt x="815182" y="540715"/>
                      <a:pt x="810560" y="542910"/>
                    </a:cubicBezTo>
                    <a:cubicBezTo>
                      <a:pt x="809282" y="543512"/>
                      <a:pt x="807929" y="543799"/>
                      <a:pt x="806604" y="543799"/>
                    </a:cubicBezTo>
                    <a:close/>
                    <a:moveTo>
                      <a:pt x="770747" y="475604"/>
                    </a:moveTo>
                    <a:cubicBezTo>
                      <a:pt x="767551" y="475604"/>
                      <a:pt x="764448" y="473946"/>
                      <a:pt x="762725" y="470991"/>
                    </a:cubicBezTo>
                    <a:lnTo>
                      <a:pt x="761789" y="469388"/>
                    </a:lnTo>
                    <a:cubicBezTo>
                      <a:pt x="759214" y="464970"/>
                      <a:pt x="760705" y="459301"/>
                      <a:pt x="765124" y="456716"/>
                    </a:cubicBezTo>
                    <a:cubicBezTo>
                      <a:pt x="769542" y="454141"/>
                      <a:pt x="775212" y="455633"/>
                      <a:pt x="777796" y="460051"/>
                    </a:cubicBezTo>
                    <a:lnTo>
                      <a:pt x="778750" y="461691"/>
                    </a:lnTo>
                    <a:cubicBezTo>
                      <a:pt x="781316" y="466119"/>
                      <a:pt x="779815" y="471788"/>
                      <a:pt x="775388" y="474353"/>
                    </a:cubicBezTo>
                    <a:cubicBezTo>
                      <a:pt x="773924" y="475206"/>
                      <a:pt x="772321" y="475604"/>
                      <a:pt x="770747" y="475604"/>
                    </a:cubicBezTo>
                    <a:close/>
                    <a:moveTo>
                      <a:pt x="729294" y="410660"/>
                    </a:moveTo>
                    <a:cubicBezTo>
                      <a:pt x="726367" y="410660"/>
                      <a:pt x="723495" y="409280"/>
                      <a:pt x="721689" y="406705"/>
                    </a:cubicBezTo>
                    <a:lnTo>
                      <a:pt x="720624" y="405185"/>
                    </a:lnTo>
                    <a:cubicBezTo>
                      <a:pt x="717687" y="400999"/>
                      <a:pt x="718697" y="395218"/>
                      <a:pt x="722875" y="392282"/>
                    </a:cubicBezTo>
                    <a:cubicBezTo>
                      <a:pt x="727062" y="389345"/>
                      <a:pt x="732842" y="390355"/>
                      <a:pt x="735778" y="394533"/>
                    </a:cubicBezTo>
                    <a:lnTo>
                      <a:pt x="736871" y="396089"/>
                    </a:lnTo>
                    <a:cubicBezTo>
                      <a:pt x="739798" y="400285"/>
                      <a:pt x="738780" y="406056"/>
                      <a:pt x="734583" y="408983"/>
                    </a:cubicBezTo>
                    <a:cubicBezTo>
                      <a:pt x="732972" y="410113"/>
                      <a:pt x="731119" y="410651"/>
                      <a:pt x="729285" y="410651"/>
                    </a:cubicBezTo>
                    <a:close/>
                    <a:moveTo>
                      <a:pt x="682552" y="349403"/>
                    </a:moveTo>
                    <a:cubicBezTo>
                      <a:pt x="679894" y="349403"/>
                      <a:pt x="677254" y="348263"/>
                      <a:pt x="675420" y="346059"/>
                    </a:cubicBezTo>
                    <a:lnTo>
                      <a:pt x="674234" y="344641"/>
                    </a:lnTo>
                    <a:cubicBezTo>
                      <a:pt x="670955" y="340714"/>
                      <a:pt x="671483" y="334878"/>
                      <a:pt x="675401" y="331590"/>
                    </a:cubicBezTo>
                    <a:cubicBezTo>
                      <a:pt x="679329" y="328311"/>
                      <a:pt x="685164" y="328829"/>
                      <a:pt x="688453" y="332757"/>
                    </a:cubicBezTo>
                    <a:lnTo>
                      <a:pt x="689676" y="334220"/>
                    </a:lnTo>
                    <a:cubicBezTo>
                      <a:pt x="692945" y="338157"/>
                      <a:pt x="692399" y="343993"/>
                      <a:pt x="688462" y="347263"/>
                    </a:cubicBezTo>
                    <a:cubicBezTo>
                      <a:pt x="686730" y="348699"/>
                      <a:pt x="684636" y="349403"/>
                      <a:pt x="682552" y="349403"/>
                    </a:cubicBezTo>
                    <a:close/>
                    <a:moveTo>
                      <a:pt x="630845" y="292258"/>
                    </a:moveTo>
                    <a:cubicBezTo>
                      <a:pt x="628446" y="292258"/>
                      <a:pt x="626047" y="291332"/>
                      <a:pt x="624241" y="289489"/>
                    </a:cubicBezTo>
                    <a:lnTo>
                      <a:pt x="622935" y="288164"/>
                    </a:lnTo>
                    <a:cubicBezTo>
                      <a:pt x="619340" y="284524"/>
                      <a:pt x="619377" y="278660"/>
                      <a:pt x="623018" y="275066"/>
                    </a:cubicBezTo>
                    <a:cubicBezTo>
                      <a:pt x="626658" y="271472"/>
                      <a:pt x="632522" y="271509"/>
                      <a:pt x="636116" y="275149"/>
                    </a:cubicBezTo>
                    <a:lnTo>
                      <a:pt x="637450" y="276502"/>
                    </a:lnTo>
                    <a:cubicBezTo>
                      <a:pt x="641035" y="280151"/>
                      <a:pt x="640988" y="286015"/>
                      <a:pt x="637339" y="289600"/>
                    </a:cubicBezTo>
                    <a:cubicBezTo>
                      <a:pt x="635532" y="291369"/>
                      <a:pt x="633189" y="292258"/>
                      <a:pt x="630845" y="292258"/>
                    </a:cubicBezTo>
                    <a:close/>
                    <a:moveTo>
                      <a:pt x="574553" y="239616"/>
                    </a:moveTo>
                    <a:cubicBezTo>
                      <a:pt x="572413" y="239616"/>
                      <a:pt x="570273" y="238884"/>
                      <a:pt x="568523" y="237383"/>
                    </a:cubicBezTo>
                    <a:lnTo>
                      <a:pt x="567096" y="236161"/>
                    </a:lnTo>
                    <a:cubicBezTo>
                      <a:pt x="563215" y="232826"/>
                      <a:pt x="562761" y="226981"/>
                      <a:pt x="566096" y="223100"/>
                    </a:cubicBezTo>
                    <a:cubicBezTo>
                      <a:pt x="569431" y="219218"/>
                      <a:pt x="575276" y="218764"/>
                      <a:pt x="579157" y="222099"/>
                    </a:cubicBezTo>
                    <a:lnTo>
                      <a:pt x="580593" y="223331"/>
                    </a:lnTo>
                    <a:cubicBezTo>
                      <a:pt x="584474" y="226666"/>
                      <a:pt x="584919" y="232511"/>
                      <a:pt x="581584" y="236392"/>
                    </a:cubicBezTo>
                    <a:cubicBezTo>
                      <a:pt x="579750" y="238523"/>
                      <a:pt x="577156" y="239625"/>
                      <a:pt x="574553" y="239625"/>
                    </a:cubicBezTo>
                    <a:close/>
                    <a:moveTo>
                      <a:pt x="514065" y="191846"/>
                    </a:moveTo>
                    <a:cubicBezTo>
                      <a:pt x="512184" y="191846"/>
                      <a:pt x="510285" y="191271"/>
                      <a:pt x="508646" y="190086"/>
                    </a:cubicBezTo>
                    <a:lnTo>
                      <a:pt x="507136" y="188993"/>
                    </a:lnTo>
                    <a:cubicBezTo>
                      <a:pt x="502986" y="186001"/>
                      <a:pt x="502041" y="180211"/>
                      <a:pt x="505033" y="176061"/>
                    </a:cubicBezTo>
                    <a:cubicBezTo>
                      <a:pt x="508025" y="171911"/>
                      <a:pt x="513815" y="170966"/>
                      <a:pt x="517964" y="173958"/>
                    </a:cubicBezTo>
                    <a:lnTo>
                      <a:pt x="519502" y="175070"/>
                    </a:lnTo>
                    <a:cubicBezTo>
                      <a:pt x="523652" y="178071"/>
                      <a:pt x="524578" y="183861"/>
                      <a:pt x="521577" y="188001"/>
                    </a:cubicBezTo>
                    <a:cubicBezTo>
                      <a:pt x="519761" y="190502"/>
                      <a:pt x="516936" y="191836"/>
                      <a:pt x="514065" y="191836"/>
                    </a:cubicBezTo>
                    <a:close/>
                    <a:moveTo>
                      <a:pt x="449788" y="149300"/>
                    </a:moveTo>
                    <a:cubicBezTo>
                      <a:pt x="448157" y="149300"/>
                      <a:pt x="446508" y="148874"/>
                      <a:pt x="445008" y="147966"/>
                    </a:cubicBezTo>
                    <a:lnTo>
                      <a:pt x="443415" y="147012"/>
                    </a:lnTo>
                    <a:cubicBezTo>
                      <a:pt x="439024" y="144381"/>
                      <a:pt x="437606" y="138694"/>
                      <a:pt x="440237" y="134303"/>
                    </a:cubicBezTo>
                    <a:cubicBezTo>
                      <a:pt x="442868" y="129912"/>
                      <a:pt x="448556" y="128495"/>
                      <a:pt x="452946" y="131126"/>
                    </a:cubicBezTo>
                    <a:lnTo>
                      <a:pt x="454577" y="132108"/>
                    </a:lnTo>
                    <a:cubicBezTo>
                      <a:pt x="458958" y="134748"/>
                      <a:pt x="460366" y="140444"/>
                      <a:pt x="457717" y="144826"/>
                    </a:cubicBezTo>
                    <a:cubicBezTo>
                      <a:pt x="455975" y="147707"/>
                      <a:pt x="452919" y="149300"/>
                      <a:pt x="449778" y="149300"/>
                    </a:cubicBezTo>
                    <a:close/>
                    <a:moveTo>
                      <a:pt x="382167" y="112294"/>
                    </a:moveTo>
                    <a:cubicBezTo>
                      <a:pt x="380786" y="112294"/>
                      <a:pt x="379388" y="111988"/>
                      <a:pt x="378072" y="111330"/>
                    </a:cubicBezTo>
                    <a:lnTo>
                      <a:pt x="376405" y="110506"/>
                    </a:lnTo>
                    <a:cubicBezTo>
                      <a:pt x="371810" y="108255"/>
                      <a:pt x="369921" y="102697"/>
                      <a:pt x="372172" y="98112"/>
                    </a:cubicBezTo>
                    <a:cubicBezTo>
                      <a:pt x="374432" y="93517"/>
                      <a:pt x="379980" y="91628"/>
                      <a:pt x="384566" y="93878"/>
                    </a:cubicBezTo>
                    <a:lnTo>
                      <a:pt x="386279" y="94721"/>
                    </a:lnTo>
                    <a:cubicBezTo>
                      <a:pt x="390865" y="96991"/>
                      <a:pt x="392745" y="102549"/>
                      <a:pt x="390476" y="107134"/>
                    </a:cubicBezTo>
                    <a:cubicBezTo>
                      <a:pt x="388864" y="110404"/>
                      <a:pt x="385575" y="112294"/>
                      <a:pt x="382167" y="112294"/>
                    </a:cubicBezTo>
                    <a:close/>
                    <a:moveTo>
                      <a:pt x="311665" y="81114"/>
                    </a:moveTo>
                    <a:cubicBezTo>
                      <a:pt x="310535" y="81114"/>
                      <a:pt x="309395" y="80910"/>
                      <a:pt x="308284" y="80475"/>
                    </a:cubicBezTo>
                    <a:lnTo>
                      <a:pt x="306542" y="79789"/>
                    </a:lnTo>
                    <a:cubicBezTo>
                      <a:pt x="301781" y="77927"/>
                      <a:pt x="299419" y="72555"/>
                      <a:pt x="301281" y="67793"/>
                    </a:cubicBezTo>
                    <a:cubicBezTo>
                      <a:pt x="303142" y="63032"/>
                      <a:pt x="308515" y="60670"/>
                      <a:pt x="313276" y="62532"/>
                    </a:cubicBezTo>
                    <a:lnTo>
                      <a:pt x="315046" y="63227"/>
                    </a:lnTo>
                    <a:cubicBezTo>
                      <a:pt x="319807" y="65098"/>
                      <a:pt x="322150" y="70470"/>
                      <a:pt x="320279" y="75232"/>
                    </a:cubicBezTo>
                    <a:cubicBezTo>
                      <a:pt x="318844" y="78881"/>
                      <a:pt x="315351" y="81114"/>
                      <a:pt x="311655" y="81114"/>
                    </a:cubicBezTo>
                    <a:close/>
                    <a:moveTo>
                      <a:pt x="238782" y="56001"/>
                    </a:moveTo>
                    <a:cubicBezTo>
                      <a:pt x="237902" y="56001"/>
                      <a:pt x="237013" y="55881"/>
                      <a:pt x="236133" y="55612"/>
                    </a:cubicBezTo>
                    <a:lnTo>
                      <a:pt x="234345" y="55084"/>
                    </a:lnTo>
                    <a:cubicBezTo>
                      <a:pt x="229436" y="53639"/>
                      <a:pt x="226638" y="48480"/>
                      <a:pt x="228083" y="43580"/>
                    </a:cubicBezTo>
                    <a:cubicBezTo>
                      <a:pt x="229528" y="38679"/>
                      <a:pt x="234679" y="35873"/>
                      <a:pt x="239588" y="37318"/>
                    </a:cubicBezTo>
                    <a:lnTo>
                      <a:pt x="241422" y="37864"/>
                    </a:lnTo>
                    <a:cubicBezTo>
                      <a:pt x="246322" y="39328"/>
                      <a:pt x="249110" y="44487"/>
                      <a:pt x="247656" y="49388"/>
                    </a:cubicBezTo>
                    <a:cubicBezTo>
                      <a:pt x="246461" y="53408"/>
                      <a:pt x="242775" y="56011"/>
                      <a:pt x="238782" y="56011"/>
                    </a:cubicBezTo>
                    <a:close/>
                    <a:moveTo>
                      <a:pt x="164028" y="37142"/>
                    </a:moveTo>
                    <a:cubicBezTo>
                      <a:pt x="163408" y="37142"/>
                      <a:pt x="162769" y="37077"/>
                      <a:pt x="162139" y="36947"/>
                    </a:cubicBezTo>
                    <a:lnTo>
                      <a:pt x="160314" y="36567"/>
                    </a:lnTo>
                    <a:cubicBezTo>
                      <a:pt x="155302" y="35539"/>
                      <a:pt x="152070" y="30639"/>
                      <a:pt x="153098" y="25627"/>
                    </a:cubicBezTo>
                    <a:cubicBezTo>
                      <a:pt x="154126" y="20616"/>
                      <a:pt x="159026" y="17393"/>
                      <a:pt x="164038" y="18412"/>
                    </a:cubicBezTo>
                    <a:lnTo>
                      <a:pt x="165909" y="18801"/>
                    </a:lnTo>
                    <a:cubicBezTo>
                      <a:pt x="170920" y="19838"/>
                      <a:pt x="174135" y="24748"/>
                      <a:pt x="173097" y="29759"/>
                    </a:cubicBezTo>
                    <a:cubicBezTo>
                      <a:pt x="172189" y="34131"/>
                      <a:pt x="168336" y="37142"/>
                      <a:pt x="164038" y="37142"/>
                    </a:cubicBezTo>
                    <a:close/>
                    <a:moveTo>
                      <a:pt x="87978" y="24655"/>
                    </a:moveTo>
                    <a:cubicBezTo>
                      <a:pt x="87607" y="24655"/>
                      <a:pt x="87228" y="24636"/>
                      <a:pt x="86848" y="24590"/>
                    </a:cubicBezTo>
                    <a:lnTo>
                      <a:pt x="85004" y="24368"/>
                    </a:lnTo>
                    <a:cubicBezTo>
                      <a:pt x="79928" y="23766"/>
                      <a:pt x="76297" y="19153"/>
                      <a:pt x="76899" y="14076"/>
                    </a:cubicBezTo>
                    <a:cubicBezTo>
                      <a:pt x="77501" y="9000"/>
                      <a:pt x="82114" y="5369"/>
                      <a:pt x="87191" y="5971"/>
                    </a:cubicBezTo>
                    <a:lnTo>
                      <a:pt x="89080" y="6203"/>
                    </a:lnTo>
                    <a:cubicBezTo>
                      <a:pt x="94156" y="6823"/>
                      <a:pt x="97778" y="11436"/>
                      <a:pt x="97158" y="16513"/>
                    </a:cubicBezTo>
                    <a:cubicBezTo>
                      <a:pt x="96583" y="21209"/>
                      <a:pt x="92591" y="24655"/>
                      <a:pt x="87978" y="24655"/>
                    </a:cubicBezTo>
                    <a:close/>
                    <a:moveTo>
                      <a:pt x="11149" y="18587"/>
                    </a:moveTo>
                    <a:cubicBezTo>
                      <a:pt x="11038" y="18587"/>
                      <a:pt x="10918" y="18587"/>
                      <a:pt x="10797" y="18587"/>
                    </a:cubicBezTo>
                    <a:lnTo>
                      <a:pt x="8935" y="18523"/>
                    </a:lnTo>
                    <a:cubicBezTo>
                      <a:pt x="3822" y="18347"/>
                      <a:pt x="-170" y="14049"/>
                      <a:pt x="6" y="8935"/>
                    </a:cubicBezTo>
                    <a:cubicBezTo>
                      <a:pt x="191" y="3822"/>
                      <a:pt x="4480" y="-170"/>
                      <a:pt x="9593" y="6"/>
                    </a:cubicBezTo>
                    <a:lnTo>
                      <a:pt x="11483" y="70"/>
                    </a:lnTo>
                    <a:cubicBezTo>
                      <a:pt x="16596" y="256"/>
                      <a:pt x="20588" y="4554"/>
                      <a:pt x="20394" y="9667"/>
                    </a:cubicBezTo>
                    <a:cubicBezTo>
                      <a:pt x="20209" y="14660"/>
                      <a:pt x="16105" y="18587"/>
                      <a:pt x="11140" y="18587"/>
                    </a:cubicBezTo>
                    <a:close/>
                  </a:path>
                </a:pathLst>
              </a:custGeom>
              <a:grpFill/>
              <a:ln w="92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EEEB836B-B7D4-1D77-2564-43A59FE4C9B1}"/>
                  </a:ext>
                </a:extLst>
              </p:cNvPr>
              <p:cNvSpPr/>
              <p:nvPr/>
            </p:nvSpPr>
            <p:spPr>
              <a:xfrm>
                <a:off x="9782137" y="4344266"/>
                <a:ext cx="18856" cy="19408"/>
              </a:xfrm>
              <a:custGeom>
                <a:avLst/>
                <a:gdLst>
                  <a:gd name="connsiteX0" fmla="*/ 9595 w 18856"/>
                  <a:gd name="connsiteY0" fmla="*/ 19408 h 19408"/>
                  <a:gd name="connsiteX1" fmla="*/ 915 w 18856"/>
                  <a:gd name="connsiteY1" fmla="*/ 13387 h 19408"/>
                  <a:gd name="connsiteX2" fmla="*/ 600 w 18856"/>
                  <a:gd name="connsiteY2" fmla="*/ 12544 h 19408"/>
                  <a:gd name="connsiteX3" fmla="*/ 5991 w 18856"/>
                  <a:gd name="connsiteY3" fmla="*/ 604 h 19408"/>
                  <a:gd name="connsiteX4" fmla="*/ 17931 w 18856"/>
                  <a:gd name="connsiteY4" fmla="*/ 5995 h 19408"/>
                  <a:gd name="connsiteX5" fmla="*/ 18265 w 18856"/>
                  <a:gd name="connsiteY5" fmla="*/ 6893 h 19408"/>
                  <a:gd name="connsiteX6" fmla="*/ 12837 w 18856"/>
                  <a:gd name="connsiteY6" fmla="*/ 18815 h 19408"/>
                  <a:gd name="connsiteX7" fmla="*/ 9585 w 18856"/>
                  <a:gd name="connsiteY7" fmla="*/ 19408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6" h="19408">
                    <a:moveTo>
                      <a:pt x="9595" y="19408"/>
                    </a:moveTo>
                    <a:cubicBezTo>
                      <a:pt x="5843" y="19408"/>
                      <a:pt x="2314" y="17111"/>
                      <a:pt x="915" y="13387"/>
                    </a:cubicBezTo>
                    <a:lnTo>
                      <a:pt x="600" y="12544"/>
                    </a:lnTo>
                    <a:cubicBezTo>
                      <a:pt x="-1206" y="7755"/>
                      <a:pt x="1202" y="2410"/>
                      <a:pt x="5991" y="604"/>
                    </a:cubicBezTo>
                    <a:cubicBezTo>
                      <a:pt x="10780" y="-1212"/>
                      <a:pt x="16125" y="1206"/>
                      <a:pt x="17931" y="5995"/>
                    </a:cubicBezTo>
                    <a:lnTo>
                      <a:pt x="18265" y="6893"/>
                    </a:lnTo>
                    <a:cubicBezTo>
                      <a:pt x="20062" y="11683"/>
                      <a:pt x="17626" y="17027"/>
                      <a:pt x="12837" y="18815"/>
                    </a:cubicBezTo>
                    <a:cubicBezTo>
                      <a:pt x="11762" y="19214"/>
                      <a:pt x="10669" y="19408"/>
                      <a:pt x="9585" y="19408"/>
                    </a:cubicBezTo>
                    <a:close/>
                  </a:path>
                </a:pathLst>
              </a:custGeom>
              <a:grpFill/>
              <a:ln w="924" cap="flat">
                <a:noFill/>
                <a:prstDash val="solid"/>
                <a:miter/>
              </a:ln>
            </p:spPr>
            <p:txBody>
              <a:bodyPr rtlCol="0" anchor="ctr"/>
              <a:lstStyle/>
              <a:p>
                <a:endParaRPr lang="en-IN"/>
              </a:p>
            </p:txBody>
          </p:sp>
        </p:grpSp>
        <p:grpSp>
          <p:nvGrpSpPr>
            <p:cNvPr id="29" name="Graphic 39">
              <a:extLst>
                <a:ext uri="{FF2B5EF4-FFF2-40B4-BE49-F238E27FC236}">
                  <a16:creationId xmlns:a16="http://schemas.microsoft.com/office/drawing/2014/main" id="{7D9B6DF1-B7E2-5765-9791-8709D6AFD44A}"/>
                </a:ext>
              </a:extLst>
            </p:cNvPr>
            <p:cNvGrpSpPr/>
            <p:nvPr/>
          </p:nvGrpSpPr>
          <p:grpSpPr>
            <a:xfrm>
              <a:off x="4130085" y="1889333"/>
              <a:ext cx="1491868" cy="1850208"/>
              <a:chOff x="7971985" y="3809496"/>
              <a:chExt cx="734280" cy="910651"/>
            </a:xfrm>
            <a:solidFill>
              <a:srgbClr val="60A6D8"/>
            </a:solidFill>
          </p:grpSpPr>
          <p:sp>
            <p:nvSpPr>
              <p:cNvPr id="43" name="Freeform: Shape 42">
                <a:extLst>
                  <a:ext uri="{FF2B5EF4-FFF2-40B4-BE49-F238E27FC236}">
                    <a16:creationId xmlns:a16="http://schemas.microsoft.com/office/drawing/2014/main" id="{94959A0A-18FD-3FC3-4781-D6B74B2967B9}"/>
                  </a:ext>
                </a:extLst>
              </p:cNvPr>
              <p:cNvSpPr/>
              <p:nvPr/>
            </p:nvSpPr>
            <p:spPr>
              <a:xfrm>
                <a:off x="8067089" y="3809496"/>
                <a:ext cx="639176" cy="637370"/>
              </a:xfrm>
              <a:custGeom>
                <a:avLst/>
                <a:gdLst>
                  <a:gd name="connsiteX0" fmla="*/ 238962 w 639176"/>
                  <a:gd name="connsiteY0" fmla="*/ 637370 h 637370"/>
                  <a:gd name="connsiteX1" fmla="*/ 8735 w 639176"/>
                  <a:gd name="connsiteY1" fmla="*/ 564553 h 637370"/>
                  <a:gd name="connsiteX2" fmla="*/ 0 w 639176"/>
                  <a:gd name="connsiteY2" fmla="*/ 558402 h 637370"/>
                  <a:gd name="connsiteX3" fmla="*/ 3705 w 639176"/>
                  <a:gd name="connsiteY3" fmla="*/ 548379 h 637370"/>
                  <a:gd name="connsiteX4" fmla="*/ 93067 w 639176"/>
                  <a:gd name="connsiteY4" fmla="*/ 369637 h 637370"/>
                  <a:gd name="connsiteX5" fmla="*/ 217638 w 639176"/>
                  <a:gd name="connsiteY5" fmla="*/ 215785 h 637370"/>
                  <a:gd name="connsiteX6" fmla="*/ 372194 w 639176"/>
                  <a:gd name="connsiteY6" fmla="*/ 92039 h 637370"/>
                  <a:gd name="connsiteX7" fmla="*/ 551501 w 639176"/>
                  <a:gd name="connsiteY7" fmla="*/ 3650 h 637370"/>
                  <a:gd name="connsiteX8" fmla="*/ 561542 w 639176"/>
                  <a:gd name="connsiteY8" fmla="*/ 0 h 637370"/>
                  <a:gd name="connsiteX9" fmla="*/ 567646 w 639176"/>
                  <a:gd name="connsiteY9" fmla="*/ 8772 h 637370"/>
                  <a:gd name="connsiteX10" fmla="*/ 639176 w 639176"/>
                  <a:gd name="connsiteY10" fmla="*/ 237165 h 637370"/>
                  <a:gd name="connsiteX11" fmla="*/ 607719 w 639176"/>
                  <a:gd name="connsiteY11" fmla="*/ 392943 h 637370"/>
                  <a:gd name="connsiteX12" fmla="*/ 521951 w 639176"/>
                  <a:gd name="connsiteY12" fmla="*/ 520145 h 637370"/>
                  <a:gd name="connsiteX13" fmla="*/ 394740 w 639176"/>
                  <a:gd name="connsiteY13" fmla="*/ 605913 h 637370"/>
                  <a:gd name="connsiteX14" fmla="*/ 238952 w 639176"/>
                  <a:gd name="connsiteY14" fmla="*/ 637370 h 63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9176" h="637370">
                    <a:moveTo>
                      <a:pt x="238962" y="637370"/>
                    </a:moveTo>
                    <a:cubicBezTo>
                      <a:pt x="155964" y="637370"/>
                      <a:pt x="76356" y="612193"/>
                      <a:pt x="8735" y="564553"/>
                    </a:cubicBezTo>
                    <a:lnTo>
                      <a:pt x="0" y="558402"/>
                    </a:lnTo>
                    <a:lnTo>
                      <a:pt x="3705" y="548379"/>
                    </a:lnTo>
                    <a:cubicBezTo>
                      <a:pt x="26789" y="485908"/>
                      <a:pt x="56857" y="425772"/>
                      <a:pt x="93067" y="369637"/>
                    </a:cubicBezTo>
                    <a:cubicBezTo>
                      <a:pt x="128851" y="314169"/>
                      <a:pt x="170757" y="262407"/>
                      <a:pt x="217638" y="215785"/>
                    </a:cubicBezTo>
                    <a:cubicBezTo>
                      <a:pt x="264528" y="169155"/>
                      <a:pt x="316522" y="127517"/>
                      <a:pt x="372194" y="92039"/>
                    </a:cubicBezTo>
                    <a:cubicBezTo>
                      <a:pt x="428541" y="56125"/>
                      <a:pt x="488872" y="26391"/>
                      <a:pt x="551501" y="3650"/>
                    </a:cubicBezTo>
                    <a:lnTo>
                      <a:pt x="561542" y="0"/>
                    </a:lnTo>
                    <a:lnTo>
                      <a:pt x="567646" y="8772"/>
                    </a:lnTo>
                    <a:cubicBezTo>
                      <a:pt x="614444" y="75995"/>
                      <a:pt x="639176" y="154973"/>
                      <a:pt x="639176" y="237165"/>
                    </a:cubicBezTo>
                    <a:cubicBezTo>
                      <a:pt x="639176" y="291187"/>
                      <a:pt x="628589" y="343598"/>
                      <a:pt x="607719" y="392943"/>
                    </a:cubicBezTo>
                    <a:cubicBezTo>
                      <a:pt x="587562" y="440602"/>
                      <a:pt x="558707" y="483398"/>
                      <a:pt x="521951" y="520145"/>
                    </a:cubicBezTo>
                    <a:cubicBezTo>
                      <a:pt x="485204" y="556892"/>
                      <a:pt x="442399" y="585747"/>
                      <a:pt x="394740" y="605913"/>
                    </a:cubicBezTo>
                    <a:cubicBezTo>
                      <a:pt x="345395" y="626782"/>
                      <a:pt x="292975" y="637370"/>
                      <a:pt x="238952" y="637370"/>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5" name="Freeform: Shape 44">
                <a:extLst>
                  <a:ext uri="{FF2B5EF4-FFF2-40B4-BE49-F238E27FC236}">
                    <a16:creationId xmlns:a16="http://schemas.microsoft.com/office/drawing/2014/main" id="{D0CF7082-EB6A-C1A2-E916-D81763215E6D}"/>
                  </a:ext>
                </a:extLst>
              </p:cNvPr>
              <p:cNvSpPr/>
              <p:nvPr/>
            </p:nvSpPr>
            <p:spPr>
              <a:xfrm>
                <a:off x="7971985" y="4017804"/>
                <a:ext cx="320228" cy="702344"/>
              </a:xfrm>
              <a:custGeom>
                <a:avLst/>
                <a:gdLst>
                  <a:gd name="connsiteX0" fmla="*/ 317513 w 320228"/>
                  <a:gd name="connsiteY0" fmla="*/ 2716 h 702344"/>
                  <a:gd name="connsiteX1" fmla="*/ 304414 w 320228"/>
                  <a:gd name="connsiteY1" fmla="*/ 2716 h 702344"/>
                  <a:gd name="connsiteX2" fmla="*/ 180390 w 320228"/>
                  <a:gd name="connsiteY2" fmla="*/ 156309 h 702344"/>
                  <a:gd name="connsiteX3" fmla="*/ 90121 w 320228"/>
                  <a:gd name="connsiteY3" fmla="*/ 336857 h 702344"/>
                  <a:gd name="connsiteX4" fmla="*/ 32939 w 320228"/>
                  <a:gd name="connsiteY4" fmla="*/ 654639 h 702344"/>
                  <a:gd name="connsiteX5" fmla="*/ 17534 w 320228"/>
                  <a:gd name="connsiteY5" fmla="*/ 624080 h 702344"/>
                  <a:gd name="connsiteX6" fmla="*/ 5094 w 320228"/>
                  <a:gd name="connsiteY6" fmla="*/ 619976 h 702344"/>
                  <a:gd name="connsiteX7" fmla="*/ 990 w 320228"/>
                  <a:gd name="connsiteY7" fmla="*/ 632417 h 702344"/>
                  <a:gd name="connsiteX8" fmla="*/ 33495 w 320228"/>
                  <a:gd name="connsiteY8" fmla="*/ 696907 h 702344"/>
                  <a:gd name="connsiteX9" fmla="*/ 42184 w 320228"/>
                  <a:gd name="connsiteY9" fmla="*/ 702344 h 702344"/>
                  <a:gd name="connsiteX10" fmla="*/ 50873 w 320228"/>
                  <a:gd name="connsiteY10" fmla="*/ 696907 h 702344"/>
                  <a:gd name="connsiteX11" fmla="*/ 83377 w 320228"/>
                  <a:gd name="connsiteY11" fmla="*/ 632417 h 702344"/>
                  <a:gd name="connsiteX12" fmla="*/ 79273 w 320228"/>
                  <a:gd name="connsiteY12" fmla="*/ 619976 h 702344"/>
                  <a:gd name="connsiteX13" fmla="*/ 66833 w 320228"/>
                  <a:gd name="connsiteY13" fmla="*/ 624080 h 702344"/>
                  <a:gd name="connsiteX14" fmla="*/ 51465 w 320228"/>
                  <a:gd name="connsiteY14" fmla="*/ 654565 h 702344"/>
                  <a:gd name="connsiteX15" fmla="*/ 107498 w 320228"/>
                  <a:gd name="connsiteY15" fmla="*/ 343277 h 702344"/>
                  <a:gd name="connsiteX16" fmla="*/ 195952 w 320228"/>
                  <a:gd name="connsiteY16" fmla="*/ 166350 h 702344"/>
                  <a:gd name="connsiteX17" fmla="*/ 317513 w 320228"/>
                  <a:gd name="connsiteY17" fmla="*/ 15815 h 702344"/>
                  <a:gd name="connsiteX18" fmla="*/ 317513 w 320228"/>
                  <a:gd name="connsiteY18" fmla="*/ 2716 h 70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0228" h="702344">
                    <a:moveTo>
                      <a:pt x="317513" y="2716"/>
                    </a:moveTo>
                    <a:cubicBezTo>
                      <a:pt x="313891" y="-905"/>
                      <a:pt x="308027" y="-905"/>
                      <a:pt x="304414" y="2716"/>
                    </a:cubicBezTo>
                    <a:cubicBezTo>
                      <a:pt x="257812" y="49310"/>
                      <a:pt x="216090" y="100980"/>
                      <a:pt x="180390" y="156309"/>
                    </a:cubicBezTo>
                    <a:cubicBezTo>
                      <a:pt x="143810" y="213018"/>
                      <a:pt x="113436" y="273766"/>
                      <a:pt x="90121" y="336857"/>
                    </a:cubicBezTo>
                    <a:cubicBezTo>
                      <a:pt x="52568" y="438465"/>
                      <a:pt x="33337" y="545371"/>
                      <a:pt x="32939" y="654639"/>
                    </a:cubicBezTo>
                    <a:lnTo>
                      <a:pt x="17534" y="624080"/>
                    </a:lnTo>
                    <a:cubicBezTo>
                      <a:pt x="15228" y="619513"/>
                      <a:pt x="9661" y="617679"/>
                      <a:pt x="5094" y="619976"/>
                    </a:cubicBezTo>
                    <a:cubicBezTo>
                      <a:pt x="527" y="622283"/>
                      <a:pt x="-1307" y="627850"/>
                      <a:pt x="990" y="632417"/>
                    </a:cubicBezTo>
                    <a:lnTo>
                      <a:pt x="33495" y="696907"/>
                    </a:lnTo>
                    <a:cubicBezTo>
                      <a:pt x="35181" y="700260"/>
                      <a:pt x="38516" y="702344"/>
                      <a:pt x="42184" y="702344"/>
                    </a:cubicBezTo>
                    <a:cubicBezTo>
                      <a:pt x="45852" y="702344"/>
                      <a:pt x="49187" y="700260"/>
                      <a:pt x="50873" y="696907"/>
                    </a:cubicBezTo>
                    <a:lnTo>
                      <a:pt x="83377" y="632417"/>
                    </a:lnTo>
                    <a:cubicBezTo>
                      <a:pt x="85684" y="627850"/>
                      <a:pt x="83840" y="622274"/>
                      <a:pt x="79273" y="619976"/>
                    </a:cubicBezTo>
                    <a:cubicBezTo>
                      <a:pt x="74707" y="617670"/>
                      <a:pt x="69130" y="619513"/>
                      <a:pt x="66833" y="624080"/>
                    </a:cubicBezTo>
                    <a:lnTo>
                      <a:pt x="51465" y="654565"/>
                    </a:lnTo>
                    <a:cubicBezTo>
                      <a:pt x="51873" y="547520"/>
                      <a:pt x="70714" y="442800"/>
                      <a:pt x="107498" y="343277"/>
                    </a:cubicBezTo>
                    <a:cubicBezTo>
                      <a:pt x="130341" y="281454"/>
                      <a:pt x="160104" y="221920"/>
                      <a:pt x="195952" y="166350"/>
                    </a:cubicBezTo>
                    <a:cubicBezTo>
                      <a:pt x="230939" y="112124"/>
                      <a:pt x="271836" y="61482"/>
                      <a:pt x="317513" y="15815"/>
                    </a:cubicBezTo>
                    <a:cubicBezTo>
                      <a:pt x="321134" y="12202"/>
                      <a:pt x="321134" y="6329"/>
                      <a:pt x="317513" y="271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0" name="Freeform: Shape 29">
              <a:extLst>
                <a:ext uri="{FF2B5EF4-FFF2-40B4-BE49-F238E27FC236}">
                  <a16:creationId xmlns:a16="http://schemas.microsoft.com/office/drawing/2014/main" id="{054136E3-4CEE-9153-CA2F-B66EC36381D1}"/>
                </a:ext>
              </a:extLst>
            </p:cNvPr>
            <p:cNvSpPr/>
            <p:nvPr/>
          </p:nvSpPr>
          <p:spPr>
            <a:xfrm>
              <a:off x="4248990" y="1811361"/>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4" name="Rectangle: Rounded Corners 33">
              <a:extLst>
                <a:ext uri="{FF2B5EF4-FFF2-40B4-BE49-F238E27FC236}">
                  <a16:creationId xmlns:a16="http://schemas.microsoft.com/office/drawing/2014/main" id="{9A1A2CC9-60D7-7B01-BAEA-D458079A01FC}"/>
                </a:ext>
              </a:extLst>
            </p:cNvPr>
            <p:cNvSpPr/>
            <p:nvPr/>
          </p:nvSpPr>
          <p:spPr>
            <a:xfrm>
              <a:off x="6082717" y="2107815"/>
              <a:ext cx="2591384" cy="505840"/>
            </a:xfrm>
            <a:prstGeom prst="roundRect">
              <a:avLst>
                <a:gd name="adj" fmla="val 12553"/>
              </a:avLst>
            </a:pr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sp>
        <p:nvSpPr>
          <p:cNvPr id="64" name="TextBox 63">
            <a:extLst>
              <a:ext uri="{FF2B5EF4-FFF2-40B4-BE49-F238E27FC236}">
                <a16:creationId xmlns:a16="http://schemas.microsoft.com/office/drawing/2014/main" id="{AF0E7F37-A908-D650-0528-839E113C63D5}"/>
              </a:ext>
            </a:extLst>
          </p:cNvPr>
          <p:cNvSpPr txBox="1"/>
          <p:nvPr/>
        </p:nvSpPr>
        <p:spPr>
          <a:xfrm>
            <a:off x="486129" y="978500"/>
            <a:ext cx="364395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5" name="TextBox 64">
            <a:extLst>
              <a:ext uri="{FF2B5EF4-FFF2-40B4-BE49-F238E27FC236}">
                <a16:creationId xmlns:a16="http://schemas.microsoft.com/office/drawing/2014/main" id="{CE28D4A6-3DBC-A54E-FA74-3BF024F9C2C5}"/>
              </a:ext>
            </a:extLst>
          </p:cNvPr>
          <p:cNvSpPr txBox="1"/>
          <p:nvPr/>
        </p:nvSpPr>
        <p:spPr>
          <a:xfrm>
            <a:off x="8258529" y="3960048"/>
            <a:ext cx="373530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55549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0C40-A793-A1D1-9480-39700643BA5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5EAAD7B-BF2C-8FBF-1224-70E3A25D8CF9}"/>
              </a:ext>
            </a:extLst>
          </p:cNvPr>
          <p:cNvSpPr/>
          <p:nvPr/>
        </p:nvSpPr>
        <p:spPr>
          <a:xfrm>
            <a:off x="425450" y="1642651"/>
            <a:ext cx="5562600" cy="4467920"/>
          </a:xfrm>
          <a:prstGeom prst="roundRect">
            <a:avLst>
              <a:gd name="adj" fmla="val 2274"/>
            </a:avLst>
          </a:prstGeom>
          <a:noFill/>
          <a:ln w="12700">
            <a:solidFill>
              <a:srgbClr val="946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5B20F2F8-B12B-C913-2207-C4161A93E95C}"/>
              </a:ext>
            </a:extLst>
          </p:cNvPr>
          <p:cNvSpPr/>
          <p:nvPr/>
        </p:nvSpPr>
        <p:spPr>
          <a:xfrm>
            <a:off x="6203950" y="1642651"/>
            <a:ext cx="5562600" cy="4467920"/>
          </a:xfrm>
          <a:prstGeom prst="roundRect">
            <a:avLst>
              <a:gd name="adj" fmla="val 2274"/>
            </a:avLst>
          </a:prstGeom>
          <a:noFill/>
          <a:ln w="12700">
            <a:solidFill>
              <a:srgbClr val="2082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63488FAD-FA3E-CC63-4031-F0E428E85D9C}"/>
              </a:ext>
            </a:extLst>
          </p:cNvPr>
          <p:cNvSpPr/>
          <p:nvPr/>
        </p:nvSpPr>
        <p:spPr>
          <a:xfrm>
            <a:off x="622435" y="1819175"/>
            <a:ext cx="5168630" cy="1214934"/>
          </a:xfrm>
          <a:prstGeom prst="roundRect">
            <a:avLst>
              <a:gd name="adj" fmla="val 5227"/>
            </a:avLst>
          </a:prstGeom>
          <a:solidFill>
            <a:srgbClr val="C0B8DD"/>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55" name="Rectangle: Rounded Corners 54">
            <a:extLst>
              <a:ext uri="{FF2B5EF4-FFF2-40B4-BE49-F238E27FC236}">
                <a16:creationId xmlns:a16="http://schemas.microsoft.com/office/drawing/2014/main" id="{C3E3C2B9-BCA5-4459-055C-097CF1DE64F2}"/>
              </a:ext>
            </a:extLst>
          </p:cNvPr>
          <p:cNvSpPr/>
          <p:nvPr/>
        </p:nvSpPr>
        <p:spPr>
          <a:xfrm>
            <a:off x="6400935" y="1819175"/>
            <a:ext cx="5168630" cy="1214934"/>
          </a:xfrm>
          <a:prstGeom prst="roundRect">
            <a:avLst>
              <a:gd name="adj" fmla="val 5227"/>
            </a:avLst>
          </a:prstGeom>
          <a:solidFill>
            <a:srgbClr val="A3CBE8"/>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EA9D1BE-1FA2-C9DB-6FAD-51F2AC49F389}"/>
              </a:ext>
            </a:extLst>
          </p:cNvPr>
          <p:cNvSpPr>
            <a:spLocks noGrp="1"/>
          </p:cNvSpPr>
          <p:nvPr>
            <p:ph type="title"/>
          </p:nvPr>
        </p:nvSpPr>
        <p:spPr/>
        <p:txBody>
          <a:bodyPr/>
          <a:lstStyle/>
          <a:p>
            <a:r>
              <a:rPr lang="en-US"/>
              <a:t>Title</a:t>
            </a:r>
            <a:endParaRPr lang="en-IN"/>
          </a:p>
        </p:txBody>
      </p:sp>
      <p:grpSp>
        <p:nvGrpSpPr>
          <p:cNvPr id="62" name="Group 61">
            <a:extLst>
              <a:ext uri="{FF2B5EF4-FFF2-40B4-BE49-F238E27FC236}">
                <a16:creationId xmlns:a16="http://schemas.microsoft.com/office/drawing/2014/main" id="{A03D7BCB-B982-12B4-C2B8-18E28F43708C}"/>
              </a:ext>
            </a:extLst>
          </p:cNvPr>
          <p:cNvGrpSpPr/>
          <p:nvPr/>
        </p:nvGrpSpPr>
        <p:grpSpPr>
          <a:xfrm>
            <a:off x="3561080" y="1099151"/>
            <a:ext cx="5069840" cy="1027878"/>
            <a:chOff x="3423920" y="1107440"/>
            <a:chExt cx="5344160" cy="1261558"/>
          </a:xfrm>
        </p:grpSpPr>
        <p:sp>
          <p:nvSpPr>
            <p:cNvPr id="41" name="Rectangle: Rounded Corners 40">
              <a:extLst>
                <a:ext uri="{FF2B5EF4-FFF2-40B4-BE49-F238E27FC236}">
                  <a16:creationId xmlns:a16="http://schemas.microsoft.com/office/drawing/2014/main" id="{49A05D56-F6E4-7678-1FEC-E6C09D0B4CC7}"/>
                </a:ext>
              </a:extLst>
            </p:cNvPr>
            <p:cNvSpPr/>
            <p:nvPr/>
          </p:nvSpPr>
          <p:spPr>
            <a:xfrm>
              <a:off x="3423920" y="1107440"/>
              <a:ext cx="5344160" cy="1261558"/>
            </a:xfrm>
            <a:prstGeom prst="roundRect">
              <a:avLst>
                <a:gd name="adj" fmla="val 936142"/>
              </a:avLst>
            </a:prstGeom>
            <a:solidFill>
              <a:srgbClr val="E6E3F1"/>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314BD2A2-3B77-5EBA-D4D2-2F8E5D0C02F4}"/>
                </a:ext>
              </a:extLst>
            </p:cNvPr>
            <p:cNvSpPr/>
            <p:nvPr/>
          </p:nvSpPr>
          <p:spPr>
            <a:xfrm>
              <a:off x="3594100" y="1295399"/>
              <a:ext cx="5003800" cy="885639"/>
            </a:xfrm>
            <a:prstGeom prst="roundRect">
              <a:avLst>
                <a:gd name="adj" fmla="val 936142"/>
              </a:avLst>
            </a:prstGeom>
            <a:solidFill>
              <a:schemeClr val="bg1"/>
            </a:solidFill>
            <a:ln w="6072" cap="flat">
              <a:solidFill>
                <a:srgbClr val="9464B8"/>
              </a:solid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44" name="TextBox 43">
            <a:extLst>
              <a:ext uri="{FF2B5EF4-FFF2-40B4-BE49-F238E27FC236}">
                <a16:creationId xmlns:a16="http://schemas.microsoft.com/office/drawing/2014/main" id="{B6A0D796-AB99-CB69-63CA-ABDB829496AF}"/>
              </a:ext>
            </a:extLst>
          </p:cNvPr>
          <p:cNvSpPr txBox="1"/>
          <p:nvPr/>
        </p:nvSpPr>
        <p:spPr>
          <a:xfrm>
            <a:off x="566309" y="3244077"/>
            <a:ext cx="5324352" cy="156966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49" name="Oval 48">
            <a:extLst>
              <a:ext uri="{FF2B5EF4-FFF2-40B4-BE49-F238E27FC236}">
                <a16:creationId xmlns:a16="http://schemas.microsoft.com/office/drawing/2014/main" id="{CF087268-A59C-391F-3419-6E4C2F34F6A1}"/>
              </a:ext>
            </a:extLst>
          </p:cNvPr>
          <p:cNvSpPr/>
          <p:nvPr/>
        </p:nvSpPr>
        <p:spPr>
          <a:xfrm>
            <a:off x="894601" y="2000818"/>
            <a:ext cx="851650" cy="851648"/>
          </a:xfrm>
          <a:prstGeom prst="ellipse">
            <a:avLst/>
          </a:prstGeom>
          <a:solidFill>
            <a:schemeClr val="bg1"/>
          </a:solidFill>
          <a:ln>
            <a:solidFill>
              <a:srgbClr val="9A8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39DF12BA-6D25-169F-D585-1E488C78FCD1}"/>
              </a:ext>
            </a:extLst>
          </p:cNvPr>
          <p:cNvSpPr/>
          <p:nvPr/>
        </p:nvSpPr>
        <p:spPr>
          <a:xfrm>
            <a:off x="10445749" y="2000818"/>
            <a:ext cx="851650" cy="851648"/>
          </a:xfrm>
          <a:prstGeom prst="ellipse">
            <a:avLst/>
          </a:prstGeom>
          <a:solidFill>
            <a:schemeClr val="bg1"/>
          </a:solidFill>
          <a:ln>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23027A0A-4A9F-3B72-18FA-BC91E3013A55}"/>
              </a:ext>
            </a:extLst>
          </p:cNvPr>
          <p:cNvSpPr txBox="1"/>
          <p:nvPr/>
        </p:nvSpPr>
        <p:spPr>
          <a:xfrm>
            <a:off x="6477685" y="3244077"/>
            <a:ext cx="5015131"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53081302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0</TotalTime>
  <Words>1781</Words>
  <Application>Microsoft Office PowerPoint</Application>
  <PresentationFormat>Widescreen</PresentationFormat>
  <Paragraphs>73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4_Office Theme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2</cp:revision>
  <dcterms:created xsi:type="dcterms:W3CDTF">2025-07-17T07:40:10Z</dcterms:created>
  <dcterms:modified xsi:type="dcterms:W3CDTF">2025-08-14T10:12:02Z</dcterms:modified>
</cp:coreProperties>
</file>